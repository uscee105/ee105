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794" r:id="rId2"/>
    <p:sldId id="831" r:id="rId3"/>
    <p:sldId id="821" r:id="rId4"/>
    <p:sldId id="852" r:id="rId5"/>
    <p:sldId id="854" r:id="rId6"/>
    <p:sldId id="849" r:id="rId7"/>
    <p:sldId id="850" r:id="rId8"/>
    <p:sldId id="822" r:id="rId9"/>
    <p:sldId id="855" r:id="rId10"/>
    <p:sldId id="856" r:id="rId11"/>
    <p:sldId id="851" r:id="rId12"/>
    <p:sldId id="832" r:id="rId13"/>
    <p:sldId id="833" r:id="rId14"/>
    <p:sldId id="834" r:id="rId15"/>
    <p:sldId id="835" r:id="rId16"/>
    <p:sldId id="796" r:id="rId17"/>
    <p:sldId id="804" r:id="rId18"/>
    <p:sldId id="805" r:id="rId19"/>
    <p:sldId id="802" r:id="rId20"/>
    <p:sldId id="803" r:id="rId21"/>
    <p:sldId id="795" r:id="rId22"/>
    <p:sldId id="797" r:id="rId23"/>
    <p:sldId id="799" r:id="rId24"/>
    <p:sldId id="80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3230" autoAdjust="0"/>
  </p:normalViewPr>
  <p:slideViewPr>
    <p:cSldViewPr snapToGrid="0">
      <p:cViewPr varScale="1">
        <p:scale>
          <a:sx n="123" d="100"/>
          <a:sy n="123" d="100"/>
        </p:scale>
        <p:origin x="110" y="23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45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246 513 8290 0 0,'-25'-13'678'0'0,"0"1"1"0"0,-51-17-1 0 0,-10-4-33 0 0,72 27-580 0 0,-6-3 577 0 0,22 6-383 0 0,12 1-248 0 0,124 4-230 0 0,111-2-1081 0 0,306-44 1773 0 0,-38-4 1411 0 0,580-57-823 0 0,-6 26-771 0 0,3 46-920 0 0,-809 26 474 0 0,933-36 759 0 0,-316 9-56 0 0,-836 32-506 0 0,742-10 685 0 0,-347 16-432 0 0,9 1-153 0 0,-158 3-3287 0 0,-275-6-1520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46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7912 0 1376 0 0,'30'12'510'0'0,"1"-1"-1"0"0,0-2 0 0 0,0-2 0 0 0,60 8 0 0 0,-56-10 1301 0 0,-31-4-1420 0 0,-1 0 0 0 0,1 1-1 0 0,-1-1 1 0 0,0 1 0 0 0,0-1 0 0 0,1 1 0 0 0,-1 0 0 0 0,0 0 0 0 0,-1 1-1 0 0,1-1 1 0 0,0 0 0 0 0,-1 1 0 0 0,1 0 0 0 0,-1 0 0 0 0,0-1-1 0 0,0 1 1 0 0,0 0 0 0 0,0 1 0 0 0,0-1 0 0 0,-1 0 0 0 0,0 1 0 0 0,2 4-1 0 0,4 12 550 0 0,-2 1 0 0 0,6 35-1 0 0,-6-30-376 0 0,24 152 1091 0 0,6 185 0 0 0,-19 183-1342 0 0,-40 634-297 0 0,3-455 96 0 0,-54 704 332 0 0,2-90-56 0 0,64-1009-386 0 0,-5 344 0 0 0,47-5 0 0 0,79 183 246 0 0,-47-391-148 0 0,-26-138-98 0 0,44 282 0 0 0,-81-593 0 0 0,70 425-216 0 0,-71-429 200 0 0,0 1 0 0 0,-1-1 0 0 0,0 0 0 0 0,0 1 0 0 0,0-1 0 0 0,-1 0 0 0 0,-4 14 0 0 0,4-20 11 0 0,0 1 1 0 0,0-1-1 0 0,0 1 1 0 0,0-1-1 0 0,0 0 0 0 0,-1 0 1 0 0,1 0-1 0 0,-1 0 1 0 0,0 0-1 0 0,1 0 1 0 0,-1 0-1 0 0,0 0 0 0 0,0-1 1 0 0,0 1-1 0 0,-1-1 1 0 0,1 1-1 0 0,0-1 1 0 0,0 0-1 0 0,-1 0 0 0 0,1 0 1 0 0,-1 0-1 0 0,1 0 1 0 0,-1-1-1 0 0,1 1 1 0 0,-1-1-1 0 0,1 1 0 0 0,-6-1 1 0 0,-38 0 27 0 0,0-3 1 0 0,-71-12-1 0 0,33 4-5 0 0,-27-3-11 0 0,-411-34-177 0 0,498 48 167 0 0,-467-10-7 0 0,-110 13 10 0 0,-503 19 0 0 0,406-5-99 0 0,-227 8-50 0 0,635-16 149 0 0,-514 24 0 0 0,-168 42-128 0 0,222 20 425 0 0,8 48-65 0 0,638-122-1528 0 0,80-18 374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48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0 3225 0 0,'-5'4'-466'0'0,"-17"12"1816"0"0,21-13-780 0 0,0-1 0 0 0,0 0 1 0 0,0 0-1 0 0,0 1 1 0 0,0-1-1 0 0,0 0 1 0 0,0 1-1 0 0,1-1 1 0 0,-1 1-1 0 0,1-1 1 0 0,0 1-1 0 0,0-1 0 0 0,0 1 1 0 0,0 4-1 0 0,4 60-64 0 0,18 107 0 0 0,-10-100-361 0 0,2 78 0 0 0,-33 359 1503 0 0,3-251-517 0 0,4-49-377 0 0,-4 112 110 0 0,18 613 333 0 0,4-529-1055 0 0,3 647 575 0 0,14-443-266 0 0,-9-317-438 0 0,-28 974 54 0 0,-8-394-70 0 0,-25 15 604 0 0,-65 207-383 0 0,91-914 72 0 0,9 0 0 0 0,16 271 0 0 0,6-366-226 0 0,30 119 0 0 0,-37-189-64 0 0,-3-15 0 0 0,1 1 0 0 0,-1 0 0 0 0,0-1 0 0 0,1 1 0 0 0,0 0 0 0 0,0-1 0 0 0,0 1 0 0 0,0-1 0 0 0,0 1 0 0 0,0-1 0 0 0,1 0 0 0 0,-1 1 0 0 0,4 3 0 0 0,-4-5 0 0 0,11 24-18 0 0,7 11-159 0 0,14 41 0 0 0,-29-65 132 0 0,-1 0-1 0 0,0 0 1 0 0,0 0-1 0 0,-1 0 0 0 0,-1 1 1 0 0,0-1-1 0 0,-1 24 1 0 0,-2-19-498 0 0,1-15 345 0 0,0 1 1 0 0,0-1-1 0 0,1 1 0 0 0,0-1 1 0 0,-1 1-1 0 0,1 0 1 0 0,0-1-1 0 0,0 1 1 0 0,0-1-1 0 0,1 1 0 0 0,-1 0 1 0 0,1-1-1 0 0,-1 1 1 0 0,1-1-1 0 0,0 1 1 0 0,0-1-1 0 0,0 1 0 0 0,2 3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48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15203 0 0,'3'4'1489'0'0,"0"-1"-1329"0"0,3-2-160 0 0,4 2 0 0 0,1-3 0 0 0,5 0-537 0 0,14-1-135 0 0,22-4-32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3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5529 0 0,'-1'0'93'0'0,"1"0"0"0"0,-1 0-1 0 0,1 0 1 0 0,-1 0-1 0 0,1 0 1 0 0,-1 0 0 0 0,0 0-1 0 0,1 0 1 0 0,-1 0 0 0 0,1 0-1 0 0,-1 0 1 0 0,0 0 0 0 0,1 1-1 0 0,-1-1 1 0 0,1 0 0 0 0,-1 0-1 0 0,1 1 1 0 0,-1-1 0 0 0,1 0-1 0 0,-1 1 1 0 0,1-1 0 0 0,-1 0-1 0 0,0 1 1 0 0,2 16 2029 0 0,0-12-2299 0 0,39 439 3391 0 0,-37 4-1853 0 0,-1-65 591 0 0,90 1372-509 0 0,-44-1272-462 0 0,136 587 0 0 0,-140-877-794 0 0,8-1-1 0 0,8-3 1 0 0,9-3 0 0 0,145 277 0 0 0,-203-441-171 0 0,180 317 271 0 0,-134-249-94 0 0,113 137 0 0 0,-36-69 13 0 0,342 365 313 0 0,-326-386-414 0 0,263 187 1 0 0,-295-242-34 0 0,137 85-126 0 0,-225-151-286 0 0,-1-2-90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4.5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7834 0 0,'0'2'106'0'0,"0"-1"0"0"0,0 0 0 0 0,-1 0 1 0 0,1 1-1 0 0,0-1 0 0 0,0 0 0 0 0,0 0 1 0 0,0 1-1 0 0,1-1 0 0 0,-1 0 0 0 0,0 0 1 0 0,0 1-1 0 0,1-1 0 0 0,-1 0 0 0 0,1 0 1 0 0,-1 0-1 0 0,1 1 0 0 0,-1-1 0 0 0,1 0 1 0 0,1 1-1 0 0,15 33 79 0 0,-12-27-92 0 0,2 0-1 0 0,-1 0 1 0 0,1-1-1 0 0,0 1 0 0 0,1-2 1 0 0,-1 1-1 0 0,1-1 1 0 0,1 0-1 0 0,-1 0 1 0 0,1-1-1 0 0,0 0 1 0 0,14 4-1 0 0,12 4 368 0 0,1-2 1 0 0,40 7-1 0 0,2 1 382 0 0,1 6-473 0 0,-1 3 0 0 0,-2 4 0 0 0,-1 3 0 0 0,-2 3 0 0 0,-1 3 0 0 0,-3 4 0 0 0,83 68 1 0 0,-73-48-344 0 0,-3 3 1 0 0,90 105 0 0 0,99 125-29 0 0,-139-158 14 0 0,-82-87 162 0 0,-1 3-1 0 0,-3 1 0 0 0,-3 2 1 0 0,46 98-1 0 0,-36-50 409 0 0,63 215-1 0 0,-66-140-608 0 0,-7 2 0 0 0,17 267 0 0 0,-26 378-316 0 0,-38-213 343 0 0,1-79 0 0 0,6-383 144 0 0,-6-1 0 0 0,-7-1 0 0 0,-6 0 0 0 0,-47 161 0 0 0,37-196 135 0 0,-40 155-236 0 0,55-193 663 0 0,-10 117 1 0 0,28-147-2137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6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784 494 11058 0 0,'-105'68'128'0'0,"2"4"-1"0"0,-130 118 0 0 0,202-160-161 0 0,1 2-1 0 0,1 0 0 0 0,2 2 0 0 0,1 1 0 0 0,2 1 0 0 0,1 1 0 0 0,3 1 1 0 0,0 1-1 0 0,3 1 0 0 0,-21 69 0 0 0,21-45 205 0 0,3 1 0 0 0,3 0 0 0 0,3 0-1 0 0,3 1 1 0 0,2 0 0 0 0,8 82 0 0 0,-2-114-108 0 0,2-1 1 0 0,1 0-1 0 0,2 0 0 0 0,1-1 1 0 0,1 0-1 0 0,2 0 0 0 0,1-1 1 0 0,1-1-1 0 0,2 0 1 0 0,1-1-1 0 0,1-1 0 0 0,2-1 1 0 0,1 0-1 0 0,26 26 0 0 0,4-5 256 0 0,1-1-1 0 0,3-4 0 0 0,98 62 0 0 0,-115-84-188 0 0,0-1-1 0 0,1-2 0 0 0,2-2 0 0 0,-1-1 0 0 0,2-3 0 0 0,0-1 0 0 0,47 6 0 0 0,-45-12-76 0 0,1-3 1 0 0,0-1-1 0 0,0-2 0 0 0,-1-3 0 0 0,1-1 0 0 0,-1-2 1 0 0,0-2-1 0 0,0-2 0 0 0,-1-2 0 0 0,69-31 0 0 0,-51 14 46 0 0,-1-2-1 0 0,-2-3 1 0 0,-1-2-1 0 0,-2-2 1 0 0,-2-3-1 0 0,66-68 1 0 0,-87 77 61 0 0,-3-1 0 0 0,0-2 1 0 0,-3-1-1 0 0,-1 0 1 0 0,29-60-1 0 0,-29 43 69 0 0,-2-2 1 0 0,-2 0-1 0 0,21-98 1 0 0,-26 61 3 0 0,-3 0 1 0 0,-5-1-1 0 0,-3 0 0 0 0,-5-1 1 0 0,-13-111-1 0 0,5 132 19 0 0,-4 0 0 0 0,-2 0 0 0 0,-4 1 0 0 0,-43-113 0 0 0,48 154-180 0 0,-2 0 1 0 0,0 2-1 0 0,-3 0 0 0 0,0 1 0 0 0,-1 0 1 0 0,-2 2-1 0 0,-1 0 0 0 0,-1 2 1 0 0,-2 0-1 0 0,0 1 0 0 0,-1 2 1 0 0,-39-25-1 0 0,30 26-92 0 0,-2 1 0 0 0,0 3 0 0 0,-1 0 0 0 0,-1 3 0 0 0,-1 1 0 0 0,0 2 0 0 0,0 2 0 0 0,-1 1 0 0 0,0 3 0 0 0,0 1 0 0 0,0 2 0 0 0,-1 1 0 0 0,1 3 0 0 0,0 1 0 0 0,-1 2 0 0 0,2 2 1 0 0,-1 2-1 0 0,1 1 0 0 0,0 2 0 0 0,1 2 0 0 0,-46 24 0 0 0,38-15-108 0 0,2 2 1 0 0,1 3 0 0 0,2 1 0 0 0,0 2 0 0 0,2 2-1 0 0,2 1 1 0 0,0 2 0 0 0,3 2 0 0 0,1 1 0 0 0,2 2-1 0 0,2 1 1 0 0,2 1 0 0 0,1 2 0 0 0,-30 70 0 0 0,21-20-1773 0 0,5 3-4638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7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1252 234 16588 0 0,'-25'-6'58'0'0,"-1"1"1"0"0,0 1 0 0 0,0 1 0 0 0,0 2-1 0 0,-38 2 1 0 0,8 3-887 0 0,-81 18-1 0 0,99-14 602 0 0,1 1 0 0 0,0 2 1 0 0,0 2-1 0 0,1 1 0 0 0,1 2 0 0 0,0 1 0 0 0,1 2 0 0 0,1 1 0 0 0,1 2 0 0 0,1 1 1 0 0,1 2-1 0 0,1 0 0 0 0,1 2 0 0 0,1 1 0 0 0,-41 57 0 0 0,28-22-57 0 0,2 2-1 0 0,3 2 0 0 0,3 0 1 0 0,3 3-1 0 0,3 0 0 0 0,4 1 1 0 0,-18 93-1 0 0,26-82 257 0 0,3 0 0 0 0,3 1-1 0 0,5 1 1 0 0,3-1 0 0 0,3 1-1 0 0,19 105 1 0 0,-11-131 268 0 0,2-1-1 0 0,3 0 1 0 0,2-1-1 0 0,3-1 1 0 0,2-1 0 0 0,55 92-1 0 0,-57-111-101 0 0,3-1 0 0 0,1-2 0 0 0,1 0-1 0 0,1-2 1 0 0,2-1 0 0 0,1-1 0 0 0,1-2-1 0 0,2-1 1 0 0,0-1 0 0 0,60 31 0 0 0,-34-27-26 0 0,2-3 1 0 0,0-3 0 0 0,2-2 0 0 0,0-3 0 0 0,1-3 0 0 0,0-3-1 0 0,1-3 1 0 0,0-2 0 0 0,0-3 0 0 0,102-9 0 0 0,-104-1-183 0 0,-1-2 0 0 0,0-3 0 0 0,-1-2 0 0 0,0-3 0 0 0,-1-3 0 0 0,-1-3 0 0 0,-1-2 0 0 0,-1-2 0 0 0,-2-3 0 0 0,0-3 0 0 0,51-40 0 0 0,-55 31 445 0 0,-2-1 0 0 0,-2-2-1 0 0,-2-3 1 0 0,-2-1 0 0 0,64-97-1 0 0,-65 77 310 0 0,-4-1-1 0 0,-2-2 0 0 0,-4-1 0 0 0,32-105 0 0 0,-20 22 459 0 0,40-252 1 0 0,-70 298-880 0 0,-5-1 0 0 0,-4-1 0 0 0,-12-130 0 0 0,4 210-228 0 0,-2-1 1 0 0,-1 2-1 0 0,-1-1 1 0 0,-2 1-1 0 0,-1 0 1 0 0,-1 0 0 0 0,-2 1-1 0 0,-24-41 1 0 0,24 49-16 0 0,-1 2 1 0 0,-1-1 0 0 0,-1 2-1 0 0,-1 0 1 0 0,-1 1 0 0 0,0 1-1 0 0,-2 1 1 0 0,1 0 0 0 0,-2 2-1 0 0,0 0 1 0 0,-34-16 0 0 0,13 13-41 0 0,-1 0 1 0 0,-1 3 0 0 0,-1 2-1 0 0,0 2 1 0 0,0 2 0 0 0,-51-3-1 0 0,-281 3-168 0 0,322 9 176 0 0,-72 3-277 0 0,-1 6 1 0 0,-141 30-1 0 0,235-33-413 0 0,1 2-1 0 0,-55 22 1 0 0,15 3-6175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8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295 790 8290 0 0,'-61'28'852'0'0,"18"-9"-267"0"0,1 1 0 0 0,1 2 0 0 0,-45 33 0 0 0,84-54-580 0 0,0 0 0 0 0,1 1 0 0 0,-1-1 0 0 0,0 1 0 0 0,1-1 0 0 0,-1 1-1 0 0,1 0 1 0 0,-1 0 0 0 0,1-1 0 0 0,0 1 0 0 0,0 0 0 0 0,0 0 0 0 0,-2 5-1 0 0,3-7-3 0 0,0 0 0 0 0,0 0-1 0 0,0 1 1 0 0,0-1-1 0 0,0 0 1 0 0,0 0 0 0 0,0 1-1 0 0,0-1 1 0 0,0 0-1 0 0,1 0 1 0 0,-1 1 0 0 0,0-1-1 0 0,0 0 1 0 0,0 0-1 0 0,0 1 1 0 0,0-1 0 0 0,1 0-1 0 0,-1 0 1 0 0,0 0-1 0 0,0 1 1 0 0,0-1 0 0 0,1 0-1 0 0,-1 0 1 0 0,0 0 0 0 0,0 0-1 0 0,1 1 1 0 0,-1-1-1 0 0,0 0 1 0 0,0 0 0 0 0,1 0-1 0 0,-1 0 1 0 0,0 0-1 0 0,0 0 1 0 0,1 0 0 0 0,0 0-1 0 0,21-3 159 0 0,14-10 173 0 0,45-23 1 0 0,-4 1 219 0 0,114-43 723 0 0,261-99 1138 0 0,-101 38-1045 0 0,-24 9-288 0 0,-124 60-615 0 0,-70 26-418 0 0,140-68 0 0 0,-40-6-4020 0 0,-207 105-1767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8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 21661 0 0,'0'0'65'0'0,"-1"-1"1"0"0,1 1 0 0 0,-1 0-1 0 0,1 0 1 0 0,-1 0 0 0 0,1 0-1 0 0,-1 0 1 0 0,0 0 0 0 0,1 0-1 0 0,-1 0 1 0 0,1 0 0 0 0,-1 0-1 0 0,1 0 1 0 0,-1 1 0 0 0,1-1-1 0 0,-1 0 1 0 0,0 0 0 0 0,1 0-1 0 0,-1 1 1 0 0,1-1 0 0 0,-1 0-1 0 0,1 1 1 0 0,0-1 0 0 0,-1 0-1 0 0,1 1 1 0 0,-1-1 0 0 0,1 0-1 0 0,0 1 1 0 0,-1-1 0 0 0,0 2-1 0 0,9 15-1555 0 0,-3-9 1191 0 0,222 368-26 0 0,66 118 900 0 0,29 54-1057 0 0,-115-219-2357 0 0,-206-328 2789 0 0,3 6-341 0 0,0 0 0 0 0,0-1 0 0 0,1 1 0 0 0,0-1 0 0 0,1 0 0 0 0,7 6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9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47 991 11979 0 0,'-42'-4'1312'0'0,"42"4"-1304"0"0,-1 1-1 0 0,1-1 1 0 0,0 0 0 0 0,0 0 0 0 0,-1 0-1 0 0,1 0 1 0 0,0 1 0 0 0,0-1 0 0 0,0 0-1 0 0,-1 0 1 0 0,1 0 0 0 0,0 1 0 0 0,0-1-1 0 0,0 0 1 0 0,0 0 0 0 0,0 1 0 0 0,-1-1-1 0 0,1 0 1 0 0,0 0 0 0 0,0 1 0 0 0,0-1-1 0 0,0 0 1 0 0,0 0 0 0 0,0 1 0 0 0,0-1-1 0 0,0 0 1 0 0,0 1 0 0 0,0-1 0 0 0,0 0-1 0 0,0 0 1 0 0,0 1 0 0 0,0-1 0 0 0,0 0-1 0 0,0 0 1 0 0,0 1 0 0 0,1-1 0 0 0,-1 0-1 0 0,0 0 1 0 0,0 1 0 0 0,0-1 0 0 0,1 0-1 0 0,4 13-12 0 0,-3-11-3 0 0,1 0 0 0 0,-1 0 0 0 0,1 0 0 0 0,-1 0 1 0 0,1 0-1 0 0,0 0 0 0 0,0-1 0 0 0,0 1 0 0 0,0-1 0 0 0,0 0 0 0 0,0 0 1 0 0,0 0-1 0 0,0 0 0 0 0,0-1 0 0 0,0 1 0 0 0,1-1 0 0 0,-1 0 0 0 0,0 0 1 0 0,0 0-1 0 0,0 0 0 0 0,5-1 0 0 0,5-1-24 0 0,1-1 0 0 0,-1 1 0 0 0,22-9 0 0 0,38-21 188 0 0,-2-2 0 0 0,-1-3 1 0 0,77-56-1 0 0,60-33 680 0 0,40-12-306 0 0,255-128-204 0 0,-409 224-225 0 0,220-90 1444 0 0,-192 82-377 0 0,20-6 985 0 0,-137 55-2076 0 0,-1-1 0 0 0,1 1 0 0 0,0 0 0 0 0,0 0 1 0 0,0 1-1 0 0,0-1 0 0 0,0 1 0 0 0,0 0 0 0 0,0 0 0 0 0,0 0 1 0 0,0 1-1 0 0,-1-1 0 0 0,1 1 0 0 0,5 1 0 0 0,-6 0-58 0 0,-1-1 0 0 0,0 1-1 0 0,1-1 1 0 0,-1 1 0 0 0,0 0-1 0 0,0 0 1 0 0,0 0 0 0 0,0 0-1 0 0,0 1 1 0 0,-1-1 0 0 0,1 0-1 0 0,-1 1 1 0 0,1-1 0 0 0,-1 1-1 0 0,0 0 1 0 0,0-1 0 0 0,0 1-1 0 0,0 0 1 0 0,-1 0 0 0 0,1 3-1 0 0,26 128 148 0 0,-16-70-250 0 0,3 0 1 0 0,42 118-1 0 0,-30-125 56 0 0,3-1 0 0 0,2-2 1 0 0,69 93-1 0 0,-32-63 21 0 0,110 105 0 0 0,23-12 7 0 0,1 2 0 0 0,-173-151 5 0 0,40 51 0 0 0,-62-69 7 0 0,1 0 1 0 0,-2 0 0 0 0,0 1 0 0 0,0 0 0 0 0,-1 0 0 0 0,0 0 0 0 0,0 1 0 0 0,-2 0 0 0 0,5 20-1 0 0,-8-24-19 0 0,0-1-1 0 0,-1 1 1 0 0,0-1-1 0 0,0 0 0 0 0,-1 1 1 0 0,0-1-1 0 0,0 0 1 0 0,0 0-1 0 0,-1 0 1 0 0,0 0-1 0 0,-1-1 0 0 0,1 1 1 0 0,-1-1-1 0 0,-1 0 1 0 0,1 0-1 0 0,-1 0 1 0 0,0-1-1 0 0,0 1 0 0 0,-7 4 1 0 0,-12 11-179 0 0,0-2 1 0 0,-1 0-1 0 0,-33 17 1 0 0,-336 163-563 0 0,269-140 1188 0 0,-91 35 530 0 0,-93 48-45 0 0,223-96-868 0 0,-2-4 0 0 0,-182 60 0 0 0,262-100-202 0 0,1 1 0 0 0,-1-1 0 0 0,0 0 0 0 0,0 0 0 0 0,0-1 0 0 0,-1 0 1 0 0,1-1-1 0 0,0 0 0 0 0,0 0 0 0 0,0-1 0 0 0,0 0 0 0 0,-10-2 0 0 0,5-4-1367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8:59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1454 6449 0 0,'-33'26'95'0'0,"10"-10"450"0"0,1 2-1 0 0,0 0 0 0 0,1 1 0 0 0,1 2 1 0 0,-25 33-1 0 0,44-54-527 0 0,1 1 0 0 0,-1-1 0 0 0,1 0-1 0 0,-1 1 1 0 0,1-1 0 0 0,0 1 0 0 0,-1-1 0 0 0,1 1-1 0 0,0-1 1 0 0,-1 1 0 0 0,1-1 0 0 0,0 1 0 0 0,0-1-1 0 0,0 1 1 0 0,-1 0 0 0 0,1-1 0 0 0,0 1 0 0 0,0-1 0 0 0,0 1-1 0 0,0 0 1 0 0,0-1 0 0 0,0 1 0 0 0,0-1 0 0 0,0 1-1 0 0,0-1 1 0 0,1 1 0 0 0,-1 0 0 0 0,0-1 0 0 0,0 1 0 0 0,0-1-1 0 0,1 1 1 0 0,-1 0 0 0 0,2 0 11 0 0,-1-1 0 0 0,0 1 0 0 0,0-1 0 0 0,0 0 1 0 0,1 0-1 0 0,-1 0 0 0 0,0 1 0 0 0,0-1 0 0 0,1 0 0 0 0,-1 0 0 0 0,0-1 1 0 0,0 1-1 0 0,1 0 0 0 0,0-1 0 0 0,46-13 489 0 0,42-28 842 0 0,135-86-1 0 0,-10 5 146 0 0,529-259 1119 0 0,-258 127-1280 0 0,-49-5-59 0 0,45-23 274 0 0,-181 130-1706 0 0,-292 149-2809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01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86 102 6913 0 0,'-5'-6'407'0'0,"0"1"-1"0"0,1-1 0 0 0,-1 0 0 0 0,1 0 0 0 0,-6-10 0 0 0,8 10 229 0 0,-1 1 1 0 0,0 0-1 0 0,0 1 0 0 0,0-1 0 0 0,-1 0 0 0 0,0 1 0 0 0,1 0 0 0 0,-2 0 1 0 0,1 0-1 0 0,-9-6 0 0 0,12 10-565 0 0,1 0 0 0 0,0 0-1 0 0,0 0 1 0 0,-1 1 0 0 0,1-1 0 0 0,0 0 0 0 0,-1 0 0 0 0,1 0 0 0 0,0 1 0 0 0,0-1 0 0 0,-1 0-1 0 0,1 0 1 0 0,0 0 0 0 0,0 1 0 0 0,0-1 0 0 0,-1 0 0 0 0,1 1 0 0 0,0-1 0 0 0,0 0-1 0 0,0 0 1 0 0,0 1 0 0 0,0-1 0 0 0,0 0 0 0 0,0 1 0 0 0,0-1 0 0 0,-1 0 0 0 0,1 1-1 0 0,0-1 1 0 0,0 0 0 0 0,0 1 0 0 0,0-1 0 0 0,1 0 0 0 0,-1 1 0 0 0,0-1 0 0 0,0 0 0 0 0,0 1-1 0 0,0-1 1 0 0,0 0 0 0 0,0 1 0 0 0,0-1 0 0 0,1 0 0 0 0,1 20 412 0 0,-2-18-281 0 0,10 52 293 0 0,3 0 0 0 0,19 54 0 0 0,48 103-782 0 0,-56-150 127 0 0,-12-29 48 0 0,-4-8 6 0 0,2-1 1 0 0,0 1 0 0 0,2-2-1 0 0,20 33 1 0 0,-31-54 104 0 0,0 0-1 0 0,0 1 1 0 0,0-1-1 0 0,0 0 1 0 0,0 0-1 0 0,0 0 1 0 0,0 0-1 0 0,0 0 1 0 0,0 0 0 0 0,0-1-1 0 0,0 1 1 0 0,1 0-1 0 0,-1-1 1 0 0,0 1-1 0 0,1 0 1 0 0,-1-1 0 0 0,3 1-1 0 0,-3-1 1 0 0,-1 0 1 0 0,1 0-1 0 0,0-1 0 0 0,0 1 0 0 0,0 0 1 0 0,0 0-1 0 0,0-1 0 0 0,-1 1 1 0 0,1-1-1 0 0,0 1 0 0 0,0 0 0 0 0,-1-1 1 0 0,1 0-1 0 0,0 1 0 0 0,-1-1 0 0 0,1 1 1 0 0,0-1-1 0 0,-1 0 0 0 0,1 1 0 0 0,-1-1 1 0 0,1-1-1 0 0,3-5 5 0 0,0 0 1 0 0,-1-1-1 0 0,0 1 1 0 0,3-17-1 0 0,-1 10 50 0 0,-2 3 20 0 0,17-52 312 0 0,29-59 0 0 0,-41 105-359 0 0,1 0-1 0 0,0 1 1 0 0,1 0-1 0 0,1 0 1 0 0,0 2 0 0 0,1-1-1 0 0,1 1 1 0 0,20-17 0 0 0,-23 24-25 0 0,1 0 1 0 0,0 0-1 0 0,1 1 1 0 0,0 1-1 0 0,0 0 1 0 0,0 1-1 0 0,0 0 1 0 0,0 1-1 0 0,1 0 1 0 0,18-1 0 0 0,37 0-3179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01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77 5985 0 0,'-13'8'8517'0'0,"12"-6"-8147"0"0,-6 22 3116 0 0,5 33-3025 0 0,2-44 362 0 0,-1 10-667 0 0,2 0 0 0 0,1 0 0 0 0,1 0 1 0 0,1 0-1 0 0,0 0 0 0 0,2 0 1 0 0,15 37-1 0 0,-17-51-121 0 0,0-1 0 0 0,0 0 1 0 0,1-1-1 0 0,0 1 0 0 0,0-1 1 0 0,1 0-1 0 0,0 0 0 0 0,0-1 0 0 0,1 0 1 0 0,8 7-1 0 0,-10-10-28 0 0,1 0-1 0 0,-1 0 1 0 0,1 0-1 0 0,0-1 1 0 0,0 1-1 0 0,0-1 1 0 0,0-1-1 0 0,0 1 1 0 0,0-1-1 0 0,0 0 1 0 0,0-1 0 0 0,1 0-1 0 0,-1 1 1 0 0,0-2-1 0 0,0 1 1 0 0,8-2-1 0 0,-9 1-16 0 0,1 0-1 0 0,0-1 0 0 0,0 1 1 0 0,-1-1-1 0 0,1 0 0 0 0,0-1 1 0 0,-1 1-1 0 0,0-1 0 0 0,0 0 1 0 0,0-1-1 0 0,0 1 0 0 0,0-1 1 0 0,-1 0-1 0 0,0 0 0 0 0,1 0 1 0 0,-1-1-1 0 0,-1 1 0 0 0,1-1 1 0 0,-1 0-1 0 0,0 0 0 0 0,0-1 1 0 0,0 1-1 0 0,-1 0 0 0 0,0-1 0 0 0,0 0 1 0 0,2-6-1 0 0,-2 1 23 0 0,0 1 0 0 0,-1-1 0 0 0,0 0-1 0 0,-1 0 1 0 0,0 0 0 0 0,-1 0 0 0 0,0 0 0 0 0,-1 0-1 0 0,0 1 1 0 0,0-1 0 0 0,-1 0 0 0 0,-1 1 0 0 0,-6-14 0 0 0,-1-1 57 0 0,-2 1 0 0 0,-1 0 0 0 0,-1 1 0 0 0,0 1 0 0 0,-2 0 0 0 0,-1 1 0 0 0,-38-35 0 0 0,52 53-67 0 0,0 1 0 0 0,0-1 0 0 0,-1 1 0 0 0,1 0 0 0 0,0 0 0 0 0,-10-3 1 0 0,12 5-156 0 0,0-1 1 0 0,1 1 0 0 0,-1-1-1 0 0,0 1 1 0 0,0 0-1 0 0,0 0 1 0 0,0 0 0 0 0,0 0-1 0 0,0 0 1 0 0,1 0 0 0 0,-1 1-1 0 0,0-1 1 0 0,0 0 0 0 0,0 1-1 0 0,0 0 1 0 0,1-1-1 0 0,-1 1 1 0 0,0 0 0 0 0,1 0-1 0 0,-3 2 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02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189 0 2761 0 0,'-4'0'593'0'0,"0"1"1"0"0,0-1 0 0 0,0 1 0 0 0,0 0 0 0 0,0 0 0 0 0,0 0-1 0 0,0 0 1 0 0,1 1 0 0 0,-1-1 0 0 0,1 1 0 0 0,-1 0 0 0 0,1 0-1 0 0,-7 5 1 0 0,4-2-44 0 0,0 1 0 0 0,1 0 1 0 0,0 0-1 0 0,0 0 0 0 0,0 1 0 0 0,-5 10 0 0 0,-2 7-63 0 0,1 1 0 0 0,1 1 1 0 0,-6 27-1 0 0,16-52-456 0 0,-12 38 100 0 0,-10 72-1 0 0,20-100-116 0 0,1 0 0 0 0,0 1 0 0 0,1-1-1 0 0,0 0 1 0 0,1 0 0 0 0,0 1 0 0 0,1-1 0 0 0,0 0-1 0 0,1 0 1 0 0,0-1 0 0 0,7 17 0 0 0,-8-24-96 0 0,-1-1 0 0 0,0 1 0 0 0,0-1 0 0 0,1 1 1 0 0,0-1-1 0 0,-1 0 0 0 0,1 1 0 0 0,0-1 0 0 0,0 0 1 0 0,0 0-1 0 0,0 0 0 0 0,1-1 0 0 0,-1 1 0 0 0,0 0 0 0 0,1-1 1 0 0,-1 0-1 0 0,1 1 0 0 0,0-1 0 0 0,-1 0 0 0 0,1 0 1 0 0,0-1-1 0 0,0 1 0 0 0,0 0 0 0 0,5-1 0 0 0,-5 0-21 0 0,0-1 1 0 0,0 0-1 0 0,0 0 0 0 0,0 0 0 0 0,0 0 0 0 0,0 0 0 0 0,0-1 0 0 0,0 1 0 0 0,0-1 0 0 0,0 0 1 0 0,-1 0-1 0 0,1 0 0 0 0,-1 0 0 0 0,0 0 0 0 0,1-1 0 0 0,-1 1 0 0 0,0-1 0 0 0,-1 0 0 0 0,1 1 1 0 0,0-1-1 0 0,2-5 0 0 0,7-15-251 0 0,0-1-1 0 0,13-48 1 0 0,-17 42 928 0 0,-1-1-1 0 0,-1 0 1 0 0,-2 0 0 0 0,-1-33-1 0 0,-2 59-251 0 0,0 0-1 0 0,0 1 0 0 0,1-1 0 0 0,-1 0 0 0 0,1 1 1 0 0,0-1-1 0 0,0 1 0 0 0,3-7 0 0 0,-4 10-252 0 0,0 1 0 0 0,1-1 0 0 0,-1 1-1 0 0,0 0 1 0 0,1-1 0 0 0,-1 1-1 0 0,0 0 1 0 0,1-1 0 0 0,-1 1 0 0 0,0 0-1 0 0,1-1 1 0 0,-1 1 0 0 0,1 0 0 0 0,-1 0-1 0 0,0-1 1 0 0,1 1 0 0 0,-1 0 0 0 0,1 0-1 0 0,-1 0 1 0 0,1 0 0 0 0,-1 0 0 0 0,1 0-1 0 0,-1-1 1 0 0,1 1 0 0 0,-1 0 0 0 0,1 0-1 0 0,-1 0 1 0 0,1 1 0 0 0,0-1 0 0 0,1 1 19 0 0,0 0 1 0 0,0 0 0 0 0,0 0-1 0 0,0 0 1 0 0,-1 0-1 0 0,1 0 1 0 0,0 1 0 0 0,-1-1-1 0 0,1 1 1 0 0,2 3-1 0 0,21 24 218 0 0,-5-5-676 0 0,1 0-1 0 0,1-1 1 0 0,2-2-1 0 0,43 33 0 0 0,-63-52 33 0 0,0 1 0 0 0,0-1 0 0 0,1 0 0 0 0,-1-1 0 0 0,1 1-1 0 0,8 1 1 0 0,8 0-877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02.6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199 293 6913 0 0,'-2'0'182'0'0,"1"0"-1"0"0,-1 0 0 0 0,0 0 1 0 0,0 0-1 0 0,0 0 0 0 0,0 1 1 0 0,0-1-1 0 0,0 1 0 0 0,0-1 0 0 0,1 1 1 0 0,-1 0-1 0 0,0-1 0 0 0,0 1 1 0 0,1 0-1 0 0,-1 0 0 0 0,0 0 0 0 0,-1 3 1 0 0,-30 23 1219 0 0,30-24-1282 0 0,-9 10 245 0 0,0 0 0 0 0,1 1 0 0 0,1 0 0 0 0,0 1 0 0 0,1 0-1 0 0,0 0 1 0 0,2 1 0 0 0,0 0 0 0 0,-9 31 0 0 0,8-21 16 0 0,2 0 0 0 0,1 1 0 0 0,2-1 1 0 0,0 1-1 0 0,2 48 0 0 0,2-68-293 0 0,-1-1 0 0 0,1 0 1 0 0,0 1-1 0 0,0-1 0 0 0,1 0 0 0 0,0 0 0 0 0,0 0 1 0 0,0 0-1 0 0,1 0 0 0 0,0 0 0 0 0,0 0 0 0 0,1-1 0 0 0,4 6 1 0 0,-6-9-122 0 0,0 0 0 0 0,0 0 0 0 0,1 0 0 0 0,-1 0 0 0 0,1 0 0 0 0,-1-1 0 0 0,1 1 0 0 0,0-1 0 0 0,-1 0 0 0 0,1 1 0 0 0,0-1 0 0 0,0-1 1 0 0,0 1-1 0 0,0 0 0 0 0,0-1 0 0 0,0 1 0 0 0,0-1 0 0 0,0 0 0 0 0,0 0 0 0 0,0 0 0 0 0,0-1 0 0 0,0 1 0 0 0,0-1 0 0 0,0 0 0 0 0,0 1 1 0 0,0-1-1 0 0,0 0 0 0 0,-1-1 0 0 0,5-1 0 0 0,4-3-266 0 0,-1 0 1 0 0,1 0 0 0 0,-1-1-1 0 0,-1-1 1 0 0,1 1 0 0 0,-1-2-1 0 0,-1 1 1 0 0,1-1 0 0 0,-1 0-1 0 0,-1-1 1 0 0,0 0-1 0 0,0 0 1 0 0,-1-1 0 0 0,-1 0-1 0 0,1 0 1 0 0,-2 0 0 0 0,1 0-1 0 0,-2-1 1 0 0,5-22-1 0 0,-4 14 185 0 0,-2-1 0 0 0,0 1 0 0 0,-1 0 0 0 0,-1-1 0 0 0,-1 1-1 0 0,-1 0 1 0 0,-1 0 0 0 0,-1 0 0 0 0,0 0 0 0 0,-1 0-1 0 0,-10-22 1 0 0,-17-31 687 0 0,-44-71 0 0 0,-9 8 5031 0 0,89 161-1227 0 0,8 17-3938 0 0,11 5-166 0 0,1-1 0 0 0,3-1 0 0 0,50 66 0 0 0,-40-61-25 0 0,59 107 0 0 0,-2 53-1999 0 0,-74-166-6078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03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4 5985 0 0,'-7'0'535'0'0,"-1"0"0"0"0,1 1-1 0 0,0-1 1 0 0,-1 2-1 0 0,1-1 1 0 0,0 1 0 0 0,0 0-1 0 0,-7 3 1 0 0,10-2-279 0 0,-1-1 1 0 0,1 0-1 0 0,0 1 1 0 0,1 0 0 0 0,-1 0-1 0 0,0 0 1 0 0,1 0-1 0 0,0 1 1 0 0,0-1-1 0 0,0 1 1 0 0,0 0-1 0 0,0 0 1 0 0,-3 8-1 0 0,5-9-107 0 0,-1 1 0 0 0,1 0 0 0 0,1 0-1 0 0,-1-1 1 0 0,0 1 0 0 0,1 0-1 0 0,0 5 1 0 0,0-8-70 0 0,0 0 0 0 0,-1 0 0 0 0,1 0 0 0 0,0 0 1 0 0,0-1-1 0 0,0 1 0 0 0,0 0 0 0 0,1 0 0 0 0,-1 0 0 0 0,0 0 0 0 0,0 0 0 0 0,0 0 0 0 0,1 0 0 0 0,-1 0 1 0 0,1 0-1 0 0,-1-1 0 0 0,0 1 0 0 0,1 0 0 0 0,0 0 0 0 0,-1-1 0 0 0,1 1 0 0 0,-1 0 0 0 0,1 0 0 0 0,0-1 1 0 0,-1 1-1 0 0,1-1 0 0 0,0 1 0 0 0,0-1 0 0 0,0 1 0 0 0,-1-1 0 0 0,1 1 0 0 0,0-1 0 0 0,0 0 0 0 0,2 1 1 0 0,-3-2-78 0 0,1 1 0 0 0,0-1 1 0 0,-1 0-1 0 0,1 1 1 0 0,-1-1-1 0 0,1 0 0 0 0,0 0 1 0 0,-1 0-1 0 0,0 0 1 0 0,1 1-1 0 0,-1-1 0 0 0,0 0 1 0 0,1 0-1 0 0,-1 0 1 0 0,0 0-1 0 0,0 0 0 0 0,0 0 1 0 0,0 0-1 0 0,0 0 1 0 0,0 0-1 0 0,0 0 0 0 0,0 0 1 0 0,0 0-1 0 0,0-1 1 0 0,-2-26 225 0 0,0 19-144 0 0,0 1 1 0 0,0-1-1 0 0,-1 0 1 0 0,0 1-1 0 0,-1 0 1 0 0,-5-11-1 0 0,4 9 126 0 0,48 29 1166 0 0,-14 1-1460 0 0,-12-7-64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04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54 301 14283 0 0,'-4'-5'82'0'0,"-1"-1"0"0"0,1 1 0 0 0,-1 0 0 0 0,0 0 1 0 0,-1 0-1 0 0,1 1 0 0 0,-1 0 0 0 0,-7-4 0 0 0,17 8 74 0 0,1 0 0 0 0,-1-1 0 0 0,1 1 0 0 0,-1-1 1 0 0,1 0-1 0 0,-1 0 0 0 0,1 0 0 0 0,-1-1 0 0 0,0 0 0 0 0,5-2 0 0 0,-9 4-155 0 0,8-3 91 0 0,1-1 0 0 0,-1 0 1 0 0,-1 0-1 0 0,1-1 1 0 0,-1 0-1 0 0,1 0 0 0 0,-2-1 1 0 0,1 0-1 0 0,0 0 0 0 0,-1-1 1 0 0,0 0-1 0 0,-1 0 1 0 0,7-11-1 0 0,-1-4-100 0 0,0 0 1 0 0,-2-1-1 0 0,11-36 0 0 0,-18 51-1 0 0,-2 7 1 0 0,1-1-1 0 0,-1 1 1 0 0,1 0-1 0 0,-1-1 1 0 0,1 1-1 0 0,-1 0 0 0 0,1 0 1 0 0,0-1-1 0 0,0 1 1 0 0,0 0-1 0 0,-1 0 1 0 0,3-2-1 0 0,-2 3 14 0 0,-1 0 0 0 0,0-1 0 0 0,1 1 0 0 0,-1 0 0 0 0,1 0 0 0 0,-1 0-1 0 0,1 0 1 0 0,-1 0 0 0 0,0 0 0 0 0,1 0 0 0 0,-1 0 0 0 0,1 0 0 0 0,-1 0 0 0 0,0 0-1 0 0,1 0 1 0 0,-1 0 0 0 0,1 0 0 0 0,-1 0 0 0 0,1 0 0 0 0,-1 0 0 0 0,0 1 0 0 0,1-1-1 0 0,-1 0 1 0 0,0 0 0 0 0,1 0 0 0 0,-1 1 0 0 0,1-1 0 0 0,3 4 111 0 0,-1 0 0 0 0,0 0 0 0 0,0 0 0 0 0,0 1 0 0 0,4 7 0 0 0,-2-5 64 0 0,11 22 422 0 0,-9-15-308 0 0,1 0 1 0 0,19 24-1 0 0,-24-35-265 0 0,0 1 1 0 0,1-1-1 0 0,-1 1 1 0 0,1-1 0 0 0,0-1-1 0 0,-1 1 1 0 0,1 0-1 0 0,1-1 1 0 0,-1 0-1 0 0,0 0 1 0 0,0 0-1 0 0,1 0 1 0 0,-1-1 0 0 0,7 2-1 0 0,-9-6 160 0 0,-7-5-7 0 0,-7-5 90 0 0,-12-15-175 0 0,23 27-271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1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112 297 11058 0 0,'-20'-10'615'0'0,"10"6"-470"0"0,0-2-1 0 0,0 1 0 0 0,-17-13 1 0 0,22 12-24 0 0,1 0 1 0 0,0 0 0 0 0,0-1-1 0 0,0 1 1 0 0,1-1-1 0 0,-4-9 1 0 0,3 7 123 0 0,16 25 2929 0 0,9 21-2547 0 0,129 355 2208 0 0,-11-24-2558 0 0,-124-334-275 0 0,2 0-1 0 0,34 51 0 0 0,-45-76 34 0 0,1 0-1 0 0,0 0 0 0 0,0-1 0 0 0,1 0 1 0 0,0 0-1 0 0,0-1 0 0 0,1 0 1 0 0,0 0-1 0 0,0-1 0 0 0,1 0 1 0 0,-1-1-1 0 0,1 0 0 0 0,15 5 0 0 0,-20-9 44 0 0,0 0-1 0 0,0 0 0 0 0,0 0 0 0 0,0 0 0 0 0,0-1 0 0 0,0 0 0 0 0,0 0 0 0 0,0 0 0 0 0,0-1 0 0 0,0 0 0 0 0,0 0 0 0 0,0 0 0 0 0,0 0 0 0 0,0-1 0 0 0,0 0 0 0 0,4-2 0 0 0,-2 0-7 0 0,-1-1 0 0 0,0 1 0 0 0,0-1-1 0 0,0 0 1 0 0,-1 0 0 0 0,1-1-1 0 0,-2 0 1 0 0,1 0 0 0 0,7-12-1 0 0,0-4 30 0 0,-2 0-1 0 0,0-1 0 0 0,-1 0 0 0 0,-1-1 1 0 0,6-38-1 0 0,32-296 240 0 0,-30 194-260 0 0,-5 49-220 0 0,-7 50-121 0 0,4 0 0 0 0,2 1 0 0 0,21-74 0 0 0,-29 134 60 0 0,-2 0-103 0 0,1 1 0 0 0,0 0-1 0 0,0 0 1 0 0,1 0 0 0 0,-1 0 0 0 0,1 0-1 0 0,-1 0 1 0 0,1 0 0 0 0,0 1 0 0 0,0-1 0 0 0,4-4-1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1.3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65 4609 0 0,'5'-30'2671'0'0,"8"-4"6681"0"0,-13 34-9301 0 0,5 10 1109 0 0,0 14-231 0 0,19 176 1957 0 0,5 31-2291 0 0,-24-205-751 0 0,-2-4-163 0 0,1-1 1 0 0,1 1 0 0 0,1-1 0 0 0,1 0 0 0 0,1 0 0 0 0,12 23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1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15 175 7370 0 0,'-15'11'847'0'0,"27"-12"653"0"0,29-14 1410 0 0,26-20-556 0 0,35-17-2866 0 0,-68 37-2579 0 0,39-12 0 0 0,7-4 2867 0 0,-58 21 171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1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63 920 0 0,'4'-8'666'0'0,"1"1"-1"0"0,1 0 0 0 0,-1 0 1 0 0,1 0-1 0 0,9-8 0 0 0,-13 14-457 0 0,-1 0-1 0 0,1-1 1 0 0,-1 1 0 0 0,1 0-1 0 0,-1 0 1 0 0,1 0-1 0 0,0 1 1 0 0,0-1-1 0 0,-1 0 1 0 0,1 1-1 0 0,0-1 1 0 0,0 1-1 0 0,3-1 1 0 0,-3 1-142 0 0,-1 1 1 0 0,0-1-1 0 0,0 0 0 0 0,0 0 1 0 0,0 1-1 0 0,0-1 0 0 0,0 1 1 0 0,0-1-1 0 0,1 1 0 0 0,-2 0 1 0 0,1-1-1 0 0,0 1 0 0 0,0 0 1 0 0,0 0-1 0 0,0 0 1 0 0,0 0-1 0 0,-1-1 0 0 0,1 1 1 0 0,0 0-1 0 0,-1 0 0 0 0,1 0 1 0 0,0 1-1 0 0,-1-1 0 0 0,1 2 1 0 0,8 23 1247 0 0,-1 0 0 0 0,-1 0 0 0 0,-1 1 0 0 0,2 34 0 0 0,3 11-311 0 0,3 20-51 0 0,-11-59-771 0 0,2-1-1 0 0,1 0 1 0 0,18 54-1 0 0,-24-86-184 0 0,0 0 1 0 0,0 0-1 0 0,0 1 0 0 0,0-1 0 0 0,0 0 1 0 0,0 0-1 0 0,0 0 0 0 0,0 1 1 0 0,1-1-1 0 0,-1 0 0 0 0,0 0 0 0 0,0 0 1 0 0,0 1-1 0 0,0-1 0 0 0,0 0 0 0 0,0 0 1 0 0,0 0-1 0 0,1 0 0 0 0,-1 1 1 0 0,0-1-1 0 0,0 0 0 0 0,0 0 0 0 0,0 0 1 0 0,1 0-1 0 0,-1 0 0 0 0,0 0 0 0 0,0 1 1 0 0,0-1-1 0 0,1 0 0 0 0,-1 0 1 0 0,0 0-1 0 0,0 0 0 0 0,0 0 0 0 0,1 0 1 0 0,-1 0-1 0 0,0 0 0 0 0,0 0 1 0 0,0 0-1 0 0,1 0 0 0 0,-1 0 0 0 0,0 0 1 0 0,0 0-1 0 0,0 0 0 0 0,1 0 0 0 0,-1 0 1 0 0,0 0-1 0 0,0 0 0 0 0,0-1 1 0 0,1 1-1 0 0,-1 0 0 0 0,0 0 0 0 0,0 0 1 0 0,0 0-1 0 0,1 0 0 0 0,-1-1 1 0 0,9-16-254 0 0,5-24-302 0 0,-6 7 411 0 0,0 0 84 0 0,21-56 1 0 0,-27 82 90 0 0,2 1 1 0 0,-1 0 0 0 0,1 0-1 0 0,0 0 1 0 0,0 1-1 0 0,0-1 1 0 0,1 1 0 0 0,0 0-1 0 0,1 0 1 0 0,-1 1 0 0 0,1-1-1 0 0,0 1 1 0 0,10-6 0 0 0,-13 9 4 0 0,1 1 0 0 0,0-1 1 0 0,0 1-1 0 0,0-1 0 0 0,0 1 0 0 0,0 0 1 0 0,0 1-1 0 0,0-1 0 0 0,0 1 0 0 0,1-1 1 0 0,-1 1-1 0 0,0 1 0 0 0,0-1 0 0 0,0 0 1 0 0,0 1-1 0 0,1 0 0 0 0,-1 0 1 0 0,0 0-1 0 0,0 1 0 0 0,-1-1 0 0 0,1 1 1 0 0,0 0-1 0 0,0 0 0 0 0,4 4 0 0 0,8 6 127 0 0,-1 1-1 0 0,-1 0 1 0 0,0 1-1 0 0,14 18 0 0 0,16 16-33 0 0,-35-40-387 0 0,0-1-1 0 0,0-1 1 0 0,1 0 0 0 0,0 0-1 0 0,14 5 1 0 0,-4-3-1079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2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168 286 2304 0 0,'-2'-7'111'0'0,"0"0"-1"0"0,0 1 0 0 0,-1-1 0 0 0,0 0 0 0 0,0 1 0 0 0,-1 0 0 0 0,0-1 0 0 0,0 1 0 0 0,-9-10 0 0 0,9 11 265 0 0,0 0-1 0 0,0 0 1 0 0,0 0 0 0 0,0-1-1 0 0,1 1 1 0 0,0-1-1 0 0,0 0 1 0 0,1 0 0 0 0,0 0-1 0 0,0 0 1 0 0,0-1 0 0 0,0 1-1 0 0,0-11 1 0 0,2 7 622 0 0,0-2-77 0 0,0 0 1 0 0,0 0-1 0 0,-5-19 1 0 0,5 29-824 0 0,0 0 0 0 0,-1 0 1 0 0,1 0-1 0 0,-1 0 0 0 0,0 0 0 0 0,0 0 1 0 0,1 0-1 0 0,-1 0 0 0 0,0 0 0 0 0,-1 1 0 0 0,1-1 1 0 0,0 0-1 0 0,0 1 0 0 0,-1-1 0 0 0,1 1 1 0 0,-1-1-1 0 0,0 1 0 0 0,1 0 0 0 0,-1-1 1 0 0,0 1-1 0 0,0 0 0 0 0,1 0 0 0 0,-1 0 0 0 0,0 1 1 0 0,0-1-1 0 0,0 0 0 0 0,-4 0 0 0 0,5 1-32 0 0,0 0 0 0 0,-1 1 0 0 0,1-1 0 0 0,0 0 0 0 0,-1 1 0 0 0,1-1 0 0 0,0 1 0 0 0,0-1 0 0 0,-1 1 0 0 0,1 0 0 0 0,0-1 0 0 0,0 1 0 0 0,0 0 0 0 0,0 0 0 0 0,0 0 0 0 0,0 0 0 0 0,0 0 0 0 0,0 0 0 0 0,0 0 0 0 0,1 0 0 0 0,-1 0 0 0 0,0 0 0 0 0,1 1 0 0 0,-1-1 0 0 0,1 0 0 0 0,-1 0 0 0 0,1 1 0 0 0,-1-1 0 0 0,1 0 0 0 0,0 2 0 0 0,-9 48 611 0 0,8-41-521 0 0,-1-2-115 0 0,2 1 1 0 0,-1 0-1 0 0,1 0 0 0 0,0 0 0 0 0,1 0 0 0 0,0 0 0 0 0,0 0 0 0 0,1 0 0 0 0,0 0 1 0 0,1-1-1 0 0,5 14 0 0 0,-5-17-22 0 0,0-1 1 0 0,-1 1-1 0 0,1-1 0 0 0,1 0 1 0 0,-1 0-1 0 0,1 0 0 0 0,0 0 1 0 0,0-1-1 0 0,0 1 0 0 0,0-1 1 0 0,0 0-1 0 0,1 0 0 0 0,0 0 1 0 0,-1-1-1 0 0,1 0 0 0 0,0 0 1 0 0,0 0-1 0 0,0 0 1 0 0,0-1-1 0 0,10 1 0 0 0,-6 0-132 0 0,0-2 1 0 0,0 1-1 0 0,0-1 0 0 0,0-1 0 0 0,0 0 0 0 0,0 0 0 0 0,0-1 0 0 0,0 0 1 0 0,0 0-1 0 0,-1-1 0 0 0,1 0 0 0 0,-1-1 0 0 0,1 1 0 0 0,-1-2 1 0 0,-1 1-1 0 0,1-1 0 0 0,-1 0 0 0 0,1-1 0 0 0,-1 0 0 0 0,-1 0 1 0 0,7-8-1 0 0,-1 1-1079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2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0 279 3681 0 0,'3'5'296'0'0,"0"0"-1"0"0,1 0 1 0 0,-1-1 0 0 0,1 1 0 0 0,0-1 0 0 0,0 0-1 0 0,5 4 1 0 0,-4-4 216 0 0,11 12 734 0 0,2 0 0 0 0,0-1 0 0 0,1-1 0 0 0,21 12 0 0 0,-31-21-851 0 0,1 0-1 0 0,0 0 1 0 0,0-1 0 0 0,0 0-1 0 0,0 0 1 0 0,1-2 0 0 0,-1 1-1 0 0,1-1 1 0 0,0-1 0 0 0,20 1-1 0 0,-28-2-290 0 0,-1-1-1 0 0,1 1 0 0 0,0-1 0 0 0,-1 1 1 0 0,1-1-1 0 0,0 0 0 0 0,-1 0 1 0 0,1 0-1 0 0,-1 0 0 0 0,0-1 0 0 0,1 1 1 0 0,-1 0-1 0 0,0-1 0 0 0,0 0 0 0 0,0 0 1 0 0,0 0-1 0 0,0 1 0 0 0,0-2 1 0 0,-1 1-1 0 0,1 0 0 0 0,-1 0 0 0 0,1 0 1 0 0,-1-1-1 0 0,0 1 0 0 0,0-1 1 0 0,0 1-1 0 0,0-1 0 0 0,0 1 0 0 0,0-6 1 0 0,2-7 221 0 0,-1 0 0 0 0,-1-1 0 0 0,0 1 1 0 0,-1-17-1 0 0,-1 13-194 0 0,1-12 25 0 0,1 1 1 0 0,10-55-1 0 0,-10 77-370 0 0,1 0-1 0 0,0 0 0 0 0,1 0 0 0 0,-1 0 0 0 0,2 1 1 0 0,-1-1-1 0 0,1 1 0 0 0,0 0 0 0 0,0 0 0 0 0,1 0 1 0 0,0 1-1 0 0,0-1 0 0 0,1 1 0 0 0,-1 0 1 0 0,12-8-1 0 0,-2 6 139 0 0,0 3 65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2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89 10594 0 0,'-1'0'64'0'0,"0"0"0"0"0,1 0 0 0 0,-1 0 0 0 0,1 0-1 0 0,-1 0 1 0 0,0 0 0 0 0,1 0 0 0 0,-1 0 0 0 0,0 0-1 0 0,1 0 1 0 0,-1-1 0 0 0,1 1 0 0 0,-1 0 0 0 0,0 0-1 0 0,1-1 1 0 0,-1 1 0 0 0,1 0 0 0 0,-1-1 0 0 0,1 1 0 0 0,-1 0-1 0 0,1-1 1 0 0,-1 1 0 0 0,1-1 0 0 0,0 1 0 0 0,-1-1-1 0 0,1 1 1 0 0,0-1 0 0 0,-1 1 0 0 0,1-1 0 0 0,0 1-1 0 0,-1-1 1 0 0,1 0 0 0 0,0 1 0 0 0,0-1 0 0 0,0 1 0 0 0,0-1-1 0 0,0 0 1 0 0,-1 1 0 0 0,1-1 0 0 0,0 0 0 0 0,0 1-1 0 0,1-1 1 0 0,-1 0 0 0 0,0 0 0 0 0,1-2 143 0 0,1 0-1 0 0,-1 1 1 0 0,1-1 0 0 0,0 1-1 0 0,-1-1 1 0 0,1 1 0 0 0,0 0-1 0 0,4-4 1 0 0,0 1-170 0 0,0 0-1 0 0,1 1 1 0 0,-1 0 0 0 0,1 0 0 0 0,-1 0-1 0 0,1 1 1 0 0,0-1 0 0 0,1 2-1 0 0,-1-1 1 0 0,0 1 0 0 0,1 0 0 0 0,8-1-1 0 0,-3 3-36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2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4609 0 0,'3'0'294'0'0,"1"0"0"0"0,-1-1 0 0 0,1 1 0 0 0,-1-1 0 0 0,0 0 0 0 0,1 0 0 0 0,-1 0 0 0 0,0 0 0 0 0,0-1 0 0 0,1 1 0 0 0,-1-1 0 0 0,3-2 0 0 0,-1 1 272 0 0,131-67 2160 0 0,-125 64-2646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3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3 142 7370 0 0,'0'-1'33'0'0,"-1"0"1"0"0,1 1-1 0 0,0-1 1 0 0,-1 0-1 0 0,1 0 1 0 0,0 0-1 0 0,0 0 1 0 0,0 0 0 0 0,0 0-1 0 0,0 0 1 0 0,0 1-1 0 0,0-1 1 0 0,0 0-1 0 0,0 0 1 0 0,1 0-1 0 0,-1 0 1 0 0,0 0 0 0 0,0 0-1 0 0,1 1 1 0 0,-1-1-1 0 0,1 0 1 0 0,-1 0-1 0 0,0 0 1 0 0,1 1-1 0 0,0-1 1 0 0,-1 0 0 0 0,1 1-1 0 0,-1-1 1 0 0,1 0-1 0 0,0 1 1 0 0,-1-1-1 0 0,1 1 1 0 0,0-1-1 0 0,1 0 1 0 0,33-26 532 0 0,-26 20-303 0 0,5-4 710 0 0,0 1 1 0 0,1 0 0 0 0,1 1-1 0 0,-1 0 1 0 0,2 2-1 0 0,23-9 1 0 0,-36 14-876 0 0,0 1 0 0 0,0 0 0 0 0,0 0 0 0 0,0 0 0 0 0,0 0 0 0 0,0 1 0 0 0,0 0 0 0 0,1 0 0 0 0,-1 0 0 0 0,0 0 0 0 0,0 0 0 0 0,0 1 0 0 0,0 0 0 0 0,0 0 0 0 0,0 0-1 0 0,0 0 1 0 0,0 1 0 0 0,0 0 0 0 0,-1-1 0 0 0,1 1 0 0 0,0 1 0 0 0,-1-1 0 0 0,0 0 0 0 0,1 1 0 0 0,-1 0 0 0 0,0 0 0 0 0,-1 0 0 0 0,1 0 0 0 0,0 0 0 0 0,-1 0 0 0 0,1 1 0 0 0,-1-1 0 0 0,3 7 0 0 0,1 5-69 0 0,-1 0 0 0 0,0 1 0 0 0,0-1 0 0 0,-2 1 0 0 0,0 0 0 0 0,-1 0-1 0 0,1 24 1 0 0,-10 116 236 0 0,4-121-252 0 0,-7 56 129 0 0,5-54-49 0 0,1 1 0 0 0,2 0 1 0 0,1 0-1 0 0,8 67 0 0 0,-5-97-77 0 0,-1 0-1 0 0,2-1 0 0 0,-1 1 1 0 0,1-1-1 0 0,0 0 0 0 0,0 0 1 0 0,1 0-1 0 0,0 0 0 0 0,0 0 1 0 0,1-1-1 0 0,0 0 0 0 0,0 0 1 0 0,0 0-1 0 0,1-1 0 0 0,0 1 1 0 0,6 3-1 0 0,-5-4-862 0 0,-1-2-1 0 0,1 1 1 0 0,0-1 0 0 0,0 0-1 0 0,0 0 1 0 0,9 2 0 0 0,5-1-5581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3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 9218 0 0,'-1'11'408'0'0,"1"-6"80"0"0,1-1-392 0 0,1-1-96 0 0,0-2 0 0 0,0-1 0 0 0,1 0 0 0 0,1 0 0 0 0,1-1 0 0 0,3-2 0 0 0,6-2-592 0 0,-2-2-144 0 0,2-1-24 0 0,-4 1-8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4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12699 0 0,'0'0'53'0'0,"0"-1"1"0"0,0 0-1 0 0,0 0 0 0 0,0 0 1 0 0,0 1-1 0 0,0-1 1 0 0,0 0-1 0 0,0 0 1 0 0,0 1-1 0 0,0-1 0 0 0,1 0 1 0 0,-1 0-1 0 0,0 1 1 0 0,0-1-1 0 0,1 0 1 0 0,-1 0-1 0 0,1 1 1 0 0,-1-1-1 0 0,1 1 0 0 0,-1-1 1 0 0,1 0-1 0 0,-1 1 1 0 0,1-1-1 0 0,-1 1 1 0 0,1-1-1 0 0,0 1 0 0 0,-1-1 1 0 0,1 1-1 0 0,0 0 1 0 0,-1-1-1 0 0,1 1 1 0 0,0 0-1 0 0,0-1 1 0 0,-1 1-1 0 0,1 0 0 0 0,0 0 1 0 0,0 0-1 0 0,-1 0 1 0 0,1 0-1 0 0,0 0 1 0 0,0 0-1 0 0,0 0 0 0 0,-1 0 1 0 0,1 0-1 0 0,0 0 1 0 0,0 0-1 0 0,-1 1 1 0 0,1-1-1 0 0,0 0 0 0 0,0 0 1 0 0,-1 1-1 0 0,1-1 1 0 0,0 1-1 0 0,-1-1 1 0 0,1 1-1 0 0,-1-1 1 0 0,1 1-1 0 0,0 0 0 0 0,3 4 168 0 0,0 0 0 0 0,0 1 0 0 0,-1-1 0 0 0,0 1 0 0 0,0-1 0 0 0,-1 1 0 0 0,1 0-1 0 0,1 9 1 0 0,11 56 773 0 0,-10-41-620 0 0,35 187 740 0 0,47 209-247 0 0,-68-354-876 0 0,4-1 0 0 0,2-1-1 0 0,64 121 1 0 0,-71-160-296 0 0,14 25-490 0 0,-16-18-5913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4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4 182 5529 0 0,'-1'-5'202'0'0,"0"-1"0"0"0,0 1 0 0 0,1 0 0 0 0,0-1 0 0 0,0 1 0 0 0,0 0 0 0 0,0-1 0 0 0,1 1 0 0 0,0 0 0 0 0,0 0 0 0 0,1-1 0 0 0,-1 1 0 0 0,1 0 0 0 0,0 0 0 0 0,1 1 0 0 0,-1-1 0 0 0,4-5 0 0 0,-1 3 270 0 0,0 0 0 0 0,0 1 0 0 0,0-1 0 0 0,1 1 0 0 0,0 1 0 0 0,0-1 1 0 0,1 1-1 0 0,-1 0 0 0 0,1 0 0 0 0,0 1 0 0 0,0 0 0 0 0,14-6 0 0 0,-17 9-345 0 0,0 0-1 0 0,1-1 0 0 0,-1 2 1 0 0,0-1-1 0 0,1 0 0 0 0,-1 1 1 0 0,1 0-1 0 0,-1 0 0 0 0,1 0 1 0 0,-1 1-1 0 0,1 0 0 0 0,-1-1 1 0 0,1 1-1 0 0,-1 1 0 0 0,0-1 0 0 0,0 1 1 0 0,0 0-1 0 0,0 0 0 0 0,0 0 1 0 0,0 0-1 0 0,0 1 0 0 0,0-1 1 0 0,-1 1-1 0 0,1 0 0 0 0,3 4 1 0 0,-1 0-77 0 0,1 1 0 0 0,-1-1-1 0 0,0 1 1 0 0,0 0 0 0 0,-1 1 0 0 0,0 0 0 0 0,-1-1 0 0 0,0 2 0 0 0,0-1 0 0 0,4 18 0 0 0,-5-12 11 0 0,-1 0 1 0 0,-1-1-1 0 0,0 2 0 0 0,0-1 1 0 0,-2 0-1 0 0,-2 21 0 0 0,-7 11 264 0 0,-1-1-1 0 0,-3 0 0 0 0,-27 63 0 0 0,37-99-223 0 0,-4 7 19 0 0,-9 26 193 0 0,16-41-276 0 0,1-1-1 0 0,-1 1 1 0 0,1 0 0 0 0,-1 0 0 0 0,1 1-1 0 0,0-1 1 0 0,0 0 0 0 0,0 0-1 0 0,0 0 1 0 0,0 0 0 0 0,0 0-1 0 0,1 0 1 0 0,-1 0 0 0 0,1 0 0 0 0,-1 0-1 0 0,1 0 1 0 0,1 2 0 0 0,-1-3-17 0 0,0 0 1 0 0,1 0 0 0 0,-1 0-1 0 0,1 0 1 0 0,-1 0-1 0 0,1 0 1 0 0,-1-1 0 0 0,1 1-1 0 0,-1 0 1 0 0,1-1 0 0 0,0 0-1 0 0,-1 1 1 0 0,1-1 0 0 0,0 0-1 0 0,-1 0 1 0 0,1 0-1 0 0,0 0 1 0 0,-1 0 0 0 0,1 0-1 0 0,0 0 1 0 0,-1 0 0 0 0,4-2-1 0 0,40-10 84 0 0,-40 11-94 0 0,55-20 88 0 0,-31 10-31 0 0,0 1-1 0 0,1 2 0 0 0,31-6 0 0 0,-51 13-128 0 0,0 0-1 0 0,0 1 1 0 0,0 0-1 0 0,0 0 1 0 0,0 1-1 0 0,0 0 1 0 0,0 1-1 0 0,0 0 0 0 0,0 1 1 0 0,-1 0-1 0 0,1 0 1 0 0,-1 1-1 0 0,14 8 1 0 0,1 4-578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4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19 10594 0 0,'-1'-1'164'0'0,"0"0"0"0"0,0 0-1 0 0,0 0 1 0 0,1 0 0 0 0,-1-1 0 0 0,0 1-1 0 0,0 0 1 0 0,0-9 3938 0 0,5 21-1280 0 0,25 151-19 0 0,-13-52-1701 0 0,50 137-2912 0 0,-52-202-5686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5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6 516 3225 0 0,'-1'-1'38'0'0,"1"0"0"0"0,-1 0 0 0 0,1 0 0 0 0,-1 0 0 0 0,1-1 0 0 0,-1 1 0 0 0,1 0 0 0 0,-1 0 0 0 0,1-1 0 0 0,0 1 0 0 0,0 0 0 0 0,0-1 0 0 0,0 1 0 0 0,0 0 0 0 0,0-1 0 0 0,0 1 0 0 0,0 0 0 0 0,0-1 0 0 0,1 1 0 0 0,-1 0 0 0 0,0 0 0 0 0,1-1 0 0 0,-1 1 0 0 0,1 0 0 0 0,0 0 0 0 0,-1 0 0 0 0,1 0 0 0 0,0 0 0 0 0,0-1 0 0 0,1 0 0 0 0,35-34 1697 0 0,-24 25-1592 0 0,21-16 513 0 0,0 2 0 0 0,71-40 1 0 0,-68 44-653 0 0,0-2 1 0 0,56-46-1 0 0,-82 58-66 0 0,-1-1 0 0 0,0 1 1 0 0,-1-2-1 0 0,0 1 0 0 0,-1-1 0 0 0,-1-1 0 0 0,0 1 0 0 0,7-20 1 0 0,25-35 10871 0 0,-32 99-8317 0 0,4 16-1897 0 0,0 0-275 0 0,1 0 0 0 0,36 86 0 0 0,-36-107-300 0 0,1-1 0 0 0,1 0 0 0 0,1-1 0 0 0,1 0 1 0 0,1-1-1 0 0,27 27 0 0 0,-43-48-25 0 0,1 0 1 0 0,-1-1 0 0 0,1 1-1 0 0,-1-1 1 0 0,1 0-1 0 0,0 0 1 0 0,-1 1 0 0 0,1-1-1 0 0,0 0 1 0 0,0 0-1 0 0,0 0 1 0 0,0-1 0 0 0,0 1-1 0 0,0 0 1 0 0,0-1-1 0 0,4 1 1 0 0,-5-1-1 0 0,0-1-1 0 0,1 1 1 0 0,-1-1 0 0 0,0 0-1 0 0,0 0 1 0 0,0 1 0 0 0,0-1-1 0 0,0 0 1 0 0,0 0 0 0 0,0 0 0 0 0,0 0-1 0 0,-1 0 1 0 0,1 0 0 0 0,0 0-1 0 0,0 0 1 0 0,-1 0 0 0 0,1 0-1 0 0,-1 0 1 0 0,1-1 0 0 0,-1 1 0 0 0,0 0-1 0 0,1 0 1 0 0,-1-1 0 0 0,0 1-1 0 0,0 0 1 0 0,0 0 0 0 0,0-1-1 0 0,0-1 1 0 0,7-82-181 0 0,7-42 81 0 0,-12 115 125 0 0,1-1 0 0 0,0 1 0 0 0,1 0 0 0 0,1 0 0 0 0,0 0 0 0 0,0 0 0 0 0,12-16 0 0 0,-16 26-21 0 0,0-1 0 0 0,0 1-1 0 0,1 0 1 0 0,-1 0 0 0 0,1 0 0 0 0,0 0 0 0 0,-1 1 0 0 0,1-1 0 0 0,0 0 0 0 0,0 1-1 0 0,0-1 1 0 0,0 1 0 0 0,1 0 0 0 0,-1 0 0 0 0,0 0 0 0 0,0 0 0 0 0,1 0 0 0 0,-1 0-1 0 0,1 0 1 0 0,-1 1 0 0 0,0-1 0 0 0,1 1 0 0 0,3 0 0 0 0,-3 0 8 0 0,-1 1 0 0 0,1 0 1 0 0,-1 0-1 0 0,1 1 0 0 0,0-1 0 0 0,-1 1 0 0 0,0-1 1 0 0,1 1-1 0 0,-1 0 0 0 0,0-1 0 0 0,0 1 0 0 0,0 0 1 0 0,0 0-1 0 0,0 1 0 0 0,-1-1 0 0 0,1 0 0 0 0,-1 1 1 0 0,1-1-1 0 0,-1 1 0 0 0,1 2 0 0 0,7 10 51 0 0,1-1 0 0 0,0 0 0 0 0,1 0-1 0 0,1-2 1 0 0,0 1 0 0 0,0-1 0 0 0,2-1-1 0 0,-1 0 1 0 0,24 13 0 0 0,-21-13-745 0 0,0 0 0 0 0,-1 1 0 0 0,0 1 0 0 0,0 0 0 0 0,-1 1 0 0 0,-1 0 0 0 0,15 23 0 0 0,-14-13-713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5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1 454 10138 0 0,'9'-11'760'0'0,"0"0"0"0"0,-1 0 1 0 0,0-1-1 0 0,-1 1 0 0 0,0-2 0 0 0,9-20 0 0 0,-4 2-12 0 0,13-53 1 0 0,-23 75-722 0 0,0 1 0 0 0,-1-1 0 0 0,0 0 0 0 0,0 0 0 0 0,-1 0 0 0 0,0-12 0 0 0,-1 20-21 0 0,1 0 0 0 0,0 0-1 0 0,0-1 1 0 0,-1 1 0 0 0,1 0-1 0 0,0 0 1 0 0,-1 0 0 0 0,1 0-1 0 0,-1-1 1 0 0,0 1 0 0 0,1 0-1 0 0,-1 0 1 0 0,0 0 0 0 0,0 0-1 0 0,1 0 1 0 0,-1 0 0 0 0,0 1 0 0 0,0-1-1 0 0,0 0 1 0 0,-2-1 0 0 0,1 2 1 0 0,0-1 0 0 0,0 1 0 0 0,0 0 0 0 0,0 0 0 0 0,-1 0 0 0 0,1 0-1 0 0,0 0 1 0 0,0 0 0 0 0,0 0 0 0 0,0 1 0 0 0,0-1 0 0 0,0 1 0 0 0,0-1 0 0 0,0 1 0 0 0,1 0 0 0 0,-1 0 0 0 0,-3 2 0 0 0,2-2 47 0 0,1 0 0 0 0,-1 0-1 0 0,1 1 1 0 0,-1-1-1 0 0,1 1 1 0 0,-1 0 0 0 0,1 0-1 0 0,0 0 1 0 0,0 0-1 0 0,0 0 1 0 0,0 0 0 0 0,0 1-1 0 0,1-1 1 0 0,-1 0-1 0 0,1 1 1 0 0,-1 0 0 0 0,1-1-1 0 0,0 1 1 0 0,0 0-1 0 0,0 0 1 0 0,0-1-1 0 0,1 1 1 0 0,-1 0 0 0 0,1 0-1 0 0,-1 0 1 0 0,1 0-1 0 0,0 0 1 0 0,0 0 0 0 0,1 0-1 0 0,-1 0 1 0 0,1-1-1 0 0,-1 1 1 0 0,1 0 0 0 0,0 0-1 0 0,0 0 1 0 0,0-1-1 0 0,0 1 1 0 0,2 3 0 0 0,2 2 48 0 0,-1 0 0 0 0,1-1 1 0 0,1 1-1 0 0,-1-1 0 0 0,1 0 1 0 0,0-1-1 0 0,1 1 0 0 0,-1-1 0 0 0,1 0 1 0 0,1-1-1 0 0,10 7 0 0 0,-8-7-75 0 0,0 0-1 0 0,1-1 0 0 0,-1 0 0 0 0,1-1 0 0 0,0 0 0 0 0,0 0 0 0 0,0-1 1 0 0,0-1-1 0 0,1 0 0 0 0,13-1 0 0 0,-20 0-164 0 0,0 0 1 0 0,0-1-1 0 0,-1 1 0 0 0,1-1 0 0 0,0 0 1 0 0,-1-1-1 0 0,1 1 0 0 0,-1-1 0 0 0,1 0 1 0 0,-1 0-1 0 0,0-1 0 0 0,0 1 0 0 0,0-1 1 0 0,0 0-1 0 0,0 0 0 0 0,0 0 0 0 0,-1 0 1 0 0,1-1-1 0 0,-1 1 0 0 0,0-1 0 0 0,0 0 1 0 0,-1 0-1 0 0,1 0 0 0 0,-1 0 1 0 0,0-1-1 0 0,2-5 0 0 0,17-71-1477 0 0,-18 64 1597 0 0,0 0 0 0 0,2 0 0 0 0,0 0-1 0 0,12-27 1 0 0,-16 44 135 0 0,-1 0-1 0 0,1-1 0 0 0,-1 1 1 0 0,1-1-1 0 0,-1 1 0 0 0,1 0 1 0 0,-1-1-1 0 0,1 1 1 0 0,-1 0-1 0 0,1 0 0 0 0,-1 0 1 0 0,1-1-1 0 0,0 1 0 0 0,-1 0 1 0 0,1 0-1 0 0,0 0 0 0 0,-1 0 1 0 0,1 0-1 0 0,-1 0 1 0 0,1 0-1 0 0,0 0 0 0 0,-1 0 1 0 0,1 0-1 0 0,-1 0 0 0 0,1 0 1 0 0,0 1-1 0 0,-1-1 0 0 0,1 0 1 0 0,-1 0-1 0 0,1 1 1 0 0,-1-1-1 0 0,1 0 0 0 0,-1 1 1 0 0,1-1-1 0 0,-1 1 0 0 0,1-1 1 0 0,0 1-1 0 0,29 24 1358 0 0,-14-12-1062 0 0,-11-9-387 0 0,1-1 0 0 0,0 0 0 0 0,-1 0 0 0 0,2 0-1 0 0,-1-1 1 0 0,0 1 0 0 0,9 0 0 0 0,-14-2-27 0 0,1-1 1 0 0,-1 1 0 0 0,1-1-1 0 0,-1 0 1 0 0,0 0-1 0 0,1 0 1 0 0,-1 0 0 0 0,1 0-1 0 0,-1 0 1 0 0,1 0 0 0 0,-1 0-1 0 0,0-1 1 0 0,1 1-1 0 0,-1-1 1 0 0,1 1 0 0 0,-1-1-1 0 0,0 1 1 0 0,0-1-1 0 0,1 0 1 0 0,-1 1 0 0 0,0-1-1 0 0,0 0 1 0 0,0 0-1 0 0,0 0 1 0 0,0 0 0 0 0,0 0-1 0 0,0 0 1 0 0,0 0-1 0 0,0 0 1 0 0,0-1 0 0 0,-1 1-1 0 0,1 0 1 0 0,0-1-1 0 0,-1 1 1 0 0,1 0 0 0 0,-1-1-1 0 0,1 1 1 0 0,-1-3-1 0 0,3-15-706 0 0,-1-36-1 0 0,-2 28-4171 0 0,1-4-1876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6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98 13363 0 0,'1'-1'32'0'0,"-1"1"0"0"0,0 0 1 0 0,0 0-1 0 0,0 0 0 0 0,0 0 0 0 0,0 0 1 0 0,0 0-1 0 0,0-1 0 0 0,1 1 1 0 0,-1 0-1 0 0,0 0 0 0 0,0 0 0 0 0,0 0 1 0 0,0-1-1 0 0,0 1 0 0 0,0 0 0 0 0,0 0 1 0 0,0 0-1 0 0,0 0 0 0 0,0-1 1 0 0,0 1-1 0 0,0 0 0 0 0,0 0 0 0 0,0 0 1 0 0,0 0-1 0 0,0-1 0 0 0,0 1 0 0 0,0 0 1 0 0,0 0-1 0 0,0 0 0 0 0,0 0 0 0 0,0-1 1 0 0,-1 1-1 0 0,1 0 0 0 0,0 0 1 0 0,0 0-1 0 0,0 0 0 0 0,0 0 0 0 0,0-1 1 0 0,0 1-1 0 0,0 0 0 0 0,-1 0 0 0 0,1 0 1 0 0,0 0-1 0 0,0 0 0 0 0,0 0 1 0 0,0 0-1 0 0,0 0 0 0 0,-1-1 0 0 0,1 1 1 0 0,0 0-1 0 0,0 0 0 0 0,0 0 0 0 0,-1 0 1 0 0,1 0-1 0 0,0 0 0 0 0,0 0 0 0 0,0 0 1 0 0,0 0-1 0 0,-1 0 0 0 0,1 0 1 0 0,0 0-1 0 0,0 0 0 0 0,-1 1 0 0 0,21-22 931 0 0,32-18-78 0 0,-46 34-1164 0 0,1 1 0 0 0,0 0 0 0 0,1 1 0 0 0,-1 0 0 0 0,1 0 0 0 0,-1 1 1 0 0,17-4-1 0 0,-19 6-178 0 0,-1-1 1 0 0,1 1-1 0 0,0 0 1 0 0,0 1-1 0 0,-1-1 0 0 0,1 1 1 0 0,0 0-1 0 0,0 0 1 0 0,-1 1-1 0 0,1-1 1 0 0,-1 1-1 0 0,1 0 1 0 0,-1 0-1 0 0,6 4 0 0 0,2 1 327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6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14 134 5529 0 0,'-13'12'440'0'0,"13"-9"-161"0"0,9-6 108 0 0,11-7-37 0 0,-2-1 1 0 0,0-1-1 0 0,33-28 0 0 0,-31 23-1588 0 0,1 1-1 0 0,25-14 1 0 0,-30 20 1142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6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2761 0 0,'6'-7'757'0'0,"0"1"1"0"0,1 0 0 0 0,0 0 0 0 0,0 1-1 0 0,0 0 1 0 0,0 0 0 0 0,1 0-1 0 0,0 1 1 0 0,0 0 0 0 0,0 1 0 0 0,0 0-1 0 0,1 0 1 0 0,-1 0 0 0 0,1 1 0 0 0,0 1-1 0 0,15-2 1 0 0,-19 3-539 0 0,0 1 0 0 0,0-1 0 0 0,-1 1 0 0 0,1 0-1 0 0,0 0 1 0 0,-1 1 0 0 0,1-1 0 0 0,-1 1 0 0 0,1 0 0 0 0,-1 0 0 0 0,0 1 0 0 0,0-1 0 0 0,0 1-1 0 0,0 0 1 0 0,6 6 0 0 0,-5-4-106 0 0,-1 1-1 0 0,0-1 0 0 0,0 1 1 0 0,-1 0-1 0 0,0 0 1 0 0,0 0-1 0 0,0 0 0 0 0,-1 1 1 0 0,0-1-1 0 0,2 7 1 0 0,0 13 45 0 0,-1 0 0 0 0,-1 0 1 0 0,-1 0-1 0 0,-4 43 1 0 0,-4 4 262 0 0,3-43-297 0 0,1 1 0 0 0,2 1-1 0 0,1-1 1 0 0,6 47 0 0 0,-6-74-91 0 0,1 1 1 0 0,0-1 0 0 0,1 1-1 0 0,-1-1 1 0 0,1 1 0 0 0,0-1 0 0 0,0 0-1 0 0,0 0 1 0 0,1 0 0 0 0,-1 0-1 0 0,1 0 1 0 0,0-1 0 0 0,0 1-1 0 0,6 4 1 0 0,-5-6-90 0 0,-1 0 1 0 0,0 0-1 0 0,0 0 1 0 0,0-1-1 0 0,1 1 1 0 0,-1-1-1 0 0,1 0 1 0 0,-1 0-1 0 0,1 0 1 0 0,-1-1-1 0 0,1 1 1 0 0,0-1-1 0 0,-1 0 0 0 0,1 0 1 0 0,0 0-1 0 0,-1-1 1 0 0,1 1-1 0 0,0-1 1 0 0,3-1-1 0 0,8-2-580 0 0,0 2-11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6.8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 13827 0 0,'-3'4'1224'0'0,"3"0"121"0"0,0-2-969 0 0,3-5-1217 0 0,-1-5 321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8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89 3225 0 0,'-43'-49'2496'0'0,"36"42"-585"0"0,0 1 0 0 0,-1 0 0 0 0,1 0 0 0 0,-17-8 1 0 0,26 24 1371 0 0,1 17-2893 0 0,-2-24-153 0 0,4 63 28 0 0,-3 0 0 0 0,-9 105 0 0 0,1-65-139 0 0,3-16-709 0 0,4 0-1 0 0,4 0 1 0 0,4 0-1 0 0,27 118 0 0 0,-25-164-5684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9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302 0 4145 0 0,'-40'5'880'0'0,"0"2"0"0"0,0 1-1 0 0,-55 19 1 0 0,92-26-832 0 0,1-1-1 0 0,-1 1 1 0 0,1 0-1 0 0,-1 0 1 0 0,1 0-1 0 0,0 0 1 0 0,0 0-1 0 0,0 1 0 0 0,-1-1 1 0 0,1 1-1 0 0,0-1 1 0 0,0 1-1 0 0,1 0 1 0 0,-1 0-1 0 0,0-1 1 0 0,1 2-1 0 0,-1-1 1 0 0,1 0-1 0 0,0 0 1 0 0,-1 0-1 0 0,1 0 1 0 0,0 1-1 0 0,0-1 0 0 0,1 1 1 0 0,-1-1-1 0 0,0 5 1 0 0,-1-3-39 0 0,1-1 223 0 0,0-1-1 0 0,-1 0 1 0 0,1 0-1 0 0,-1 0 1 0 0,0 1-1 0 0,1-2 1 0 0,-1 1-1 0 0,0 0 1 0 0,0 0-1 0 0,0-1 1 0 0,0 1-1 0 0,-5 2 1 0 0,-4 5 3586 0 0,12-9-3781 0 0,-1 0 0 0 0,1 1-1 0 0,-1-1 1 0 0,0 1 0 0 0,1-1 0 0 0,-1 1 0 0 0,1-1-1 0 0,-1 0 1 0 0,1 1 0 0 0,-1-1 0 0 0,1 0 0 0 0,-1 1-1 0 0,1-1 1 0 0,-1 0 0 0 0,1 0 0 0 0,-1 0-1 0 0,1 0 1 0 0,-1 1 0 0 0,1-1 0 0 0,0 0 0 0 0,-1 0-1 0 0,1 0 1 0 0,-1 0 0 0 0,1 0 0 0 0,0 0 0 0 0,33 3 166 0 0,0-1 1 0 0,-1-2 0 0 0,1-1-1 0 0,-1-2 1 0 0,49-9 0 0 0,30-3 518 0 0,150-5-258 0 0,125-12-1229 0 0,-372 30 361 0 0,47-3-969 0 0,-57 5 1042 0 0,0 0-1 0 0,0 1 0 0 0,-1-1 1 0 0,1 1-1 0 0,0 0 1 0 0,-1 0-1 0 0,1 0 1 0 0,-1 1-1 0 0,1-1 0 0 0,4 4 1 0 0,-8-4 261 0 0,0-1-1 0 0,0 1 1 0 0,0 0 0 0 0,0 0 0 0 0,0 0 0 0 0,-1-1 0 0 0,1 1-1 0 0,0 0 1 0 0,-1 0 0 0 0,1 0 0 0 0,-1 0 0 0 0,1 1 0 0 0,-1-1 0 0 0,1 0-1 0 0,-1 0 1 0 0,0 0 0 0 0,1 0 0 0 0,-1 0 0 0 0,0 1 0 0 0,0-1-1 0 0,0 0 1 0 0,0 0 0 0 0,0 0 0 0 0,0 0 0 0 0,0 1 0 0 0,0-1-1 0 0,-1 0 1 0 0,1 0 0 0 0,0 0 0 0 0,-1 0 0 0 0,1 0 0 0 0,-1 1-1 0 0,1-1 1 0 0,-1 0 0 0 0,0 0 0 0 0,1 0 0 0 0,-1 0 0 0 0,0-1-1 0 0,0 1 1 0 0,-1 1 0 0 0,-10 10 70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0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88 920 0 0,'-26'-15'7259'0'0,"40"12"-6708"0"0,219-30 1273 0 0,424-4 1 0 0,-655 37-1824 0 0,545 17-264 0 0,-524-13-234 0 0,-16-2-17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1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1 434 5985 0 0,'8'2'463'0'0,"0"-1"-1"0"0,1 1 1 0 0,-1-2-1 0 0,0 1 1 0 0,1-1-1 0 0,-1 0 1 0 0,16-3-1 0 0,-20 2-344 0 0,5 0 41 0 0,1 0 0 0 0,-1-1-1 0 0,0 0 1 0 0,0-1-1 0 0,0 0 1 0 0,0-1 0 0 0,0 0-1 0 0,-1 0 1 0 0,1-1-1 0 0,-1 0 1 0 0,0 0-1 0 0,-1-1 1 0 0,10-8 0 0 0,-7 3-72 0 0,1 0 0 0 0,-1-2 1 0 0,-1 1-1 0 0,0-1 1 0 0,-1 0-1 0 0,0-1 0 0 0,7-20 1 0 0,0-5 205 0 0,12-50 1 0 0,6-18 707 0 0,-33 106-998 0 0,0 1-1 0 0,0-1 1 0 0,0 1-1 0 0,0-1 1 0 0,1 1-1 0 0,-1-1 1 0 0,0 1 0 0 0,0 0-1 0 0,0-1 1 0 0,0 1-1 0 0,1-1 1 0 0,-1 1-1 0 0,0-1 1 0 0,0 1-1 0 0,1 0 1 0 0,-1-1 0 0 0,0 1-1 0 0,1 0 1 0 0,-1-1-1 0 0,0 1 1 0 0,1 0-1 0 0,-1 0 1 0 0,0-1 0 0 0,1 1-1 0 0,-1 0 1 0 0,1 0-1 0 0,-1 0 1 0 0,0-1-1 0 0,1 1 1 0 0,-1 0-1 0 0,1 0 1 0 0,0 0 0 0 0,7 13 11 0 0,1 32 6 0 0,-8-41 6 0 0,2 19 114 0 0,24 110 498 0 0,-23-118-620 0 0,0-1 1 0 0,1 0-1 0 0,1 0 1 0 0,1 0-1 0 0,0 0 1 0 0,15 21-1 0 0,-22-34-19 0 0,1 1 1 0 0,0-1-1 0 0,0 0 0 0 0,0 1 0 0 0,1-1 1 0 0,-1 0-1 0 0,0 0 0 0 0,0 0 0 0 0,1 0 0 0 0,-1 0 1 0 0,0 0-1 0 0,1 0 0 0 0,-1 0 0 0 0,1-1 0 0 0,-1 1 1 0 0,1 0-1 0 0,0-1 0 0 0,-1 1 0 0 0,1-1 1 0 0,0 0-1 0 0,2 1 0 0 0,-3-2 8 0 0,1 1-1 0 0,-1-1 1 0 0,1 1-1 0 0,-1-1 1 0 0,1 1 0 0 0,-1-1-1 0 0,0 0 1 0 0,1 0-1 0 0,-1 0 1 0 0,0 0 0 0 0,0 0-1 0 0,1 0 1 0 0,-1 0 0 0 0,0 0-1 0 0,0-1 1 0 0,0 1-1 0 0,0 0 1 0 0,0-2 0 0 0,4-6 70 0 0,-1 1 1 0 0,0-1 0 0 0,0 0 0 0 0,-1 0-1 0 0,4-19 1 0 0,-6 18-34 0 0,4-14 103 0 0,0 1 1 0 0,1-1 0 0 0,10-23-1 0 0,-14 42-129 0 0,1-1 0 0 0,0 1 0 0 0,-1-1-1 0 0,2 1 1 0 0,-1 0 0 0 0,0 0 0 0 0,1 0-1 0 0,0 1 1 0 0,0-1 0 0 0,1 1-1 0 0,-1 0 1 0 0,1 0 0 0 0,0 1 0 0 0,0-1-1 0 0,0 1 1 0 0,0 0 0 0 0,10-3 0 0 0,-12 5-13 0 0,-1 1 0 0 0,0 0 1 0 0,0-1-1 0 0,0 1 1 0 0,1 0-1 0 0,-1 1 0 0 0,0-1 1 0 0,0 0-1 0 0,0 1 1 0 0,1-1-1 0 0,-1 1 0 0 0,0 0 1 0 0,0-1-1 0 0,0 1 1 0 0,0 0-1 0 0,0 0 1 0 0,0 0-1 0 0,0 1 0 0 0,-1-1 1 0 0,1 0-1 0 0,0 1 1 0 0,-1-1-1 0 0,1 1 0 0 0,1 2 1 0 0,7 8 177 0 0,-1-1 1 0 0,14 23 0 0 0,-7-9 211 0 0,-3-9-239 0 0,0 0 0 0 0,26 24 1 0 0,-33-35-130 0 0,-1-1 0 0 0,0 0 0 0 0,1 0 1 0 0,0 0-1 0 0,0-1 0 0 0,0 1 0 0 0,0-2 1 0 0,0 1-1 0 0,1-1 0 0 0,0 0 0 0 0,-1 0 1 0 0,8 1-1 0 0,-12-3-13 0 0,0 0 0 0 0,0-1 0 0 0,0 1 0 0 0,0 0 0 0 0,0-1 0 0 0,-1 1 0 0 0,1-1 0 0 0,0 0 0 0 0,0 0 0 0 0,-1 0 0 0 0,1 0 0 0 0,0 0 0 0 0,-1 0-1 0 0,1 0 1 0 0,-1 0 0 0 0,0-1 0 0 0,1 1 0 0 0,-1 0 0 0 0,0-1 0 0 0,0 1 0 0 0,0-1 0 0 0,0 0 0 0 0,0 1 0 0 0,1-3 0 0 0,21-49 551 0 0,-17 37-445 0 0,9-27 44 0 0,-11 29-102 0 0,1 0-1 0 0,0 1 1 0 0,0 0 0 0 0,1 0-1 0 0,1 0 1 0 0,0 1-1 0 0,1 0 1 0 0,17-20-1 0 0,-25 31-61 0 0,1 1 0 0 0,-1-1 0 0 0,0 1 0 0 0,1 0 0 0 0,-1-1 0 0 0,1 1 0 0 0,-1-1 0 0 0,0 1 0 0 0,1 0 0 0 0,-1 0 0 0 0,1-1 0 0 0,-1 1 0 0 0,1 0 0 0 0,0 0 0 0 0,-1-1 0 0 0,1 1 0 0 0,-1 0 0 0 0,1 0 0 0 0,-1 0 0 0 0,1 0 0 0 0,-1 0 0 0 0,1 0 0 0 0,0 0 0 0 0,-1 0 0 0 0,1 0 0 0 0,-1 0 0 0 0,1 0 0 0 0,-1 0 0 0 0,1 1 0 0 0,-1-1 0 0 0,1 0 0 0 0,0 0 0 0 0,-1 1 0 0 0,1-1 0 0 0,-1 0 0 0 0,0 1 0 0 0,1-1 0 0 0,-1 0 0 0 0,1 1 0 0 0,-1-1 0 0 0,1 0 0 0 0,-1 1 0 0 0,0-1 0 0 0,1 1 0 0 0,-1-1 0 0 0,0 1 0 0 0,0-1 0 0 0,1 1 0 0 0,-1-1 0 0 0,0 1 0 0 0,0-1 0 0 0,0 1 0 0 0,1 0 0 0 0,-1-1 0 0 0,0 1 0 0 0,0-1 0 0 0,0 2 0 0 0,6 40 0 0 0,-6-34 0 0 0,3 11-537 0 0,0 1-1 0 0,1-1 0 0 0,1 0 0 0 0,0 0 0 0 0,2 0 0 0 0,0-1 0 0 0,1 0 0 0 0,1-1 0 0 0,0 1 0 0 0,2-2 1 0 0,0 1-1 0 0,0-1 0 0 0,2-1 0 0 0,0 0 0 0 0,1-1 0 0 0,0-1 0 0 0,21 16 0 0 0,-33-27 65 0 0,1-1-1 0 0,-1 1 1 0 0,1-1 0 0 0,0 1-1 0 0,0-1 1 0 0,-1 0-1 0 0,1 0 1 0 0,0 0-1 0 0,0-1 1 0 0,0 1 0 0 0,5 0-1 0 0,-4-1 351 0 0,0 0-1 0 0,0-1 0 0 0,0 1 1 0 0,0-1-1 0 0,-1 0 1 0 0,1 0-1 0 0,0 0 0 0 0,5-3 1 0 0,6-2 123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1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18 4145 0 0,'0'0'17'0'0,"0"0"1"0"0,0 0 0 0 0,0 0-1 0 0,0 0 1 0 0,0 0-1 0 0,0 0 1 0 0,0 0-1 0 0,0 0 1 0 0,0 0 0 0 0,0 0-1 0 0,0 0 1 0 0,-1 0-1 0 0,1 0 1 0 0,0 0-1 0 0,0 0 1 0 0,0 0 0 0 0,0 0-1 0 0,0 0 1 0 0,0 0-1 0 0,0 0 1 0 0,0 0-1 0 0,0 0 1 0 0,0 1 0 0 0,0-1-1 0 0,0 0 1 0 0,0 0-1 0 0,0 0 1 0 0,0 0-1 0 0,0 0 1 0 0,0 0 0 0 0,0 0-1 0 0,0 0 1 0 0,-1 0-1 0 0,1 0 1 0 0,0 0-1 0 0,0 1 1 0 0,0-1 0 0 0,0 0-1 0 0,0 0 1 0 0,1 0-1 0 0,-1 0 1 0 0,0 0-1 0 0,0 0 1 0 0,0 0 0 0 0,0 0-1 0 0,0 0 1 0 0,0 0-1 0 0,0 1 1 0 0,0-1-1 0 0,0 0 1 0 0,0 0-1 0 0,0 0 1 0 0,0 0 0 0 0,0 0-1 0 0,0 0 1 0 0,0 0-1 0 0,0 0 1 0 0,0 0-1 0 0,0 0 1 0 0,0 0 0 0 0,1 0-1 0 0,-1 0 1 0 0,0 0-1 0 0,0 0 1 0 0,0 0-1 0 0,0 0 1 0 0,10 4 1019 0 0,12-2 462 0 0,21-4 1202 0 0,55-9 0 0 0,35-3-1039 0 0,297 31-452 0 0,-101 0-1475 0 0,-224-21-548 0 0,-76 0 26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1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 2761 0 0,'-9'12'500'0'0,"2"1"0"0"0,-1 0 0 0 0,2 0 1 0 0,0 0-1 0 0,0 1 0 0 0,1 0 1 0 0,1 0-1 0 0,0 1 0 0 0,1-1 1 0 0,1 1-1 0 0,0 0 0 0 0,1 0 0 0 0,1 20 1 0 0,1-29-400 0 0,0 0 1 0 0,0-1-1 0 0,0 1 1 0 0,1-1-1 0 0,0 1 1 0 0,0-1-1 0 0,0 0 1 0 0,1 0-1 0 0,-1 0 1 0 0,1 0-1 0 0,1 0 1 0 0,-1 0-1 0 0,1-1 1 0 0,-1 0-1 0 0,1 0 1 0 0,0 0-1 0 0,5 4 1 0 0,-7-7-40 0 0,0 1-1 0 0,1-1 1 0 0,-1 1 0 0 0,0-1 0 0 0,1 0 0 0 0,-1 0-1 0 0,1 0 1 0 0,-1 0 0 0 0,1-1 0 0 0,-1 1 0 0 0,1-1-1 0 0,-1 1 1 0 0,1-1 0 0 0,0 0 0 0 0,-1 0-1 0 0,1 0 1 0 0,0-1 0 0 0,-1 1 0 0 0,1 0 0 0 0,-1-1-1 0 0,1 0 1 0 0,-1 1 0 0 0,1-1 0 0 0,-1 0 0 0 0,1 0-1 0 0,-1-1 1 0 0,0 1 0 0 0,1 0 0 0 0,-1-1 0 0 0,0 0-1 0 0,0 1 1 0 0,0-1 0 0 0,0 0 0 0 0,-1 0-1 0 0,1 0 1 0 0,0 0 0 0 0,-1 0 0 0 0,2-3 0 0 0,6-11 294 0 0,0 0 1 0 0,-1-1-1 0 0,-1 1 0 0 0,0-2 1 0 0,-1 1-1 0 0,-1-1 1 0 0,-1 0-1 0 0,-1 0 1 0 0,0 0-1 0 0,0-24 0 0 0,-3 40-303 0 0,0 0 0 0 0,0-1 0 0 0,0 1 0 0 0,0 0-1 0 0,0 0 1 0 0,0-1 0 0 0,-1 1 0 0 0,1 0-1 0 0,-1 0 1 0 0,0 0 0 0 0,0 0 0 0 0,0-1-1 0 0,0 1 1 0 0,0 0 0 0 0,0 0 0 0 0,0 1-1 0 0,0-1 1 0 0,-3-2 0 0 0,3 3 23 0 0,-1 0 1 0 0,1 0-1 0 0,0 1 0 0 0,-1-1 1 0 0,1 0-1 0 0,-1 1 1 0 0,0-1-1 0 0,1 1 0 0 0,-1 0 1 0 0,1 0-1 0 0,-1-1 0 0 0,1 1 1 0 0,-1 0-1 0 0,0 0 1 0 0,1 1-1 0 0,-1-1 0 0 0,1 0 1 0 0,-1 0-1 0 0,1 1 0 0 0,-1-1 1 0 0,1 1-1 0 0,-1-1 1 0 0,1 1-1 0 0,-1 0 0 0 0,1-1 1 0 0,-3 3-1 0 0,3-2-183 0 0,0 0 1 0 0,0 0-1 0 0,0 0 0 0 0,0 0 0 0 0,0 0 1 0 0,0 0-1 0 0,0 0 0 0 0,0 1 0 0 0,0-1 1 0 0,1 0-1 0 0,-1 0 0 0 0,1 1 0 0 0,-1-1 1 0 0,1 1-1 0 0,-1-1 0 0 0,1 0 0 0 0,0 1 1 0 0,-1-1-1 0 0,1 1 0 0 0,0-1 0 0 0,0 1 1 0 0,0 1-1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9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0 137 5065 0 0,'29'-12'1434'0'0,"20"-9"1617"0"0,55-14 0 0 0,55-6-1465 0 0,-66 18-2401 0 0,-78 19-34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39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3225 0 0,'1'-1'150'0'0,"1"1"1"0"0,-1-1 0 0 0,0 0-1 0 0,0 1 1 0 0,1-1 0 0 0,-1 1-1 0 0,0 0 1 0 0,1-1 0 0 0,-1 1-1 0 0,1 0 1 0 0,-1 0 0 0 0,1 0 0 0 0,-1 0-1 0 0,0 0 1 0 0,1 0 0 0 0,-1 0-1 0 0,1 0 1 0 0,-1 1 0 0 0,0-1-1 0 0,1 0 1 0 0,-1 1 0 0 0,0-1-1 0 0,1 1 1 0 0,-1 0 0 0 0,2 1-1 0 0,0-1 215 0 0,0 0 0 0 0,-1 1 0 0 0,1-1-1 0 0,-1 1 1 0 0,0 0 0 0 0,1 0 0 0 0,-1 0 0 0 0,0 0-1 0 0,0 0 1 0 0,0 1 0 0 0,2 2 0 0 0,2 12 310 0 0,-1 0-1 0 0,-1 1 1 0 0,-1-1 0 0 0,0 1-1 0 0,-1 0 1 0 0,-1 25 0 0 0,1 3 14 0 0,128 765 3564 0 0,-85-588-3801 0 0,-32-155-743 0 0,-3 1 0 0 0,-2 0-1 0 0,-2 77 1 0 0,-8-128-809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2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0 146 5065 0 0,'20'9'2070'0'0,"16"-7"-716"0"0,1-2 0 0 0,70-7 0 0 0,-53 2-640 0 0,973-10 1573 0 0,-665 20-1298 0 0,300-33 1074 0 0,-4-38-598 0 0,-641 64-1461 0 0,174-19 131 0 0,263 3-1 0 0,-435 20-279 0 0,-1 0 0 0 0,1 1 0 0 0,0 1-1 0 0,-1 1 1 0 0,0 0 0 0 0,0 1 0 0 0,0 1 0 0 0,-1 1 0 0 0,0 1 0 0 0,0 0-1 0 0,16 13 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3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88 5065 0 0,'0'0'44'0'0,"-1"0"1"0"0,1 0-1 0 0,-1 1 0 0 0,1-1 1 0 0,0 0-1 0 0,-1 1 1 0 0,1-1-1 0 0,-1 0 0 0 0,1 1 1 0 0,0-1-1 0 0,-1 1 0 0 0,1-1 1 0 0,0 1-1 0 0,-1-1 0 0 0,1 0 1 0 0,0 1-1 0 0,0-1 0 0 0,-1 1 1 0 0,1 0-1 0 0,0-1 0 0 0,0 1 1 0 0,0-1-1 0 0,0 1 0 0 0,0-1 1 0 0,0 1-1 0 0,0-1 0 0 0,0 1 1 0 0,0-1-1 0 0,0 1 1 0 0,0 0-1 0 0,0-1 0 0 0,0 1 1 0 0,12 21 1838 0 0,-6-16-1045 0 0,-1-1 0 0 0,1 1 0 0 0,0-1 1 0 0,7 6-1 0 0,-8-8-593 0 0,0-1 1 0 0,0 1-1 0 0,0-1 1 0 0,0 0-1 0 0,1 0 1 0 0,-1 0 0 0 0,0-1-1 0 0,1 1 1 0 0,0-1-1 0 0,-1-1 1 0 0,1 1-1 0 0,-1-1 1 0 0,1 0-1 0 0,0 0 1 0 0,9-2 0 0 0,-11 1-187 0 0,-1-1 1 0 0,1 1 0 0 0,0 0 0 0 0,-1-1 0 0 0,0 0 0 0 0,1 0 0 0 0,-1 0 0 0 0,0 0 0 0 0,0 0 0 0 0,0-1-1 0 0,-1 1 1 0 0,1-1 0 0 0,0 0 0 0 0,-1 0 0 0 0,0 0 0 0 0,0 0 0 0 0,0 0 0 0 0,0-1 0 0 0,0 1 0 0 0,0 0 0 0 0,-1-1-1 0 0,0 0 1 0 0,0 1 0 0 0,1-5 0 0 0,0 2-134 0 0,-1 0-1 0 0,1-1 0 0 0,-1 1 1 0 0,-1-1-1 0 0,1 1 1 0 0,-1-1-1 0 0,0 1 0 0 0,0-1 1 0 0,-1 1-1 0 0,0-1 1 0 0,0 1-1 0 0,-1-1 0 0 0,0 1 1 0 0,-3-9-1 0 0,4 15 94 0 0,1 0-1 0 0,-1-1 1 0 0,1 1-1 0 0,-1 0 0 0 0,1 0 1 0 0,-1 0-1 0 0,1-1 1 0 0,-1 1-1 0 0,1 0 1 0 0,-1 0-1 0 0,1 0 0 0 0,-1 0 1 0 0,1 0-1 0 0,-1 0 1 0 0,1 0-1 0 0,-1 0 1 0 0,1 0-1 0 0,-1 0 0 0 0,0 0 1 0 0,1 0-1 0 0,-1 0 1 0 0,1 0-1 0 0,-1 1 1 0 0,1-1-1 0 0,-1 0 0 0 0,1 0 1 0 0,-1 1-1 0 0,1-1 1 0 0,0 0-1 0 0,-1 1 1 0 0,1-1-1 0 0,-1 0 1 0 0,1 1-1 0 0,0-1 0 0 0,-1 1 1 0 0,1-1-1 0 0,0 1 1 0 0,-1-1-1 0 0,1 0 1 0 0,0 1-1 0 0,0-1 0 0 0,-1 1 1 0 0,1 0-1 0 0,-17 26 810 0 0,16-25-810 0 0,-3 3-38 0 0,-10 21 546 0 0,14-25-601 0 0,-1 0 0 0 0,1 0 0 0 0,0 0 0 0 0,-1 0 0 0 0,1 0 1 0 0,0 0-1 0 0,0 0 0 0 0,0 0 0 0 0,0 0 0 0 0,0 1 0 0 0,0-1 0 0 0,0 0 0 0 0,0 0 1 0 0,0 0-1 0 0,0 0 0 0 0,0 0 0 0 0,1 0 0 0 0,-1 0 0 0 0,0 0 0 0 0,1 0 0 0 0,-1 0 0 0 0,1 0 1 0 0,0 1-1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15 209 5529 0 0,'-15'10'11115'0'0,"30"18"-10712"0"0,2-1 1 0 0,0 0-1 0 0,2-1 1 0 0,1-1 0 0 0,39 39-1 0 0,-54-59-386 0 0,25 26 111 0 0,58 47 1 0 0,-78-70-70 0 0,0-1 1 0 0,0 0 0 0 0,1-1 0 0 0,0 0 0 0 0,1-1-1 0 0,-1 0 1 0 0,1-1 0 0 0,0 0 0 0 0,0-1-1 0 0,21 3 1 0 0,-31-5-2 0 0,0-1-1 0 0,0 0 0 0 0,0 0 0 0 0,0 0 1 0 0,0 0-1 0 0,0 0 0 0 0,0-1 0 0 0,0 1 1 0 0,0-1-1 0 0,0 1 0 0 0,0-1 0 0 0,0 0 1 0 0,0 1-1 0 0,0-1 0 0 0,0 0 1 0 0,-1 0-1 0 0,1 0 0 0 0,0-1 0 0 0,-1 1 1 0 0,1 0-1 0 0,-1-1 0 0 0,1 1 0 0 0,-1-1 1 0 0,0 1-1 0 0,0-1 0 0 0,0 0 0 0 0,0 1 1 0 0,0-1-1 0 0,0 0 0 0 0,0 0 1 0 0,0 0-1 0 0,0 0 0 0 0,-1 1 0 0 0,1-4 1 0 0,1-7 146 0 0,0-1 1 0 0,-1 1 0 0 0,-1 0 0 0 0,-1-22-1 0 0,0 7-79 0 0,1-95 8 0 0,22-160-1 0 0,-14 244-2256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5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0 134 5529 0 0,'28'-13'2862'0'0,"46"-30"3654"0"0,-56 31-6047 0 0,1 1 1 0 0,0 0 0 0 0,0 2 0 0 0,1 0-1 0 0,0 1 1 0 0,32-8 0 0 0,-48 15-855 0 0,0 1 1 0 0,0 0-1 0 0,0 0 1 0 0,0 0 0 0 0,0 0-1 0 0,0 0 1 0 0,0 1 0 0 0,4 0-1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6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50 1840 0 0,'-2'-4'386'0'0,"0"1"-1"0"0,-1 0 0 0 0,1-1 1 0 0,-1 1-1 0 0,0 1 0 0 0,0-1 1 0 0,0 0-1 0 0,-1 1 0 0 0,1-1 0 0 0,0 1 1 0 0,-1 0-1 0 0,0 0 0 0 0,1 1 1 0 0,-9-4-1 0 0,-6-2 4458 0 0,21 8-4629 0 0,-1 1 0 0 0,1 0 0 0 0,-1 0 0 0 0,0 1 0 0 0,1-1 0 0 0,-1 0 0 0 0,0 1 0 0 0,0-1 0 0 0,-1 1 0 0 0,1 0 0 0 0,-1-1 0 0 0,1 1 0 0 0,-1 0 0 0 0,2 5 0 0 0,12 50 688 0 0,-12-42-441 0 0,11 49 298 0 0,-1-3 280 0 0,26 76 0 0 0,-32-119-1150 0 0,1 0 0 0 0,1 0 1 0 0,0-1-1 0 0,1-1 0 0 0,1 1 0 0 0,1-2 1 0 0,1 1-1 0 0,15 15 0 0 0,-3-10-6626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7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96 3225 0 0,'-5'-15'79'0'0,"2"9"542"0"0,0 0 0 0 0,0-1 1 0 0,1 0-1 0 0,0 1 0 0 0,1-1 0 0 0,-1 0 0 0 0,1 0 0 0 0,1 0 0 0 0,-1-7 0 0 0,1 14-544 0 0,0 0-1 0 0,0-1 0 0 0,0 1 0 0 0,0 0 1 0 0,0 0-1 0 0,0-1 0 0 0,0 1 0 0 0,0 0 1 0 0,0 0-1 0 0,1-1 0 0 0,-1 1 0 0 0,0 0 1 0 0,0 0-1 0 0,0-1 0 0 0,0 1 0 0 0,0 0 1 0 0,0 0-1 0 0,1-1 0 0 0,-1 1 0 0 0,0 0 1 0 0,0 0-1 0 0,0 0 0 0 0,0 0 0 0 0,1-1 1 0 0,-1 1-1 0 0,0 0 0 0 0,0 0 1 0 0,1 0-1 0 0,-1 0 0 0 0,0 0 0 0 0,0 0 1 0 0,1 0-1 0 0,-1-1 0 0 0,0 1 0 0 0,0 0 1 0 0,1 0-1 0 0,-1 0 0 0 0,0 0 0 0 0,0 0 1 0 0,1 0-1 0 0,-1 0 0 0 0,0 0 0 0 0,1 1 1 0 0,12 7 1342 0 0,9 16-251 0 0,0 12-378 0 0,-2 1 0 0 0,-1 1 0 0 0,-2 0 0 0 0,13 43 0 0 0,32 71-827 0 0,-37-104-472 0 0,7 15-3294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7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0 129 2761 0 0,'2'-6'187'0'0,"0"0"0"0"0,0 0-1 0 0,1 0 1 0 0,-1 0 0 0 0,1 0 0 0 0,1 1 0 0 0,-1-1 0 0 0,1 1 0 0 0,0 0 0 0 0,0 0 0 0 0,5-5 0 0 0,-3 3 303 0 0,1 1-1 0 0,0 0 0 0 0,0 0 1 0 0,0 1-1 0 0,1 0 0 0 0,-1 0 1 0 0,13-5-1 0 0,-18 9-393 0 0,0 0-1 0 0,0 0 1 0 0,0 0 0 0 0,-1 1-1 0 0,1-1 1 0 0,0 1-1 0 0,0-1 1 0 0,0 1 0 0 0,0 0-1 0 0,0 0 1 0 0,0 0 0 0 0,0 0-1 0 0,0 0 1 0 0,0 0-1 0 0,0 0 1 0 0,0 1 0 0 0,0-1-1 0 0,0 1 1 0 0,0 0-1 0 0,0-1 1 0 0,0 1 0 0 0,0 0-1 0 0,-1 0 1 0 0,3 1-1 0 0,-2 1-16 0 0,0-1 0 0 0,0 0 0 0 0,-1 1 0 0 0,1 0-1 0 0,-1-1 1 0 0,1 1 0 0 0,-1 0 0 0 0,0-1 0 0 0,0 1-1 0 0,0 0 1 0 0,0 0 0 0 0,-1 0 0 0 0,1 0 0 0 0,-1 4-1 0 0,1 9 174 0 0,-1 0-1 0 0,-1 0 0 0 0,-1 0 0 0 0,-6 29 0 0 0,-55 163 2423 0 0,62-207-2659 0 0,1-1-1 0 0,-1 1 1 0 0,1 0 0 0 0,0 0 0 0 0,0 0-1 0 0,-1 0 1 0 0,1 0 0 0 0,0 0-1 0 0,0 0 1 0 0,0 0 0 0 0,0 0 0 0 0,0 0-1 0 0,0 0 1 0 0,1 0 0 0 0,-1 0 0 0 0,0-1-1 0 0,0 1 1 0 0,1 0 0 0 0,-1 0 0 0 0,0 0-1 0 0,1 0 1 0 0,-1 0 0 0 0,1-1-1 0 0,-1 1 1 0 0,1 0 0 0 0,-1 0 0 0 0,1-1-1 0 0,0 1 1 0 0,-1 0 0 0 0,2 0 0 0 0,0 0 42 0 0,0-1 1 0 0,0 1 0 0 0,0-1 0 0 0,0 1 0 0 0,0-1 0 0 0,0 0 0 0 0,0 0-1 0 0,0 0 1 0 0,0 0 0 0 0,0 0 0 0 0,0-1 0 0 0,0 1 0 0 0,2-1-1 0 0,9-3 223 0 0,-1 0-1 0 0,0-1 0 0 0,16-8 0 0 0,114-69-6064 0 0,-119 71 176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8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6449 0 0,'6'-2'9533'0'0,"3"18"-8642"0"0,0 1 1 0 0,9 22-1 0 0,-11-22-809 0 0,0-1 0 0 0,1 0 0 0 0,1 0 0 0 0,11 14-1 0 0,51 48-2405 0 0,-57-63 978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8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24 105 5065 0 0,'-23'8'1947'0'0,"34"-12"-973"0"0,106-41-2721 0 0,-67 24 156 0 0,64-18 0 0 0,-99 35 1591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8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0 1376 0 0,'-4'8'1495'0'0,"1"-1"0"0"0,0 1 0 0 0,1 0 0 0 0,-2 9-1 0 0,-1 37 2575 0 0,5-43-3862 0 0,0 0 0 0 0,1 0 0 0 0,1 0 0 0 0,-1 0 1 0 0,2 0-1 0 0,0 0 0 0 0,0-1 0 0 0,1 1 0 0 0,0-1 0 0 0,0 0 0 0 0,1 0 0 0 0,10 14 0 0 0,-14-22-231 0 0,1 0 0 0 0,-1-1 0 0 0,0 1 0 0 0,1 0-1 0 0,-1-1 1 0 0,1 1 0 0 0,0-1 0 0 0,-1 0-1 0 0,1 1 1 0 0,0-1 0 0 0,0 0 0 0 0,0 0 0 0 0,0 0-1 0 0,0 0 1 0 0,0-1 0 0 0,0 1 0 0 0,0 0 0 0 0,0-1-1 0 0,0 0 1 0 0,3 1 0 0 0,-3-1-24 0 0,0-1 1 0 0,0 1-1 0 0,0-1 1 0 0,0 0-1 0 0,0 0 0 0 0,0 0 1 0 0,0 1-1 0 0,-1-2 1 0 0,1 1-1 0 0,0 0 1 0 0,0 0-1 0 0,-1 0 0 0 0,1-1 1 0 0,-1 1-1 0 0,1-1 1 0 0,2-3-1 0 0,4-8-199 0 0,0 0 0 0 0,-1 0 0 0 0,0-1 1 0 0,7-23-1 0 0,-7 20 246 0 0,6-20-93 0 0,-11 27 266 0 0,2 0 0 0 0,-1 0 0 0 0,1 0 0 0 0,1 1 0 0 0,-1 0 1 0 0,2-1-1 0 0,-1 2 0 0 0,8-10 0 0 0,-12 17-78 0 0,0 0 0 0 0,-1 1 0 0 0,1-1 0 0 0,0 0 0 0 0,0 1 1 0 0,0-1-1 0 0,-1 1 0 0 0,1-1 0 0 0,0 1 0 0 0,0 0 0 0 0,0-1 0 0 0,0 1 0 0 0,0 0 1 0 0,0 0-1 0 0,0-1 0 0 0,0 1 0 0 0,0 0 0 0 0,0 0 0 0 0,0 0 0 0 0,0 0 1 0 0,0 0-1 0 0,0 0 0 0 0,1 1 0 0 0,0 0 4 0 0,1 0 1 0 0,-1 0-1 0 0,0 0 1 0 0,0 0-1 0 0,0 0 1 0 0,0 1-1 0 0,0-1 1 0 0,0 1-1 0 0,3 2 1 0 0,3 7-12 0 0,1-1 1 0 0,12 22-1 0 0,-14-21 25 0 0,57 79-167 0 0,-34-55-5197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9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0 220 2304 0 0,'6'-3'165'0'0,"0"0"0"0"0,-1 0 0 0 0,0-1 0 0 0,0 0-1 0 0,0 0 1 0 0,0 0 0 0 0,0-1 0 0 0,-1 1 0 0 0,0-1-1 0 0,0 0 1 0 0,0 0 0 0 0,0-1 0 0 0,-1 1-1 0 0,0-1 1 0 0,0 0 0 0 0,3-10 0 0 0,-3 9 12 0 0,-1 0 0 0 0,0 0 0 0 0,-1 0 0 0 0,1 0 0 0 0,-1 0 0 0 0,-1 0 0 0 0,1 0 0 0 0,-1 0 0 0 0,-1 0 0 0 0,1-1 0 0 0,-1 1 0 0 0,0 0 0 0 0,-1 0 0 0 0,1 0 0 0 0,-4-6 0 0 0,5 12-82 0 0,0 0-1 0 0,0 1 1 0 0,-1-1 0 0 0,1 0 0 0 0,0 1 0 0 0,0-1 0 0 0,-1 1-1 0 0,1-1 1 0 0,-1 1 0 0 0,1-1 0 0 0,0 1 0 0 0,-1-1-1 0 0,1 1 1 0 0,-1-1 0 0 0,1 1 0 0 0,-1-1 0 0 0,1 1 0 0 0,-1-1-1 0 0,0 1 1 0 0,1 0 0 0 0,-1 0 0 0 0,1-1 0 0 0,-1 1 0 0 0,0 0-1 0 0,1 0 1 0 0,-1 0 0 0 0,0-1 0 0 0,1 1 0 0 0,-1 0 0 0 0,0 0-1 0 0,1 0 1 0 0,-1 0 0 0 0,0 0 0 0 0,1 0 0 0 0,-1 1 0 0 0,0-1-1 0 0,1 0 1 0 0,-1 0 0 0 0,0 0 0 0 0,1 1 0 0 0,-1-1 0 0 0,0 0-1 0 0,1 1 1 0 0,-1-1 0 0 0,1 0 0 0 0,-1 1 0 0 0,1-1 0 0 0,-1 1-1 0 0,1-1 1 0 0,-1 1 0 0 0,1-1 0 0 0,-1 1 0 0 0,1-1 0 0 0,0 1-1 0 0,-1-1 1 0 0,1 1 0 0 0,0 0 0 0 0,-1 0 0 0 0,-1 2 73 0 0,0 0 1 0 0,0 0-1 0 0,0 1 1 0 0,0-1 0 0 0,1 0-1 0 0,-1 1 1 0 0,1-1-1 0 0,0 1 1 0 0,0-1 0 0 0,0 5-1 0 0,1-4-133 0 0,1 1 0 0 0,0-1 0 0 0,0 0 0 0 0,0 0 0 0 0,0 0 0 0 0,1 0 0 0 0,0 0 0 0 0,-1 0 0 0 0,2-1 0 0 0,-1 1 0 0 0,0 0 0 0 0,1-1 0 0 0,-1 0 0 0 0,1 1 0 0 0,0-1 0 0 0,0 0 0 0 0,0-1 0 0 0,1 1 0 0 0,-1-1 0 0 0,8 5 0 0 0,-1-1-206 0 0,0 0 0 0 0,1-1 0 0 0,0 0 0 0 0,0-1 0 0 0,0 0 0 0 0,16 2 0 0 0,-15-4-1288 0 0,0 0 0 0 0,1-1 1 0 0,19-1-1 0 0,-8-1-2486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09:49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4 200 21661 0 0,'-3'-4'-7873'0'0,"12"2"4487"0"0,6 7 7963 0 0,-7-1-5794 0 0,21 22 3192 0 0,-18-15-1716 0 0,0-1 0 0 0,1 0 0 0 0,0-1 0 0 0,0 0 0 0 0,17 8 0 0 0,-27-16-186 0 0,1 0 0 0 0,-1 0 1 0 0,1 0-1 0 0,-1 0 1 0 0,1 0-1 0 0,-1-1 0 0 0,1 1 1 0 0,-1-1-1 0 0,1 0 0 0 0,0 0 1 0 0,-1 0-1 0 0,1 0 1 0 0,0 0-1 0 0,-1 0 0 0 0,1-1 1 0 0,-1 1-1 0 0,1-1 0 0 0,0 0 1 0 0,-1 0-1 0 0,1 0 1 0 0,-1 0-1 0 0,0 0 0 0 0,1-1 1 0 0,-1 1-1 0 0,0 0 1 0 0,0-1-1 0 0,0 0 0 0 0,0 0 1 0 0,0 1-1 0 0,0-1 0 0 0,-1 0 1 0 0,1-1-1 0 0,-1 1 1 0 0,1 0-1 0 0,1-4 0 0 0,1-1 49 0 0,-1-1 1 0 0,0 1-1 0 0,0-1 0 0 0,-1 1 0 0 0,1-1 1 0 0,-2 0-1 0 0,1 0 0 0 0,0-12 0 0 0,-2-71 1301 0 0,-1 52-1169 0 0,1-17-1765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49.7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2 13363 0 0,'0'-1'1027'0'0,"0"1"-936"0"0,1 0 0 0 0,-1 0 0 0 0,0 0 0 0 0,1 0 0 0 0,-1 0 1 0 0,0 0-1 0 0,1 0 0 0 0,-1 0 0 0 0,0 0 0 0 0,1 0 0 0 0,-1 0 0 0 0,0 0 1 0 0,1 0-1 0 0,-1 0 0 0 0,0 0 0 0 0,1 0 0 0 0,-1 0 0 0 0,0 0 0 0 0,1 0 1 0 0,-1 0-1 0 0,0 1 0 0 0,0-1 0 0 0,1 0 0 0 0,-1 0 0 0 0,0 0 0 0 0,0 1 1 0 0,1-1-1 0 0,-1 0 0 0 0,0 0 0 0 0,0 0 0 0 0,1 1 0 0 0,-1-1 0 0 0,0 0 1 0 0,0 1-1 0 0,0-1 0 0 0,0 0 0 0 0,0 0 0 0 0,1 1 0 0 0,-1-1 0 0 0,0 0 1 0 0,0 1-1 0 0,0-1 0 0 0,0 0 0 0 0,0 1 0 0 0,0-1 0 0 0,0 0 0 0 0,0 1 1 0 0,0-1-1 0 0,0 0 0 0 0,0 1 0 0 0,0-1 0 0 0,0 1 0 0 0,3 18 736 0 0,-6 46 177 0 0,-13 73 0 0 0,0-9-734 0 0,13-85-738 0 0,-7 105 1586 0 0,13-74-2628 0 0,9-2-4046 0 0,-4-46-1287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0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43 4609 0 0,'-16'2'3907'0'0,"13"-1"-3312"0"0,1 0-1 0 0,-1 0 1 0 0,1-1 0 0 0,-1 0-1 0 0,0 1 1 0 0,1-1-1 0 0,-1 0 1 0 0,0 0-1 0 0,1 0 1 0 0,-4-1 0 0 0,37-14 3268 0 0,-8 7-3330 0 0,0 2 1 0 0,0 0-1 0 0,31-3 0 0 0,-42 7-493 0 0,0 1 0 0 0,-1 1 0 0 0,1 0 0 0 0,0 0 0 0 0,0 1 0 0 0,-1 1 0 0 0,1 0 0 0 0,19 6 0 0 0,-30-8-41 0 0,1 1 0 0 0,-1-1 0 0 0,0 1 0 0 0,0-1 0 0 0,1 1 0 0 0,-1-1 0 0 0,0 1 1 0 0,0 0-1 0 0,0 0 0 0 0,0 0 0 0 0,0 0 0 0 0,0-1 0 0 0,0 1 0 0 0,0 0 0 0 0,0 0 1 0 0,-1 1-1 0 0,1-1 0 0 0,0 0 0 0 0,0 0 0 0 0,-1 0 0 0 0,1 1 0 0 0,-1-1 0 0 0,1 2 1 0 0,-1-1-24 0 0,0 0 1 0 0,0-1-1 0 0,0 1 1 0 0,-1 0 0 0 0,1 0-1 0 0,-1 0 1 0 0,1 0 0 0 0,-1-1-1 0 0,1 1 1 0 0,-1 0 0 0 0,0-1-1 0 0,0 1 1 0 0,0 0 0 0 0,-2 2-1 0 0,-6 6-248 0 0,1-1 0 0 0,-1 0 0 0 0,-20 15-1 0 0,23-20 141 0 0,-65 47-686 0 0,49-38 785 0 0,2 1 0 0 0,0 2-1 0 0,0 0 1 0 0,-25 28 0 0 0,44-44 72 0 0,0 1 0 0 0,0 0 0 0 0,0 0 0 0 0,0 0 1 0 0,1 0-1 0 0,-1 0 0 0 0,1 0 0 0 0,-1 0 0 0 0,0 0 0 0 0,1 0 0 0 0,0 0 0 0 0,-1 0 0 0 0,1 0 1 0 0,0 1-1 0 0,-1-1 0 0 0,1 0 0 0 0,0 0 0 0 0,0 0 0 0 0,0 0 0 0 0,0 1 0 0 0,0-1 0 0 0,0 0 1 0 0,0 0-1 0 0,1 0 0 0 0,-1 0 0 0 0,0 1 0 0 0,1 0 0 0 0,1 0 34 0 0,-1 0-1 0 0,0-1 1 0 0,1 1-1 0 0,0-1 1 0 0,-1 1-1 0 0,1-1 1 0 0,0 1 0 0 0,0-1-1 0 0,0 0 1 0 0,0 0-1 0 0,0 0 1 0 0,0 0-1 0 0,3 1 1 0 0,6 1 73 0 0,0 0 0 0 0,1-1 0 0 0,-1 0 0 0 0,17 1 0 0 0,-4-3-94 0 0,-18 0-68 0 0,1-1-1 0 0,-1 1 1 0 0,1 0 0 0 0,0 1-1 0 0,-1 0 1 0 0,1 0-1 0 0,-1 0 1 0 0,0 1 0 0 0,1 0-1 0 0,-1 0 1 0 0,11 6 0 0 0,-16-8-8 0 0,-1 1 0 0 0,1 0 0 0 0,-1-1 0 0 0,1 1 0 0 0,-1 0 0 0 0,1-1 1 0 0,-1 1-1 0 0,1 0 0 0 0,-1 0 0 0 0,0 0 0 0 0,0-1 0 0 0,1 1 0 0 0,-1 0 0 0 0,0 0 1 0 0,0 0-1 0 0,0 0 0 0 0,0 0 0 0 0,0 0 0 0 0,0-1 0 0 0,0 1 0 0 0,0 0 0 0 0,0 0 1 0 0,0 0-1 0 0,-1 0 0 0 0,1 0 0 0 0,0-1 0 0 0,-1 1 0 0 0,1 0 0 0 0,0 0 0 0 0,-1-1 1 0 0,1 1-1 0 0,-1 0 0 0 0,1 0 0 0 0,-1-1 0 0 0,0 1 0 0 0,0 1 0 0 0,-29 27-369 0 0,23-23 381 0 0,-13 12-30 0 0,-34 35 204 0 0,51-49-141 0 0,0 0 1 0 0,0 0-1 0 0,0 0 0 0 0,0 0 1 0 0,1 1-1 0 0,0-1 1 0 0,0 1-1 0 0,0 0 0 0 0,0-1 1 0 0,1 1-1 0 0,-1 0 0 0 0,1 5 1 0 0,0-9-20 0 0,1 1 0 0 0,0-1 0 0 0,0 0 0 0 0,0 0 0 0 0,0 1 0 0 0,1-1 0 0 0,-1 0 0 0 0,0 0 0 0 0,0 0 0 0 0,1 0 0 0 0,-1 1 0 0 0,1-1 0 0 0,-1 0 0 0 0,1 0 0 0 0,-1 0 0 0 0,1 0 0 0 0,0 0 0 0 0,-1 0 0 0 0,1 0 0 0 0,0 0 0 0 0,0 0 0 0 0,0-1 1 0 0,1 2-1 0 0,0 0 3 0 0,1-1 1 0 0,-1 0 0 0 0,1 0 0 0 0,-1 0 0 0 0,1-1 0 0 0,-1 1 0 0 0,1-1 0 0 0,-1 1 0 0 0,1-1 0 0 0,4 0 0 0 0,6 0-24 0 0,0-1 0 0 0,0-1 0 0 0,18-4 0 0 0,-27 5-14 0 0,37-10-560 0 0,18-4-2266 0 0,-21 12-2748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0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 4609 0 0,'2'0'183'0'0,"-1"-1"1"0"0,1 1-1 0 0,0-1 0 0 0,-1 0 1 0 0,1 0-1 0 0,-1 0 0 0 0,1 0 1 0 0,-1 0-1 0 0,1 0 0 0 0,-1 0 1 0 0,0 0-1 0 0,1-1 0 0 0,1-1 1 0 0,-3 2 46 0 0,1 0 1 0 0,-1 0 0 0 0,1 0 0 0 0,0 0-1 0 0,0 0 1 0 0,-1 0 0 0 0,1 0-1 0 0,0 0 1 0 0,0 0 0 0 0,0 1 0 0 0,0-1-1 0 0,0 0 1 0 0,0 1 0 0 0,0-1 0 0 0,0 1-1 0 0,0-1 1 0 0,0 1 0 0 0,0 0 0 0 0,0-1-1 0 0,0 1 1 0 0,1 0 0 0 0,-1 0 0 0 0,0 0-1 0 0,0 0 1 0 0,0 0 0 0 0,1 0-1 0 0,-1 0 1 0 0,2 0 0 0 0,-2 1 166 0 0,0 1 1 0 0,1-1-1 0 0,-1 0 0 0 0,0 0 0 0 0,0 1 1 0 0,-1-1-1 0 0,1 1 0 0 0,0-1 0 0 0,0 0 1 0 0,-1 1-1 0 0,1 0 0 0 0,0 2 1 0 0,7 39 2020 0 0,-8-35-2075 0 0,6 68 477 0 0,-4 84 1 0 0,-1-6-605 0 0,17 22 74 0 0,1 43 284 0 0,-19-194-661 0 0,-1 0 1 0 0,-1-1-1 0 0,-1 1 1 0 0,-2 0 0 0 0,0-1-1 0 0,-14 41 1 0 0,14-54-1785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60 1376 0 0,'-15'-60'17132'0'0,"16"91"-15080"0"0,23 206-208 0 0,0-81-5301 0 0,-17-123-3455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1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5 115 7834 0 0,'4'-7'8986'0'0,"-4"12"-8421"0"0,-4 19-143 0 0,1 0 1 0 0,2 0-1 0 0,0 1 0 0 0,5 39 0 0 0,-4-57-402 0 0,1 0 0 0 0,1 0-1 0 0,-1 0 1 0 0,1-1-1 0 0,0 1 1 0 0,0 0-1 0 0,1-1 1 0 0,0 0 0 0 0,0 1-1 0 0,1-1 1 0 0,0-1-1 0 0,0 1 1 0 0,0 0-1 0 0,0-1 1 0 0,1 0 0 0 0,0 0-1 0 0,0 0 1 0 0,1-1-1 0 0,-1 0 1 0 0,1 0-1 0 0,10 6 1 0 0,-15-10-21 0 0,0 1 0 0 0,-1-1-1 0 0,1 0 1 0 0,0 0 0 0 0,-1 1 0 0 0,1-1 0 0 0,0 0-1 0 0,0 0 1 0 0,-1 0 0 0 0,1 0 0 0 0,0 0 0 0 0,-1 0 0 0 0,1 0-1 0 0,0 0 1 0 0,0 0 0 0 0,-1 0 0 0 0,1 0 0 0 0,0 0 0 0 0,0 0-1 0 0,-1-1 1 0 0,1 1 0 0 0,0 0 0 0 0,-1-1 0 0 0,1 1-1 0 0,0 0 1 0 0,-1-1 0 0 0,2 0 0 0 0,-1 0-13 0 0,0-1 1 0 0,0 1-1 0 0,0-1 0 0 0,0 1 1 0 0,0-1-1 0 0,0 0 0 0 0,-1 1 1 0 0,1-1-1 0 0,0 0 1 0 0,0-3-1 0 0,3-49-518 0 0,-4 50 447 0 0,-2-20-375 0 0,0 0 0 0 0,-11-44 0 0 0,6 39 848 0 0,-2-34 1 0 0,9 59-340 0 0,1 0 0 0 0,-1 1 1 0 0,1-1-1 0 0,0 1 0 0 0,0-1 0 0 0,0 1 1 0 0,1 0-1 0 0,-1-1 0 0 0,1 1 0 0 0,-1 0 0 0 0,1 0 1 0 0,0 0-1 0 0,1 0 0 0 0,-1 0 0 0 0,0 0 1 0 0,1 1-1 0 0,-1-1 0 0 0,1 1 0 0 0,0 0 1 0 0,0 0-1 0 0,0 0 0 0 0,0 0 0 0 0,0 0 0 0 0,7-2 1 0 0,7-4 127 0 0,0 1 1 0 0,0 0-1 0 0,26-5 0 0 0,-35 9-125 0 0,1 2-1 0 0,-1-1 0 0 0,1 1 0 0 0,0 0 0 0 0,-1 1 0 0 0,1 0 0 0 0,0 0 0 0 0,0 1 1 0 0,-1 0-1 0 0,10 2 0 0 0,-15-2-46 0 0,0 0 0 0 0,0 0 0 0 0,0 1 0 0 0,0-1 0 0 0,0 1 1 0 0,0 0-1 0 0,-1-1 0 0 0,1 1 0 0 0,-1 1 0 0 0,1-1 0 0 0,-1 0 0 0 0,0 0 0 0 0,0 1 1 0 0,0-1-1 0 0,0 1 0 0 0,0 0 0 0 0,0 0 0 0 0,-1-1 0 0 0,1 1 0 0 0,-1 0 0 0 0,0 0 1 0 0,0 1-1 0 0,0-1 0 0 0,0 0 0 0 0,-1 0 0 0 0,1 0 0 0 0,-1 1 0 0 0,0-1 0 0 0,0 6 1 0 0,-6 62-151 0 0,3-50 122 0 0,1-1 0 0 0,1 1 0 0 0,0-1 0 0 0,5 33 0 0 0,-4-48 19 0 0,1 0 1 0 0,0 0-1 0 0,1 0 0 0 0,-1-1 0 0 0,1 1 1 0 0,0 0-1 0 0,0-1 0 0 0,1 0 0 0 0,-1 1 1 0 0,1-1-1 0 0,0 0 0 0 0,0 0 0 0 0,0 0 1 0 0,1-1-1 0 0,-1 1 0 0 0,1-1 0 0 0,0 0 1 0 0,0 0-1 0 0,0 0 0 0 0,0-1 0 0 0,0 1 1 0 0,1-1-1 0 0,8 3 0 0 0,-12-4 8 0 0,1 0 1 0 0,-1-1-1 0 0,1 1 0 0 0,-1-1 1 0 0,0 0-1 0 0,1 1 1 0 0,-1-1-1 0 0,1 0 0 0 0,-1 0 1 0 0,1 0-1 0 0,-1 0 0 0 0,1 0 1 0 0,-1 0-1 0 0,0 0 0 0 0,1-1 1 0 0,-1 1-1 0 0,1 0 0 0 0,-1-1 1 0 0,0 1-1 0 0,1-1 0 0 0,-1 1 1 0 0,0-1-1 0 0,1 0 0 0 0,-1 0 1 0 0,0 0-1 0 0,1 0 0 0 0,0-2 23 0 0,0 1-1 0 0,-1-1 1 0 0,1 1-1 0 0,-1-1 1 0 0,0 1-1 0 0,0-1 1 0 0,0 1-1 0 0,0-1 1 0 0,0 0-1 0 0,-1 0 1 0 0,1 0-1 0 0,-1-4 1 0 0,1-8 181 0 0,-1-1 0 0 0,-1 1 0 0 0,-4-27 0 0 0,-19-70 575 0 0,21 99-892 0 0,-2 1 0 0 0,0-1 0 0 0,0 1-1 0 0,-1 0 1 0 0,0 0 0 0 0,-13-16-1 0 0,14 22-692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2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16 159 5065 0 0,'-1'0'156'0'0,"0"0"0"0"0,0 0 1 0 0,0 1-1 0 0,0-1 0 0 0,0 1 0 0 0,1-1 0 0 0,-1 1 1 0 0,0-1-1 0 0,0 1 0 0 0,0-1 0 0 0,1 1 0 0 0,-1 0 0 0 0,0-1 1 0 0,1 1-1 0 0,-1 0 0 0 0,0-1 0 0 0,1 1 0 0 0,-1 2 1 0 0,14 1 2662 0 0,40-7 1165 0 0,-45 2-3545 0 0,124 1 3261 0 0,-132 0-3680 0 0,1 0 0 0 0,-1 0 1 0 0,0 0-1 0 0,1 0 0 0 0,-1 0 0 0 0,0 0 1 0 0,1 0-1 0 0,-1 0 0 0 0,0-1 0 0 0,0 1 1 0 0,1 0-1 0 0,-1 0 0 0 0,0 0 0 0 0,1 0 1 0 0,-1 0-1 0 0,0-1 0 0 0,0 1 0 0 0,1 0 1 0 0,-1 0-1 0 0,0-1 0 0 0,0 1 1 0 0,0 0-1 0 0,1 0 0 0 0,-1-1 0 0 0,0 1 1 0 0,0 0-1 0 0,0 0 0 0 0,0-1 0 0 0,0 1 1 0 0,0 0-1 0 0,0-1 0 0 0,1 1 0 0 0,-1 0 1 0 0,0 0-1 0 0,0-1 0 0 0,-3-16 574 0 0,-9-14 128 0 0,-7 3-673 0 0,15 23-94 0 0,1 1 0 0 0,0-1 0 0 0,-1 0-1 0 0,1 1 1 0 0,1-1 0 0 0,-1-1 0 0 0,1 1 0 0 0,0 0 0 0 0,0-1 0 0 0,-1-6-1 0 0,4 11 39 0 0,-1 0-1 0 0,1 0 0 0 0,-1 0 0 0 0,1-1 0 0 0,-1 1 0 0 0,1 0 1 0 0,0 0-1 0 0,0 0 0 0 0,-1 0 0 0 0,1 0 0 0 0,0 1 1 0 0,0-1-1 0 0,0 0 0 0 0,0 0 0 0 0,0 0 0 0 0,0 1 1 0 0,0-1-1 0 0,1 1 0 0 0,-1-1 0 0 0,0 1 0 0 0,0-1 0 0 0,0 1 1 0 0,0-1-1 0 0,1 1 0 0 0,-1 0 0 0 0,0 0 0 0 0,2 0 1 0 0,39-5 266 0 0,-38 4-232 0 0,-2 1 4 0 0,1 0-1 0 0,-1 0 0 0 0,1 1 0 0 0,0-1 0 0 0,-1 0 0 0 0,1 1 0 0 0,-1 0 0 0 0,1-1 0 0 0,-1 1 1 0 0,1 0-1 0 0,-1 0 0 0 0,1 0 0 0 0,-1 1 0 0 0,0-1 0 0 0,0 1 0 0 0,0-1 0 0 0,3 3 1 0 0,-1 0 14 0 0,-1 0 1 0 0,1 1 0 0 0,-1-1-1 0 0,0 1 1 0 0,0 0 0 0 0,0 0 0 0 0,3 9-1 0 0,1 7 150 0 0,0 0-1 0 0,-2 0 0 0 0,3 26 1 0 0,-7-38-80 0 0,6 71 308 0 0,-5-77-997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3.3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138 148 4609 0 0,'-9'-1'503'0'0,"-1"0"1"0"0,1-1-1 0 0,0-1 0 0 0,0 1 1 0 0,0-2-1 0 0,-16-7 1 0 0,-17-6 1092 0 0,27 10 3 0 0,33 7 460 0 0,-2 0-1682 0 0,207-25 3896 0 0,-29 1-2250 0 0,282-3 290 0 0,22 11-2217 0 0,-319 17-551 0 0,80-5-629 0 0,-241 0 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3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11522 0 0,'25'36'5480'0'0,"-17"-20"-4654"0"0,0 1 0 0 0,-1 0-1 0 0,-1 0 1 0 0,-1 0 0 0 0,0 1 0 0 0,4 35-1 0 0,0 116-810 0 0,-7-98 341 0 0,0 6-858 0 0,1 8 1086 0 0,13 86 1 0 0,-11-140-1253 0 0,2 0 0 0 0,11 30 0 0 0,-11-41-1037 0 0,2 0 1 0 0,0 0-1 0 0,21 32 1 0 0,-14-29-4764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4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0 4609 0 0,'8'2'14564'0'0,"5"1"-10693"0"0,14 4-6367 0 0,-18-5 3913 0 0,-4-1-1425 0 0,-1-1-1 0 0,0 1 1 0 0,0 0 0 0 0,0 0 0 0 0,0 0 0 0 0,0 1 0 0 0,0 0-1 0 0,4 2 1 0 0,-7-4-5 0 0,-1 0 0 0 0,1 1 0 0 0,-1-1 0 0 0,1 1-1 0 0,-1-1 1 0 0,1 1 0 0 0,-1-1 0 0 0,1 1 0 0 0,-1-1 0 0 0,0 1-1 0 0,1 0 1 0 0,-1-1 0 0 0,0 1 0 0 0,1 0 0 0 0,-1-1 0 0 0,0 1-1 0 0,0 0 1 0 0,0-1 0 0 0,0 1 0 0 0,0 0 0 0 0,0 0 0 0 0,0 1-18 0 0,0-1 0 0 0,-1 1 1 0 0,1-1-1 0 0,-1 1 0 0 0,1-1 1 0 0,-1 0-1 0 0,0 1 0 0 0,1-1 1 0 0,-1 0-1 0 0,0 1 0 0 0,0-1 1 0 0,0 0-1 0 0,-2 2 1 0 0,-58 53-464 0 0,48-46 361 0 0,0 0-1 0 0,1 1 1 0 0,0 0 0 0 0,1 1-1 0 0,1 0 1 0 0,0 1 0 0 0,-14 22-1 0 0,24-33 135 0 0,-1-1-1 0 0,0 1 1 0 0,0 0 0 0 0,1-1-1 0 0,-1 1 1 0 0,1 0-1 0 0,-1 0 1 0 0,1 0 0 0 0,0-1-1 0 0,-1 1 1 0 0,1 0 0 0 0,0 0-1 0 0,0 0 1 0 0,1-1-1 0 0,-1 1 1 0 0,0 0 0 0 0,1 0-1 0 0,-1 0 1 0 0,1-1-1 0 0,-1 1 1 0 0,2 3 0 0 0,0-3 1 0 0,0 0 0 0 0,-1 0 1 0 0,1 0-1 0 0,0 0 0 0 0,1-1 0 0 0,-1 1 1 0 0,0 0-1 0 0,0-1 0 0 0,1 1 1 0 0,-1-1-1 0 0,0 0 0 0 0,1 0 0 0 0,2 1 1 0 0,11 2 11 0 0,-1 0 0 0 0,1-1 0 0 0,-1-1 0 0 0,18 0 0 0 0,-19-1-6 0 0,-12-1-2 0 0,6 1-39 0 0,0-1-1 0 0,-1 1 0 0 0,1 1 1 0 0,0-1-1 0 0,13 6 0 0 0,-19-6-3 0 0,-1-1 0 0 0,0 1 0 0 0,0-1 0 0 0,0 1 1 0 0,0 0-1 0 0,0-1 0 0 0,0 1 0 0 0,-1 0 0 0 0,1 0 0 0 0,0 0 0 0 0,0 0 0 0 0,0 0 0 0 0,-1 0 0 0 0,1 0 0 0 0,-1 0 0 0 0,1 0 0 0 0,-1 0 0 0 0,2 2 0 0 0,-2-1-45 0 0,0 0 1 0 0,0 0-1 0 0,0 0 1 0 0,0-1-1 0 0,-1 1 1 0 0,1 0-1 0 0,0 0 1 0 0,-1 0-1 0 0,1-1 0 0 0,-1 1 1 0 0,0 0-1 0 0,0 0 1 0 0,0-1-1 0 0,1 1 1 0 0,-1-1-1 0 0,-2 3 1 0 0,-39 43-992 0 0,-4 3 643 0 0,44-47 427 0 0,-1 0 1 0 0,1 1 0 0 0,0-1 0 0 0,0 1 0 0 0,0 0 0 0 0,1 0 0 0 0,-1 0-1 0 0,1 0 1 0 0,0 0 0 0 0,0 0 0 0 0,0 0 0 0 0,0 6 0 0 0,2-7-13 0 0,-1-1 1 0 0,1 0 0 0 0,0 0-1 0 0,-1 0 1 0 0,1 0-1 0 0,0 0 1 0 0,0 0 0 0 0,1 0-1 0 0,-1 0 1 0 0,0 0-1 0 0,1 0 1 0 0,-1-1 0 0 0,1 1-1 0 0,-1-1 1 0 0,1 1-1 0 0,0-1 1 0 0,0 1 0 0 0,0-1-1 0 0,-1 0 1 0 0,1 0-1 0 0,0 0 1 0 0,1 0 0 0 0,-1 0-1 0 0,0-1 1 0 0,0 1-1 0 0,5 0 1 0 0,3 2-232 0 0,0 0 0 0 0,1-2 0 0 0,-1 1 0 0 0,16-1 0 0 0,-19-1-277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4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0,'19'46'5511'0'0,"-10"-11"-3879"0"0,-3 1 0 0 0,-1 0 1 0 0,1 49-1 0 0,-9 112-1343 0 0,0-136 136 0 0,0 40-399 0 0,0 317 757 0 0,3-405-744 0 0,0-5-1496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5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1634 1 1840 0 0,'-3'7'19856'0'0,"-5"-5"-21290"0"0,-31 14 1698 0 0,0-2 1 0 0,-1-2 0 0 0,-1-1 0 0 0,0-3 0 0 0,0-1-1 0 0,0-2 1 0 0,-1-1 0 0 0,-68-4 0 0 0,-314-10 353 0 0,316 14-327 0 0,-205 35 0 0 0,260-31-327 0 0,-75 1 0 0 0,-16 2-2231 0 0,126-8-5452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6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36 157 5529 0 0,'0'-7'677'0'0,"0"-14"2123"0"0,-5-37 1 0 0,5 53-2128 0 0,-1-1 0 0 0,0 1 0 0 0,-1 0 0 0 0,1-1 0 0 0,-1 1 0 0 0,0 0 0 0 0,-1 0 0 0 0,1 0-1 0 0,-1 1 1 0 0,0-1 0 0 0,0 0 0 0 0,-5-4 391 0 0,12 34 25 0 0,-3 145-698 0 0,-3-115-815 0 0,2 0 0 0 0,3 0 0 0 0,2-1 0 0 0,13 63 0 0 0,-7-78-6879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0:57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68 5985 0 0,'0'-1'135'0'0,"0"1"0"0"0,0-1-1 0 0,0 0 1 0 0,0 0 0 0 0,0 1-1 0 0,0-1 1 0 0,0 0 0 0 0,-1 0-1 0 0,1 1 1 0 0,0-1 0 0 0,0 0-1 0 0,-1 1 1 0 0,1-1 0 0 0,0 0-1 0 0,-1 1 1 0 0,1-1 0 0 0,-1 1-1 0 0,1-1 1 0 0,-1 0 0 0 0,1 1-1 0 0,-1-1 1 0 0,1 1 0 0 0,-1-1-1 0 0,0 1 1 0 0,1 0 0 0 0,-1-1-1 0 0,1 1 1 0 0,-1 0 0 0 0,0-1 0 0 0,1 1-1 0 0,-1 0 1 0 0,0 0 0 0 0,0-1-1 0 0,1 1 1 0 0,-1 0 0 0 0,-1 0-1 0 0,0 1 170 0 0,1-1 0 0 0,-1 1 0 0 0,1 0 0 0 0,-1 0 0 0 0,1 0 0 0 0,-1 0 0 0 0,1 0 0 0 0,-1 0 0 0 0,1 1 0 0 0,0-1 0 0 0,0 0 0 0 0,-1 1 0 0 0,1-1-1 0 0,0 0 1 0 0,-1 3 0 0 0,-7 12-94 0 0,1 1-1 0 0,0 0 1 0 0,1 1-1 0 0,1-1 0 0 0,1 2 1 0 0,0-1-1 0 0,1 0 0 0 0,1 1 1 0 0,1-1-1 0 0,1 1 1 0 0,0 0-1 0 0,2 0 0 0 0,0 0 1 0 0,6 31-1 0 0,-6-45-179 0 0,0-1 0 0 0,1 1 0 0 0,-1-1 0 0 0,1 0 0 0 0,0 0 1 0 0,0 0-1 0 0,0 0 0 0 0,1 0 0 0 0,-1 0 0 0 0,1-1 0 0 0,0 1 0 0 0,0-1 0 0 0,0 1 0 0 0,1-1 0 0 0,-1 0 0 0 0,7 4 0 0 0,-7-6-6 0 0,0 0-1 0 0,-1 0 1 0 0,1 0-1 0 0,0 0 1 0 0,0 0-1 0 0,1-1 1 0 0,-1 1-1 0 0,0-1 1 0 0,0 0-1 0 0,0 0 1 0 0,0 0-1 0 0,0 0 1 0 0,0 0-1 0 0,0-1 1 0 0,0 0-1 0 0,1 1 1 0 0,-1-1-1 0 0,-1 0 1 0 0,1 0-1 0 0,0-1 1 0 0,0 1-1 0 0,0-1 1 0 0,-1 1-1 0 0,5-4 1 0 0,-2 2-3 0 0,-1 0 1 0 0,1-1-1 0 0,-1 1 1 0 0,0-1-1 0 0,-1 0 1 0 0,1 0-1 0 0,-1 0 1 0 0,1 0-1 0 0,-1-1 1 0 0,0 1-1 0 0,-1-1 1 0 0,1 0-1 0 0,-1 0 1 0 0,0 0-1 0 0,0 0 0 0 0,-1 0 1 0 0,1 0-1 0 0,-1 0 1 0 0,0-1-1 0 0,-1 1 1 0 0,1-7-1 0 0,-2-5-102 0 0,-1 0-1 0 0,-1 0 0 0 0,-1 0 0 0 0,0 1 0 0 0,-8-21 1 0 0,6 22-69 0 0,2 0-1 0 0,-1-1 1 0 0,2 1 0 0 0,0-1 0 0 0,1 0 0 0 0,-1-18-1 0 0,4 32 118 0 0,-1 0 0 0 0,0-1-1 0 0,1 1 1 0 0,-1 0 0 0 0,1 0-1 0 0,0 0 1 0 0,0 0 0 0 0,0 0-1 0 0,0 0 1 0 0,0 0-1 0 0,0 0 1 0 0,1 0 0 0 0,-1 0-1 0 0,0 0 1 0 0,1 1 0 0 0,0-1-1 0 0,1-1 1 0 0,2-1 6 0 0,0 1 1 0 0,-1 0-1 0 0,1 0 0 0 0,0 1 1 0 0,1 0-1 0 0,8-4 0 0 0,5 1 160 0 0,0 1-1 0 0,38-3 1 0 0,-43 5 21 0 0,0 1 1 0 0,-1 1-1 0 0,1 0 0 0 0,0 1 0 0 0,23 5 1 0 0,-34-6-153 0 0,0 1 0 0 0,0 0 0 0 0,0 0 0 0 0,-1 0 0 0 0,1 0 0 0 0,0 0 0 0 0,0 1 0 0 0,-1-1 0 0 0,1 1 1 0 0,-1-1-1 0 0,0 1 0 0 0,1 0 0 0 0,-1 0 0 0 0,0 0 0 0 0,0 0 0 0 0,0 1 0 0 0,0-1 0 0 0,-1 1 0 0 0,1-1 1 0 0,-1 1-1 0 0,1-1 0 0 0,-1 1 0 0 0,0 0 0 0 0,0 0 0 0 0,0-1 0 0 0,0 1 0 0 0,0 0 0 0 0,-1 0 0 0 0,0 0 1 0 0,1 0-1 0 0,-1 0 0 0 0,-1 5 0 0 0,0 7-280 0 0,-2-1-1 0 0,0 1 1 0 0,0-1 0 0 0,-1 1 0 0 0,-8 15 0 0 0,6-13 33 0 0,0 0 0 0 0,-6 31 1 0 0,12-45 243 0 0,-1 1 1 0 0,1-1 0 0 0,-1 0 0 0 0,1 0 0 0 0,0 0 0 0 0,0 1-1 0 0,1-1 1 0 0,-1 0 0 0 0,1 0 0 0 0,-1 0 0 0 0,1 0-1 0 0,0 0 1 0 0,0 0 0 0 0,1 0 0 0 0,-1 0 0 0 0,0 0 0 0 0,1 0-1 0 0,0 0 1 0 0,0-1 0 0 0,0 1 0 0 0,0-1 0 0 0,0 1-1 0 0,0-1 1 0 0,0 0 0 0 0,1 0 0 0 0,-1 0 0 0 0,1 0 0 0 0,0 0-1 0 0,0-1 1 0 0,-1 1 0 0 0,1-1 0 0 0,0 0 0 0 0,0 1-1 0 0,0-2 1 0 0,1 1 0 0 0,-1 0 0 0 0,0 0 0 0 0,0-1 0 0 0,4 0-1 0 0,1 1 64 0 0,0 0 0 0 0,-1-1 0 0 0,1-1 0 0 0,0 1-1 0 0,0-1 1 0 0,-1 0 0 0 0,1-1 0 0 0,-1 0 0 0 0,1 0-1 0 0,-1-1 1 0 0,0 1 0 0 0,0-2 0 0 0,0 1 0 0 0,0-1-1 0 0,9-7 1 0 0,-8 4 173 0 0,-1 0 1 0 0,-1-1-1 0 0,1 0 0 0 0,-1 0 1 0 0,-1-1-1 0 0,0 0 0 0 0,0 1 0 0 0,0-2 1 0 0,-1 1-1 0 0,-1-1 0 0 0,5-16 0 0 0,-6 17-131 0 0,0 1 0 0 0,-1 0 0 0 0,0-1 0 0 0,0 1 0 0 0,-1-1 0 0 0,0 1 0 0 0,0 0 0 0 0,-1-1 0 0 0,0 1 0 0 0,-1-1 0 0 0,1 1 0 0 0,-2 0 0 0 0,1 0 1 0 0,-6-12-1 0 0,6 18-103 0 0,1-1 0 0 0,-1 0 0 0 0,0 1 0 0 0,0 0 0 0 0,0-1 0 0 0,0 1 0 0 0,0 0 0 0 0,-1 0 0 0 0,1 0 0 0 0,0 1 0 0 0,-1-1 1 0 0,0 0-1 0 0,1 1 0 0 0,-1 0 0 0 0,0-1 0 0 0,0 1 0 0 0,0 0 0 0 0,1 1 0 0 0,-1-1 0 0 0,0 0 0 0 0,-4 0 0 0 0,0 1-457 0 0,0 0-1 0 0,0 0 0 0 0,0 1 0 0 0,0 0 0 0 0,0 0 0 0 0,0 1 0 0 0,1-1 1 0 0,-9 4-1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04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 0 8290 0 0,'-1'16'6269'0'0,"-1"-8"-6208"0"0,1 1-1 0 0,-2-1 1 0 0,1 1-1 0 0,-6 11 1 0 0,6-15-21 0 0,-48 116 1052 0 0,46-109-1003 0 0,0 0 1 0 0,1 1-1 0 0,1-1 0 0 0,0 1 1 0 0,0 0-1 0 0,1 0 1 0 0,1 0-1 0 0,1 13 0 0 0,0-22-76 0 0,0 0 0 0 0,0 0-1 0 0,0 0 1 0 0,1 0 0 0 0,-1 0-1 0 0,1 0 1 0 0,0-1 0 0 0,0 1-1 0 0,1-1 1 0 0,-1 1 0 0 0,1-1-1 0 0,-1 0 1 0 0,1 0 0 0 0,0 0-1 0 0,0 0 1 0 0,0 0 0 0 0,1-1 0 0 0,-1 1-1 0 0,1-1 1 0 0,0 0 0 0 0,-1 0-1 0 0,1 0 1 0 0,0-1 0 0 0,0 0-1 0 0,0 1 1 0 0,0-1 0 0 0,0 0-1 0 0,0-1 1 0 0,0 1 0 0 0,1-1-1 0 0,-1 0 1 0 0,0 0 0 0 0,0 0-1 0 0,0 0 1 0 0,0-1 0 0 0,1 0-1 0 0,-1 0 1 0 0,0 0 0 0 0,0 0 0 0 0,0-1-1 0 0,0 1 1 0 0,-1-1 0 0 0,1 0-1 0 0,0 0 1 0 0,-1-1 0 0 0,1 1-1 0 0,-1-1 1 0 0,0 1 0 0 0,0-1-1 0 0,0 0 1 0 0,0 0 0 0 0,2-4-1 0 0,-4 6-29 0 0,0 0 0 0 0,0 0-1 0 0,-1 0 1 0 0,1 0-1 0 0,-1 0 1 0 0,1 0 0 0 0,-1 0-1 0 0,1 0 1 0 0,-1 0 0 0 0,1-1-1 0 0,-1 1 1 0 0,0 0-1 0 0,0 0 1 0 0,0 0 0 0 0,1 0-1 0 0,-1-1 1 0 0,0 1-1 0 0,-1 0 1 0 0,1 0 0 0 0,0 0-1 0 0,0-1 1 0 0,0 1-1 0 0,-1 0 1 0 0,1 0 0 0 0,0 0-1 0 0,-1 0 1 0 0,1 0 0 0 0,-1 0-1 0 0,0 0 1 0 0,0-1-1 0 0,-2-1-125 0 0,-1-1-1 0 0,1 2 1 0 0,-1-1-1 0 0,0 0 0 0 0,1 1 1 0 0,-8-4-1 0 0,7 5-135 0 0,1-1-1 0 0,-1 0 1 0 0,1-1 0 0 0,-1 1 0 0 0,1 0-1 0 0,-6-6 1 0 0,10 7 271 0 0,-1 0 0 0 0,0 0 1 0 0,0 1-1 0 0,0-1 0 0 0,1 0 0 0 0,-1 1 0 0 0,0-1 0 0 0,1 0 1 0 0,-1 1-1 0 0,0-1 0 0 0,1 0 0 0 0,-1 1 0 0 0,1-1 0 0 0,-1 1 1 0 0,1-1-1 0 0,0 1 0 0 0,-1-1 0 0 0,1 1 0 0 0,-1 0 0 0 0,1-1 1 0 0,0 1-1 0 0,-1 0 0 0 0,1-1 0 0 0,0 1 0 0 0,-1 0 1 0 0,1 0-1 0 0,1-1 0 0 0,26-11 339 0 0,-24 10-291 0 0,5-2 88 0 0,92-37 1180 0 0,-89 38-1070 0 0,-1 0 0 0 0,1 1 1 0 0,0 0-1 0 0,-1 0 1 0 0,1 1-1 0 0,0 1 1 0 0,13 1-1 0 0,-24-1-211 0 0,1 0-1 0 0,-1 1 1 0 0,0-1-1 0 0,0 0 0 0 0,1 1 1 0 0,-1-1-1 0 0,0 1 1 0 0,0 0-1 0 0,0 0 1 0 0,0-1-1 0 0,0 1 0 0 0,0 0 1 0 0,0 0-1 0 0,0 0 1 0 0,0 0-1 0 0,0 0 0 0 0,0 0 1 0 0,0 0-1 0 0,-1 0 1 0 0,1 0-1 0 0,0 1 1 0 0,-1-1-1 0 0,1 0 0 0 0,-1 0 1 0 0,1 1-1 0 0,-1-1 1 0 0,0 0-1 0 0,1 0 0 0 0,-1 1 1 0 0,0-1-1 0 0,0 0 1 0 0,0 1-1 0 0,0-1 1 0 0,0 0-1 0 0,0 1 0 0 0,-1-1 1 0 0,0 3-1 0 0,-1 8 167 0 0,0 0-1 0 0,-1 1 0 0 0,-5 13 1 0 0,3-12-46 0 0,3-8-345 0 0,-3 12 404 0 0,0 0 0 0 0,-2 23 0 0 0,7-35-1008 0 0,-1-1 1 0 0,1 1-1 0 0,1 0 0 0 0,-1-1 1 0 0,1 1-1 0 0,0-1 0 0 0,1 7 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04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1 330 3209 0 0,'2'1'8835'0'0,"0"-4"-8092"0"0,2-4-587 0 0,-1 0 0 0 0,0 0 0 0 0,-1 0 0 0 0,1 0 0 0 0,-1 0 0 0 0,-1-1 0 0 0,0 1 0 0 0,0 0 0 0 0,0-1 0 0 0,-1 0 0 0 0,0 1 0 0 0,0-1 0 0 0,-1 1 0 0 0,0-1 0 0 0,-2-7 0 0 0,2 4-162 0 0,0 0-1 0 0,0 0 0 0 0,1 0 1 0 0,0 1-1 0 0,1-1 0 0 0,1 0 1 0 0,0 0-1 0 0,0 0 0 0 0,1 1 1 0 0,5-15-1 0 0,-6 21 137 0 0,0-1 0 0 0,0 1-1 0 0,1 0 1 0 0,-1 0 0 0 0,1 0 0 0 0,0 0 0 0 0,0 1 0 0 0,0-1 0 0 0,1 1-1 0 0,-1 0 1 0 0,1 0 0 0 0,0 0 0 0 0,0 0 0 0 0,0 0 0 0 0,0 1 0 0 0,0 0-1 0 0,0 0 1 0 0,1 0 0 0 0,-1 0 0 0 0,1 1 0 0 0,-1 0 0 0 0,1 0 0 0 0,0 0-1 0 0,0 0 1 0 0,-1 1 0 0 0,7 0 0 0 0,-9 0-64 0 0,0-1-1 0 0,0 1 1 0 0,0 1 0 0 0,0-1-1 0 0,0 0 1 0 0,0 0 0 0 0,1 1-1 0 0,-1-1 1 0 0,0 1 0 0 0,0 0-1 0 0,0 0 1 0 0,0-1 0 0 0,-1 1-1 0 0,1 1 1 0 0,0-1 0 0 0,0 0-1 0 0,0 0 1 0 0,-1 1 0 0 0,1-1-1 0 0,-1 1 1 0 0,3 2 0 0 0,-2 0-8 0 0,0 0 1 0 0,0 0 0 0 0,-1 0 0 0 0,0 0 0 0 0,1 1-1 0 0,-1-1 1 0 0,-1 0 0 0 0,1 1 0 0 0,-1 7-1 0 0,-1 123 68 0 0,1-134-112 0 0,1-1 0 0 0,-1 1 0 0 0,0-1 0 0 0,0 0 0 0 0,1 1-1 0 0,-1-1 1 0 0,0 0 0 0 0,0 0 0 0 0,1 1 0 0 0,-1-1 0 0 0,0 0 0 0 0,1 1 0 0 0,-1-1 0 0 0,0 0 0 0 0,1 0 0 0 0,-1 0 0 0 0,0 0 0 0 0,1 1 0 0 0,-1-1 0 0 0,1 0 0 0 0,-1 0 0 0 0,0 0 0 0 0,1 0 0 0 0,-1 0-1 0 0,1 0 1 0 0,-1 0 0 0 0,0 0 0 0 0,1 0 0 0 0,-1 0 0 0 0,1 0 0 0 0,-1 0 0 0 0,0 0 0 0 0,1 0 0 0 0,-1 0 0 0 0,1-1 0 0 0,-1 1 0 0 0,0 0 0 0 0,1 0 0 0 0,-1 0 0 0 0,0-1 0 0 0,1 1 0 0 0,-1 0 0 0 0,1-1-1 0 0,13-5 73 0 0,-1-1-19 0 0,-1 0 1 0 0,0 0 0 0 0,-1-1 0 0 0,0-1-1 0 0,11-10 1 0 0,33-23-652 0 0,-44 37 306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05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311 1 1376 0 0,'-80'4'8814'0'0,"2"8"-3648"0"0,44-5-4734 0 0,0 3 0 0 0,-50 20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37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44 157 3601 0 0,'-2'-10'869'0'0,"0"0"0"0"0,0 0 1 0 0,1-1-1 0 0,0 1 0 0 0,1 0 0 0 0,0-1 1 0 0,1 1-1 0 0,0-1 0 0 0,1 1 0 0 0,5-18 1 0 0,-5 2 4560 0 0,-8 31-3579 0 0,-7 11-486 0 0,6 4-1298 0 0,2 1 0 0 0,0 0 0 0 0,1 1 0 0 0,1-1 0 0 0,0 1 0 0 0,2 38 1 0 0,0-12-82 0 0,0 371-314 0 0,9-325 438 0 0,3 0-1 0 0,35 132 1 0 0,-29-159 43 0 0,15 124-1 0 0,-29-159-110 0 0,-2 0-1 0 0,-1 0 1 0 0,-2 1-1 0 0,-1-1 0 0 0,-1 0 1 0 0,-10 35-1 0 0,5-36-70 0 0,4-18-11 0 0,2-1-1 0 0,-1 1 0 0 0,1 0 1 0 0,1 0-1 0 0,1 0 0 0 0,-1 22 0 0 0,5-27-1285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37.8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47 204 4145 0 0,'-18'1'1919'0'0,"-11"-2"2833"0"0,31-1-4400 0 0,0 1 1 0 0,0-1-1 0 0,0 1 1 0 0,0 0-1 0 0,0 0 0 0 0,0 0 1 0 0,0 0-1 0 0,0 0 1 0 0,3-1-1 0 0,249-43 4339 0 0,-139 28-3444 0 0,672-50 643 0 0,-301 37-1101 0 0,-199-2-936 0 0,-280 32-1285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38.2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41 2761 0 0,'-65'22'10559'0'0,"110"-35"-8587"0"0,1 1 0 0 0,53-6 0 0 0,95 0-3539 0 0,-172 16 326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38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1376 0 0,'-5'19'17737'0'0,"17"-8"-18422"0"0,-4-1 1109 0 0,-2 1-1 0 0,0-1 1 0 0,0 1 0 0 0,-1 0 0 0 0,0 1-1 0 0,-1-1 1 0 0,0 1 0 0 0,3 19 0 0 0,0 12-95 0 0,1 49 1 0 0,-1-7-251 0 0,47 190 49 0 0,2 12-15 0 0,-39-145-113 0 0,43 296 0 0 0,-39-306-916 0 0,4 177 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39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104 63 6913 0 0,'-47'-2'-474'0'0,"40"3"735"0"0,1-1 0 0 0,0 0 1 0 0,-1 0-1 0 0,1 0 0 0 0,0-1 0 0 0,-13-3 0 0 0,54-5 4604 0 0,359-21-1025 0 0,530 12-1748 0 0,-125 81-1742 0 0,81 2-85 0 0,-92-87 1098 0 0,-696 18-1144 0 0,-15-1-28 0 0,-1 0-83 0 0,132 9 1 0 0,-186 0-151 0 0,-22-4-50 0 0,1 0-1 0 0,0 0 1 0 0,-1 0 0 0 0,1 0 0 0 0,0 1 0 0 0,-1-1 0 0 0,1 0 0 0 0,0 0 0 0 0,-1 1 0 0 0,1-1 0 0 0,0 1-1 0 0,-1-1 1 0 0,1 0 0 0 0,-1 1 0 0 0,1-1 0 0 0,-1 1 0 0 0,1-1 0 0 0,-1 1 0 0 0,1-1 0 0 0,-1 1 0 0 0,0 0-1 0 0,1-1 1 0 0,-1 1 0 0 0,0-1 0 0 0,1 2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0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36 168 2304 0 0,'5'-41'446'0'0,"1"-21"2265"0"0,-6 50-1155 0 0,0 1 1 0 0,-1 0 0 0 0,-6-20 3914 0 0,7 32-5401 0 0,-5 7 1778 0 0,-4 12-824 0 0,1 24-841 0 0,1 1 0 0 0,2 0-1 0 0,2 0 1 0 0,2 0 0 0 0,8 78 0 0 0,55 221 1164 0 0,-41-246-1243 0 0,-14-62-1200 0 0,-2 1 0 0 0,2 59 0 0 0,-8-61-5410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1.0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5 3369 0 0,'-2'-1'279'0'0,"1"0"1"0"0,0 1-1 0 0,-1-1 1 0 0,1 1-1 0 0,-1-1 1 0 0,1 1-1 0 0,-1 0 1 0 0,1-1-1 0 0,-1 1 1 0 0,1 0 0 0 0,-1 0-1 0 0,1 0 1 0 0,-1 0-1 0 0,1 0 1 0 0,-1 1-1 0 0,1-1 1 0 0,-1 0-1 0 0,1 1 1 0 0,-2 0-1 0 0,-26 10 2857 0 0,26-10-2813 0 0,0 1 1 0 0,0-1 0 0 0,1 1 0 0 0,-1 0-1 0 0,1 0 1 0 0,-1 0 0 0 0,1 0 0 0 0,0 0-1 0 0,-1 1 1 0 0,1-1 0 0 0,1 1 0 0 0,-1-1-1 0 0,0 1 1 0 0,0 0 0 0 0,-1 4 0 0 0,3-5-282 0 0,0-1 0 0 0,0 1 0 0 0,0-1-1 0 0,0 1 1 0 0,0-1 0 0 0,0 1 0 0 0,0-1 0 0 0,0 1 0 0 0,1-1 0 0 0,-1 1 0 0 0,1-1 0 0 0,-1 1 0 0 0,1-1 0 0 0,0 0 0 0 0,-1 1 0 0 0,1-1 0 0 0,0 0 0 0 0,0 1 0 0 0,0-1 0 0 0,0 0 0 0 0,0 0 0 0 0,0 0 0 0 0,0 0 0 0 0,0 0 0 0 0,1 0 0 0 0,-1 0 0 0 0,0 0 0 0 0,0-1 0 0 0,1 1 0 0 0,-1 0 0 0 0,1-1 0 0 0,2 1 0 0 0,24 11 43 0 0,43 11-1 0 0,-48-16-169 0 0,1 0 0 0 0,-1 2-1 0 0,23 12 1 0 0,-45-21 82 0 0,0 0 1 0 0,-1 0-1 0 0,1 1 1 0 0,-1-1-1 0 0,1 0 0 0 0,-1 1 1 0 0,1-1-1 0 0,-1 1 1 0 0,1-1-1 0 0,-1 1 1 0 0,0-1-1 0 0,1 1 0 0 0,-1-1 1 0 0,0 1-1 0 0,1-1 1 0 0,-1 1-1 0 0,0-1 1 0 0,0 1-1 0 0,1 0 0 0 0,-1-1 1 0 0,0 1-1 0 0,0-1 1 0 0,0 1-1 0 0,0 0 1 0 0,0-1-1 0 0,0 1 0 0 0,0 0 1 0 0,0-1-1 0 0,0 2 1 0 0,-11 17-152 0 0,-30 16-113 0 0,37-32 257 0 0,-46 31 371 0 0,35-24-155 0 0,0 0 1 0 0,0 0-1 0 0,1 2 1 0 0,0 0 0 0 0,-15 17-1 0 0,29-28-199 0 0,0-1-1 0 0,-1 1 0 0 0,1-1 1 0 0,-1 0-1 0 0,1 1 0 0 0,0-1 1 0 0,0 1-1 0 0,-1-1 1 0 0,1 1-1 0 0,0-1 0 0 0,0 0 1 0 0,0 1-1 0 0,-1-1 0 0 0,1 1 1 0 0,0 0-1 0 0,0-1 1 0 0,0 1-1 0 0,0-1 0 0 0,0 1 1 0 0,0-1-1 0 0,0 1 1 0 0,0-1-1 0 0,0 1 0 0 0,0-1 1 0 0,0 1-1 0 0,0-1 0 0 0,1 1 1 0 0,-1-1-1 0 0,0 1 1 0 0,0-1-1 0 0,0 1 0 0 0,1-1 1 0 0,-1 1-1 0 0,20 8-11 0 0,36-6-71 0 0,-45-2 180 0 0,-8-1-100 0 0,6 0 25 0 0,-1 0 0 0 0,1 1 0 0 0,-1 0 1 0 0,1 1-1 0 0,13 4 0 0 0,-21-5-24 0 0,0-1 0 0 0,0 1 1 0 0,0-1-1 0 0,0 1 0 0 0,0-1 0 0 0,0 1 0 0 0,0 0 0 0 0,0 0 1 0 0,0 0-1 0 0,0-1 0 0 0,0 1 0 0 0,0 0 0 0 0,-1 0 0 0 0,1 0 1 0 0,0 0-1 0 0,-1 1 0 0 0,1-1 0 0 0,0 2 0 0 0,0-1-2 0 0,-1 0-1 0 0,0 0 1 0 0,0 0-1 0 0,0-1 1 0 0,-1 1-1 0 0,1 0 1 0 0,0 0 0 0 0,-1 0-1 0 0,1 0 1 0 0,-1-1-1 0 0,1 1 1 0 0,-1 0-1 0 0,0-1 1 0 0,0 1-1 0 0,0 0 1 0 0,-2 2-1 0 0,-29 36 11 0 0,-12 18 19 0 0,42-54-30 0 0,0-1-1 0 0,0 1 0 0 0,0 0 1 0 0,1-1-1 0 0,-1 1 0 0 0,1 0 0 0 0,0 0 1 0 0,0 0-1 0 0,0 0 0 0 0,1 0 0 0 0,-1 0 1 0 0,1 0-1 0 0,0 0 0 0 0,1 5 0 0 0,-1-8-11 0 0,0 0 1 0 0,1 1-1 0 0,-1-1 0 0 0,1 1 0 0 0,-1-1 0 0 0,1 0 0 0 0,-1 1 1 0 0,1-1-1 0 0,0 0 0 0 0,0 0 0 0 0,0 0 0 0 0,-1 0 0 0 0,1 0 1 0 0,0 1-1 0 0,0-2 0 0 0,1 1 0 0 0,-1 0 0 0 0,0 0 0 0 0,0 0 0 0 0,0 0 1 0 0,2 0-1 0 0,0 0-47 0 0,1 1 0 0 0,-1-1 0 0 0,1-1 0 0 0,-1 1 0 0 0,1 0 0 0 0,-1-1 0 0 0,1 0 0 0 0,5 0 0 0 0,1 0-125 0 0,0-1 0 0 0,-1-1 1 0 0,1 0-1 0 0,0 0 0 0 0,12-5 0 0 0,5-4-5489 0 0,-13 5 184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1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 5529 0 0,'-5'19'2838'0'0,"2"1"-1"0"0,-2 26 1 0 0,6 42 1272 0 0,23 90-1994 0 0,-15-116-1181 0 0,7 73-432 0 0,-7 0 0 0 0,-12 197 0 0 0,-4-216-419 0 0,1-50 15 0 0,3 0 0 0 0,9 97 0 0 0,-4-147-372 0 0,0 0 1 0 0,1 0-1 0 0,1-1 1 0 0,1 1-1 0 0,0-1 1 0 0,1 0-1 0 0,7 14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2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36 6449 0 0,'-38'18'5274'0'0,"57"-26"-4934"0"0,12-5 1518 0 0,41-11-1 0 0,-63 22-1593 0 0,0 0 0 0 0,0 0 0 0 0,0 1 1 0 0,0 0-1 0 0,0 1 0 0 0,1 0 0 0 0,-1 0 0 0 0,0 1 1 0 0,17 3-1 0 0,-24-3-276 0 0,0-1 0 0 0,-1 1 0 0 0,1-1 0 0 0,-1 1-1 0 0,1 0 1 0 0,-1-1 0 0 0,0 1 0 0 0,1 0 0 0 0,-1 0 0 0 0,0 0 0 0 0,1 0 0 0 0,-1 0 0 0 0,0 1 0 0 0,0-1 0 0 0,0 0 0 0 0,0 0-1 0 0,0 1 1 0 0,0-1 0 0 0,0 1 0 0 0,-1-1 0 0 0,1 1 0 0 0,0 2 0 0 0,0-1-51 0 0,0 1 1 0 0,-1 0-1 0 0,0-1 1 0 0,0 1-1 0 0,0 0 0 0 0,0 0 1 0 0,0 0-1 0 0,-1-1 1 0 0,-1 7-1 0 0,-3 7-198 0 0,-1-1-1 0 0,-1 0 1 0 0,-11 20 0 0 0,16-32 247 0 0,-40 60-234 0 0,33-52 286 0 0,0 0-1 0 0,1 1 1 0 0,0-1 0 0 0,1 2 0 0 0,0-1 0 0 0,-7 25 0 0 0,13-37-33 0 0,1 0 0 0 0,0 0 0 0 0,0 0 0 0 0,0 0 0 0 0,-1 0 0 0 0,1-1 0 0 0,0 1 0 0 0,0 0 0 0 0,1 0 0 0 0,-1 0 0 0 0,0 0 0 0 0,0-1 0 0 0,0 1 0 0 0,0 0 0 0 0,1 0 0 0 0,-1 0 0 0 0,0 0 0 0 0,1-1 0 0 0,-1 1 0 0 0,1 0 0 0 0,-1-1 0 0 0,1 1 0 0 0,-1 0 0 0 0,1-1 0 0 0,-1 1 0 0 0,1 0 0 0 0,0 0 0 0 0,1 0 13 0 0,1 0-1 0 0,-1 0 1 0 0,0 0 0 0 0,0 0-1 0 0,0-1 1 0 0,0 1-1 0 0,1-1 1 0 0,-1 1 0 0 0,0-1-1 0 0,4 0 1 0 0,7 1 275 0 0,1-2 0 0 0,24-4 1 0 0,-29 4 34 0 0,-7 0-307 0 0,0 1 1 0 0,0 0-1 0 0,0-1 1 0 0,0 1-1 0 0,0 0 0 0 0,-1 0 1 0 0,1 0-1 0 0,0 0 1 0 0,0 1-1 0 0,0-1 0 0 0,0 0 1 0 0,0 1-1 0 0,-1-1 1 0 0,1 1-1 0 0,0 0 1 0 0,0-1-1 0 0,-1 1 0 0 0,1 0 1 0 0,0 0-1 0 0,-1 0 1 0 0,3 2-1 0 0,-3-1-8 0 0,0 0 0 0 0,0-1 0 0 0,-1 1 0 0 0,1 0 0 0 0,0 0 0 0 0,-1-1 0 0 0,0 1-1 0 0,1 0 1 0 0,-1 0 0 0 0,0 0 0 0 0,0 0 0 0 0,0-1 0 0 0,0 1 0 0 0,0 0 0 0 0,0 0 0 0 0,0 0 0 0 0,-2 3 0 0 0,-2 9 82 0 0,-1 0 0 0 0,-1-1 0 0 0,0 1 0 0 0,-10 15 0 0 0,12-21 34 0 0,1-4-99 0 0,1 0-1 0 0,0 0 1 0 0,0 1 0 0 0,0-1-1 0 0,1 1 1 0 0,-1-1-1 0 0,1 1 1 0 0,0 0 0 0 0,0 7-1 0 0,1-11-22 0 0,0 1-1 0 0,0-1 1 0 0,1 1 0 0 0,-1-1-1 0 0,1 1 1 0 0,-1-1-1 0 0,1 1 1 0 0,-1-1-1 0 0,1 0 1 0 0,0 1 0 0 0,0-1-1 0 0,0 0 1 0 0,0 0-1 0 0,0 0 1 0 0,0 1 0 0 0,0-1-1 0 0,0 0 1 0 0,0 0-1 0 0,0 0 1 0 0,1-1 0 0 0,-1 1-1 0 0,0 0 1 0 0,0 0-1 0 0,1-1 1 0 0,-1 1 0 0 0,1-1-1 0 0,-1 1 1 0 0,1-1-1 0 0,-1 0 1 0 0,1 1-1 0 0,-1-1 1 0 0,1 0 0 0 0,1 0-1 0 0,9 1-227 0 0,0 0 0 0 0,0-1 0 0 0,1-1-1 0 0,-1 0 1 0 0,16-4 0 0 0,-17 3-26 0 0,0 1 0 0 0,0-1 0 0 0,0 2 0 0 0,0-1 0 0 0,0 1 0 0 0,17 3 0 0 0,-28-3 196 0 0,0 0 0 0 0,1 0 0 0 0,-1 0 0 0 0,0 0 0 0 0,1 0 0 0 0,-1 0 0 0 0,0 0 0 0 0,1 0 0 0 0,-1 1 1 0 0,0-1-1 0 0,1 0 0 0 0,-1 0 0 0 0,0 0 0 0 0,1 0 0 0 0,-1 1 0 0 0,0-1 0 0 0,0 0 0 0 0,1 0 0 0 0,-1 0 1 0 0,0 1-1 0 0,0-1 0 0 0,1 0 0 0 0,-1 1 0 0 0,0-1 0 0 0,0 0 0 0 0,0 0 0 0 0,0 1 0 0 0,1-1 0 0 0,-1 0 1 0 0,0 1-1 0 0,0-1 0 0 0,0 0 0 0 0,0 1 0 0 0,0 0 0 0 0,-8 10-784 0 0,-22 12-107 0 0,25-20 430 0 0,-20 15-1716 0 0,13-8-1684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2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3225 0 0,'0'0'282'0'0,"1"50"9182"0"0,4 1-3951 0 0,5 11-2722 0 0,7 30-2866 0 0,4 30 965 0 0,33 145-564 0 0,7 55-62 0 0,-55-214-280 0 0,-6-80 19 0 0,1 0 1 0 0,1 0-1 0 0,2-1 1 0 0,1 1-1 0 0,11 37 1 0 0,-2-18-41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3.2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4200 0 920 0 0,'-1'3'592'0'0,"0"-1"-1"0"0,0 0 0 0 0,0 1 0 0 0,0-1 1 0 0,0 0-1 0 0,0 0 0 0 0,-1 0 1 0 0,1 0-1 0 0,-1 0 0 0 0,0 0 1 0 0,1 0-1 0 0,-1 0 0 0 0,-3 2 1 0 0,0-1 116 0 0,0 1 0 0 0,0-1 0 0 0,-1-1 0 0 0,1 1 0 0 0,-9 2 1 0 0,-6 1 301 0 0,0-2 0 0 0,-28 4 0 0 0,40-7-704 0 0,-72 6 1469 0 0,0-4 0 0 0,-105-10 0 0 0,-31 1-1397 0 0,-183 22-291 0 0,-62 1 248 0 0,274-16-213 0 0,-532 21-23 0 0,556-11-192 0 0,-1-7 0 0 0,-175-20-1 0 0,210 5 77 0 0,0 5-1 0 0,0 6 0 0 0,-206 27 1 0 0,321-25-11 0 0,-24 3-81 0 0,-42 2 0 0 0,70-7 40 0 0,0 0-1 0 0,1 0 0 0 0,-1-1 0 0 0,0-1 1 0 0,1 1-1 0 0,-1-2 0 0 0,1 1 0 0 0,0-1 0 0 0,-17-8 1 0 0,19 6-26 0 0,1 0 1 0 0,0 0-1 0 0,0-1 1 0 0,0 0 0 0 0,0 0-1 0 0,1-1 1 0 0,0 1-1 0 0,-4-9 1 0 0,-18-21-2961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4.0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18 5065 0 0,'-10'-17'11684'0'0,"13"30"-11605"0"0,7 40 423 0 0,-2 1 1 0 0,-3-1-1 0 0,-2 58 1 0 0,-1-42 164 0 0,11 77 0 0 0,49 463-656 0 0,-45-463 547 0 0,-6-53-166 0 0,-3-36 0 0 0,-4-40-417 0 0,-2 0-1 0 0,0 0 1 0 0,-1 0 0 0 0,-1 1-1 0 0,0-1 1 0 0,-6 34-1 0 0,2-34-819 0 0,1-8-214 0 0,1 0 0 0 0,0 0 0 0 0,0 0 0 0 0,1 0 0 0 0,0 1 0 0 0,1-1 0 0 0,0 0 1 0 0,1 14-1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5.4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78 165 5985 0 0,'-48'11'2751'0'0,"18"-3"381"0"0,48-13 608 0 0,28-6-2386 0 0,677-34 1126 0 0,-674 44-2417 0 0,59-1-48 0 0,308-12 1085 0 0,-385 12-992 0 0,470-37 622 0 0,-208 16-532 0 0,-78 6 183 0 0,259-3 24 0 0,-445 19-402 0 0,-13 0-23 0 0,-10 0-3 0 0,0 0 0 0 0,0 1-1 0 0,-1 0 1 0 0,1 0 0 0 0,0 0 0 0 0,0 1 0 0 0,0 0 0 0 0,-1 0 0 0 0,1 0 0 0 0,0 1 0 0 0,-1-1 0 0 0,7 4 0 0 0,-11-4-10 0 0,-1-1 1 0 0,0 0 0 0 0,0 0-1 0 0,1 1 1 0 0,-1-1 0 0 0,0 0-1 0 0,0 1 1 0 0,0-1 0 0 0,1 0-1 0 0,-1 0 1 0 0,0 1 0 0 0,0-1-1 0 0,0 0 1 0 0,0 1 0 0 0,1-1-1 0 0,-1 0 1 0 0,0 1 0 0 0,0-1-1 0 0,0 1 1 0 0,0-1 0 0 0,0 0-1 0 0,0 1 1 0 0,0-1 0 0 0,0 0-1 0 0,0 1 1 0 0,0-1 0 0 0,0 0-1 0 0,-1 1 1 0 0,1-1 0 0 0,0 0-1 0 0,0 1 1 0 0,0-1 0 0 0,0 0-1 0 0,-1 1 1 0 0,1-1 0 0 0,0 0-1 0 0,0 1 1 0 0,0-1 0 0 0,-1 0-1 0 0,1 0 1 0 0,0 1 0 0 0,-1-1-1 0 0,-14 8-3463 0 0,10-8 1981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5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75 7834 0 0,'0'-10'1229'0'0,"-1"-18"2160"0"0,1 28-3357 0 0,0 0 0 0 0,0 0 0 0 0,-1 0 0 0 0,1-1 0 0 0,0 1 1 0 0,0 0-1 0 0,0 0 0 0 0,0 0 0 0 0,0-1 0 0 0,-1 1 0 0 0,1 0 1 0 0,0 0-1 0 0,0 0 0 0 0,0 0 0 0 0,0 0 0 0 0,-1 0 0 0 0,1 0 1 0 0,0-1-1 0 0,0 1 0 0 0,0 0 0 0 0,-1 0 0 0 0,1 0 0 0 0,0 0 1 0 0,0 0-1 0 0,0 0 0 0 0,-1 0 0 0 0,1 0 0 0 0,0 0 0 0 0,0 0 1 0 0,-1 0-1 0 0,1 0 0 0 0,0 0 0 0 0,0 0 0 0 0,0 0 0 0 0,-1 0 1 0 0,1 0-1 0 0,0 1 0 0 0,0-1 0 0 0,-15 13 608 0 0,10-7-501 0 0,1 0-1 0 0,0 0 1 0 0,0 0 0 0 0,1 0 0 0 0,-1 0 0 0 0,2 1 0 0 0,-1 0-1 0 0,1-1 1 0 0,0 1 0 0 0,0 0 0 0 0,1 0 0 0 0,-1 0 0 0 0,1 9 0 0 0,1-14-124 0 0,0 1 1 0 0,0-1-1 0 0,1 1 1 0 0,-1 0 0 0 0,0-1-1 0 0,1 1 1 0 0,0-1 0 0 0,0 1-1 0 0,0-1 1 0 0,0 0 0 0 0,0 1-1 0 0,0-1 1 0 0,0 0 0 0 0,1 0-1 0 0,-1 0 1 0 0,1 0-1 0 0,0 0 1 0 0,-1 0 0 0 0,1 0-1 0 0,0 0 1 0 0,0-1 0 0 0,0 1-1 0 0,0-1 1 0 0,1 1 0 0 0,-1-1-1 0 0,0 0 1 0 0,1 0 0 0 0,-1 0-1 0 0,0 0 1 0 0,1 0-1 0 0,-1-1 1 0 0,1 1 0 0 0,0-1-1 0 0,-1 0 1 0 0,1 0 0 0 0,-1 1-1 0 0,1-2 1 0 0,4 1 0 0 0,-1-1 148 0 0,-1 0 0 0 0,1 0 1 0 0,0 0-1 0 0,-1-1 0 0 0,0 0 1 0 0,1 0-1 0 0,-1 0 0 0 0,0-1 1 0 0,0 0-1 0 0,0 0 0 0 0,0 0 0 0 0,-1 0 1 0 0,1-1-1 0 0,-1 0 0 0 0,0 1 1 0 0,0-2-1 0 0,0 1 0 0 0,-1 0 1 0 0,5-8-1 0 0,-5 7-55 0 0,0 1 0 0 0,0-1 0 0 0,0 1 1 0 0,-1-1-1 0 0,0 0 0 0 0,0 0 0 0 0,0 0 0 0 0,0 0 0 0 0,-1 0 1 0 0,0-1-1 0 0,0 1 0 0 0,-1 0 0 0 0,1-1 0 0 0,-1 1 0 0 0,0 0 1 0 0,-1-1-1 0 0,1 1 0 0 0,-1 0 0 0 0,0 0 0 0 0,0-1 0 0 0,-2-4 0 0 0,2 8-105 0 0,0 0-1 0 0,-1 0 0 0 0,1 0 1 0 0,0 1-1 0 0,-1-1 0 0 0,1 0 1 0 0,-1 1-1 0 0,1-1 0 0 0,-1 1 1 0 0,0-1-1 0 0,1 1 0 0 0,-1 0 1 0 0,0 0-1 0 0,0 0 0 0 0,0 0 1 0 0,0 0-1 0 0,0 0 0 0 0,0 0 1 0 0,0 1-1 0 0,0-1 0 0 0,-1 1 1 0 0,1-1-1 0 0,0 1 0 0 0,0 0 1 0 0,0 0-1 0 0,-1 0 0 0 0,-3 1 1 0 0,0 0-374 0 0,-1 0-1 0 0,1 0 1 0 0,-1 1 0 0 0,1 0-1 0 0,0 0 1 0 0,0 1 0 0 0,0 0-1 0 0,-7 3 1 0 0,-7 8-6687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6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142 10 1840 0 0,'-15'2'684'0'0,"1"0"0"0"0,-1 1-1 0 0,1 0 1 0 0,0 2 0 0 0,0-1 0 0 0,0 2-1 0 0,1-1 1 0 0,-15 10 0 0 0,55-23 4428 0 0,26 2-2957 0 0,-23 2-1205 0 0,140-11 778 0 0,183 7-1 0 0,-159 7-1374 0 0,959 23 2412 0 0,-968-15-2440 0 0,255-23 0 0 0,-405 15-267 0 0,-28 2-83 0 0,0-1 0 0 0,0 0 0 0 0,0 0 0 0 0,0-1 0 0 0,0 0 0 0 0,0 0-1 0 0,0-1 1 0 0,0 0 0 0 0,7-3 0 0 0,-1-9-3531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7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29 107 1840 0 0,'-29'-7'14337'0'0,"39"16"-13639"0"0,0 1-1 0 0,0-2 1 0 0,1 1 0 0 0,0-2 0 0 0,19 11 0 0 0,-27-16-644 0 0,0-1 0 0 0,0 1 1 0 0,0-1-1 0 0,0 0 1 0 0,0 0-1 0 0,0 0 0 0 0,0 0 1 0 0,0-1-1 0 0,0 1 1 0 0,0-1-1 0 0,0 0 0 0 0,1 0 1 0 0,-1 0-1 0 0,0 0 1 0 0,0 0-1 0 0,0-1 0 0 0,0 1 1 0 0,1-1-1 0 0,-1 0 0 0 0,0 0 1 0 0,0 0-1 0 0,0-1 1 0 0,-1 1-1 0 0,1-1 0 0 0,0 1 1 0 0,0-1-1 0 0,-1 0 1 0 0,1 0-1 0 0,3-4 0 0 0,-4 3-21 0 0,-1 0-1 0 0,0 0 1 0 0,1 1-1 0 0,-1-1 1 0 0,0 0-1 0 0,0 0 1 0 0,-1 0-1 0 0,1 0 0 0 0,-1 0 1 0 0,1-1-1 0 0,-1 1 1 0 0,0 0-1 0 0,0 0 1 0 0,-1 0-1 0 0,1 0 1 0 0,-1 0-1 0 0,1 0 1 0 0,-1 0-1 0 0,0 0 0 0 0,0 0 1 0 0,0 0-1 0 0,0 0 1 0 0,-3-3-1 0 0,1 0-14 0 0,0 0-1 0 0,0 0 1 0 0,0 0 0 0 0,-1 0-1 0 0,0 1 1 0 0,0 0-1 0 0,0 0 1 0 0,-1 0-1 0 0,0 0 1 0 0,-6-4 0 0 0,-7 1-168 0 0,10 6-95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8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80 8290 0 0,'12'-27'3335'0'0,"-9"22"-2447"0"0,0-1 0 0 0,0 1 0 0 0,-1-1 0 0 0,0 0-1 0 0,-1 0 1 0 0,1 1 0 0 0,0-9 0 0 0,-21 45 2054 0 0,-1 19-2675 0 0,3 0 0 0 0,-20 90 0 0 0,25-89-261 0 0,-17 129-150 0 0,23-133-555 0 0,4-37-365 0 0,-2 1-310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8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 2761 0 0,'0'-1'266'0'0,"0"0"1"0"0,1 0-1 0 0,-1 0 1 0 0,0 0-1 0 0,1 1 1 0 0,0-1-1 0 0,-1 0 1 0 0,1 0-1 0 0,-1 0 1 0 0,1 1-1 0 0,0-1 1 0 0,0 0-1 0 0,-1 1 1 0 0,1-1-1 0 0,0 1 1 0 0,0-1-1 0 0,0 1 1 0 0,0-1-1 0 0,0 1 1 0 0,-1-1-1 0 0,1 1 1 0 0,0 0-1 0 0,0-1 1 0 0,0 1-1 0 0,0 0 1 0 0,0 0-1 0 0,0 0 1 0 0,0 0-1 0 0,0 0 1 0 0,1 0-1 0 0,2 0 434 0 0,-1-1-1 0 0,0 1 1 0 0,1 0-1 0 0,-1 1 1 0 0,1-1-1 0 0,-1 0 1 0 0,6 2-1 0 0,0 3-102 0 0,0 1-1 0 0,0-1 1 0 0,-1 2-1 0 0,0-1 1 0 0,0 1-1 0 0,0 0 1 0 0,9 12-1 0 0,44 61 226 0 0,-53-68-657 0 0,78 131-15 0 0,-4-7-158 0 0,-77-129-162 0 0,8 15-1300 0 0,-12-19 11 0 0,-1-2 1216 0 0,1-1 0 0 0,-1 1-1 0 0,0 0 1 0 0,0-1 0 0 0,-1 1 0 0 0,1-1 0 0 0,0 1 0 0 0,0-1-1 0 0,0 1 1 0 0,-19 12-7815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9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7 107 3225 0 0,'-6'-4'6268'0'0,"6"3"-6157"0"0,11-10 3039 0 0,17-8-343 0 0,59-21 1798 0 0,-58 28-5572 0 0,1 0-3461 0 0,-10 5-1909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1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239 55 3681 0 0,'0'-3'498'0'0,"-1"0"1"0"0,1 0-1 0 0,0 1 1 0 0,1-1 0 0 0,-1 0-1 0 0,0 0 1 0 0,1 0-1 0 0,0 0 1 0 0,-1 1-1 0 0,1-1 1 0 0,0 0-1 0 0,0 1 1 0 0,1-1 0 0 0,9-12 5700 0 0,-9 14-5882 0 0,-1 3-120 0 0,-1-1 0 0 0,0 0 0 0 0,0 0 0 0 0,0 1 0 0 0,0-1 0 0 0,0 0 0 0 0,0 1 0 0 0,0-1 0 0 0,0 0 0 0 0,0 0 0 0 0,0 1 0 0 0,-1-1-1 0 0,1 0 1 0 0,-1 0 0 0 0,0 3 0 0 0,-8 22-155 0 0,0-1-1 0 0,-2 0 0 0 0,-1 0 0 0 0,0-1 0 0 0,-2 0 1 0 0,-1-1-1 0 0,-1-1 0 0 0,-1 0 0 0 0,-27 26 0 0 0,34-38-23 0 0,0 0-1 0 0,0 0 1 0 0,0 1-1 0 0,2 1 1 0 0,-1 0-1 0 0,2 0 1 0 0,-1 0-1 0 0,2 1 1 0 0,-1 0-1 0 0,-5 18 0 0 0,12-30-15 0 0,0 0-1 0 0,0-1 0 0 0,0 1 1 0 0,0-1-1 0 0,0 1 0 0 0,0 0 0 0 0,0-1 1 0 0,0 1-1 0 0,0 0 0 0 0,0-1 0 0 0,0 1 1 0 0,0 0-1 0 0,0-1 0 0 0,0 1 0 0 0,1 0 1 0 0,-1-1-1 0 0,0 1 0 0 0,1-1 1 0 0,-1 1-1 0 0,0-1 0 0 0,1 1 0 0 0,-1-1 1 0 0,1 1-1 0 0,-1-1 0 0 0,0 1 0 0 0,1-1 1 0 0,0 1-1 0 0,22 6 83 0 0,26-10 100 0 0,-47 3-174 0 0,18-4 139 0 0,0-1 1 0 0,0-1 0 0 0,36-15-1 0 0,28-8 188 0 0,-83 28-341 0 0,0 1-260 0 0,0-1 0 0 0,0 1 0 0 0,1 0 1 0 0,-1-1-1 0 0,0 1 0 0 0,0 0 0 0 0,1 0 1 0 0,-1-1-1 0 0,0 1 0 0 0,0 0 1 0 0,0 0-1 0 0,1 1 0 0 0,-1-1 0 0 0,0 0 1 0 0,0 0-1 0 0,1 0 0 0 0,-1 1 0 0 0,0-1 1 0 0,0 1-1 0 0,0-1 0 0 0,0 1 0 0 0,0-1 1 0 0,0 1-1 0 0,0 0 0 0 0,2 1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2.1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37 2304 0 0,'-4'-5'355'0'0,"-1"0"0"0"0,1 0-1 0 0,-1 0 1 0 0,0 1-1 0 0,-36-8 12845 0 0,47 35-12064 0 0,-6-20-537 0 0,5 24-42 0 0,-2 0 1 0 0,-1 1-1 0 0,-2-1 0 0 0,0 1 0 0 0,-6 36 0 0 0,1-1-447 0 0,3 1 19 0 0,5 67-1 0 0,0-100-751 0 0,1-1-1 0 0,1-1 0 0 0,1 1 1 0 0,16 42-1 0 0,-22-72 591 0 0,1 2-289 0 0,-1 0-1 0 0,1 0 1 0 0,-1 0-1 0 0,1-1 1 0 0,0 1 0 0 0,0 0-1 0 0,0 0 1 0 0,0-1-1 0 0,0 1 1 0 0,0-1-1 0 0,0 1 1 0 0,1-1-1 0 0,-1 1 1 0 0,1-1-1 0 0,-1 0 1 0 0,1 0-1 0 0,1 2 1 0 0,2-3-1373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2.3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1840 0 0,'3'-27'13197'0'0,"0"43"-11352"0"0,0 25-649 0 0,-2 0-1 0 0,-5 46 1 0 0,1-40-975 0 0,4 59 0 0 0,0-91-886 0 0,1 0 0 0 0,1 0 0 0 0,0 0 0 0 0,1-1 0 0 0,0 0 0 0 0,1 0 0 0 0,1 0 0 0 0,8 15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2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113 9 2761 0 0,'-1'-1'199'0'0,"1"0"0"0"0,-1 0 0 0 0,0 1 0 0 0,0-1 0 0 0,0 0 0 0 0,1 1 0 0 0,-1-1 0 0 0,0 1 0 0 0,0-1 0 0 0,0 1 0 0 0,0 0 1 0 0,0-1-1 0 0,0 1 0 0 0,0 0 0 0 0,0 0 0 0 0,0 0 0 0 0,0 0 0 0 0,0 0 0 0 0,0 0 0 0 0,0 0 0 0 0,0 0 0 0 0,0 0 0 0 0,0 0 1 0 0,-2 1-1 0 0,1-1 127 0 0,-1 2 1 0 0,1-1 0 0 0,0 0 0 0 0,0 0 0 0 0,-1 1 0 0 0,1-1 0 0 0,0 1-1 0 0,0 0 1 0 0,-2 2 0 0 0,-3 5 406 0 0,0-1 1 0 0,1 1-1 0 0,-9 16 0 0 0,10-18-433 0 0,2 0 1 0 0,-1 1-1 0 0,1 0 0 0 0,0-1 1 0 0,0 1-1 0 0,1 1 0 0 0,0-1 1 0 0,1 0-1 0 0,-1 10 1 0 0,2-16-186 0 0,0 1 1 0 0,1 0 0 0 0,-1 0-1 0 0,1 0 1 0 0,-1 0-1 0 0,1-1 1 0 0,0 1 0 0 0,0 0-1 0 0,0 0 1 0 0,1-1 0 0 0,-1 1-1 0 0,1-1 1 0 0,-1 1 0 0 0,1-1-1 0 0,0 0 1 0 0,0 0 0 0 0,0 0-1 0 0,0 0 1 0 0,0 0 0 0 0,0 0-1 0 0,1 0 1 0 0,-1-1 0 0 0,0 1-1 0 0,1-1 1 0 0,0 0 0 0 0,-1 1-1 0 0,1-1 1 0 0,0 0 0 0 0,4 0-1 0 0,7 3-134 0 0,2-1-1 0 0,-1-1 0 0 0,0 0 0 0 0,0-1 0 0 0,0-1 0 0 0,1 0 0 0 0,-1-1 1 0 0,29-6-1 0 0,-21 2-7235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3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9 6913 0 0,'-5'-9'3006'0'0,"23"11"200"0"0,28 14 937 0 0,-40-11-3944 0 0,0 0 1 0 0,0 0 0 0 0,0 1 0 0 0,0-1-1 0 0,-1 2 1 0 0,0-1 0 0 0,0 0-1 0 0,-1 1 1 0 0,0 0 0 0 0,0 0-1 0 0,-1 0 1 0 0,1 1 0 0 0,2 10 0 0 0,3 15-66 0 0,11 62 1 0 0,-13-56-45 0 0,76 309 43 0 0,-65-273-600 0 0,-12-42-4813 0 0,-2-10-1087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4.4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53 4145 0 0,'-2'-53'8424'0'0,"5"84"-4019"0"0,1 5-3531 0 0,21 277 1120 0 0,-7-136-2740 0 0,-17-132-1457 0 0,-2-25-3944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4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0 1928 0 0,'0'0'140'0'0,"1"0"106"0"0,-14 23 2305 0 0,0-2-1121 0 0,1-4 182 0 0,-16 33-1 0 0,26-46-1372 0 0,1-1 0 0 0,-1 1 1 0 0,1 0-1 0 0,-1 0 0 0 0,1 1 0 0 0,0-1 0 0 0,1 0 0 0 0,-1 0 1 0 0,1 0-1 0 0,0 0 0 0 0,0 1 0 0 0,0-1 0 0 0,0 0 0 0 0,2 7 0 0 0,-1-8-102 0 0,0-1 0 0 0,1 1-1 0 0,-1-1 1 0 0,1 0-1 0 0,-1 0 1 0 0,1 0-1 0 0,0 0 1 0 0,0 0-1 0 0,0 0 1 0 0,0-1-1 0 0,0 1 1 0 0,0-1-1 0 0,0 1 1 0 0,1-1-1 0 0,-1 0 1 0 0,0 1-1 0 0,1-1 1 0 0,-1-1-1 0 0,1 1 1 0 0,0 0-1 0 0,-1-1 1 0 0,1 1 0 0 0,-1-1-1 0 0,1 0 1 0 0,0 1-1 0 0,-1-1 1 0 0,1-1-1 0 0,0 1 1 0 0,3-1-1 0 0,11-1 257 0 0,0-1-1 0 0,0 0 0 0 0,21-8 1 0 0,-29 9-316 0 0,40-11-53 0 0,67-23-1924 0 0,-97 28-4222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6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17 2304 0 0,'-24'-16'9629'0'0,"31"29"-6818"0"0,3 5-2484 0 0,0 1 0 0 0,-2 0 0 0 0,0 1 0 0 0,9 38-1 0 0,11 88 1500 0 0,-21-103-1666 0 0,27 134-5323 0 0,-26-134-516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6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18 144 6913 0 0,'-3'5'194'0'0,"1"1"0"0"0,0-1 0 0 0,0 1 0 0 0,0 0 0 0 0,-1 10-1 0 0,2-7-43 0 0,0 0-1 0 0,0 0 0 0 0,0 0 0 0 0,1 0 0 0 0,1 0 0 0 0,0 1 0 0 0,0-1 1 0 0,0 0-1 0 0,1 0 0 0 0,1-1 0 0 0,0 1 0 0 0,0 0 0 0 0,0-1 1 0 0,1 0-1 0 0,7 12 0 0 0,-7-14-109 0 0,0 0-1 0 0,1 0 1 0 0,-1-1 0 0 0,1 0 0 0 0,0 0-1 0 0,1 0 1 0 0,-1 0 0 0 0,1-1 0 0 0,0 0 0 0 0,0 0-1 0 0,0 0 1 0 0,1-1 0 0 0,-1 0 0 0 0,1 0 0 0 0,0-1-1 0 0,0 0 1 0 0,0 0 0 0 0,0-1 0 0 0,14 2-1 0 0,-14-2 42 0 0,0-1 0 0 0,0 0 0 0 0,0-1 0 0 0,0 1 0 0 0,0-1 0 0 0,0-1 0 0 0,0 1-1 0 0,0-1 1 0 0,0 0 0 0 0,-1-1 0 0 0,1 0 0 0 0,-1 0 0 0 0,1 0 0 0 0,-1-1 0 0 0,0 0-1 0 0,5-4 1 0 0,-6 3 135 0 0,0 0 0 0 0,-1 0-1 0 0,0 0 1 0 0,0 0 0 0 0,-1 0-1 0 0,0-1 1 0 0,0 0 0 0 0,0 1-1 0 0,0-1 1 0 0,-1 0 0 0 0,0-1-1 0 0,0 1 1 0 0,-1 0 0 0 0,1-1-1 0 0,-2 1 1 0 0,1 0 0 0 0,-1-13 0 0 0,0 8 40 0 0,-2 0 1 0 0,1 0 0 0 0,-2 0 0 0 0,1 0 0 0 0,-2 0-1 0 0,1 1 1 0 0,-1-1 0 0 0,-1 1 0 0 0,0 0 0 0 0,0 0 0 0 0,-1 1-1 0 0,-8-11 1 0 0,4 8-178 0 0,1 0 0 0 0,-2 1 0 0 0,0 0 0 0 0,0 0 0 0 0,-1 1 0 0 0,0 0 0 0 0,0 1-1 0 0,-18-9 1 0 0,25 16-261 0 0,0-1 0 0 0,1 1 0 0 0,-1 0 0 0 0,0 0 0 0 0,0 1 0 0 0,0-1 0 0 0,0 1-1 0 0,0 0 1 0 0,0 1 0 0 0,-1-1 0 0 0,1 1 0 0 0,0 0 0 0 0,0 0 0 0 0,0 1 0 0 0,0 0 0 0 0,-1 0-1 0 0,-5 2 1 0 0,-5 3-6150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7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54 188 3225 0 0,'-38'-51'19356'0'0,"36"47"-19243"0"0,-3-5-60 0 0,-3-9 203 0 0,10 18-142 0 0,8 9-66 0 0,40 50-52 0 0,-40-45 2 0 0,1 0 0 0 0,1-1 0 0 0,0-1 0 0 0,0 0 0 0 0,28 20 0 0 0,66 24 43 0 0,-74-40-50 0 0,-32-16 9 0 0,0 0 1 0 0,1 1-1 0 0,-1-1 1 0 0,0 0-1 0 0,1 0 1 0 0,-1 0-1 0 0,0 0 0 0 0,1 0 1 0 0,-1 0-1 0 0,0 1 1 0 0,1-1-1 0 0,-1 0 1 0 0,0 0-1 0 0,1 0 0 0 0,-1 0 1 0 0,0 0-1 0 0,1 0 1 0 0,-1 0-1 0 0,0 0 1 0 0,1 0-1 0 0,-1-1 1 0 0,0 1-1 0 0,0 0 0 0 0,1 0 1 0 0,-1 0-1 0 0,0 0 1 0 0,1 0-1 0 0,-1-1 1 0 0,0 1-1 0 0,0 0 0 0 0,1 0 1 0 0,-1 0-1 0 0,0-1 1 0 0,0 1-1 0 0,1-1 1 0 0,2-13-4 0 0,-7-18 40 0 0,4 31-32 0 0,-11-51 121 0 0,2 18 49 0 0,3 0 0 0 0,0-1 0 0 0,3 1 0 0 0,0-52 0 0 0,4 67-175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00.3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0 248 4609 0 0,'4'-2'629'0'0,"0"-1"-1"0"0,-1 1 1 0 0,1 0-1 0 0,-1-1 1 0 0,0 0 0 0 0,0 0-1 0 0,5-5 1 0 0,-1 1 158 0 0,99-82 1007 0 0,16-14-6161 0 0,-98 80 4029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4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14747 0 0,'5'16'1501'0'0,"1"0"-1"0"0,11 21 1 0 0,7 19-26 0 0,-12-7-1168 0 0,-1-1-1 0 0,-3 1 1 0 0,3 78-1 0 0,-8-76-1434 0 0,2 0 0 0 0,2 0 0 0 0,18 61 0 0 0,-20-94-3254 0 0,0-2-1248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1:50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94 7834 0 0,'0'0'122'0'0,"-1"0"1"0"0,0 0 0 0 0,1 0 0 0 0,-1 0-1 0 0,1 0 1 0 0,-1 0 0 0 0,0 0 0 0 0,1 0-1 0 0,-1 0 1 0 0,1 0 0 0 0,-1 0-1 0 0,0-1 1 0 0,1 1 0 0 0,-1 0 0 0 0,1 0-1 0 0,-1-1 1 0 0,1 1 0 0 0,-1 0 0 0 0,1-1-1 0 0,-1 1 1 0 0,1 0 0 0 0,-1-1-1 0 0,1 1 1 0 0,-1-1 0 0 0,1 1 0 0 0,0-1-1 0 0,-1 1 1 0 0,1-1 0 0 0,0 1 0 0 0,0-1-1 0 0,-1 1 1 0 0,1-1 0 0 0,0 0-1 0 0,-1 0 1 0 0,2-1 116 0 0,0 1 0 0 0,0 0 0 0 0,-1 0 0 0 0,1-1 0 0 0,0 1 0 0 0,0 0 0 0 0,0 0 0 0 0,0 0 0 0 0,1 0 0 0 0,-1 0 0 0 0,0 0 0 0 0,0 0 0 0 0,2-1 0 0 0,51-26 2591 0 0,-53 28-2846 0 0,16-7 247 0 0,1 0 0 0 0,-1 1 0 0 0,1 2 0 0 0,0-1 0 0 0,1 2-1 0 0,-1 0 1 0 0,0 2 0 0 0,22 0 0 0 0,-32 1-87 0 0,1 1-1 0 0,-1 0 1 0 0,0 1-1 0 0,0-1 1 0 0,1 2-1 0 0,-1-1 1 0 0,-1 1-1 0 0,16 7 1 0 0,-18-6-103 0 0,0-1 1 0 0,-1 0-1 0 0,1 1 0 0 0,-1 0 0 0 0,1 0 1 0 0,-1 0-1 0 0,0 1 0 0 0,-1 0 0 0 0,1-1 1 0 0,-1 1-1 0 0,0 0 0 0 0,0 1 0 0 0,4 9 1 0 0,-5-8-38 0 0,0-1 0 0 0,-1 1 1 0 0,1-1-1 0 0,-1 1 0 0 0,-1 0 1 0 0,1-1-1 0 0,-1 1 1 0 0,0 0-1 0 0,-1-1 0 0 0,1 1 1 0 0,-2 0-1 0 0,1-1 0 0 0,-2 7 1 0 0,-5 9 28 0 0,0-1 1 0 0,-17 31 0 0 0,-4 8-4 0 0,29-59-31 0 0,0 0 0 0 0,0-1 1 0 0,0 1-1 0 0,0 0 0 0 0,1-1 0 0 0,-1 1 1 0 0,0-1-1 0 0,0 1 0 0 0,0 0 1 0 0,1-1-1 0 0,-1 1 0 0 0,0-1 0 0 0,1 1 1 0 0,-1-1-1 0 0,1 1 0 0 0,-1-1 1 0 0,1 1-1 0 0,-1-1 0 0 0,1 1 0 0 0,-1-1 1 0 0,1 1-1 0 0,-1-1 0 0 0,1 0 0 0 0,-1 1 1 0 0,1-1-1 0 0,0 0 0 0 0,-1 0 1 0 0,1 1-1 0 0,0-1 0 0 0,-1 0 0 0 0,1 0 1 0 0,0 0-1 0 0,-1 0 0 0 0,1 0 0 0 0,0 0 1 0 0,35 7-40 0 0,-25-5 34 0 0,4 1 2 0 0,-3-1 6 0 0,-1 0 1 0 0,1 1-1 0 0,-1 1 1 0 0,0 0-1 0 0,20 10 0 0 0,-28-12 0 0 0,-1-1 0 0 0,1 1 0 0 0,-1 0-1 0 0,0 0 1 0 0,0 0 0 0 0,0 0 0 0 0,0 1 0 0 0,0-1-1 0 0,-1 1 1 0 0,1-1 0 0 0,-1 1 0 0 0,1-1-1 0 0,-1 1 1 0 0,0 0 0 0 0,0-1 0 0 0,0 1 0 0 0,0 0-1 0 0,-1 0 1 0 0,1 0 0 0 0,-1 0 0 0 0,1 0 0 0 0,-1 0-1 0 0,0 0 1 0 0,-1 0 0 0 0,1 0 0 0 0,0-1-1 0 0,-1 1 1 0 0,1 0 0 0 0,-2 3 0 0 0,-2 8 34 0 0,0-1-1 0 0,-1 0 1 0 0,-1 0 0 0 0,0 0-1 0 0,0-1 1 0 0,-1 0 0 0 0,-1 0 0 0 0,0 0-1 0 0,-1-1 1 0 0,0-1 0 0 0,-1 1 0 0 0,0-2-1 0 0,0 1 1 0 0,-16 10 0 0 0,14-14-96 0 0,-1-2-240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5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38 112 3681 0 0,'-22'-42'1917'0'0,"19"34"-549"0"0,0 0-1 0 0,1 0 1 0 0,0-1-1 0 0,0 1 1 0 0,1 0 0 0 0,-1-13-1 0 0,3 62 2638 0 0,4 22-2164 0 0,1 23-1228 0 0,34 663 402 0 0,-36-682-2163 0 0,-3 0 0 0 0,-3 1 0 0 0,-17 109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6.1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4145 0 0,'1'0'260'0'0,"0"0"1"0"0,0 0-1 0 0,0-1 1 0 0,-1 1-1 0 0,1 0 1 0 0,0 0-1 0 0,0 0 1 0 0,-1 0-1 0 0,1 0 1 0 0,0 0-1 0 0,0 0 1 0 0,0 1-1 0 0,-1-1 1 0 0,1 0-1 0 0,0 0 1 0 0,0 1-1 0 0,-1-1 1 0 0,1 0-1 0 0,0 1 1 0 0,-1-1-1 0 0,1 0 0 0 0,0 1 1 0 0,-1-1-1 0 0,1 1 1 0 0,1 1-1 0 0,11 9 1292 0 0,-5-3-995 0 0,-1 1 0 0 0,0 0-1 0 0,0 0 1 0 0,-1 1 0 0 0,0 0-1 0 0,-1 0 1 0 0,0 0 0 0 0,0 1-1 0 0,-1-1 1 0 0,3 14 0 0 0,2 1 199 0 0,14 44 229 0 0,-2 1-1 0 0,12 79 1 0 0,9 148-618 0 0,-3-24-360 0 0,-35-249-560 0 0,16 105 1500 0 0,-18-86-3184 0 0,-3 0-3476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6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689 4 1840 0 0,'-5'-3'4866'0'0,"5"3"-4789"0"0,-12 11 2566 0 0,-14 22-642 0 0,23-30-1707 0 0,-175 205 2831 0 0,-27 37-1073 0 0,-55 99 478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7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2761 0 0,'12'-3'8289'0'0,"-12"2"-8163"0"0,11 14 1341 0 0,-2-3-853 0 0,1 0 1 0 0,0-1-1 0 0,0 0 0 0 0,1-1 1 0 0,0 0-1 0 0,22 12 1 0 0,5 4 453 0 0,123 76 1301 0 0,175 82 1 0 0,-303-166-2324 0 0,3 3-152 0 0,1-1 1 0 0,0-3-1 0 0,1-1 1 0 0,0-1-1 0 0,79 14 0 0 0,-100-26-572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7.8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0 5065 0 0,'-19'11'6602'0'0,"19"-11"-6551"0"0,31 5 5148 0 0,-13-3-4855 0 0,5 4-111 0 0,0 0 0 0 0,-1 2 0 0 0,0 0 0 0 0,-1 2 0 0 0,0 0 0 0 0,0 1 1 0 0,35 26-1 0 0,2 9 1072 0 0,60 62 1 0 0,5 4-470 0 0,-30-32-823 0 0,-51-41 0 0 0,1-2 0 0 0,2-3-1 0 0,53 32 1 0 0,-79-55-13 0 0,36 19 0 0 0,-52-29 0 0 0,-1 0 0 0 0,1 0 0 0 0,0 0 0 0 0,0 0 0 0 0,-1-1 0 0 0,1 1 0 0 0,0-1 0 0 0,0 1 0 0 0,0-1 0 0 0,0 0 0 0 0,0 0 0 0 0,-1-1 0 0 0,1 1 0 0 0,0 0 0 0 0,0-1 0 0 0,0 0 0 0 0,3-1 0 0 0,-4 1 2 0 0,0 0 0 0 0,-1-1 0 0 0,1 0 0 0 0,0 1 1 0 0,0-1-1 0 0,-1 0 0 0 0,1 0 0 0 0,-1 0 0 0 0,0 0 0 0 0,1 0 0 0 0,-1 0 0 0 0,0 0 1 0 0,0 0-1 0 0,1-4 0 0 0,10-39 57 0 0,-6 20-33 0 0,9-18 12 0 0,2 1-1 0 0,2 0 1 0 0,2 1-1 0 0,50-73 0 0 0,-37 68-437 0 0,2 1-1 0 0,2 1 1 0 0,65-56-1 0 0,-76 77-1573 0 0,-1 2-5084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8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1 207 5785 0 0,'2'-27'749'0'0,"1"0"0"0"0,14-52 0 0 0,-11 60 1626 0 0,0-1-1 0 0,15-15 4483 0 0,-15 87-5370 0 0,36 688 44 0 0,28-180-1480 0 0,-57-476-49 0 0,-10-60-163 0 0,9 65-2391 0 0,-12-79 1960 0 0,1-1 1 0 0,-2 1-1 0 0,1-1 0 0 0,-1 1 1 0 0,-1-1-1 0 0,0 1 1 0 0,-3 9-1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9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109 201 3225 0 0,'-42'18'1270'0'0,"36"-16"-512"0"0,-1-1-1 0 0,1 1 1 0 0,-1-1-1 0 0,1 0 1 0 0,-1-1-1 0 0,0 1 1 0 0,1-1 0 0 0,-8-5 1987 0 0,14 5-2712 0 0,0 0 0 0 0,0 0 0 0 0,12-6 782 0 0,15-5-204 0 0,78-13 1289 0 0,144-16 0 0 0,109 10 1719 0 0,-158 23-3512 0 0,61-5 71 0 0,-232 10-49 0 0,-1-2 0 0 0,47-13 0 0 0,-65 14-339 0 0,-1 0-1 0 0,1 0 1 0 0,-1-1-1 0 0,0-1 1 0 0,0 0 0 0 0,-1 0-1 0 0,1 0 1 0 0,-1-1 0 0 0,0 0-1 0 0,0-1 1 0 0,8-9-1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9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29 6449 0 0,'-6'4'2182'0'0,"10"-5"-1419"0"0,0 0-407 0 0,22-5 1518 0 0,-1 2 0 0 0,1 1 0 0 0,0 0 0 0 0,50 4-1 0 0,17-2-1946 0 0,-75 0-1474 0 0,1-1 1 0 0,-1-1-1 0 0,18-5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19.9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0,'0'1'487'0'0,"0"0"-1"0"0,1 1 0 0 0,-1-1 0 0 0,8 10 4376 0 0,-6-8-4376 0 0,15 21 2120 0 0,-11-1-539 0 0,5 36 0 0 0,-1 70-233 0 0,-5-47-1434 0 0,34 273 190 0 0,13 218-272 0 0,-54-495-463 0 0,-3-46-6516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0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1 193 5065 0 0,'-1'1'4068'0'0,"7"-1"-1601"0"0,21-3-771 0 0,33-8-348 0 0,153-22 3261 0 0,-130 26-3466 0 0,157 4 0 0 0,-101 12-966 0 0,19 2-123 0 0,272-16-1 0 0,-353-3-317 0 0,0-2 0 0 0,-1-4 0 0 0,0-3 0 0 0,127-48 0 0 0,-139 39-2613 0 0,-32 14-3595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1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1 379 2761 0 0,'25'-30'6580'0'0,"-23"26"-6308"0"0,0-1 0 0 0,0 0 0 0 0,0 0 0 0 0,-1 0 0 0 0,0 0 0 0 0,0 0 0 0 0,-1 0 0 0 0,1 0 0 0 0,-1 0 0 0 0,-1-9 0 0 0,1 8 5 0 0,0-1-1 0 0,0 1 1 0 0,1 0-1 0 0,-1 0 1 0 0,1-1 0 0 0,1 1-1 0 0,1-7 1 0 0,75-149 1218 0 0,-76 157-1287 0 0,-1 1 0 0 0,1-1 0 0 0,1 1 0 0 0,-1 0 0 0 0,1-1 0 0 0,4-4 0 0 0,-7 9-166 0 0,0-1 1 0 0,1 1-1 0 0,-1 0 1 0 0,0-1-1 0 0,1 1 1 0 0,-1 0-1 0 0,0 0 1 0 0,1 0-1 0 0,-1-1 1 0 0,0 1-1 0 0,1 0 1 0 0,-1 0-1 0 0,1 0 1 0 0,-1 0-1 0 0,0 0 1 0 0,1 0-1 0 0,-1 0 1 0 0,1-1-1 0 0,-1 1 1 0 0,1 1-1 0 0,-1-1 1 0 0,0 0-1 0 0,1 0 1 0 0,-1 0-1 0 0,1 0 1 0 0,-1 0-1 0 0,0 0 1 0 0,1 1-1 0 0,1-1 26 0 0,-1 2-1 0 0,0-1 0 0 0,0 0 1 0 0,0 0-1 0 0,0 0 0 0 0,0 0 0 0 0,0 1 1 0 0,0-1-1 0 0,0 0 0 0 0,-1 1 1 0 0,1-1-1 0 0,0 2 0 0 0,56 162 2080 0 0,-15-36-1989 0 0,-42-128-158 0 0,0-1 0 0 0,1 1 0 0 0,-1-1-1 0 0,0 1 1 0 0,0-1 0 0 0,0 1 0 0 0,0-1 0 0 0,0 1 0 0 0,0-1 0 0 0,1 1 0 0 0,-1-1 0 0 0,0 0 0 0 0,0 1 0 0 0,1-1 0 0 0,-1 1 0 0 0,0-1 0 0 0,1 0 0 0 0,-1 1 0 0 0,0-1 0 0 0,1 0 0 0 0,-1 1 0 0 0,1-1 0 0 0,-1 0-1 0 0,0 0 1 0 0,1 1 0 0 0,-1-1 0 0 0,1 0 0 0 0,-1 0 0 0 0,1 0 0 0 0,-1 0 0 0 0,1 0 0 0 0,-1 1 0 0 0,1-1 0 0 0,-1 0 0 0 0,1 0 0 0 0,-1 0 0 0 0,1 0 0 0 0,-1 0 0 0 0,1-1 0 0 0,1 0-9 0 0,-1 0 1 0 0,1 0-1 0 0,-1 0 1 0 0,0-1-1 0 0,0 1 1 0 0,1-1-1 0 0,-1 1 1 0 0,0-1-1 0 0,0 1 1 0 0,0-1-1 0 0,0-1 1 0 0,22-57-217 0 0,-21 54 215 0 0,14-49-13 0 0,-10 31 4 0 0,16-40 1 0 0,-20 58 17 0 0,1 1-1 0 0,0-1 1 0 0,0 1-1 0 0,0-1 1 0 0,1 1-1 0 0,-1 0 1 0 0,1 1-1 0 0,1-1 1 0 0,-1 1 0 0 0,1-1-1 0 0,9-6 1 0 0,-12 10 7 0 0,0 0 0 0 0,0 0 1 0 0,1 0-1 0 0,-1 1 1 0 0,0-1-1 0 0,0 1 1 0 0,0-1-1 0 0,1 1 0 0 0,-1-1 1 0 0,0 1-1 0 0,1 0 1 0 0,-1 0-1 0 0,0 0 1 0 0,0 1-1 0 0,1-1 0 0 0,-1 1 1 0 0,0-1-1 0 0,0 1 1 0 0,0-1-1 0 0,1 1 1 0 0,-1 0-1 0 0,0 0 0 0 0,0 0 1 0 0,0 1-1 0 0,0-1 1 0 0,0 0-1 0 0,-1 1 1 0 0,1-1-1 0 0,0 1 0 0 0,-1-1 1 0 0,3 3-1 0 0,6 8 78 0 0,0 0-1 0 0,-1 1 0 0 0,13 23 1 0 0,-5-10-6 0 0,27 27 173 0 0,-34-44-238 0 0,-1 1 0 0 0,-1 0 0 0 0,0 0 0 0 0,0 1 1 0 0,-1 0-1 0 0,0 0 0 0 0,8 20 0 0 0,-15-31-12 0 0,0 0-1 0 0,0 1 0 0 0,0-1 1 0 0,0 0-1 0 0,0 0 1 0 0,0 1-1 0 0,0-1 0 0 0,0 0 1 0 0,0 0-1 0 0,0 0 1 0 0,1 1-1 0 0,-1-1 1 0 0,0 0-1 0 0,0 0 0 0 0,0 0 1 0 0,0 1-1 0 0,0-1 1 0 0,1 0-1 0 0,-1 0 0 0 0,0 0 1 0 0,0 0-1 0 0,0 0 1 0 0,0 1-1 0 0,1-1 1 0 0,-1 0-1 0 0,0 0 0 0 0,0 0 1 0 0,1 0-1 0 0,-1 0 1 0 0,0 0-1 0 0,0 0 0 0 0,0 0 1 0 0,1 0-1 0 0,-1 0 1 0 0,0 0-1 0 0,0 0 1 0 0,1 0-1 0 0,-1 0 0 0 0,0 0 1 0 0,0 0-1 0 0,0 0 1 0 0,1 0-1 0 0,-1 0 0 0 0,0 0 1 0 0,1-1-1 0 0,10-10-18 0 0,7-21-102 0 0,-16 30 98 0 0,13-32-217 0 0,13-39-1 0 0,-20 49 86 0 0,1 1 0 0 0,1 0 0 0 0,0 0 0 0 0,24-35 1 0 0,-33 57 147 0 0,0-1 1 0 0,0 0 0 0 0,0 0 0 0 0,1 0 0 0 0,-1 1 0 0 0,1-1 0 0 0,-1 1 0 0 0,1-1 0 0 0,0 1 0 0 0,-1 0 0 0 0,1-1 0 0 0,0 1 0 0 0,0 0 0 0 0,0 0 0 0 0,0 0 0 0 0,0 0 0 0 0,0 1 0 0 0,0-1 0 0 0,0 1 0 0 0,0-1 0 0 0,0 1 0 0 0,1 0 0 0 0,-1-1 0 0 0,0 1 0 0 0,0 0 0 0 0,4 1 0 0 0,-3 0 36 0 0,1 1 0 0 0,-1-1 0 0 0,0 1 0 0 0,0 0 0 0 0,0 0 0 0 0,0 0 0 0 0,0 1 0 0 0,-1-1 0 0 0,1 0 0 0 0,-1 1 0 0 0,1 0 0 0 0,-1 0 0 0 0,0-1 0 0 0,0 1 0 0 0,2 5 0 0 0,15 28 191 0 0,25 71 0 0 0,6 12-1432 0 0,-21-67-3228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1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0 235 2304 0 0,'3'1'303'0'0,"0"-1"0"0"0,0 1-1 0 0,0-1 1 0 0,0 1-1 0 0,0-1 1 0 0,0 0 0 0 0,1 0-1 0 0,-1 0 1 0 0,0 0-1 0 0,0-1 1 0 0,0 1 0 0 0,4-2-1 0 0,3 0 494 0 0,51-5 2889 0 0,112-10 3141 0 0,3 9-4745 0 0,916-53 194 0 0,-987 42-2301 0 0,-1-4 1 0 0,110-40 0 0 0,-180 53-21 0 0,44-10-2158 0 0,-59 16-4848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2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99 7370 0 0,'-7'4'512'0'0,"0"1"0"0"0,1-1 0 0 0,-1 1 0 0 0,1 1 0 0 0,0-1 1 0 0,0 1-1 0 0,1 0 0 0 0,0 0 0 0 0,-7 10 0 0 0,10-12-271 0 0,0-1-1 0 0,1 1 0 0 0,-1 0 1 0 0,1-1-1 0 0,0 1 1 0 0,0 0-1 0 0,0 0 0 0 0,1-1 1 0 0,-1 1-1 0 0,1 0 1 0 0,0 0-1 0 0,0 0 0 0 0,0 0 1 0 0,1 0-1 0 0,-1 0 0 0 0,1-1 1 0 0,0 1-1 0 0,0 0 1 0 0,0 0-1 0 0,1-1 0 0 0,2 7 1 0 0,-4-10-180 0 0,0 1-1 0 0,0-1 1 0 0,0 1 0 0 0,0-1 0 0 0,1 0-1 0 0,-1 1 1 0 0,0-1 0 0 0,0 1 0 0 0,0-1 0 0 0,0 0-1 0 0,0 1 1 0 0,1-1 0 0 0,-1 0 0 0 0,0 1-1 0 0,0-1 1 0 0,0 0 0 0 0,1 1 0 0 0,-1-1 0 0 0,0 0-1 0 0,1 0 1 0 0,-1 1 0 0 0,0-1 0 0 0,1 0-1 0 0,-1 0 1 0 0,0 0 0 0 0,1 1 0 0 0,-1-1-1 0 0,0 0 1 0 0,1 0 0 0 0,-1 0 0 0 0,0 0 0 0 0,1 0-1 0 0,-1 0 1 0 0,1 0 0 0 0,-1 0 0 0 0,0 0-1 0 0,1 0 1 0 0,-1 0 0 0 0,1 0 0 0 0,-1 0 0 0 0,1 0-1 0 0,11-20 931 0 0,-10 16-1253 0 0,-2 4 236 0 0,0 0 1 0 0,0-1-1 0 0,0 1 1 0 0,1 0 0 0 0,-1 0-1 0 0,0 0 1 0 0,0-1 0 0 0,0 1-1 0 0,0 0 1 0 0,1 0 0 0 0,-1 0-1 0 0,0-1 1 0 0,0 1 0 0 0,0 0-1 0 0,1 0 1 0 0,-1 0 0 0 0,0 0-1 0 0,0 0 1 0 0,1 0 0 0 0,-1 0-1 0 0,0 0 1 0 0,0-1 0 0 0,1 1-1 0 0,-1 0 1 0 0,0 0-1 0 0,0 0 1 0 0,1 0 0 0 0,-1 0-1 0 0,0 0 1 0 0,0 0 0 0 0,1 0-1 0 0,-1 1 1 0 0,0-1 0 0 0,0 0-1 0 0,1 0 1 0 0,-1 0 0 0 0,0 0-1 0 0,1 0 1 0 0,11 11-258 0 0,14 23 495 0 0,-19-25-313 0 0,-3-4 108 0 0,0 1-1 0 0,1-1 1 0 0,-1 0-1 0 0,1 0 1 0 0,1-1-1 0 0,-1 1 1 0 0,1-1-1 0 0,-1 0 1 0 0,1-1-1 0 0,0 1 0 0 0,1-1 1 0 0,7 2-1 0 0,-11-4 4 0 0,0 0 0 0 0,1-1 0 0 0,-1 1 0 0 0,1-1 0 0 0,-1 0 0 0 0,1 0 0 0 0,-1 0 0 0 0,0 0 0 0 0,1-1 0 0 0,-1 1 0 0 0,1-1 0 0 0,-1 0-1 0 0,0 0 1 0 0,0 0 0 0 0,1-1 0 0 0,-1 1 0 0 0,0-1 0 0 0,0 0 0 0 0,0 0 0 0 0,-1 0 0 0 0,1 0 0 0 0,0 0 0 0 0,-1 0 0 0 0,1-1-1 0 0,-1 1 1 0 0,3-6 0 0 0,2-1 81 0 0,0-1-1 0 0,-1 0 1 0 0,-1 0 0 0 0,0-1-1 0 0,0 0 1 0 0,-1 0-1 0 0,0 0 1 0 0,-1 0 0 0 0,0-1-1 0 0,-1 1 1 0 0,0-1-1 0 0,-1 1 1 0 0,0-1-1 0 0,-1 0 1 0 0,-1 0 0 0 0,1 1-1 0 0,-2-1 1 0 0,0 0-1 0 0,0 1 1 0 0,-1-1-1 0 0,0 1 1 0 0,-1 0 0 0 0,-8-16-1 0 0,11 25-83 0 0,0 0 1 0 0,0 0-1 0 0,0 1 0 0 0,0-1 0 0 0,0 0 1 0 0,0 0-1 0 0,-1 1 0 0 0,1-1 1 0 0,-1 1-1 0 0,1 0 0 0 0,-1-1 0 0 0,0 1 1 0 0,1 0-1 0 0,-1 0 0 0 0,0 0 0 0 0,0 0 1 0 0,0 0-1 0 0,0 0 0 0 0,0 0 0 0 0,0 1 1 0 0,0-1-1 0 0,0 1 0 0 0,-2-1 0 0 0,2 2-1 0 0,0-1 1 0 0,0 1-1 0 0,0 0 0 0 0,0-1 0 0 0,1 1 0 0 0,-1 0 0 0 0,0 0 0 0 0,0 0 0 0 0,1 0 0 0 0,-1 1 0 0 0,0-1 0 0 0,1 0 0 0 0,0 1 0 0 0,-1-1 0 0 0,1 1 0 0 0,0-1 0 0 0,-1 1 0 0 0,1 0 0 0 0,0-1 0 0 0,0 1 0 0 0,0 0 0 0 0,1 0 0 0 0,-2 3 0 0 0,0 1 3 0 0,-1 0 1 0 0,1 0-1 0 0,1 0 1 0 0,-1 1-1 0 0,1-1 1 0 0,0 0-1 0 0,1 1 0 0 0,0-1 1 0 0,0 1-1 0 0,0-1 1 0 0,1 1-1 0 0,-1-1 1 0 0,2 0-1 0 0,-1 1 1 0 0,4 8-1 0 0,-4-11-9 0 0,1 0-1 0 0,0-1 1 0 0,0 1-1 0 0,0 0 1 0 0,1-1-1 0 0,-1 1 1 0 0,1-1-1 0 0,0 0 1 0 0,0 0 0 0 0,0 0-1 0 0,0 0 1 0 0,0 0-1 0 0,1-1 1 0 0,0 0-1 0 0,-1 1 1 0 0,1-1-1 0 0,0 0 1 0 0,0-1 0 0 0,0 1-1 0 0,0-1 1 0 0,0 0-1 0 0,0 0 1 0 0,0 0-1 0 0,7 0 1 0 0,-10-1-9 0 0,0 0 0 0 0,0 0 0 0 0,0 0-1 0 0,-1 0 1 0 0,1 0 0 0 0,0 0 0 0 0,0 0 0 0 0,0 0 0 0 0,0 0 0 0 0,0-1 0 0 0,0 1 0 0 0,0 0-1 0 0,-1-1 1 0 0,1 1 0 0 0,0 0 0 0 0,0-1 0 0 0,0 0 0 0 0,4-3-411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3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18 10594 0 0,'-13'-11'-454'0'0,"5"4"2040"0"0,6 24 356 0 0,12 171 3726 0 0,-12 0-3771 0 0,-1-68-1383 0 0,18 171 0 0 0,-11-260-447 0 0,31 342 290 0 0,-34-354-407 0 0,-2-6-813 0 0,2 0-1 0 0,3 23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3.8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50 302 7082 0 0,'-5'3'175'0'0,"1"-2"183"0"0,0 1-1 0 0,1-1 1 0 0,-1 1-1 0 0,1 0 1 0 0,0 0-1 0 0,-1 1 1 0 0,1-1-1 0 0,0 1 1 0 0,0-1 0 0 0,1 1-1 0 0,-1 0 1 0 0,-3 5-1 0 0,6-8-314 0 0,0 0-1 0 0,0 1 1 0 0,0-1-1 0 0,0 1 1 0 0,1-1-1 0 0,-1 0 1 0 0,0 1 0 0 0,0-1-1 0 0,0 0 1 0 0,1 1-1 0 0,-1-1 1 0 0,0 0-1 0 0,0 1 1 0 0,1-1-1 0 0,-1 0 1 0 0,0 0-1 0 0,0 1 1 0 0,1-1 0 0 0,-1 0-1 0 0,0 0 1 0 0,1 1-1 0 0,-1-1 1 0 0,1 0-1 0 0,-1 0 1 0 0,0 0-1 0 0,1 0 1 0 0,-1 0 0 0 0,0 0-1 0 0,1 0 1 0 0,-1 1-1 0 0,1-1 1 0 0,16 4 253 0 0,-14-4-195 0 0,48 9 1489 0 0,-1-2-1 0 0,93-1 1 0 0,104-17 791 0 0,-206 8-2285 0 0,634-70 688 0 0,-295 10-591 0 0,82-11-26 0 0,6 26 0 0 0,58 45-214 0 0,-218 6 70 0 0,318-53-68 0 0,17-1 422 0 0,-129 82 54 0 0,-432-24-290 0 0,14 2-190 0 0,116-6-1 0 0,-194-8-1701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4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72 6913 0 0,'-9'20'2048'0'0,"1"0"0"0"0,-9 31 0 0 0,11-26-980 0 0,1-1-1 0 0,1 1 1 0 0,-1 47 0 0 0,10-20 6 0 0,-4-50-1006 0 0,-1 0 0 0 0,0-1 1 0 0,0 1-1 0 0,1 0 1 0 0,0 0-1 0 0,-1-1 1 0 0,1 1-1 0 0,0 0 0 0 0,-1-1 1 0 0,1 1-1 0 0,0-1 1 0 0,0 1-1 0 0,0-1 0 0 0,1 1 1 0 0,-1-1-1 0 0,0 0 1 0 0,0 1-1 0 0,1-1 0 0 0,-1 0 1 0 0,1 0-1 0 0,-1 0 1 0 0,1 0-1 0 0,-1 0 0 0 0,1 0 1 0 0,2 0-1 0 0,-3-1-36 0 0,0-1 0 0 0,1 1 0 0 0,-1 0 0 0 0,0-1 0 0 0,0 1 0 0 0,0-1 0 0 0,1 1 0 0 0,-1-1 0 0 0,0 0 0 0 0,0 1 0 0 0,0-1 0 0 0,0 0 0 0 0,0 0 0 0 0,0 0 0 0 0,0 0 0 0 0,0 0 0 0 0,-1 0 1 0 0,1 0-1 0 0,0 0 0 0 0,0 0 0 0 0,-1 0 0 0 0,1 0 0 0 0,-1 0 0 0 0,1-1 0 0 0,-1 1 0 0 0,1 0 0 0 0,-1 0 0 0 0,0-2 0 0 0,11-41-77 0 0,-10 39 44 0 0,5-42-57 0 0,-1 0 0 0 0,-2 0 0 0 0,-5-68 0 0 0,2 112 0 0 0,0-1 0 0 0,0 1 0 0 0,0 0 0 0 0,0 0 0 0 0,-1 0 0 0 0,0-1 0 0 0,1 1 0 0 0,-1 0-1 0 0,0 0 1 0 0,-1 0 0 0 0,1 0 0 0 0,0 0 0 0 0,-1 0 0 0 0,0 0 0 0 0,0 1 0 0 0,0-1 0 0 0,0 1 0 0 0,0-1 0 0 0,0 1 0 0 0,0 0 0 0 0,-4-3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5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76 329 10594 0 0,'-5'-4'265'0'0,"0"1"-1"0"0,0-1 0 0 0,0 0 0 0 0,1-1 1 0 0,0 1-1 0 0,0-1 0 0 0,0 0 0 0 0,-5-9 1 0 0,-1 1 897 0 0,7 9-595 0 0,2 2-181 0 0,-1 1-1 0 0,0-1 1 0 0,1 0-1 0 0,-1 0 1 0 0,1 0 0 0 0,-1 0-1 0 0,1-1 1 0 0,0 1-1 0 0,0 0 1 0 0,0-1 0 0 0,0 1-1 0 0,0-4 1 0 0,3 7-170 0 0,0-1 1 0 0,0 1-1 0 0,1 0 1 0 0,-1 0-1 0 0,0-1 1 0 0,0 2-1 0 0,0-1 1 0 0,0 0-1 0 0,0 0 0 0 0,0 1 1 0 0,0-1-1 0 0,1 3 1 0 0,21 20-88 0 0,-1 2 1 0 0,-1 1-1 0 0,-1 0 0 0 0,-2 2 1 0 0,18 34-1 0 0,18 24 51 0 0,38 42-180 0 0,-74-107 0 0 0,0-1 0 0 0,1-1 0 0 0,35 28 0 0 0,-54-47 0 0 0,1 1 0 0 0,-1-1 0 0 0,1 0 0 0 0,0 0 0 0 0,-1 1 0 0 0,1-1 0 0 0,0 0 0 0 0,0-1 0 0 0,0 1 0 0 0,0 0 0 0 0,0-1 0 0 0,0 1 0 0 0,0-1 0 0 0,0 1 0 0 0,0-1 0 0 0,0 0 0 0 0,0 0 0 0 0,0 0 0 0 0,0 0 0 0 0,0 0 0 0 0,4-1 0 0 0,-4 0 0 0 0,-1-1 0 0 0,1 1 0 0 0,-1 0 0 0 0,1-1 0 0 0,-1 1 0 0 0,0-1 0 0 0,1 0 0 0 0,-1 1 0 0 0,0-1 0 0 0,0 0 0 0 0,0 0 0 0 0,0 0 0 0 0,0 1 0 0 0,-1-1 0 0 0,1 0 0 0 0,-1 0 0 0 0,1 0 0 0 0,-1 0 0 0 0,0 0 0 0 0,1-1 0 0 0,-1-2 0 0 0,1-35 60 0 0,-2 0 0 0 0,-2 0 0 0 0,-1 1 1 0 0,-14-60-1 0 0,3 19 4 0 0,6 21-116 0 0,3-1-1 0 0,1-84 0 0 0,7 112-1403 0 0,8-47 0 0 0,-3 49-6081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5.5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7834 0 0,'0'0'122'0'0,"0"1"1"0"0,0-1-1 0 0,1 0 1 0 0,-1 1-1 0 0,0-1 1 0 0,0 0-1 0 0,1 0 1 0 0,-1 1 0 0 0,0-1-1 0 0,1 0 1 0 0,-1 1-1 0 0,0-1 1 0 0,1 0-1 0 0,-1 0 1 0 0,1 0-1 0 0,-1 1 1 0 0,0-1-1 0 0,1 0 1 0 0,-1 0-1 0 0,1 0 1 0 0,-1 0 0 0 0,0 0-1 0 0,1 0 1 0 0,-1 0-1 0 0,1 0 1 0 0,-1 0-1 0 0,1 0 1 0 0,-1 0-1 0 0,0 0 1 0 0,1 0-1 0 0,-1 0 1 0 0,1 0 0 0 0,-1-1-1 0 0,0 1 1 0 0,1 0-1 0 0,-1 0 1 0 0,1 0-1 0 0,-1-1 1 0 0,0 1-1 0 0,1 0 1 0 0,-1 0-1 0 0,0-1 1 0 0,1 1-1 0 0,-1 0 1 0 0,0-1 0 0 0,0 1-1 0 0,1 0 1 0 0,-1-1-1 0 0,0 1 1 0 0,0 0-1 0 0,0-1 1 0 0,1 1-1 0 0,-1-1 1 0 0,0 1-1 0 0,0 0 1 0 0,0-1-1 0 0,0 1 1 0 0,0-1 0 0 0,0 1-1 0 0,0 0 1 0 0,0-1-1 0 0,0 1 1 0 0,0-1-1 0 0,0 1 1 0 0,0-1-1 0 0,0 1 1 0 0,0 0-1 0 0,0-1 1 0 0,-1 0 0 0 0,15 15 681 0 0,-2 1 0 0 0,1 0 0 0 0,-2 1 1 0 0,0 0-1 0 0,-1 1 0 0 0,14 31 1 0 0,39 122 471 0 0,-43-110-1072 0 0,88 255-1485 0 0,-98-287 213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6.1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1 477 6913 0 0,'0'0'16'0'0,"0"0"0"0"0,0 0 0 0 0,0 1-1 0 0,0-1 1 0 0,0 0 0 0 0,0 0 0 0 0,0 1-1 0 0,0-1 1 0 0,0 0 0 0 0,1 0 0 0 0,-1 0-1 0 0,0 1 1 0 0,0-1 0 0 0,0 0-1 0 0,0 0 1 0 0,1 0 0 0 0,-1 1 0 0 0,0-1-1 0 0,0 0 1 0 0,0 0 0 0 0,1 0 0 0 0,-1 0-1 0 0,0 0 1 0 0,0 0 0 0 0,1 1 0 0 0,-1-1-1 0 0,0 0 1 0 0,0 0 0 0 0,1 0-1 0 0,-1 0 1 0 0,0 0 0 0 0,0 0 0 0 0,1 0-1 0 0,-1 0 1 0 0,0 0 0 0 0,1 0 0 0 0,16-3 389 0 0,17-8 1153 0 0,-31 10-1080 0 0,16-6 372 0 0,-1-1 0 0 0,0 0 0 0 0,-1-2 0 0 0,0 0 1 0 0,0-1-1 0 0,-1-1 0 0 0,-1 0 0 0 0,22-22 0 0 0,-17 13-839 0 0,-2-2 0 0 0,0 0 0 0 0,-2-1-1 0 0,0-1 1 0 0,13-30 0 0 0,-9 14-128 0 0,-13 24 29 0 0,0 0 1 0 0,1 1-1 0 0,1 0 1 0 0,1 1-1 0 0,0 0 1 0 0,23-25 0 0 0,-33 40 96 0 0,1-1 1 0 0,-1 1 0 0 0,1-1 0 0 0,-1 1 0 0 0,1-1 0 0 0,-1 1 0 0 0,1-1-1 0 0,0 1 1 0 0,-1 0 0 0 0,1-1 0 0 0,0 1 0 0 0,-1 0 0 0 0,1-1 0 0 0,-1 1-1 0 0,1 0 1 0 0,0 0 0 0 0,0 0 0 0 0,-1 0 0 0 0,1 0 0 0 0,0 0 0 0 0,-1 0-1 0 0,1 0 1 0 0,0 0 0 0 0,0 0 0 0 0,-1 0 0 0 0,1 0 0 0 0,0 0 0 0 0,-1 0-1 0 0,1 1 1 0 0,0-1 0 0 0,-1 0 0 0 0,1 0 0 0 0,-1 1 0 0 0,1-1-1 0 0,0 1 1 0 0,-1-1 0 0 0,1 0 0 0 0,-1 1 0 0 0,1-1 0 0 0,-1 1 0 0 0,1 0-1 0 0,-1-1 1 0 0,1 1 0 0 0,-1-1 0 0 0,0 1 0 0 0,1-1 0 0 0,-1 1 0 0 0,0 0-1 0 0,0-1 1 0 0,1 1 0 0 0,-1 0 0 0 0,0 1 0 0 0,13 48 891 0 0,-10-33-637 0 0,10 35 956 0 0,-2-4-852 0 0,3 1-1 0 0,1-2 1 0 0,2 0-1 0 0,30 56 1 0 0,-46-102-369 0 0,-1 0 0 0 0,0-1 1 0 0,0 1-1 0 0,1 0 0 0 0,-1 0 1 0 0,1-1-1 0 0,-1 1 1 0 0,0-1-1 0 0,1 1 0 0 0,-1 0 1 0 0,1-1-1 0 0,-1 1 0 0 0,1-1 1 0 0,0 1-1 0 0,-1-1 1 0 0,1 1-1 0 0,0-1 0 0 0,-1 0 1 0 0,1 1-1 0 0,0-1 0 0 0,-1 0 1 0 0,1 1-1 0 0,0-1 0 0 0,0 0 1 0 0,-1 0-1 0 0,2 0 1 0 0,-1 0-8 0 0,0-1 0 0 0,0 1 0 0 0,-1-1 0 0 0,1 1 0 0 0,0-1 0 0 0,-1 0 0 0 0,1 1 0 0 0,0-1 0 0 0,-1 0 0 0 0,1 0 0 0 0,-1 1 0 0 0,1-1-1 0 0,-1 0 1 0 0,1 0 0 0 0,-1 0 0 0 0,0 0 0 0 0,1-1 0 0 0,10-50-513 0 0,-10 47 410 0 0,2-16-145 0 0,-1 1 225 0 0,1 0 0 0 0,0 0 0 0 0,2 1 1 0 0,0-1-1 0 0,2 1 0 0 0,0 0 0 0 0,15-29 0 0 0,-21 47 42 0 0,0 0 0 0 0,-1 0-1 0 0,1 0 1 0 0,0 0 0 0 0,0 0-1 0 0,0 0 1 0 0,-1 0 0 0 0,1 0-1 0 0,0 0 1 0 0,0 0 0 0 0,0 1-1 0 0,1-1 1 0 0,-1 0 0 0 0,0 1-1 0 0,0-1 1 0 0,0 1 0 0 0,0-1-1 0 0,1 1 1 0 0,-1 0 0 0 0,0-1-1 0 0,0 1 1 0 0,3 0 0 0 0,-2 0 20 0 0,0 0 1 0 0,0 1 0 0 0,0 0 0 0 0,0-1 0 0 0,0 1 0 0 0,0 0 0 0 0,0 0-1 0 0,0 0 1 0 0,0 0 0 0 0,0 0 0 0 0,-1 0 0 0 0,4 3 0 0 0,5 6 166 0 0,-1 0 0 0 0,0 0 0 0 0,13 20 0 0 0,-11-15-91 0 0,1 0-92 0 0,1 0 0 0 0,18 17 0 0 0,-2-11-6186 0 0,-13-11-616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6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0 592 1376 0 0,'3'-1'218'0'0,"0"-1"-1"0"0,0 1 1 0 0,-1-1 0 0 0,1 0-1 0 0,-1 0 1 0 0,0 0-1 0 0,1 0 1 0 0,-1 0-1 0 0,0-1 1 0 0,0 1 0 0 0,0-1-1 0 0,1-2 1 0 0,19-34 1417 0 0,-20 35-1498 0 0,6-14 564 0 0,-1-1 0 0 0,-1 0 0 0 0,-1 0 0 0 0,-1 0-1 0 0,0-1 1 0 0,-1 1 0 0 0,-2-1 0 0 0,0 0 0 0 0,0 0-1 0 0,-2 0 1 0 0,-6-37 0 0 0,0 40-202 0 0,0 15 438 0 0,6 2-874 0 0,0 1 0 0 0,0 0 0 0 0,1 0 0 0 0,-1 0 0 0 0,0 0 0 0 0,0 0 0 0 0,1 1 0 0 0,-1-1 0 0 0,1 0 0 0 0,-1 0 0 0 0,1 0-1 0 0,-1 0 1 0 0,1 1 0 0 0,0-1 0 0 0,0 0 0 0 0,-1 0 0 0 0,1 1 0 0 0,0-1 0 0 0,0 2 0 0 0,-1 20 138 0 0,0 0-1 0 0,2 1 1 0 0,1-1-1 0 0,0 0 1 0 0,7 25-1 0 0,-8-42-196 0 0,1 0-1 0 0,-1 1 1 0 0,1-1-1 0 0,1 0 1 0 0,-1 0-1 0 0,1-1 1 0 0,0 1-1 0 0,1-1 1 0 0,-1 1-1 0 0,1-1 1 0 0,0 0-1 0 0,0 0 1 0 0,1 0-1 0 0,-1-1 1 0 0,1 0-1 0 0,0 0 1 0 0,0 0-1 0 0,1 0 1 0 0,-1-1-1 0 0,1 0 1 0 0,0 0-1 0 0,0 0 1 0 0,7 1-1 0 0,-11-3-24 0 0,1-1-1 0 0,0 1 1 0 0,-1-1 0 0 0,1 0-1 0 0,-1 0 1 0 0,1 0 0 0 0,-1-1-1 0 0,1 1 1 0 0,0 0-1 0 0,-1-1 1 0 0,1 0 0 0 0,-1 0-1 0 0,1 1 1 0 0,-1-1-1 0 0,0-1 1 0 0,1 1 0 0 0,-1 0-1 0 0,0-1 1 0 0,0 1-1 0 0,0-1 1 0 0,0 1 0 0 0,0-1-1 0 0,0 0 1 0 0,0 0 0 0 0,-1 0-1 0 0,1 0 1 0 0,-1 0-1 0 0,1 0 1 0 0,-1-1 0 0 0,0 1-1 0 0,2-5 1 0 0,3-8-455 0 0,0 0 0 0 0,0-1 0 0 0,5-30 0 0 0,-7 31 164 0 0,1-7-107 0 0,14-51-65 0 0,-17 69 490 0 0,0-1 0 0 0,0 0 0 0 0,0 0 0 0 0,1 1 0 0 0,0-1 0 0 0,0 1 0 0 0,0 0 0 0 0,0 0 0 0 0,0 0 0 0 0,1 0 0 0 0,6-5 0 0 0,-8 8 18 0 0,0 0-1 0 0,0 1 1 0 0,0-1 0 0 0,0 0 0 0 0,0 1-1 0 0,0-1 1 0 0,0 1 0 0 0,0-1 0 0 0,0 1 0 0 0,0 0-1 0 0,0 0 1 0 0,0 0 0 0 0,1 0 0 0 0,-1 0 0 0 0,0 1-1 0 0,0-1 1 0 0,0 1 0 0 0,0-1 0 0 0,0 1-1 0 0,0 0 1 0 0,3 1 0 0 0,45 28 1082 0 0,-21-12 1 0 0,-23-14-692 0 0,0-2-1 0 0,1 1 0 0 0,-1 0 0 0 0,1-1 1 0 0,-1-1-1 0 0,12 3 0 0 0,-17-4-362 0 0,0 0-1 0 0,1 0 1 0 0,-1 0-1 0 0,0 0 1 0 0,0 0 0 0 0,1 0-1 0 0,-1-1 1 0 0,0 1-1 0 0,0 0 1 0 0,1-1 0 0 0,-1 1-1 0 0,0 0 1 0 0,0-1-1 0 0,0 0 1 0 0,0 1 0 0 0,0-1-1 0 0,0 0 1 0 0,0 1-1 0 0,0-1 1 0 0,0 0 0 0 0,0 0-1 0 0,0 0 1 0 0,0 0-1 0 0,0 0 1 0 0,-1 0 0 0 0,1 0-1 0 0,0 0 1 0 0,-1 0-1 0 0,1 0 1 0 0,-1-1 0 0 0,1 1-1 0 0,-1 0 1 0 0,0 0-1 0 0,1-1 1 0 0,-1 1 0 0 0,0 0-1 0 0,0 0 1 0 0,0-1-1 0 0,0 1 1 0 0,0 0 0 0 0,0 0-1 0 0,0-2 1 0 0,-8-104 602 0 0,3 72-1571 0 0,2-52 1 0 0,5 49-6723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7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54 6449 0 0,'-10'-21'2471'0'0,"1"-12"6239"0"0,33 60-4425 0 0,-9-2-4188 0 0,-1 1 0 0 0,-2 1 0 0 0,15 41 0 0 0,17 91 387 0 0,3 4-234 0 0,11-26-3227 0 0,-47-118-4296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8.1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16 193 6913 0 0,'-3'-4'159'0'0,"1"1"0"0"0,0-1 0 0 0,1 0 0 0 0,-1 0 0 0 0,1 0 0 0 0,0 0 0 0 0,0 0-1 0 0,0 0 1 0 0,0 0 0 0 0,1-1 0 0 0,0 1 0 0 0,-1 0 0 0 0,2 0 0 0 0,0-8-1 0 0,0 5 264 0 0,1 0 0 0 0,1 1 1 0 0,-1-1-1 0 0,1 1 0 0 0,0-1 0 0 0,0 1 0 0 0,1 0 0 0 0,5-7 0 0 0,-5 8-65 0 0,0 0-1 0 0,1 0 1 0 0,-1 0 0 0 0,1 1 0 0 0,0 0 0 0 0,0 0-1 0 0,1 0 1 0 0,-1 0 0 0 0,1 1 0 0 0,0 0 0 0 0,0 0-1 0 0,0 1 1 0 0,0 0 0 0 0,0 0 0 0 0,9-2 0 0 0,-12 4-293 0 0,0 0 0 0 0,0-1 0 0 0,-1 1 1 0 0,1 0-1 0 0,0 0 0 0 0,-1 1 0 0 0,1-1 1 0 0,0 1-1 0 0,-1-1 0 0 0,1 1 0 0 0,0 0 0 0 0,-1 0 1 0 0,1 0-1 0 0,-1 0 0 0 0,1 0 0 0 0,-1 1 1 0 0,0-1-1 0 0,1 1 0 0 0,-1 0 0 0 0,0-1 0 0 0,0 1 1 0 0,0 0-1 0 0,-1 0 0 0 0,1 0 0 0 0,0 1 1 0 0,-1-1-1 0 0,1 0 0 0 0,-1 0 0 0 0,0 1 1 0 0,0-1-1 0 0,0 1 0 0 0,0 0 0 0 0,0-1 0 0 0,0 1 1 0 0,-1-1-1 0 0,1 1 0 0 0,-1 0 0 0 0,0 3 1 0 0,2 12 46 0 0,-2-1 0 0 0,0 0 0 0 0,-2 0 0 0 0,1 0 0 0 0,-2 0 1 0 0,0 0-1 0 0,-2-1 0 0 0,-7 24 0 0 0,4-15-15 0 0,1 0 1 0 0,-5 38-1 0 0,12-62-80 0 0,0 0-1 0 0,0-1 0 0 0,0 1 1 0 0,0-1-1 0 0,0 1 1 0 0,0 0-1 0 0,0-1 1 0 0,0 1-1 0 0,0 0 0 0 0,0-1 1 0 0,0 1-1 0 0,1-1 1 0 0,-1 1-1 0 0,0-1 1 0 0,0 1-1 0 0,0 0 0 0 0,1-1 1 0 0,-1 1-1 0 0,0-1 1 0 0,1 1-1 0 0,-1-1 1 0 0,1 1-1 0 0,-1-1 0 0 0,1 0 1 0 0,-1 1-1 0 0,0-1 1 0 0,2 1-1 0 0,18 0 207 0 0,28-16-147 0 0,-36 10-89 0 0,-7 4-71 0 0,1-1 0 0 0,-1 1-1 0 0,1 0 1 0 0,-1 0 0 0 0,1 1 0 0 0,0 0 0 0 0,5 0-1 0 0,23 4-6918 0 0,-16-1 275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8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 2761 0 0,'-7'-6'11206'0'0,"22"25"-3100"0"0,-6-7-9744 0 0,28 60 3189 0 0,50 135 1 0 0,-57-129-1614 0 0,-16-39-647 0 0,-5-14-5342 0 0,-3-7-1135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8.8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12 398 7370 0 0,'-12'4'1149'0'0,"20"-3"1133"0"0,21-4 199 0 0,-20-1-2325 0 0,-1 1 0 0 0,0-1 1 0 0,1-1-1 0 0,-1 0 0 0 0,-1 0 1 0 0,1 0-1 0 0,-1-1 0 0 0,0 0 1 0 0,0 0-1 0 0,0-1 0 0 0,-1 0 1 0 0,0 0-1 0 0,-1 0 0 0 0,0-1 1 0 0,7-11-1 0 0,1-9-127 0 0,-1-1-1 0 0,-1 0 1 0 0,8-40-1 0 0,-10 37 805 0 0,1 0 0 0 0,18-38 0 0 0,-28 69-784 0 0,0 1 1 0 0,0 0-1 0 0,0-1 1 0 0,0 1-1 0 0,0 0 1 0 0,0 0-1 0 0,0-1 1 0 0,1 1-1 0 0,-1 0 1 0 0,0-1-1 0 0,0 1 1 0 0,0 0-1 0 0,0 0 1 0 0,1-1-1 0 0,-1 1 1 0 0,0 0-1 0 0,0 0 1 0 0,1 0-1 0 0,-1-1 1 0 0,0 1-1 0 0,0 0 1 0 0,1 0-1 0 0,-1 0 1 0 0,0 0-1 0 0,1 0 1 0 0,-1-1-1 0 0,0 1 1 0 0,0 0-1 0 0,1 0 1 0 0,-1 0-1 0 0,0 0 1 0 0,1 0-1 0 0,-1 0 1 0 0,0 0-1 0 0,1 0 1 0 0,-1 0-1 0 0,0 0 1 0 0,1 0-1 0 0,-1 1 0 0 0,9 12 937 0 0,4 27-354 0 0,-11-35-472 0 0,11 40-18 0 0,2 0 0 0 0,2-1 0 0 0,2 0 0 0 0,2-2 0 0 0,48 73 0 0 0,-69-115-145 0 0,0 0 0 0 0,0 1-1 0 0,0-1 1 0 0,0 0 0 0 0,0 0 0 0 0,0 0 0 0 0,0 0 0 0 0,0 1-1 0 0,1-1 1 0 0,-1 0 0 0 0,0 0 0 0 0,0 0 0 0 0,0 0 0 0 0,0 1-1 0 0,0-1 1 0 0,1 0 0 0 0,-1 0 0 0 0,0 0 0 0 0,0 0 0 0 0,0 0-1 0 0,1 0 1 0 0,-1 0 0 0 0,0 0 0 0 0,0 0 0 0 0,0 0 0 0 0,0 0-1 0 0,1 0 1 0 0,-1 1 0 0 0,0-1 0 0 0,0 0 0 0 0,0 0 0 0 0,1 0 0 0 0,-1-1-1 0 0,0 1 1 0 0,0 0 0 0 0,0 0 0 0 0,1 0 0 0 0,-1 0 0 0 0,0 0-1 0 0,0 0 1 0 0,0 0 0 0 0,1 0 0 0 0,-1 0 0 0 0,0 0 0 0 0,0 0-1 0 0,0-1 1 0 0,0 1 0 0 0,0 0 0 0 0,1 0 0 0 0,-1 0 0 0 0,0 0-1 0 0,0 0 1 0 0,0-1 0 0 0,6-15-212 0 0,-1-22-206 0 0,-5 38 412 0 0,3-34-263 0 0,14-60-1 0 0,-14 81 295 0 0,1 1 0 0 0,0-1 0 0 0,1 1-1 0 0,1 1 1 0 0,-1-1 0 0 0,2 1-1 0 0,14-21 1 0 0,-19 30-9 0 0,-1 0-1 0 0,1 0 1 0 0,0 0-1 0 0,-1 0 1 0 0,1 1-1 0 0,0-1 1 0 0,0 1 0 0 0,0-1-1 0 0,0 1 1 0 0,0 0-1 0 0,0-1 1 0 0,0 1 0 0 0,1 0-1 0 0,-1 1 1 0 0,0-1-1 0 0,1 0 1 0 0,-1 1-1 0 0,1-1 1 0 0,-1 1 0 0 0,0 0-1 0 0,1-1 1 0 0,-1 1-1 0 0,1 1 1 0 0,-1-1 0 0 0,6 1-1 0 0,-5 0 6 0 0,1 1 0 0 0,0 0 0 0 0,-1 0 0 0 0,1 0-1 0 0,-1 0 1 0 0,0 1 0 0 0,0-1 0 0 0,1 1 0 0 0,-2 0 0 0 0,1-1-1 0 0,0 1 1 0 0,-1 1 0 0 0,1-1 0 0 0,3 7 0 0 0,12 23-68 0 0,-9-17-390 0 0,0-1 0 0 0,15 20 0 0 0,-14-23-783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9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0 332 456 0 0,'3'0'442'0'0,"-1"0"-1"0"0,0 0 1 0 0,1-1-1 0 0,-1 1 1 0 0,0-1-1 0 0,0 1 1 0 0,0-1 0 0 0,0 0-1 0 0,0 0 1 0 0,1 0-1 0 0,-2 0 1 0 0,1 0-1 0 0,4-3 1 0 0,-3 0 37 0 0,1 1-1 0 0,0-1 1 0 0,-1 0-1 0 0,0 0 1 0 0,5-8 0 0 0,-2 1-161 0 0,-1 0 0 0 0,0 0 0 0 0,-1 0 0 0 0,5-18 0 0 0,-6 15 48 0 0,-1 0 1 0 0,0 0-1 0 0,-1 0 0 0 0,-1 0 1 0 0,0 0-1 0 0,-2-14 1 0 0,2 22-215 0 0,-1 0 0 0 0,0 0 0 0 0,0 1 0 0 0,-1-1 0 0 0,0 0 1 0 0,0 0-1 0 0,0 1 0 0 0,-1-1 0 0 0,1 1 0 0 0,-1 0 0 0 0,0 0 1 0 0,-1 0-1 0 0,0 0 0 0 0,1 0 0 0 0,-1 1 0 0 0,-7-6 0 0 0,10 9-116 0 0,0 0-1 0 0,1 1 0 0 0,-1-1 0 0 0,0 1 0 0 0,1-1 0 0 0,-1 1 0 0 0,0-1 0 0 0,0 1 0 0 0,0-1 1 0 0,0 1-1 0 0,1 0 0 0 0,-1-1 0 0 0,0 1 0 0 0,0 0 0 0 0,0 0 0 0 0,0 0 0 0 0,0 0 1 0 0,0 0-1 0 0,0 0 0 0 0,0 0 0 0 0,0 0 0 0 0,1 0 0 0 0,-1 0 0 0 0,0 1 0 0 0,0-1 0 0 0,0 0 1 0 0,0 0-1 0 0,-1 1 0 0 0,1 1 43 0 0,0-1 1 0 0,-1 0 0 0 0,1 1-1 0 0,0-1 1 0 0,0 1 0 0 0,0-1-1 0 0,1 1 1 0 0,-1-1 0 0 0,0 1-1 0 0,0 0 1 0 0,1-1 0 0 0,-1 1-1 0 0,0 3 1 0 0,0 5 181 0 0,-1 1 1 0 0,1 0-1 0 0,1 17 0 0 0,1-17-119 0 0,0-1 0 0 0,0 1-1 0 0,1 0 1 0 0,1-1 0 0 0,0 1 0 0 0,0-1-1 0 0,1 0 1 0 0,0 0 0 0 0,1 0 0 0 0,0 0-1 0 0,0-1 1 0 0,10 12 0 0 0,-11-17-195 0 0,-1 0 0 0 0,1 0-1 0 0,0 0 1 0 0,0-1 0 0 0,0 0 0 0 0,1 0 0 0 0,-1 0-1 0 0,1 0 1 0 0,-1-1 0 0 0,1 1 0 0 0,8 1 0 0 0,-8-2-433 0 0,0-1 1 0 0,0-1-1 0 0,1 1 0 0 0,-1-1 1 0 0,0 0-1 0 0,1 0 1 0 0,-1 0-1 0 0,0-1 1 0 0,1 1-1 0 0,-1-1 1 0 0,0-1-1 0 0,0 1 1 0 0,6-3-1 0 0,7-3-5451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29.4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79 920 0 0,'-10'8'4738'0'0,"10"-7"-4400"0"0,-1-1 1 0 0,1 1-1 0 0,-1 0 0 0 0,1 0 1 0 0,0 0-1 0 0,-1 0 1 0 0,1 0-1 0 0,0 0 0 0 0,0 0 1 0 0,-1 1-1 0 0,4 32 3686 0 0,1-19-2833 0 0,1-1 1 0 0,9 20-1 0 0,-7-18-696 0 0,1-1 0 0 0,0 0 0 0 0,2 0 0 0 0,-1-1 0 0 0,2-1 0 0 0,0 1 0 0 0,1-1-1 0 0,0-1 1 0 0,1-1 0 0 0,22 17 0 0 0,-34-27-491 0 0,0 0-1 0 0,0-1 1 0 0,0 1-1 0 0,0-1 1 0 0,0 1-1 0 0,0-1 1 0 0,0 1 0 0 0,0-1-1 0 0,0 0 1 0 0,0 0-1 0 0,0 1 1 0 0,0-1-1 0 0,0 0 1 0 0,0 0-1 0 0,0 0 1 0 0,0 0 0 0 0,1 0-1 0 0,-1 0 1 0 0,0-1-1 0 0,0 1 1 0 0,0 0-1 0 0,0-1 1 0 0,0 1-1 0 0,2-1 1 0 0,-2 0 11 0 0,1-1 0 0 0,-1 1 0 0 0,0 0-1 0 0,0-1 1 0 0,0 1 0 0 0,1-1 0 0 0,-1 1 0 0 0,-1-1 0 0 0,1 0-1 0 0,0 1 1 0 0,0-1 0 0 0,-1 0 0 0 0,2-2 0 0 0,0-8 104 0 0,0 0 1 0 0,0 0-1 0 0,-1-20 0 0 0,-1 27-78 0 0,1-48 69 0 0,11-133-1654 0 0,-8 159-6272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30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6913 0 0,'0'-1'117'0'0,"0"1"0"0"0,0 0 0 0 0,0-1 0 0 0,0 1-1 0 0,0-1 1 0 0,0 1 0 0 0,0 0 0 0 0,0-1 0 0 0,0 1-1 0 0,0 0 1 0 0,0-1 0 0 0,0 1 0 0 0,1 0 0 0 0,-1-1-1 0 0,0 1 1 0 0,0 0 0 0 0,1-1 0 0 0,-1 1 0 0 0,0 0-1 0 0,0-1 1 0 0,1 1 0 0 0,-1 0 0 0 0,0 0-1 0 0,1-1 1 0 0,-1 1 0 0 0,0 0 0 0 0,1 0 0 0 0,-1 0-1 0 0,0 0 1 0 0,1-1 0 0 0,-1 1 0 0 0,0 0 0 0 0,1 0-1 0 0,-1 0 1 0 0,1 0 0 0 0,0 0 0 0 0,7 13 2095 0 0,3 22-144 0 0,-7 14-769 0 0,-2 1 0 0 0,-2 0 0 0 0,-12 92 0 0 0,5-63-896 0 0,-2 145-95 0 0,13-129-3231 0 0,-2-78-3805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30.6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 6913 0 0,'5'-3'1'0'0,"0"0"523"0"0,0 0-1 0 0,0 1 1 0 0,0-1 0 0 0,1 1-1 0 0,-1 0 1 0 0,1 0 0 0 0,-1 1-1 0 0,1-1 1 0 0,0 1 0 0 0,-1 1-1 0 0,1-1 1 0 0,0 1 0 0 0,0 0-1 0 0,0 0 1 0 0,8 2 0 0 0,-4 0 100 0 0,0 1 0 0 0,1 1-1 0 0,-1-1 1 0 0,0 2 0 0 0,-1-1 0 0 0,1 2 0 0 0,-1-1 0 0 0,17 14 0 0 0,-13-8-294 0 0,0 1 1 0 0,-1 1-1 0 0,-1 0 0 0 0,0 0 1 0 0,10 17-1 0 0,-5-2-225 0 0,0 0 0 0 0,-2 2 0 0 0,-1 0 0 0 0,-1 0 0 0 0,10 46 0 0 0,25 150-2167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30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43 4145 0 0,'-11'-3'4811'0'0,"27"-4"-656"0"0,13-2-4374 0 0,1 2 0 0 0,-1 1 0 0 0,1 1 0 0 0,0 1 0 0 0,1 2 0 0 0,45 3 0 0 0,-42 2 219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31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11522 0 0,'15'34'4331'0'0,"-4"1"-2909"0"0,-2 1 0 0 0,-1 0 0 0 0,-2 0 0 0 0,3 64 0 0 0,-15 151-605 0 0,3 35-1113 0 0,7-257-1859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2:32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65 2761 0 0,'-31'-8'9441'0'0,"52"-1"-7643"0"0,-1 3-531 0 0,19-7 1462 0 0,63-11 1 0 0,-91 22-2567 0 0,-1 1-1 0 0,1 0 1 0 0,-1 0 0 0 0,1 1 0 0 0,0 1 0 0 0,-1-1-1 0 0,1 2 1 0 0,-1 0 0 0 0,1 0 0 0 0,-1 0 0 0 0,14 7 0 0 0,-20-7-161 0 0,0 0 1 0 0,0 0 0 0 0,0 0-1 0 0,-1 0 1 0 0,1 1 0 0 0,-1 0 0 0 0,1 0-1 0 0,-1 0 1 0 0,0 0 0 0 0,0 1 0 0 0,0-1-1 0 0,-1 1 1 0 0,1-1 0 0 0,-1 1 0 0 0,0 0-1 0 0,0 0 1 0 0,2 5 0 0 0,-2-2 2 0 0,-1 0 0 0 0,1 0 0 0 0,-1 0 0 0 0,-1 0 1 0 0,1 1-1 0 0,-1-1 0 0 0,-1 0 0 0 0,1 0 0 0 0,-3 12 0 0 0,-4 8 7 0 0,-1 0-1 0 0,-2 0 0 0 0,0-2 1 0 0,-17 31-1 0 0,9-17-11 0 0,55-62-115 0 0,-29 18 70 0 0,0 1-1 0 0,1-1 0 0 0,-1 1 1 0 0,1 1-1 0 0,0-1 0 0 0,0 2 1 0 0,0-1-1 0 0,1 1 0 0 0,-1 0 1 0 0,0 1-1 0 0,1 0 0 0 0,-1 1 1 0 0,1 0-1 0 0,-1 0 0 0 0,1 1 1 0 0,13 3-1 0 0,-18-3 54 0 0,0 0 0 0 0,1 1 0 0 0,-1 0 0 0 0,0 0 0 0 0,1 0 0 0 0,-1 0 0 0 0,-1 1 1 0 0,1 0-1 0 0,0 0 0 0 0,-1 0 0 0 0,1 1 0 0 0,-1-1 0 0 0,0 1 0 0 0,0 0 0 0 0,0 0 0 0 0,-1 1 0 0 0,1-1 0 0 0,-1 1 0 0 0,0 0 0 0 0,-1-1 0 0 0,1 1 0 0 0,-1 1 0 0 0,0-1 0 0 0,0 0 0 0 0,0 0 0 0 0,-1 1 0 0 0,0-1 0 0 0,0 1 0 0 0,0 6 0 0 0,-1-2 63 0 0,-1 1 1 0 0,1 0-1 0 0,-2 0 0 0 0,0 0 0 0 0,0 0 0 0 0,-1-1 0 0 0,0 1 0 0 0,-1-1 0 0 0,0 0 0 0 0,-1 0 0 0 0,0 0 0 0 0,0-1 0 0 0,-1 0 0 0 0,-9 11 0 0 0,8-11 6 0 0,0 0-1 0 0,-1 0 0 0 0,-1-1 1 0 0,0 0-1 0 0,0 0 0 0 0,0-1 0 0 0,-1 0 1 0 0,0 0-1 0 0,0-2 0 0 0,-1 1 1 0 0,1-1-1 0 0,-23 7 0 0 0,11-7-76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0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56 7370 0 0,'0'-55'12626'0'0,"0"78"-11052"0"0,-6 303-441 0 0,6 242-1138 0 0,18-319 120 0 0,10 252 477 0 0,-62-39-252 0 0,32-455-1983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1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56 161 9674 0 0,'-9'0'1659'0'0,"0"1"0"0"0,0 0-1 0 0,0 0 1 0 0,-10 4 0 0 0,82-19 2116 0 0,42 5-3122 0 0,-33 4-308 0 0,413-34 543 0 0,-160 8-761 0 0,-100 7-73 0 0,-48 6-44 0 0,201-10-1520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1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21 155 8754 0 0,'-8'0'85'0'0,"-4"-3"1821"0"0,12 3-1827 0 0,0 0 1 0 0,0-1 0 0 0,0 1 0 0 0,0 0 0 0 0,0-1-1 0 0,0 1 1 0 0,0 0 0 0 0,0-1 0 0 0,0 1 0 0 0,0 0-1 0 0,0-1 1 0 0,0 1 0 0 0,0 0 0 0 0,0-1 0 0 0,0 1 0 0 0,1 0-1 0 0,-1-1 1 0 0,0 1 0 0 0,0 0 0 0 0,1-1 0 0 0,-1 1-1 0 0,0 0 1 0 0,0 0 0 0 0,1-1 0 0 0,-1 1 0 0 0,0 0-1 0 0,0 0 1 0 0,1 0 0 0 0,-1-1 0 0 0,0 1 0 0 0,1 0-1 0 0,-1 0 1 0 0,0 0 0 0 0,1 0 0 0 0,0 0 0 0 0,22-16 1220 0 0,1 2 0 0 0,0 1 0 0 0,1 0 0 0 0,36-11 0 0 0,-6 6-177 0 0,62-12 1 0 0,-90 25-1471 0 0,1 1 1 0 0,37-1 0 0 0,-14 7-6826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2.1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9674 0 0,'-2'7'10256'0'0,"21"406"-7230"0"0,-8-97-2849 0 0,46 128 177 0 0,3 59-308 0 0,-63-297-407 0 0,-1-171 74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3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2 187 10594 0 0,'0'0'-30'0'0,"0"0"1"0"0,0 1-1 0 0,0-1 0 0 0,0 0 0 0 0,0 0 0 0 0,0 0 1 0 0,0 0-1 0 0,0 0 0 0 0,0 0 0 0 0,0 0 0 0 0,0 0 1 0 0,0 0-1 0 0,0 0 0 0 0,0 1 0 0 0,0-1 0 0 0,0 0 1 0 0,0 0-1 0 0,0 0 0 0 0,0 0 0 0 0,0 0 0 0 0,0 0 1 0 0,0 0-1 0 0,0 0 0 0 0,0 0 0 0 0,0 0 0 0 0,0 1 1 0 0,0-1-1 0 0,-1 0-298 0 0,1 0 298 0 0,0 0 1 0 0,16 1 308 0 0,24-5 951 0 0,92-16 2375 0 0,229-7 0 0 0,48 7-1322 0 0,-172 6-1862 0 0,245-20 445 0 0,-400 28-790 0 0,400-40 393 0 0,-390 37-504 0 0,-35 2-513 0 0,0 3 1 0 0,111 6 0 0 0,-150 0-6820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6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14 260 456 0 0,'-1'0'62'0'0,"1"0"0"0"0,-1 0 0 0 0,1 0-1 0 0,-1 0 1 0 0,1 0 0 0 0,-1 0 0 0 0,1 0 0 0 0,-1 0 0 0 0,1 1 0 0 0,-1-1-1 0 0,1 0 1 0 0,-1 0 0 0 0,1 0 0 0 0,-1 1 0 0 0,1-1 0 0 0,0 0-1 0 0,-1 0 1 0 0,1 1 0 0 0,-1-1 0 0 0,1 0 0 0 0,0 1 0 0 0,-1-1-1 0 0,1 0 1 0 0,0 1 0 0 0,0-1 0 0 0,-1 1 0 0 0,1-1 0 0 0,0 1 0 0 0,0-1-1 0 0,-1 0 1 0 0,1 1 0 0 0,0-1 0 0 0,0 1 0 0 0,0-1 0 0 0,0 1-1 0 0,0-1 1 0 0,0 1 0 0 0,0-1 0 0 0,0 1 0 0 0,0-1 0 0 0,0 1 0 0 0,0-1-1 0 0,0 1 1 0 0,0-1 0 0 0,0 1 0 0 0,0-1 0 0 0,1 1 0 0 0,-1-1-1 0 0,0 1 1 0 0,0-1 0 0 0,0 0 0 0 0,1 1 0 0 0,-1-1 0 0 0,0 1-1 0 0,1-1 1 0 0,-1 0 0 0 0,0 1 0 0 0,1-1 0 0 0,-1 0 0 0 0,0 1 0 0 0,1-1-1 0 0,0 0 1 0 0,1 2 154 0 0,1 0-1 0 0,-1 0 0 0 0,1-1 0 0 0,-1 1 1 0 0,1-1-1 0 0,0 0 0 0 0,0 0 1 0 0,0 0-1 0 0,3 1 0 0 0,15 0 589 0 0,-1-1 0 0 0,1-1 0 0 0,0-1 0 0 0,-1-1 0 0 0,36-7 0 0 0,102-36 2178 0 0,-33 9-1050 0 0,142-19 255 0 0,298-20-1 0 0,126 11-1389 0 0,-660 60-834 0 0,53-3 648 0 0,-76 7-816 0 0,0 0 0 0 0,0 0 0 0 0,0 1 0 0 0,0 0 0 0 0,0 1 0 0 0,0 0 0 0 0,15 5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6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29 920 0 0,'-11'-29'15459'0'0,"16"51"-12902"0"0,21 163-647 0 0,4 255 0 0 0,-21-245-1772 0 0,35 212 0 0 0,-7-198-521 0 0,-34-192-181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7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252 59 6161 0 0,'0'-3'335'0'0,"1"1"-1"0"0,0 0 0 0 0,-1 0 1 0 0,1-1-1 0 0,-1 1 0 0 0,0 0 1 0 0,1-1-1 0 0,-1 1 0 0 0,-1 0 1 0 0,1-1-1 0 0,0 1 0 0 0,0 0 1 0 0,-1-1-1 0 0,1 1 0 0 0,-1 0 1 0 0,0-1-1 0 0,0 1 0 0 0,0 0 1 0 0,0 0-1 0 0,-1-2 0 0 0,0 3-79 0 0,1 0 1 0 0,-1 0-1 0 0,1 0 0 0 0,-1 0 0 0 0,0 1 1 0 0,1-1-1 0 0,-1 0 0 0 0,0 1 1 0 0,0-1-1 0 0,0 1 0 0 0,1 0 0 0 0,-1 0 1 0 0,0 0-1 0 0,0 0 0 0 0,0 0 0 0 0,1 0 1 0 0,-1 0-1 0 0,0 0 0 0 0,0 1 0 0 0,0-1 1 0 0,1 1-1 0 0,-1-1 0 0 0,0 1 0 0 0,1 0 1 0 0,-4 1-1 0 0,-17 8 305 0 0,0 1 1 0 0,0 1-1 0 0,1 1 1 0 0,1 1-1 0 0,0 1 1 0 0,1 0-1 0 0,-25 27 1 0 0,43-42-560 0 0,1 1 1 0 0,-1-1 0 0 0,0 1-1 0 0,1 0 1 0 0,-1-1 0 0 0,1 1-1 0 0,-1 0 1 0 0,1-1 0 0 0,-1 1-1 0 0,1 0 1 0 0,-1 0 0 0 0,1 0-1 0 0,0-1 1 0 0,0 1 0 0 0,-1 0-1 0 0,1 0 1 0 0,0 0 0 0 0,0 0-1 0 0,0 0 1 0 0,0 0 0 0 0,0-1-1 0 0,0 1 1 0 0,0 0 0 0 0,0 0 0 0 0,0 1-1 0 0,1-1-19 0 0,0 0 0 0 0,0 0-1 0 0,-1 0 1 0 0,1 0 0 0 0,0 0-1 0 0,0 0 1 0 0,0-1 0 0 0,0 1-1 0 0,0 0 1 0 0,0-1 0 0 0,0 1-1 0 0,0-1 1 0 0,1 1 0 0 0,-1-1 0 0 0,0 0-1 0 0,2 1 1 0 0,8 1-181 0 0,1 0 0 0 0,0-1-1 0 0,13 0 1 0 0,-13 0 123 0 0,13-1-315 0 0,29 3-457 0 0,-52-3 779 0 0,0 0 0 0 0,0 1 0 0 0,1-1 1 0 0,-1 1-1 0 0,0-1 0 0 0,0 1 0 0 0,0 0 1 0 0,0 0-1 0 0,0 0 0 0 0,0 0 0 0 0,0 1 1 0 0,0-1-1 0 0,0 0 0 0 0,0 1 0 0 0,0-1 1 0 0,-1 1-1 0 0,1 0 0 0 0,1 2 0 0 0,-3-3 41 0 0,1 1-1 0 0,-1 0 0 0 0,1 0 0 0 0,-1 0 0 0 0,0-1 0 0 0,0 1 0 0 0,0 0 0 0 0,0 0 1 0 0,0 0-1 0 0,-1-1 0 0 0,1 1 0 0 0,0 0 0 0 0,-1 0 0 0 0,0 0 0 0 0,1-1 1 0 0,-1 1-1 0 0,0 0 0 0 0,0-1 0 0 0,0 1 0 0 0,0-1 0 0 0,-2 3 0 0 0,-25 30 20 0 0,1-8 3 0 0,-18 19 20 0 0,42-42-24 0 0,0 1-1 0 0,0 0 1 0 0,0 0 0 0 0,1 0-1 0 0,-1 0 1 0 0,1 1-1 0 0,0-1 1 0 0,0 1 0 0 0,-2 8-1 0 0,4-12-6 0 0,1 0 0 0 0,-1 0 0 0 0,0 0 0 0 0,0 0 0 0 0,0 0 0 0 0,1 0 0 0 0,-1 0 0 0 0,0 0 1 0 0,1 0-1 0 0,-1 0 0 0 0,1 0 0 0 0,-1 0 0 0 0,1 0 0 0 0,-1-1 0 0 0,1 1 0 0 0,0 0 0 0 0,0 0 0 0 0,-1 0 0 0 0,1-1 0 0 0,0 1 0 0 0,0 0 0 0 0,0-1 0 0 0,0 1 0 0 0,-1-1 0 0 0,1 1 0 0 0,0-1 0 0 0,0 0 0 0 0,0 1 0 0 0,0-1 0 0 0,0 0 0 0 0,0 1 0 0 0,0-1 0 0 0,1 0 0 0 0,-1 0 0 0 0,0 0 0 0 0,0 0 0 0 0,0 0 0 0 0,1 0 0 0 0,46-1-560 0 0,-44 1 511 0 0,59-10-164 0 0,-50 7 184 0 0,-1 0 0 0 0,1 1 0 0 0,0 0 0 0 0,0 1 1 0 0,0 1-1 0 0,24 2 0 0 0,-37-2 48 0 0,1 0-1 0 0,-1 0 1 0 0,1 0 0 0 0,-1 0-1 0 0,0 0 1 0 0,1 0 0 0 0,-1 1-1 0 0,1-1 1 0 0,-1 0 0 0 0,1 0-1 0 0,-1 0 1 0 0,0 1 0 0 0,1-1-1 0 0,-1 0 1 0 0,0 1 0 0 0,1-1 0 0 0,-1 0-1 0 0,0 1 1 0 0,1-1 0 0 0,-1 0-1 0 0,0 1 1 0 0,0-1 0 0 0,1 0-1 0 0,-1 1 1 0 0,0-1 0 0 0,0 1-1 0 0,0-1 1 0 0,0 0 0 0 0,1 1-1 0 0,-1-1 1 0 0,0 1 0 0 0,-6 16 125 0 0,-18 14 133 0 0,22-29-245 0 0,-38 39 205 0 0,-24 26-1091 0 0,59-60 196 0 0,0 0 0 0 0,0 1 0 0 0,0 0 0 0 0,-4 11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7.6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3225 0 0,'1'-1'1072'0'0,"1"3"-258"0"0,0 0 0 0 0,-1 1 1 0 0,0-1-1 0 0,1 1 0 0 0,-1-1 0 0 0,0 1 1 0 0,0 0-1 0 0,0-1 0 0 0,-1 1 0 0 0,1 0 1 0 0,0 5-1 0 0,1 39 1219 0 0,-1-23-856 0 0,19 340 3134 0 0,20 188-3277 0 0,32 58-79 0 0,-70-595-1110 0 0,0 10 132 0 0,-7-8-3230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0.1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29 12899 0 0,'0'-1'273'0'0,"-1"0"0"0"0,1 0 0 0 0,-1-1 0 0 0,1 1 0 0 0,0 0 0 0 0,-1 0 0 0 0,1-1 0 0 0,0 1 0 0 0,0 0 0 0 0,0-1 0 0 0,0 1 0 0 0,0 0 0 0 0,0 0 0 0 0,1-1 0 0 0,-1 1 0 0 0,1-2 0 0 0,-1 2-172 0 0,1 1 0 0 0,-1 0 0 0 0,0-1 0 0 0,1 1-1 0 0,-1-1 1 0 0,1 1 0 0 0,-1 0 0 0 0,0 0-1 0 0,1-1 1 0 0,-1 1 0 0 0,1 0 0 0 0,-1 0 0 0 0,1 0-1 0 0,-1-1 1 0 0,1 1 0 0 0,0 0 0 0 0,-1 0 0 0 0,1 0-1 0 0,-1 0 1 0 0,1 0 0 0 0,-1 0 0 0 0,1 0 0 0 0,-1 0-1 0 0,1 0 1 0 0,-1 0 0 0 0,2 1 0 0 0,1 0 54 0 0,1 0 1 0 0,0 0 0 0 0,-1 1-1 0 0,1 0 1 0 0,-1 0-1 0 0,1 0 1 0 0,-1 0 0 0 0,0 0-1 0 0,6 6 1 0 0,7 10 11 0 0,0 1 1 0 0,-1 0-1 0 0,-1 1 1 0 0,15 29-1 0 0,39 93-47 0 0,-52-108-34 0 0,30 68-42 0 0,79 165-1787 0 0,-109-236-5840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0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0 111 6913 0 0,'6'52'3692'0'0,"2"-27"-3553"0"0,0 0 0 0 0,2-1 1 0 0,0 0-1 0 0,2-1 0 0 0,1 0 0 0 0,0-1 1 0 0,2 0-1 0 0,0-1 0 0 0,2-1 1 0 0,0 0-1 0 0,1-2 0 0 0,1 0 0 0 0,1 0 1 0 0,0-2-1 0 0,1-1 0 0 0,1 0 0 0 0,0-2 1 0 0,30 13-1 0 0,-49-24-125 0 0,1 0 1 0 0,0 0-1 0 0,0-1 1 0 0,0 1-1 0 0,0-1 1 0 0,0 0-1 0 0,0 0 0 0 0,0-1 1 0 0,0 1-1 0 0,0-1 1 0 0,1 0-1 0 0,-1 0 1 0 0,0 0-1 0 0,0 0 1 0 0,0-1-1 0 0,0 0 1 0 0,0 0-1 0 0,0 0 0 0 0,7-3 1 0 0,-8 2 118 0 0,1-1 0 0 0,0 0 0 0 0,-1 1 0 0 0,1-1 0 0 0,-1-1 0 0 0,0 1-1 0 0,0-1 1 0 0,0 1 0 0 0,0-1 0 0 0,-1 0 0 0 0,1 0 0 0 0,-1 0 0 0 0,0 0 0 0 0,-1 0 0 0 0,1 0 0 0 0,0-1 0 0 0,0-7 0 0 0,2-5 238 0 0,-2 0 1 0 0,0 0 0 0 0,-1-1 0 0 0,-1 1-1 0 0,-1 0 1 0 0,0-1 0 0 0,-1 1-1 0 0,-7-27 1 0 0,0 9-224 0 0,-2 1-1 0 0,-1 0 1 0 0,-19-36-1 0 0,25 57-158 0 0,-1 1-1 0 0,0 0 1 0 0,-1 1-1 0 0,0-1 0 0 0,-1 2 1 0 0,0-1-1 0 0,-12-9 1 0 0,15 15-410 0 0,0 1-1 0 0,0-1 1 0 0,0 2 0 0 0,0-1 0 0 0,-8-3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0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1 278 13363 0 0,'0'0'77'0'0,"0"0"1"0"0,0 0-1 0 0,0-1 1 0 0,0 1-1 0 0,0 0 1 0 0,0 0-1 0 0,0-1 1 0 0,0 1-1 0 0,0 0 1 0 0,0 0-1 0 0,0 0 1 0 0,0-1-1 0 0,0 1 1 0 0,0 0-1 0 0,0 0 1 0 0,2-2 542 0 0,-2 2-543 0 0,0 0 1 0 0,0 0-1 0 0,0 0 1 0 0,1 0-1 0 0,-1 0 1 0 0,0-1-1 0 0,0 1 1 0 0,0 0-1 0 0,1 0 1 0 0,-1 0-1 0 0,0 0 1 0 0,0 0-1 0 0,1 0 1 0 0,-1 0-1 0 0,0 0 1 0 0,0 0-1 0 0,1 0 0 0 0,12 5 1506 0 0,10 9-230 0 0,-23-14-1350 0 0,37 26 547 0 0,0-1-1 0 0,1-2 1 0 0,56 25-1 0 0,-13-10 46 0 0,-81-43-517 0 0,-1 0 0 0 0,1 0 0 0 0,-1 1 0 0 0,0-1 0 0 0,0 0 0 0 0,0 1 0 0 0,-3-5 0 0 0,-65-215 892 0 0,34 70-3175 0 0,29 124-5602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2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 8290 0 0,'-2'0'167'0'0,"0"1"1"0"0,0 0-1 0 0,0 0 1 0 0,0 0 0 0 0,1 1-1 0 0,-1-1 1 0 0,0 0-1 0 0,1 1 1 0 0,-1-1-1 0 0,1 1 1 0 0,-1-1 0 0 0,1 1-1 0 0,0 0 1 0 0,-1 0-1 0 0,0 2 1 0 0,2-4-145 0 0,0 1 0 0 0,0-1 0 0 0,0 1-1 0 0,0-1 1 0 0,0 0 0 0 0,0 1 0 0 0,0-1 0 0 0,0 1 0 0 0,0-1 0 0 0,0 1 0 0 0,0-1 0 0 0,0 0-1 0 0,0 1 1 0 0,1-1 0 0 0,-1 0 0 0 0,0 1 0 0 0,0-1 0 0 0,0 1 0 0 0,1-1 0 0 0,-1 0 0 0 0,0 1-1 0 0,0-1 1 0 0,1 0 0 0 0,-1 0 0 0 0,0 1 0 0 0,1-1 0 0 0,-1 0 0 0 0,1 1 0 0 0,22 5 159 0 0,37-5 688 0 0,96-8 0 0 0,-17-1 424 0 0,369 29 2141 0 0,-92 0-2692 0 0,230-54 491 0 0,-588 28-1191 0 0,89-6 236 0 0,1 7 0 0 0,-1 5 1 0 0,161 24-1 0 0,-287-22-483 0 0,53 5-1212 0 0,-27-13-3110 0 0,-46 5 4255 0 0,0 0 1 0 0,0 0 0 0 0,0 0 0 0 0,0-1 0 0 0,0 1 0 0 0,0 0 0 0 0,0-1 0 0 0,0 1 0 0 0,0-1 0 0 0,-1 1 0 0 0,1-1-1 0 0,0 0 1 0 0,0 1 0 0 0,-1-1 0 0 0,1 0 0 0 0,0 0 0 0 0,-1 1 0 0 0,2-2 0 0 0,1-4-1297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2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12 181 3681 0 0,'-11'5'11593'0'0,"28"11"-7787"0"0,-2-4-3479 0 0,2-2 2 0 0,1-1 0 0 0,0 0 0 0 0,0-1 0 0 0,1-1 0 0 0,0-1 0 0 0,20 5 0 0 0,-31-9-310 0 0,1-1 1 0 0,-1 1-1 0 0,1-1 1 0 0,0-1-1 0 0,-1 0 0 0 0,1 0 1 0 0,0 0-1 0 0,-1-1 0 0 0,1-1 1 0 0,0 1-1 0 0,-1-1 1 0 0,0-1-1 0 0,1 1 0 0 0,-1-2 1 0 0,0 1-1 0 0,9-6 0 0 0,-13 5 16 0 0,0 0 0 0 0,0 0-1 0 0,0 0 1 0 0,0-1 0 0 0,-1 1-1 0 0,0-1 1 0 0,0 0 0 0 0,0 0-1 0 0,0 0 1 0 0,-1 0 0 0 0,0-1-1 0 0,0 1 1 0 0,0-1 0 0 0,-1 1-1 0 0,0-1 1 0 0,0 1 0 0 0,0-1-1 0 0,-1 0 1 0 0,1 0 0 0 0,-2 1-1 0 0,1-1 1 0 0,0 0 0 0 0,-1 1-1 0 0,0-1 1 0 0,-4-9 0 0 0,4 9-20 0 0,0 0 0 0 0,-1 1 1 0 0,0-1-1 0 0,0 1 0 0 0,0-1 0 0 0,-1 1 1 0 0,1 0-1 0 0,-2 0 0 0 0,1 0 1 0 0,0 0-1 0 0,-1 1 0 0 0,0 0 1 0 0,0-1-1 0 0,0 1 0 0 0,0 0 0 0 0,-1 1 1 0 0,0-1-1 0 0,1 1 0 0 0,-1 0 1 0 0,-1 0-1 0 0,1 1 0 0 0,0-1 0 0 0,-1 1 1 0 0,1 0-1 0 0,-8-1 0 0 0,9 3-94 0 0,0 0 1 0 0,0 0-1 0 0,0 0 0 0 0,0 0 0 0 0,0 1 0 0 0,0-1 0 0 0,0 1 0 0 0,0 0 0 0 0,0 1 0 0 0,0-1 0 0 0,0 1 0 0 0,0-1 1 0 0,1 1-1 0 0,-1 0 0 0 0,1 0 0 0 0,-1 1 0 0 0,1-1 0 0 0,0 1 0 0 0,0 0 0 0 0,0 0 0 0 0,0 0 0 0 0,1 0 0 0 0,-1 0 1 0 0,1 1-1 0 0,0-1 0 0 0,0 1 0 0 0,0-1 0 0 0,0 1 0 0 0,-1 4 0 0 0,-6 15-568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3.1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48 101 3225 0 0,'-16'16'1592'0'0,"14"-15"-735"0"0,-28 6 11878 0 0,41-3-11726 0 0,15 3-959 0 0,27-6 219 0 0,1-2 0 0 0,67-10 0 0 0,12-1 192 0 0,427-27 487 0 0,-491 33-854 0 0,898-55 302 0 0,-836 55-9 0 0,207 17 1 0 0,-327-9-398 0 0,-1 0-1 0 0,0 0 1 0 0,0 1 0 0 0,12 6 0 0 0,3 0-1538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3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6913 0 0,'-1'5'621'0'0,"0"1"-1"0"0,0-1 0 0 0,0 0 1 0 0,1 1-1 0 0,-1-1 0 0 0,1 1 1 0 0,1-1-1 0 0,-1 1 0 0 0,3 9 1 0 0,-1-3 225 0 0,1 0 0 0 0,1 0 0 0 0,5 14 0 0 0,-6-19-652 0 0,1-1 0 0 0,-1 1 0 0 0,1-1 0 0 0,0 0 0 0 0,1 0 0 0 0,0 0 0 0 0,0 0 0 0 0,0-1 0 0 0,0 0 0 0 0,1 0 0 0 0,8 6 0 0 0,-12-10-156 0 0,1 0 0 0 0,-1 1 1 0 0,1-1-1 0 0,-1 0 0 0 0,1 0 1 0 0,-1 0-1 0 0,1-1 0 0 0,0 1 1 0 0,-1 0-1 0 0,1-1 1 0 0,0 0-1 0 0,0 0 0 0 0,-1 0 1 0 0,1 0-1 0 0,0 0 0 0 0,0 0 1 0 0,-1-1-1 0 0,1 1 0 0 0,0-1 1 0 0,-1 0-1 0 0,1 0 0 0 0,0 0 1 0 0,-1 0-1 0 0,1 0 0 0 0,-1-1 1 0 0,0 1-1 0 0,1-1 0 0 0,-1 1 1 0 0,0-1-1 0 0,0 0 0 0 0,0 0 1 0 0,0 0-1 0 0,2-3 0 0 0,-1 1 39 0 0,0 0-1 0 0,-1 1 0 0 0,0-1 0 0 0,1 0 0 0 0,-1 0 1 0 0,-1 0-1 0 0,1-1 0 0 0,-1 1 0 0 0,1 0 1 0 0,-1-1-1 0 0,0 1 0 0 0,-1-1 0 0 0,1 1 1 0 0,-1-1-1 0 0,0 1 0 0 0,0-1 0 0 0,0 1 0 0 0,-1-1 1 0 0,0 1-1 0 0,-2-9 0 0 0,2 10-132 0 0,0 0-1 0 0,0-1 1 0 0,-1 1-1 0 0,0 0 1 0 0,1 0-1 0 0,-1 0 1 0 0,0 0-1 0 0,0 1 1 0 0,-1-1-1 0 0,1 0 1 0 0,-1 1-1 0 0,-2-3 1 0 0,2 3-325 0 0,0 1 1 0 0,0-1-1 0 0,1 0 1 0 0,-1 1-1 0 0,-1 0 1 0 0,1 0-1 0 0,0 0 1 0 0,0 0-1 0 0,0 0 1 0 0,-1 0-1 0 0,1 1 1 0 0,0 0-1 0 0,0-1 1 0 0,-5 2-1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3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12443 0 0,'5'-3'4131'0'0,"-4"3"-4063"0"0,4 12 1852 0 0,2 19-550 0 0,-2 44-85 0 0,-4 86 0 0 0,-1-27-4299 0 0,1-109-4047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4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 7834 0 0,'4'-3'612'0'0,"1"0"1"0"0,0 0-1 0 0,-1 0 1 0 0,1 1-1 0 0,0-1 1 0 0,1 1 0 0 0,-1 1-1 0 0,0-1 1 0 0,1 1-1 0 0,6-2 1 0 0,-2 2 402 0 0,0-1-1 0 0,0 1 1 0 0,0 1 0 0 0,19 1 0 0 0,-21 1-724 0 0,1 0 1 0 0,-1 0 0 0 0,1 1-1 0 0,-1 1 1 0 0,0-1 0 0 0,-1 1 0 0 0,1 1-1 0 0,11 7 1 0 0,56 51 318 0 0,-56-46-493 0 0,40 41-84 0 0,-3 3-1 0 0,-3 2 1 0 0,48 75-1 0 0,-77-106-319 0 0,3 11-2098 0 0,-15-24-5028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4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1 153 4609 0 0,'8'-8'563'0'0,"1"1"0"0"0,0 0 1 0 0,0 0-1 0 0,0 1 0 0 0,1 1 0 0 0,0 0 1 0 0,0 0-1 0 0,1 1 0 0 0,0 0 0 0 0,11-3 0 0 0,16-6-101 0 0,-12 2 66 0 0,13-5-888 0 0,1 1 0 0 0,59-13 0 0 0,-75 24 360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4.9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10594 0 0,'7'-9'9544'0'0,"-3"13"-8842"0"0,7 5-505 0 0,-1 0 0 0 0,-1 1-1 0 0,0 0 1 0 0,0 1 0 0 0,-1 0-1 0 0,0 0 1 0 0,-1 1-1 0 0,0 0 1 0 0,-1 0 0 0 0,0 1-1 0 0,-1-1 1 0 0,4 16 0 0 0,6 24-177 0 0,15 93 0 0 0,-13-24-14 0 0,-8-49-820 0 0,28 111 0 0 0,-31-161-125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5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0 152 1840 0 0,'8'-13'1046'0'0,"1"0"0"0"0,0 1-1 0 0,1 0 1 0 0,0 0-1 0 0,1 1 1 0 0,0 1-1 0 0,1-1 1 0 0,0 2-1 0 0,0 0 1 0 0,1 0 0 0 0,0 1-1 0 0,20-8 1 0 0,-31 15-871 0 0,0 0 0 0 0,0 0 0 0 0,0 0 1 0 0,0 1-1 0 0,0-1 0 0 0,0 1 0 0 0,0-1 1 0 0,0 1-1 0 0,1 0 0 0 0,-1 0 0 0 0,0 0 1 0 0,0 0-1 0 0,0 0 0 0 0,0 0 1 0 0,1 1-1 0 0,-1-1 0 0 0,0 1 0 0 0,0-1 1 0 0,0 1-1 0 0,0 0 0 0 0,4 2 0 0 0,-4-1-35 0 0,1 0 0 0 0,-1 1 0 0 0,1-1 0 0 0,-1 1 0 0 0,0-1 0 0 0,0 1 0 0 0,0 0 0 0 0,0 0 0 0 0,0 0 0 0 0,-1 0-1 0 0,0 0 1 0 0,2 6 0 0 0,2 7 29 0 0,-2 0-1 0 0,0 1 0 0 0,0-1 0 0 0,-1 25 1 0 0,-2-30-182 0 0,0-2 16 0 0,0 0 0 0 0,1-1 1 0 0,0 1-1 0 0,0-1 0 0 0,5 16 0 0 0,-5-22-14 0 0,0 0-1 0 0,0-1 0 0 0,0 1 0 0 0,0-1 1 0 0,0 1-1 0 0,0-1 0 0 0,0 1 1 0 0,0-1-1 0 0,0 1 0 0 0,1-1 0 0 0,-1 0 1 0 0,0 0-1 0 0,1 0 0 0 0,0 0 0 0 0,-1 0 1 0 0,1 0-1 0 0,-1 0 0 0 0,1 0 1 0 0,0-1-1 0 0,-1 1 0 0 0,1 0 0 0 0,0-1 1 0 0,0 0-1 0 0,0 1 0 0 0,0-1 0 0 0,-1 0 1 0 0,1 0-1 0 0,0 0 0 0 0,0 0 1 0 0,0 0-1 0 0,0-1 0 0 0,-1 1 0 0 0,4-1 1 0 0,8-2-64 0 0,0 1 1 0 0,0 0-1 0 0,0 1 1 0 0,0 0-1 0 0,0 1 1 0 0,18 2-1 0 0,-28-1 79 0 0,1 0 0 0 0,-1 0 0 0 0,0 0 0 0 0,0 0 0 0 0,0 0 0 0 0,0 0 0 0 0,0 1 0 0 0,0 0 0 0 0,0-1 0 0 0,0 1 1 0 0,0 0-1 0 0,-1 1 0 0 0,1-1 0 0 0,-1 0 0 0 0,0 1 0 0 0,0-1 0 0 0,0 1 0 0 0,0 0 0 0 0,0-1 0 0 0,0 1 0 0 0,-1 0 0 0 0,1 0 0 0 0,-1 0 0 0 0,0 1 0 0 0,0-1 0 0 0,0 0 0 0 0,0 0 0 0 0,-1 1 0 0 0,1-1 0 0 0,-1 5 1 0 0,1 2 97 0 0,-1 0 1 0 0,-1 0 0 0 0,0 1 0 0 0,0-1 0 0 0,-1 0-1 0 0,0 0 1 0 0,-1 0 0 0 0,0 0 0 0 0,0-1 0 0 0,-1 1-1 0 0,-1-1 1 0 0,-5 10 0 0 0,-25 31-6202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8.5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8290 0 0,'11'25'7671'0'0,"4"18"-4916"0"0,24 62-1119 0 0,80 102 496 0 0,-35-68-3351 0 0,-36-43-4763 0 0,-40-78-595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8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20 10594 0 0,'-1'-1'85'0'0,"0"1"0"0"0,1-1 0 0 0,-1 0 1 0 0,0 0-1 0 0,1 0 0 0 0,-1 1 0 0 0,1-1 0 0 0,-1 0 0 0 0,1 0 0 0 0,-1 0 0 0 0,1 0 0 0 0,0 0 0 0 0,-1 0 0 0 0,1 0 0 0 0,0 0 0 0 0,0-2 0 0 0,0 3 17 0 0,0-1 1 0 0,1 1-1 0 0,-1 0 0 0 0,0 0 0 0 0,1-1 0 0 0,-1 1 0 0 0,0 0 0 0 0,1 0 0 0 0,-1 0 0 0 0,1 0 0 0 0,-1 0 0 0 0,0 0 0 0 0,1 0 0 0 0,-1 0 0 0 0,0-1 0 0 0,1 1 0 0 0,-1 0 0 0 0,1 1 0 0 0,-1-1 0 0 0,0 0 0 0 0,1 0 0 0 0,-1 0 0 0 0,1 0 0 0 0,-1 0 0 0 0,0 0 0 0 0,1 0 0 0 0,-1 0 0 0 0,1 1 0 0 0,32 16 3522 0 0,-21-5-3120 0 0,0-1 1 0 0,-1 2 0 0 0,-1 0-1 0 0,0 0 1 0 0,12 20 0 0 0,38 81 291 0 0,-28-50-682 0 0,77 110-67 0 0,-72-120-506 0 0,-20-20-3035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9.1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36 6913 0 0,'5'-10'303'0'0,"-4"7"-309"0"0,0 0-1 0 0,0 1 0 0 0,0-1 0 0 0,1 0 0 0 0,-1 1 0 0 0,1 0 0 0 0,3-5 1 0 0,-12 23 5403 0 0,-6 15-4531 0 0,1 1 0 0 0,2 0 0 0 0,1 0 0 0 0,2 1 0 0 0,1 0 0 0 0,-3 48 0 0 0,9-75-681 0 0,1 0 0 0 0,-1 0 0 0 0,1 0 0 0 0,0 0 0 0 0,0-1 0 0 0,1 1 0 0 0,0 0 0 0 0,0-1 0 0 0,0 1 0 0 0,1-1 0 0 0,-1 0 0 0 0,1 0 0 0 0,1 0 0 0 0,3 5 0 0 0,-5-8-147 0 0,0 0 1 0 0,-1 0 0 0 0,1-1 0 0 0,0 1 0 0 0,0-1 0 0 0,1 0 0 0 0,-1 1 0 0 0,0-1 0 0 0,0 0-1 0 0,1 0 1 0 0,-1 0 0 0 0,0-1 0 0 0,1 1 0 0 0,-1-1 0 0 0,1 1 0 0 0,-1-1 0 0 0,1 0 0 0 0,-1 0-1 0 0,1 0 1 0 0,-1 0 0 0 0,1 0 0 0 0,-1 0 0 0 0,1-1 0 0 0,-1 1 0 0 0,1-1 0 0 0,-1 0 0 0 0,0 0-1 0 0,1 0 1 0 0,-1 0 0 0 0,0 0 0 0 0,0 0 0 0 0,0-1 0 0 0,0 1 0 0 0,0-1 0 0 0,3-2 0 0 0,8-7 58 0 0,0 0 1 0 0,21-26 0 0 0,-28 28-421 0 0,1 0 1 0 0,1 1 0 0 0,0 0-1 0 0,0 1 1 0 0,1-1 0 0 0,-1 1-1 0 0,1 1 1 0 0,1 0 0 0 0,15-7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8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0 10594 0 0,'0'0'964'0'0,"-28"8"3064"0"0,20-4-3728 0 0,0 1 0 0 0,1 1 0 0 0,-1 0-1 0 0,1 0 1 0 0,0 0 0 0 0,1 1 0 0 0,-1 0 0 0 0,1 0 0 0 0,1 1 0 0 0,-1 0-1 0 0,1 0 1 0 0,-6 12 0 0 0,11-19-289 0 0,0 0 0 0 0,0-1 0 0 0,0 1 0 0 0,1-1 0 0 0,-1 1 0 0 0,0-1-1 0 0,0 1 1 0 0,0-1 0 0 0,0 1 0 0 0,1-1 0 0 0,-1 1 0 0 0,0-1 0 0 0,0 1 0 0 0,1-1 0 0 0,-1 1-1 0 0,0-1 1 0 0,1 1 0 0 0,-1-1 0 0 0,1 1 0 0 0,-1-1 0 0 0,0 0 0 0 0,1 1 0 0 0,-1-1 0 0 0,1 0-1 0 0,-1 1 1 0 0,1-1 0 0 0,-1 0 0 0 0,1 0 0 0 0,-1 0 0 0 0,1 1 0 0 0,-1-1 0 0 0,1 0 0 0 0,0 0 0 0 0,-1 0-1 0 0,1 0 1 0 0,-1 0 0 0 0,1 0 0 0 0,-1 0 0 0 0,1 0 0 0 0,0 0 0 0 0,-1 0 0 0 0,1 0 0 0 0,-1-1-1 0 0,1 1 1 0 0,28-3 371 0 0,-9-4-383 0 0,-1-1 0 0 0,24-13 0 0 0,-29 14 0 0 0,0 0 1 0 0,1 0-1 0 0,-1 1 0 0 0,1 1 0 0 0,22-4 0 0 0,-36 8 4 0 0,1 1-1 0 0,-1 0 0 0 0,1-1 1 0 0,-1 1-1 0 0,1 0 1 0 0,-1 0-1 0 0,1 0 0 0 0,-1 0 1 0 0,1 0-1 0 0,-1 1 1 0 0,1-1-1 0 0,-1 0 0 0 0,1 1 1 0 0,-1-1-1 0 0,1 1 0 0 0,-1-1 1 0 0,0 1-1 0 0,1 0 1 0 0,-1 0-1 0 0,2 1 0 0 0,-2-1 4 0 0,-1 0 1 0 0,1 0-1 0 0,-1 0 0 0 0,1 0 0 0 0,-1 1 0 0 0,1-1 0 0 0,-1 0 1 0 0,0 0-1 0 0,0 0 0 0 0,1 1 0 0 0,-1-1 0 0 0,0 0 1 0 0,0 0-1 0 0,0 0 0 0 0,0 1 0 0 0,-1-1 0 0 0,1 0 0 0 0,0 0 1 0 0,-1 2-1 0 0,-3 8 56 0 0,0-1-1 0 0,0 0 1 0 0,-1 0 0 0 0,-9 12 0 0 0,12-19-45 0 0,-24 36 409 0 0,-51 57 0 0 0,-10 14 67 0 0,87-110-496 0 0,-4 5 23 0 0,1 0 0 0 0,-1 1 0 0 0,1-1 0 0 0,1 1 0 0 0,-1-1-1 0 0,-2 8 1 0 0,5-12-20 0 0,0 0-1 0 0,0 0 0 0 0,0 0 1 0 0,0 0-1 0 0,0 0 0 0 0,0 0 1 0 0,0 0-1 0 0,0 0 0 0 0,1 0 1 0 0,-1 0-1 0 0,0 0 0 0 0,1 0 1 0 0,-1 0-1 0 0,0 0 0 0 0,1 0 1 0 0,-1 0-1 0 0,1-1 0 0 0,-1 1 1 0 0,1 0-1 0 0,0 0 0 0 0,-1 0 1 0 0,1-1-1 0 0,0 1 0 0 0,0 0 1 0 0,0 0-1 0 0,-1-1 0 0 0,1 1 1 0 0,0-1-1 0 0,0 1 0 0 0,0-1 1 0 0,0 1-1 0 0,0-1 0 0 0,0 0 1 0 0,0 1-1 0 0,0-1 0 0 0,0 0 1 0 0,0 0-1 0 0,0 0 0 0 0,0 0 1 0 0,0 0-1 0 0,0 0 0 0 0,2 0 1 0 0,48 2-248 0 0,-43-2 130 0 0,1-1 0 0 0,0 2 1 0 0,0-1-1 0 0,-1 1 1 0 0,1 0-1 0 0,0 1 0 0 0,-1 0 1 0 0,1 0-1 0 0,13 7 0 0 0,-20-8 118 0 0,0 1 0 0 0,0-1 0 0 0,-1 1 0 0 0,1 0 0 0 0,-1 0 0 0 0,1 0 0 0 0,-1 0 0 0 0,1 0 0 0 0,-1 0-1 0 0,0 0 1 0 0,0 0 0 0 0,0 0 0 0 0,0 0 0 0 0,-1 1 0 0 0,1-1 0 0 0,0 0 0 0 0,-1 1 0 0 0,0-1 0 0 0,0 0-1 0 0,1 1 1 0 0,-1-1 0 0 0,-1 1 0 0 0,1-1 0 0 0,0 0 0 0 0,0 1 0 0 0,-1-1 0 0 0,0 0 0 0 0,1 1 0 0 0,-1-1-1 0 0,-2 4 1 0 0,-3 9 230 0 0,-1 1-1 0 0,-1-2 1 0 0,-13 21 0 0 0,9-17-100 0 0,7-9-467 0 0,1-4 522 0 0,1 1-1 0 0,-1 0 1 0 0,2 0 0 0 0,-1 0 0 0 0,-2 8 0 0 0,4-13-270 0 0,1 1 0 0 0,0-1 0 0 0,0 0 0 0 0,0 1-1 0 0,0-1 1 0 0,0 0 0 0 0,0 0 0 0 0,0 1-1 0 0,0-1 1 0 0,1 0 0 0 0,-1 1 0 0 0,0-1 0 0 0,1 2-1 0 0,0-2-220 0 0,0 0-1 0 0,0 0 1 0 0,-1 0-1 0 0,1 0 0 0 0,0 0 1 0 0,0 0-1 0 0,0 0 0 0 0,0 0 1 0 0,0 0-1 0 0,0 0 1 0 0,1-1-1 0 0,-1 1 0 0 0,0 0 1 0 0,0-1-1 0 0,2 1 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8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4210 2 3225 0 0,'2'-1'252'0'0,"1"1"0"0"0,-1 0 0 0 0,0-1 0 0 0,0 1 0 0 0,0 0 1 0 0,0 0-1 0 0,1 1 0 0 0,-1-1 0 0 0,0 0 0 0 0,0 1 0 0 0,0-1 1 0 0,0 1-1 0 0,0 0 0 0 0,0-1 0 0 0,0 1 0 0 0,0 0 0 0 0,3 2 0 0 0,-1 0 208 0 0,0 1-1 0 0,-1-1 1 0 0,1 0-1 0 0,0 1 1 0 0,-1 0-1 0 0,0 0 1 0 0,4 6-1 0 0,-1 1 260 0 0,0 0 0 0 0,-1 0-1 0 0,0 1 1 0 0,0 0 0 0 0,3 18-1 0 0,8 43 1834 0 0,3-1 1 0 0,32 80-1 0 0,18 59-1908 0 0,-2-5-662 0 0,49 151 159 0 0,-99-298-88 0 0,-14-47 7 0 0,-1-1-1 0 0,0 1 1 0 0,-1-1 0 0 0,0 1-1 0 0,-2 20 1 0 0,0-3 75 0 0,1-30-176 0 0,-1-1 1 0 0,0 1-1 0 0,-1-1 0 0 0,1 1 0 0 0,0-1 0 0 0,0 1 0 0 0,-1 0 1 0 0,1-1-1 0 0,0 1 0 0 0,-3-1 0 0 0,4 2 24 0 0,-3-3 6 0 0,0 0 0 0 0,-1 1 0 0 0,1-1 1 0 0,-1 1-1 0 0,1 0 0 0 0,-1 0 1 0 0,1 1-1 0 0,-1-1 0 0 0,0 1 1 0 0,0-1-1 0 0,0 1 0 0 0,0 1 1 0 0,-5-2-1 0 0,-57 0 33 0 0,33 1-32 0 0,-146 0-306 0 0,-183 21-1 0 0,88-2 310 0 0,-259 24-309 0 0,100-6 98 0 0,-3-28-49 0 0,78-33-108 0 0,2 1 42 0 0,240 21 140 0 0,-126 14 1 0 0,-308 56 487 0 0,400-46 77 0 0,-141 12-330 0 0,97-24-3157 0 0,158-10-3827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9.5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0 200 920 0 0,'4'-17'1005'0'0,"1"0"1"0"0,0 0-1 0 0,11-21 0 0 0,11-17-2060 0 0,-12 25-1959 0 0,-10 4 9504 0 0,-14 65-1681 0 0,17 67-116 0 0,20 53-2260 0 0,-4-25-1438 0 0,53 558 1091 0 0,-58-486-1824 0 0,1 140-120 0 0,-13-175-3025 0 0,-5-145 1940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0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2 109 1840 0 0,'1'-61'20559'0'0,"7"36"-20552"0"0,-8 25 3 0 0,0-1-1 0 0,1 0 1 0 0,-1 1-1 0 0,0-1 1 0 0,0 1-1 0 0,0-1 1 0 0,1 0-1 0 0,-1 1 0 0 0,0-1 1 0 0,0 0-1 0 0,0 1 1 0 0,0-1-1 0 0,0 0 1 0 0,0 1-1 0 0,0-1 1 0 0,-1 0-1 0 0,1 1 1 0 0,0-1-1 0 0,0 1 0 0 0,0-1 1 0 0,-1 0-1 0 0,1 1 1 0 0,0-1-1 0 0,-1 1 1 0 0,1-1-1 0 0,0 1 1 0 0,-1-1-1 0 0,1 1 1 0 0,-1-1-1 0 0,1 1 0 0 0,-1-1 1 0 0,1 1-1 0 0,-1-1 1 0 0,1 1-1 0 0,-1 0 1 0 0,1-1-1 0 0,-1 1 1 0 0,1 0-1 0 0,-1 0 0 0 0,0-1 1 0 0,1 1-1 0 0,-2 0 129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1.3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4145 0 0,'7'-8'14659'0'0,"-3"13"-14457"0"0,0 1 1 0 0,0-1-1 0 0,-1 1 0 0 0,0 0 1 0 0,0 0-1 0 0,0 0 0 0 0,0 1 1 0 0,-1-1-1 0 0,0 0 0 0 0,0 1 1 0 0,-1 0-1 0 0,0-1 0 0 0,0 12 1 0 0,1 18 239 0 0,-2 44 1 0 0,-1-66-336 0 0,-5 71-55 0 0,2-61-35 0 0,2 1 1 0 0,0-1-1 0 0,2 1 0 0 0,1-1 0 0 0,1 1 0 0 0,8 41 0 0 0,-9-62 4 0 0,1 0 0 0 0,0 0 0 0 0,-1 0 0 0 0,1-1 0 0 0,1 1 0 0 0,-1-1 0 0 0,0 1 0 0 0,1-1 0 0 0,0 0 0 0 0,0 0 1 0 0,0 0-1 0 0,0 0 0 0 0,0-1 0 0 0,1 1 0 0 0,-1-1 0 0 0,1 0 0 0 0,-1 0 0 0 0,1 0 0 0 0,0 0 0 0 0,0-1 0 0 0,0 0 0 0 0,0 1 0 0 0,0-1 0 0 0,0-1 0 0 0,0 1 0 0 0,7 0 1 0 0,11 0 77 0 0,0-1 0 0 0,-1-1 0 0 0,44-8 0 0 0,-28 4-312 0 0,-30 4-131 0 0,50-7-1294 0 0,-19 0-5658 0 0,-23 4 1135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1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0 5985 0 0,'-12'12'7554'0'0,"11"-11"-7240"0"0,2 24 3610 0 0,14 29-1419 0 0,-12-44-1719 0 0,65 181 1339 0 0,-15-65-4948 0 0,-41-99-4536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2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31 6449 0 0,'-28'-30'8678'0'0,"35"48"-4154"0"0,23 57-2939 0 0,36 130-1 0 0,-33-93-919 0 0,25 113-5708 0 0,-46-174 3963 0 0,-10-41-1063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2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22 456 0 0,'2'-2'556'0'0,"-1"0"-1"0"0,0 0 1 0 0,0 0 0 0 0,1 1-1 0 0,-1-1 1 0 0,1 1 0 0 0,-1-1-1 0 0,1 1 1 0 0,-1-1-1 0 0,1 1 1 0 0,0 0 0 0 0,0 0-1 0 0,0 0 1 0 0,14 3 6410 0 0,-16-2-6805 0 0,-2 22 1967 0 0,-50 108 1121 0 0,36-94-2579 0 0,1 2 0 0 0,-12 46 0 0 0,26-82-632 0 0,0 0-1 0 0,1 0 1 0 0,-1 0-1 0 0,1 0 1 0 0,0 0 0 0 0,-1 1-1 0 0,1-1 1 0 0,0 0 0 0 0,0 0-1 0 0,1 0 1 0 0,-1 0 0 0 0,0 1-1 0 0,1-1 1 0 0,-1 0-1 0 0,1 0 1 0 0,0 0 0 0 0,0 0-1 0 0,0 0 1 0 0,0 0 0 0 0,0 0-1 0 0,0 0 1 0 0,0-1 0 0 0,0 1-1 0 0,1 0 1 0 0,-1-1 0 0 0,4 4-1 0 0,-1-3 5 0 0,0 0 0 0 0,1 0 0 0 0,-1 0 0 0 0,0-1 0 0 0,1 1 0 0 0,-1-1 0 0 0,1 0 0 0 0,0 0 0 0 0,-1-1 0 0 0,1 1 0 0 0,8-1 0 0 0,16-2 77 0 0,0 0-1 0 0,30-8 1 0 0,-37 6-344 0 0,0 0 0 0 0,0 1 0 0 0,1 2 0 0 0,40 2 0 0 0,22 12-5445 0 0,-56-12 2771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5.3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99 7834 0 0,'-13'-31'4131'0'0,"-4"-37"1651"0"0,25 73-5181 0 0,9 7-152 0 0,27 35-21 0 0,-2 2 0 0 0,66 100 0 0 0,-68-90-362 0 0,61 95 13 0 0,66 88-10 0 0,-161-234-33 0 0,0 0-8 0 0,0 0 0 0 0,1 0 0 0 0,0 0 0 0 0,1-1 0 0 0,0 0 0 0 0,0-1 0 0 0,12 9 0 0 0,-19-15 0 0 0,0 0 1 0 0,-1 1-1 0 0,1-1 1 0 0,0 0-1 0 0,0 0 1 0 0,-1 0-1 0 0,1 0 0 0 0,0 1 1 0 0,0-1-1 0 0,-1 0 1 0 0,1 0-1 0 0,0 0 1 0 0,0-1-1 0 0,-1 1 0 0 0,1 0 1 0 0,0 0-1 0 0,0 0 1 0 0,-1 0-1 0 0,1-1 1 0 0,0 1-1 0 0,-1 0 0 0 0,1-1 1 0 0,0 1-1 0 0,-1-1 1 0 0,2 0-1 0 0,12-20 550 0 0,-1-33 33 0 0,-12 48-585 0 0,15-101 318 0 0,1-158 0 0 0,-3 23-2443 0 0,-10 213-5476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5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55 6449 0 0,'0'-6'768'0'0,"2"1"-1"0"0,-1-1 1 0 0,0 1-1 0 0,1 0 0 0 0,0-1 1 0 0,1 1-1 0 0,-1 0 1 0 0,5-6-1 0 0,-7 11-694 0 0,0 0-1 0 0,1 0 0 0 0,-1 0 1 0 0,0 0-1 0 0,1 0 1 0 0,-1 0-1 0 0,0 0 0 0 0,0 0 1 0 0,1 0-1 0 0,-1 0 1 0 0,0 0-1 0 0,1 1 0 0 0,-1-1 1 0 0,0 0-1 0 0,0 0 1 0 0,1 0-1 0 0,-1 1 1 0 0,0-1-1 0 0,0 0 0 0 0,0 0 1 0 0,1 0-1 0 0,-1 1 1 0 0,0-1-1 0 0,0 0 0 0 0,0 0 1 0 0,0 1-1 0 0,1-1 1 0 0,-1 0-1 0 0,0 1 0 0 0,0-1 1 0 0,0 0-1 0 0,0 1 1 0 0,0-1-1 0 0,0 0 0 0 0,0 0 1 0 0,0 1-1 0 0,0-1 1 0 0,0 0-1 0 0,0 1 0 0 0,0-1 1 0 0,0 0-1 0 0,0 1 1 0 0,3 16 781 0 0,0 202 2595 0 0,0-3-3828 0 0,-1-195-71 0 0,5 42-1950 0 0,-3-49 891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6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0,'3'-1'220'0'0,"0"1"0"0"0,0 0 0 0 0,0 0 0 0 0,0 0 0 0 0,0 0 0 0 0,-1 1 0 0 0,1-1 0 0 0,0 1 0 0 0,0 0 0 0 0,0 0 0 0 0,0 0 0 0 0,-1 0 0 0 0,1 0-1 0 0,0 0 1 0 0,3 4 0 0 0,43 28 2195 0 0,-41-27-1968 0 0,6 5-64 0 0,-1 2 1 0 0,0 0 0 0 0,-1 0 0 0 0,22 30 0 0 0,35 67 290 0 0,-58-91-664 0 0,23 48-997 0 0,-24-46-32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6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8290 0 0,'2'-4'736'0'0,"-1"0"-584"0"0,2 0-152 0 0,-1 1 0 0 0,0 0 64 0 0,1-1-64 0 0,3-3 72 0 0,4-3-72 0 0,6-5 104 0 0,2-2-24 0 0,3 1-8 0 0,-1 1 0 0 0,2 1-216 0 0,0 3-48 0 0,0 2 0 0 0,1 3-8 0 0,0 3 200 0 0,2 2-64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6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9674 0 0,'1'3'530'0'0,"-1"0"1"0"0,1 1-1 0 0,0-1 1 0 0,0 0-1 0 0,0 0 0 0 0,1 0 1 0 0,-1 0-1 0 0,1 0 0 0 0,-1 0 1 0 0,1 0-1 0 0,0-1 1 0 0,3 3-1 0 0,7 16 848 0 0,1 13-386 0 0,-1 1 0 0 0,9 40 0 0 0,4 15-934 0 0,-19-71-1158 0 0,1-1 1 0 0,16 29-1 0 0,-20-40-951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7.0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4 235 2240 0 0,'-1'-6'269'0'0,"0"-1"-1"0"0,0 0 0 0 0,0 0 0 0 0,1 0 0 0 0,1 1 0 0 0,-1-1 0 0 0,1 0 0 0 0,0 0 0 0 0,0 1 0 0 0,1-1 0 0 0,4-12 0 0 0,-1 8 249 0 0,0 0-1 0 0,0 0 1 0 0,1 1-1 0 0,0-1 1 0 0,0 2-1 0 0,9-11 1 0 0,-9 14-145 0 0,1 0 0 0 0,-1 0 0 0 0,1 0 1 0 0,0 1-1 0 0,0 0 0 0 0,14-7 0 0 0,-17 10-244 0 0,-1 0-1 0 0,1 1 0 0 0,-1-1 1 0 0,1 1-1 0 0,0 0 0 0 0,0 0 1 0 0,0 0-1 0 0,0 0 1 0 0,0 1-1 0 0,0 0 0 0 0,0 0 1 0 0,0 0-1 0 0,0 0 0 0 0,0 0 1 0 0,0 1-1 0 0,0 0 1 0 0,4 1-1 0 0,-5 0-43 0 0,-1-1 1 0 0,0 1-1 0 0,1 0 1 0 0,-1 0-1 0 0,0 0 0 0 0,0 0 1 0 0,0 0-1 0 0,0 1 0 0 0,0-1 1 0 0,-1 0-1 0 0,1 1 1 0 0,-1 0-1 0 0,1-1 0 0 0,-1 1 1 0 0,0 0-1 0 0,0 0 1 0 0,0 0-1 0 0,0-1 0 0 0,-1 1 1 0 0,1 6-1 0 0,1 6 304 0 0,-1 0 0 0 0,-1 26 1 0 0,-3-13 151 0 0,-8 36 1 0 0,7-46-512 0 0,0 0 0 0 0,2 1 0 0 0,0-1 0 0 0,1 1 1 0 0,2 31-1 0 0,-1-48-59 0 0,1-1 1 0 0,-1 1-1 0 0,0-1 1 0 0,1 1-1 0 0,-1-1 1 0 0,1 1-1 0 0,-1-1 1 0 0,1 1-1 0 0,0-1 0 0 0,0 1 1 0 0,0-1-1 0 0,-1 0 1 0 0,1 0-1 0 0,0 1 1 0 0,1-1-1 0 0,-1 0 1 0 0,0 0-1 0 0,0 0 1 0 0,0 0-1 0 0,1 0 0 0 0,-1 0 1 0 0,0 0-1 0 0,1-1 1 0 0,-1 1-1 0 0,1 0 1 0 0,-1-1-1 0 0,1 1 1 0 0,-1-1-1 0 0,1 0 1 0 0,0 1-1 0 0,-1-1 0 0 0,1 0 1 0 0,-1 0-1 0 0,1 0 1 0 0,0 0-1 0 0,-1 0 1 0 0,1 0-1 0 0,-1-1 1 0 0,3 0-1 0 0,9-1-213 0 0,-1-2-1 0 0,0 0 1 0 0,1 0-1 0 0,12-7 1 0 0,2-1 173 0 0,-22 11 74 0 0,0-1 0 0 0,0 1 0 0 0,0 0 0 0 0,0 0 0 0 0,0 0-1 0 0,0 1 1 0 0,0 0 0 0 0,0 0 0 0 0,0 0 0 0 0,0 0 0 0 0,6 2 0 0 0,-9-1 6 0 0,0 0 1 0 0,0 0-1 0 0,0 0 1 0 0,0 0 0 0 0,0 0-1 0 0,0 0 1 0 0,0 1-1 0 0,0-1 1 0 0,0 1-1 0 0,-1-1 1 0 0,1 1 0 0 0,-1 0-1 0 0,1-1 1 0 0,-1 1-1 0 0,0 0 1 0 0,1 0 0 0 0,-1 0-1 0 0,0 0 1 0 0,0 0-1 0 0,-1 0 1 0 0,1 1 0 0 0,0-1-1 0 0,-1 0 1 0 0,1 0-1 0 0,-1 1 1 0 0,1 2-1 0 0,-1 6 254 0 0,1 0 0 0 0,-2 1 0 0 0,0-1 0 0 0,0 0 0 0 0,-1 0 0 0 0,0 0 0 0 0,-1 0-1 0 0,0 0 1 0 0,-1-1 0 0 0,0 1 0 0 0,-8 14 0 0 0,-7 9-414 0 0,0-2-1 0 0,-26 31 1 0 0,34-47-989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7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83 10594 0 0,'-2'6'6022'0'0,"2"-6"-5918"0"0,11-2 2348 0 0,11-6-2049 0 0,39-25 305 0 0,-47 24-1329 0 0,1 1 1 0 0,0 1 0 0 0,26-10-1 0 0,-26 13-5834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7.6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49 5529 0 0,'1'0'600'0'0,"1"0"-600"0"0,-1 0 352 0 0,1 0 56 0 0,0 0 9 0 0,2-2 7 0 0,2 0 440 0 0,-1-1 80 0 0,4 0 16 0 0,-1-1 8 0 0,0-1-824 0 0,1-2-144 0 0,4-3-72 0 0,-2-2 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8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11 382 9674 0 0,'-10'2'8750'0'0,"13"6"-9400"0"0,24 65 1740 0 0,2-1-1 0 0,48 82 0 0 0,-66-135-1050 0 0,1 0 0 0 0,1-1 1 0 0,0 0-1 0 0,1-1 0 0 0,1 0 1 0 0,0-2-1 0 0,2 1 0 0 0,-1-2 0 0 0,2 0 1 0 0,0-2-1 0 0,0 1 0 0 0,33 14 1 0 0,-48-26-20 0 0,-1 1 1 0 0,1-1 0 0 0,0 0 0 0 0,0 0 0 0 0,-1-1-1 0 0,1 1 1 0 0,0 0 0 0 0,0-1 0 0 0,0 0 0 0 0,0 0-1 0 0,0 0 1 0 0,0 0 0 0 0,0 0 0 0 0,-1 0 0 0 0,1-1-1 0 0,0 1 1 0 0,0-1 0 0 0,3-1 0 0 0,-3 0 8 0 0,-1 0-1 0 0,0 0 1 0 0,1 0 0 0 0,-1 0 0 0 0,0 0 0 0 0,0 0 0 0 0,-1 0-1 0 0,1-1 1 0 0,0 1 0 0 0,-1-1 0 0 0,0 0 0 0 0,1 1-1 0 0,-1-1 1 0 0,0 0 0 0 0,0 1 0 0 0,0-1 0 0 0,-1 0 0 0 0,1-3-1 0 0,7-42 250 0 0,-3-1-1 0 0,0-66 0 0 0,-2 28-143 0 0,-1 32-163 0 0,17-190 78 0 0,-13 200-771 0 0,2 1 0 0 0,2 0 1 0 0,22-61-1 0 0,-21 78-836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8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 13827 0 0,'-6'-15'6140'0'0,"21"31"-4414"0"0,-12-14-1482 0 0,8 13-72 0 0,-1 1 0 0 0,0 0 0 0 0,-1 1 0 0 0,0 0 0 0 0,-1 1 0 0 0,-2 0 0 0 0,0 0 0 0 0,5 22 0 0 0,0-2-31 0 0,27 85 218 0 0,54 158-3464 0 0,-81-254-4444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9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0 211 5985 0 0,'0'-1'55'0'0,"0"0"-1"0"0,1-1 1 0 0,-1 1 0 0 0,0 0-1 0 0,1 0 1 0 0,-1-1-1 0 0,1 1 1 0 0,-1 0 0 0 0,1 0-1 0 0,0 0 1 0 0,-1 0-1 0 0,1 0 1 0 0,0 0-1 0 0,0 0 1 0 0,0 0 0 0 0,0 0-1 0 0,0 0 1 0 0,0 0-1 0 0,0 1 1 0 0,0-1 0 0 0,0 0-1 0 0,0 1 1 0 0,0-1-1 0 0,2 0 1 0 0,40-20 774 0 0,-31 15-347 0 0,26-15-135 0 0,0-3 0 0 0,37-30 0 0 0,5-4-3348 0 0,-79 58 3129 0 0,-1-1 1 0 0,1 1-1 0 0,0 0 0 0 0,-1 0 0 0 0,1 0 0 0 0,-1 0 0 0 0,1-1 0 0 0,0 1 0 0 0,-1 0 0 0 0,1 0 0 0 0,-1 0 0 0 0,1 0 0 0 0,0 0 0 0 0,-1 0 0 0 0,1 1 0 0 0,0-1 0 0 0,-1 0 1 0 0,1 0-1 0 0,-1 0 0 0 0,1 0 0 0 0,-1 1 0 0 0,1-1 0 0 0,0 0 0 0 0,-1 1 0 0 0,1-1 0 0 0,0 1 0 0 0,16 16 1751 0 0,9 25 550 0 0,-8-6-926 0 0,-2 2 1 0 0,14 46-1 0 0,1 6-881 0 0,-15-56-737 0 0,-15-32 111 0 0,-1-1 0 0 0,1 0 0 0 0,0 0 0 0 0,-1 1 0 0 0,1-1 0 0 0,0 0 0 0 0,0 0 0 0 0,0 0 0 0 0,0 0 0 0 0,0 0 0 0 0,0 0 0 0 0,0 0 0 0 0,0 0 0 0 0,0 0 0 0 0,0-1 0 0 0,1 1 0 0 0,-1 0 0 0 0,0-1 0 0 0,1 1 0 0 0,-1-1 0 0 0,0 1 0 0 0,1-1 0 0 0,1 1 0 0 0,-2-2 3 0 0,0 1 0 0 0,-1-1-1 0 0,1 1 1 0 0,0-1 0 0 0,-1 0 0 0 0,1 1-1 0 0,0-1 1 0 0,-1 0 0 0 0,1 1 0 0 0,-1-1 0 0 0,1 0-1 0 0,-1 0 1 0 0,1 1 0 0 0,-1-1 0 0 0,0 0-1 0 0,1 0 1 0 0,-1 0 0 0 0,0 0 0 0 0,0 0-1 0 0,0 1 1 0 0,1-3 0 0 0,2-23-46 0 0,-3 22 38 0 0,3-37-70 0 0,8-69 37 0 0,-9 99 42 0 0,1 0 1 0 0,0 0-1 0 0,1 0 1 0 0,0 0-1 0 0,0 1 1 0 0,1 0 0 0 0,9-15-1 0 0,-13 24 12 0 0,-1-1-1 0 0,1 1 1 0 0,0 0-1 0 0,0 0 1 0 0,0 0-1 0 0,0 0 1 0 0,0-1 0 0 0,0 1-1 0 0,0 0 1 0 0,0 1-1 0 0,1-1 1 0 0,-1 0-1 0 0,0 0 1 0 0,1 0 0 0 0,-1 1-1 0 0,0-1 1 0 0,1 1-1 0 0,-1-1 1 0 0,1 1-1 0 0,-1 0 1 0 0,0-1-1 0 0,1 1 1 0 0,-1 0 0 0 0,1 0-1 0 0,-1 0 1 0 0,1 0-1 0 0,-1 0 1 0 0,1 0-1 0 0,-1 0 1 0 0,1 1-1 0 0,-1-1 1 0 0,1 1 0 0 0,-1-1-1 0 0,1 1 1 0 0,-1-1-1 0 0,0 1 1 0 0,1 0-1 0 0,-1 0 1 0 0,0-1 0 0 0,0 1-1 0 0,0 0 1 0 0,0 0-1 0 0,1 0 1 0 0,-1 0-1 0 0,1 3 1 0 0,8 6 134 0 0,-2 1 1 0 0,1 0-1 0 0,-1 1 0 0 0,6 13 1 0 0,-4-8-83 0 0,4 4-277 0 0,51 74-5752 0 0,-50-77-203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9.4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0 279 4145 0 0,'25'-17'4129'0'0,"-17"9"-3602"0"0,0 1-1 0 0,-1-2 1 0 0,0 1 0 0 0,-1-1 0 0 0,0 0 0 0 0,0 0-1 0 0,-1 0 1 0 0,-1-1 0 0 0,5-10 0 0 0,-4 6-75 0 0,-1 1 0 0 0,0-1 1 0 0,0 0-1 0 0,-2-1 0 0 0,1 1 0 0 0,-1-19 1 0 0,-2 31-437 0 0,0 0 1 0 0,0 0 0 0 0,0 0 0 0 0,0 0 0 0 0,-1 0-1 0 0,1 0 1 0 0,-1 0 0 0 0,1 0 0 0 0,-1 1 0 0 0,0-1-1 0 0,0 0 1 0 0,0 0 0 0 0,0 1 0 0 0,0-1 0 0 0,0 0-1 0 0,0 1 1 0 0,0-1 0 0 0,-1 1 0 0 0,1 0 0 0 0,0-1-1 0 0,-1 1 1 0 0,0 0 0 0 0,1 0 0 0 0,-1 0 0 0 0,0 0-1 0 0,1 0 1 0 0,-1 0 0 0 0,-3-1 0 0 0,3 2-17 0 0,0 0 0 0 0,1-1-1 0 0,-1 1 1 0 0,0 0 0 0 0,1 0 0 0 0,-1 0 0 0 0,0 1 0 0 0,1-1-1 0 0,-1 0 1 0 0,1 1 0 0 0,-1-1 0 0 0,0 1 0 0 0,1-1 0 0 0,-1 1-1 0 0,1 0 1 0 0,-1-1 0 0 0,1 1 0 0 0,0 0 0 0 0,-1 0 0 0 0,1 0-1 0 0,0 0 1 0 0,0 0 0 0 0,-1 1 0 0 0,1-1 0 0 0,0 0 0 0 0,0 0-1 0 0,0 1 1 0 0,1-1 0 0 0,-1 1 0 0 0,0-1 0 0 0,0 1 0 0 0,1-1-1 0 0,-1 1 1 0 0,0 1 0 0 0,-1 3 26 0 0,1 1 1 0 0,-1-1-1 0 0,1 0 0 0 0,1 0 1 0 0,-1 1-1 0 0,1-1 0 0 0,0 0 0 0 0,0 1 1 0 0,0-1-1 0 0,1 0 0 0 0,0 1 1 0 0,1-1-1 0 0,-1 0 0 0 0,5 9 1 0 0,-2-6 48 0 0,0-1 0 0 0,1 1 0 0 0,0-1 1 0 0,0 0-1 0 0,1 0 0 0 0,0-1 1 0 0,1 0-1 0 0,0 0 0 0 0,7 6 1 0 0,-3-4-30 0 0,-1-1 1 0 0,1-1-1 0 0,1 0 1 0 0,-1 0 0 0 0,1-1-1 0 0,0-1 1 0 0,1 0 0 0 0,-1 0-1 0 0,1-1 1 0 0,0-1 0 0 0,0 0-1 0 0,0-1 1 0 0,0-1-1 0 0,14 1 1 0 0,-19-3-541 0 0,-1 1 1 0 0,0-2-1 0 0,1 1 0 0 0,-1-1 1 0 0,13-5-1 0 0,-6 1-5378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9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 5065 0 0,'6'12'7459'0'0,"6"-2"-4512"0"0,2 1-2120 0 0,37 51 2269 0 0,23 23-727 0 0,-65-75-2180 0 0,1-1 0 0 0,-1-1 0 0 0,2 0 0 0 0,-1 0-1 0 0,1-1 1 0 0,15 7 0 0 0,-25-14-168 0 0,-1 1 0 0 0,1-1 0 0 0,0 0 0 0 0,-1 0 0 0 0,1 1 0 0 0,-1-1 1 0 0,1 0-1 0 0,0 0 0 0 0,-1 0 0 0 0,1 0 0 0 0,0 0 0 0 0,-1 0 0 0 0,1 0 0 0 0,0 0 0 0 0,-1 0 0 0 0,1 0 0 0 0,0 0 1 0 0,-1-1-1 0 0,1 1 0 0 0,-1 0 0 0 0,1 0 0 0 0,0-1 0 0 0,-1 1 0 0 0,1 0 0 0 0,-1-1 0 0 0,1 1 0 0 0,0-1 0 0 0,10-20 420 0 0,-5-29 48 0 0,-5 45-458 0 0,-2-152-1314 0 0,2 127-7059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4.8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65 258 8290 0 0,'-3'0'113'0'0,"1"0"1"0"0,-1-1 0 0 0,1 0 0 0 0,-1 0-1 0 0,1 1 1 0 0,-1-1 0 0 0,1-1 0 0 0,0 1-1 0 0,-1 0 1 0 0,1-1 0 0 0,0 1-1 0 0,0-1 1 0 0,0 1 0 0 0,0-1 0 0 0,0 0-1 0 0,0 0 1 0 0,1 0 0 0 0,-3-4-1 0 0,0 0 205 0 0,2-1 0 0 0,-1 1 0 0 0,1-1-1 0 0,0 0 1 0 0,0 0 0 0 0,0-7 0 0 0,0 3 22 0 0,1 0 0 0 0,1 1 1 0 0,-1-1-1 0 0,2 0 0 0 0,-1 1 0 0 0,5-20 1 0 0,-4 26-170 0 0,0-1 0 0 0,0 0 1 0 0,0 1-1 0 0,1-1 0 0 0,0 0 0 0 0,0 1 1 0 0,0 0-1 0 0,1-1 0 0 0,-1 1 1 0 0,1 0-1 0 0,0 0 0 0 0,0 1 0 0 0,1-1 1 0 0,-1 1-1 0 0,1-1 0 0 0,-1 1 1 0 0,6-3-1 0 0,-7 5-121 0 0,-1 0-1 0 0,1 1 1 0 0,0-1-1 0 0,0 0 1 0 0,-1 1 0 0 0,1 0-1 0 0,0-1 1 0 0,0 1 0 0 0,-1 0-1 0 0,1 0 1 0 0,0 0 0 0 0,0 0-1 0 0,0 0 1 0 0,-1 0 0 0 0,1 1-1 0 0,0-1 1 0 0,0 1 0 0 0,-1-1-1 0 0,1 1 1 0 0,0-1 0 0 0,-1 1-1 0 0,1 0 1 0 0,-1 0 0 0 0,1 0-1 0 0,-1 0 1 0 0,1 0 0 0 0,-1 0-1 0 0,0 1 1 0 0,1-1-1 0 0,-1 0 1 0 0,0 1 0 0 0,0-1-1 0 0,0 0 1 0 0,0 1 0 0 0,0-1-1 0 0,0 1 1 0 0,1 3 0 0 0,2 2-4 0 0,-1 1 0 0 0,0 0 0 0 0,0 0-1 0 0,0 0 1 0 0,-1 0 0 0 0,2 15 0 0 0,-3 17 84 0 0,-1 1 0 0 0,-10 73-1 0 0,1-32 315 0 0,9-79-398 0 0,-1 0 0 0 0,1-1 1 0 0,0 1-1 0 0,0 0 1 0 0,0 0-1 0 0,0 0 1 0 0,1 0-1 0 0,-1 0 1 0 0,1 0-1 0 0,0 0 0 0 0,0 0 1 0 0,0 0-1 0 0,0-1 1 0 0,0 1-1 0 0,0 0 1 0 0,1-1-1 0 0,-1 1 1 0 0,1-1-1 0 0,0 1 0 0 0,0-1 1 0 0,3 3-1 0 0,-3-4-10 0 0,1 1 0 0 0,0-1 0 0 0,0 0 0 0 0,0 0-1 0 0,0 0 1 0 0,0 0 0 0 0,0-1 0 0 0,0 1 0 0 0,0-1-1 0 0,0 1 1 0 0,0-1 0 0 0,0 0 0 0 0,0-1 0 0 0,0 1-1 0 0,0 0 1 0 0,0-1 0 0 0,0 0 0 0 0,0 1 0 0 0,0-1-1 0 0,5-3 1 0 0,62-29 780 0 0,-37 16-2007 0 0,2 2-5395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5.2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13 125 9674 0 0,'-2'-3'623'0'0,"0"0"-1"0"0,0 0 1 0 0,1-1-1 0 0,0 1 0 0 0,-1 0 1 0 0,1-1-1 0 0,0-3 1 0 0,1 7-471 0 0,-1-1 0 0 0,1 1 0 0 0,0 0 1 0 0,0-1-1 0 0,0 1 0 0 0,0-1 0 0 0,1 1 0 0 0,-1-1 0 0 0,3-4 2435 0 0,-2 4-2435 0 0,0 1-73 0 0,0-1 1 0 0,0 1-1 0 0,1 0 0 0 0,-1 0 1 0 0,0 0-1 0 0,0 0 0 0 0,0 0 1 0 0,1 0-1 0 0,-1 0 0 0 0,0 0 1 0 0,0 0-1 0 0,0 0 1 0 0,0 1-1 0 0,2 0 0 0 0,1 0 9 0 0,0 1 1 0 0,0 0-1 0 0,-1 0 0 0 0,1 0 0 0 0,-1 1 0 0 0,1-1 1 0 0,-1 1-1 0 0,0 0 0 0 0,0 0 0 0 0,0 0 1 0 0,0 0-1 0 0,-1 1 0 0 0,1-1 0 0 0,2 5 0 0 0,28 61 340 0 0,-22-45-328 0 0,2 3 13 0 0,0-1 0 0 0,35 47 0 0 0,-44-67-113 0 0,0 0-1 0 0,1 0 0 0 0,0-1 0 0 0,0 1 0 0 0,1-1 0 0 0,-1-1 0 0 0,1 1 0 0 0,0-1 0 0 0,0 0 0 0 0,0 0 0 0 0,1-1 0 0 0,0 0 0 0 0,-1 0 0 0 0,1 0 0 0 0,0-1 0 0 0,0 0 0 0 0,13 2 0 0 0,-18-4 16 0 0,1 0 0 0 0,-1 0 0 0 0,1-1 0 0 0,-1 1 0 0 0,1 0 0 0 0,-1-1 1 0 0,0 1-1 0 0,1-1 0 0 0,-1 0 0 0 0,0 0 0 0 0,0 0 0 0 0,1 0 0 0 0,-1 0 0 0 0,0 0 1 0 0,0-1-1 0 0,0 1 0 0 0,0-1 0 0 0,2-2 0 0 0,-1 0 10 0 0,0 1 0 0 0,0-1 1 0 0,-1 0-1 0 0,0 0 0 0 0,0 0 0 0 0,0-1 1 0 0,0 1-1 0 0,0 0 0 0 0,1-6 0 0 0,0-5 19 0 0,-1-1 0 0 0,0 0 0 0 0,0 0 0 0 0,-3-26 0 0 0,-11-67-725 0 0,-1-7-4730 0 0,13 87-891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5.6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36 7 6913 0 0,'-8'-6'3646'0'0,"3"16"-1121"0"0,1 17-1385 0 0,0 0-1 0 0,3 0 0 0 0,2 49 1 0 0,0-10-370 0 0,-2 83 231 0 0,-1 77-768 0 0,-8-76-3087 0 0,8-129 1369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6.02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157 80 6913 0 0,'-18'32'1309'0'0,"-32"53"-654"0"0,-38 70-181 0 0,97-179-119 0 0,0 0 0 0 0,6-26 0 0 0,11-32 1200 0 0,-20 68-1109 0 0,0 0 1 0 0,1 1 0 0 0,1 0-1 0 0,0 0 1 0 0,0 0 0 0 0,1 1-1 0 0,1 1 1 0 0,0-1 0 0 0,17-13-1 0 0,-23 21-249 0 0,0 1 0 0 0,1 0 0 0 0,0 0 0 0 0,0 0-1 0 0,0 0 1 0 0,0 1 0 0 0,0 0 0 0 0,1 0 0 0 0,-1 0-1 0 0,1 1 1 0 0,-1 0 0 0 0,1 0 0 0 0,-1 0 0 0 0,1 0-1 0 0,0 1 1 0 0,-1 0 0 0 0,1 1 0 0 0,0-1 0 0 0,-1 1-1 0 0,1 0 1 0 0,-1 0 0 0 0,1 1 0 0 0,-1-1 0 0 0,1 1 0 0 0,-1 1-1 0 0,0-1 1 0 0,0 1 0 0 0,5 3 0 0 0,5 4-95 0 0,-1 1 0 0 0,0 0 0 0 0,0 1 0 0 0,-1 0 0 0 0,16 21 0 0 0,-6-3-710 0 0,30 50 0 0 0,-37-51-521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6.48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 10594 0 0,'1'-1'5219'0'0,"40"330"-678"0"0,-25-160-3907 0 0,22 218-146 0 0,-21-199-4951 0 0,-14-153-1828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6.8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 75 1584 0 0,'-2'-3'164'0'0,"0"0"0"0"0,0-1 0 0 0,0 1 0 0 0,1 0-1 0 0,-1-1 1 0 0,1 1 0 0 0,0-1 0 0 0,0 0 0 0 0,0-7-1 0 0,8-18 12557 0 0,1 39-10640 0 0,4 12-1135 0 0,-6-10-528 0 0,2 7 129 0 0,2 0 0 0 0,0 0 1 0 0,24 32-1 0 0,-30-47-467 0 0,-1 0-1 0 0,1 0 1 0 0,0 0-1 0 0,0-1 1 0 0,1 0 0 0 0,-1 0-1 0 0,0 0 1 0 0,11 5-1 0 0,-12-7-42 0 0,0 0 0 0 0,0 0-1 0 0,0 0 1 0 0,0-1-1 0 0,0 1 1 0 0,0-1-1 0 0,1 0 1 0 0,-1 0-1 0 0,0 0 1 0 0,0 0 0 0 0,0-1-1 0 0,0 1 1 0 0,1-1-1 0 0,-1 1 1 0 0,0-1-1 0 0,4-2 1 0 0,-2 0-11 0 0,-1 1-1 0 0,1-1 1 0 0,-1 0 0 0 0,1-1-1 0 0,-1 1 1 0 0,0-1 0 0 0,0 0-1 0 0,-1 0 1 0 0,1 0 0 0 0,-1 0-1 0 0,0-1 1 0 0,0 1 0 0 0,2-6-1 0 0,6-12-45 0 0,14-37 0 0 0,-12 24-177 0 0,-5 17-1470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8.97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 28 6913 0 0,'-17'-28'5939'0'0,"17"44"-2520"0"0,17 163-76 0 0,-12 88-2481 0 0,-4-152-726 0 0,1-73-584 0 0,8 44 0 0 0,4-1-3649 0 0,-9-56-1768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9.3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176 74 5985 0 0,'-1'-1'128'0'0,"-1"1"0"0"0,0 0 0 0 0,0 0 0 0 0,1-1 0 0 0,-1 1 0 0 0,0 0 0 0 0,0 1-1 0 0,0-1 1 0 0,1 0 0 0 0,-1 0 0 0 0,0 1 0 0 0,0-1 0 0 0,1 1 0 0 0,-1 0 0 0 0,0-1 0 0 0,1 1 0 0 0,-1 0-1 0 0,1 0 1 0 0,-1 0 0 0 0,1 0 0 0 0,-2 2 0 0 0,-32 24 1051 0 0,22-16-962 0 0,2 1 0 0 0,0 0 0 0 0,0 1 0 0 0,1 0 1 0 0,1 0-1 0 0,0 1 0 0 0,1 0 0 0 0,-10 23 0 0 0,18-37-215 0 0,0 0 0 0 0,-1 1 1 0 0,1-1-1 0 0,0 0 0 0 0,0 1 1 0 0,-1-1-1 0 0,1 0 0 0 0,0 1 1 0 0,0-1-1 0 0,0 0 0 0 0,0 1 1 0 0,0-1-1 0 0,-1 1 0 0 0,1-1 0 0 0,0 1 1 0 0,0-1-1 0 0,0 0 0 0 0,0 1 1 0 0,0-1-1 0 0,0 1 0 0 0,0-1 1 0 0,0 0-1 0 0,1 1 0 0 0,-1-1 0 0 0,0 1 1 0 0,0-1-1 0 0,0 0 0 0 0,0 1 1 0 0,0-1-1 0 0,1 1 0 0 0,-1-1 1 0 0,0 0-1 0 0,0 1 0 0 0,1-1 0 0 0,-1 0 1 0 0,0 1-1 0 0,0-1 0 0 0,1 0 1 0 0,15-8-179 0 0,16-22-14 0 0,21-43 937 0 0,-41 55 111 0 0,0-1 1 0 0,2 2-1 0 0,0 0 0 0 0,0 1 1 0 0,2 0-1 0 0,25-20 1 0 0,-38 34-683 0 0,-1 0 1 0 0,1 1-1 0 0,0-1 1 0 0,-1 1-1 0 0,1 0 1 0 0,0 0-1 0 0,0 0 1 0 0,0 0-1 0 0,0 1 1 0 0,0-1-1 0 0,0 1 1 0 0,0-1-1 0 0,0 1 1 0 0,0 0-1 0 0,0 0 1 0 0,0 1-1 0 0,0-1 1 0 0,4 1-1 0 0,-2 1-78 0 0,0 0 0 0 0,-1 0 0 0 0,1 1-1 0 0,-1-1 1 0 0,1 1 0 0 0,-1 0 0 0 0,0 0 0 0 0,0 0-1 0 0,0 0 1 0 0,3 5 0 0 0,6 7-45 0 0,-1 1 0 0 0,-1 0-1 0 0,0 0 1 0 0,13 29 0 0 0,77 185-2291 0 0,-85-185-5274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8.17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204 308 3225 0 0,'-6'1'344'0'0,"-1"1"0"0"0,1-1 0 0 0,0 1 0 0 0,0 1 0 0 0,0-1 0 0 0,0 1 0 0 0,1 0 0 0 0,-6 3 0 0 0,-17 8 810 0 0,27-13-1114 0 0,-8 3 580 0 0,0-1 1 0 0,0 0-1 0 0,-1 0 0 0 0,-11 1 0 0 0,19-3-465 0 0,1-1-1 0 0,-1 0 1 0 0,0 1 0 0 0,1-1-1 0 0,-1 0 1 0 0,0 0 0 0 0,0 0-1 0 0,1-1 1 0 0,-1 1 0 0 0,0 0-1 0 0,1-1 1 0 0,-1 1 0 0 0,0-1 0 0 0,1 1-1 0 0,-1-1 1 0 0,0 0 0 0 0,1 0-1 0 0,-1 0 1 0 0,1 0 0 0 0,0 0-1 0 0,-1 0 1 0 0,1 0 0 0 0,0 0-1 0 0,0-1 1 0 0,-1 1 0 0 0,1 0 0 0 0,0-1-1 0 0,0 1 1 0 0,0-1 0 0 0,1 1-1 0 0,-2-3 1 0 0,-1-5-23 0 0,1 0 0 0 0,0 0 0 0 0,1-1 0 0 0,0 1 0 0 0,0 0 0 0 0,1-1 0 0 0,0 1 0 0 0,0-1 0 0 0,1 1-1 0 0,1 0 1 0 0,0-1 0 0 0,0 1 0 0 0,1 0 0 0 0,0 0 0 0 0,0 1 0 0 0,7-13 0 0 0,-3 7 73 0 0,1 0 0 0 0,0 0-1 0 0,2 1 1 0 0,-1 0 0 0 0,2 1 0 0 0,-1 0 0 0 0,2 1-1 0 0,23-19 1 0 0,-29 25-225 0 0,1 1 0 0 0,0 0-1 0 0,-1 0 1 0 0,2 1 0 0 0,-1-1-1 0 0,0 1 1 0 0,1 1 0 0 0,-1 0-1 0 0,1 0 1 0 0,0 0-1 0 0,15 0 1 0 0,-20 2 9 0 0,1 0 0 0 0,-1 0 0 0 0,1 1-1 0 0,-1-1 1 0 0,1 1 0 0 0,-1 0 0 0 0,0 0 0 0 0,1 0 0 0 0,-1 0-1 0 0,0 1 1 0 0,0 0 0 0 0,1-1 0 0 0,-1 1 0 0 0,-1 0 0 0 0,1 0-1 0 0,0 1 1 0 0,0-1 0 0 0,-1 1 0 0 0,1-1 0 0 0,-1 1-1 0 0,0 0 1 0 0,0 0 0 0 0,0 0 0 0 0,0 0 0 0 0,-1 0 0 0 0,1 0-1 0 0,-1 0 1 0 0,2 5 0 0 0,1 6-147 0 0,-1 0 0 0 0,0 1 0 0 0,-1-1 1 0 0,-1 0-1 0 0,0 1 0 0 0,-1-1 0 0 0,0 0 0 0 0,-3 17 0 0 0,-25 115-952 0 0,24-130 1017 0 0,-4 17-106 0 0,-1 0 74 0 0,2 0 0 0 0,1 0 0 0 0,-2 48 0 0 0,8-74 132 0 0,-1 0 0 0 0,2 1-1 0 0,-1-1 1 0 0,1 0 0 0 0,0 1-1 0 0,0-1 1 0 0,1 0-1 0 0,0 0 1 0 0,0 0 0 0 0,1 0-1 0 0,0-1 1 0 0,0 1 0 0 0,1-1-1 0 0,0 1 1 0 0,0-1 0 0 0,0 0-1 0 0,1-1 1 0 0,-1 1-1 0 0,2-1 1 0 0,-1 0 0 0 0,9 7-1 0 0,-12-11 37 0 0,-1 0-1 0 0,1 0 1 0 0,-1 1-1 0 0,1-2 1 0 0,0 1-1 0 0,-1 0 0 0 0,1 0 1 0 0,0-1-1 0 0,0 1 1 0 0,0-1-1 0 0,0 1 0 0 0,0-1 1 0 0,-1 0-1 0 0,1 1 1 0 0,0-1-1 0 0,0 0 1 0 0,0-1-1 0 0,0 1 0 0 0,0 0 1 0 0,0 0-1 0 0,0-1 1 0 0,-1 1-1 0 0,1-1 1 0 0,2-1-1 0 0,-1 0 51 0 0,0 0 0 0 0,0 0-1 0 0,-1 0 1 0 0,1-1 0 0 0,-1 1 0 0 0,0-1 0 0 0,0 1 0 0 0,0-1-1 0 0,0 0 1 0 0,0 0 0 0 0,-1 0 0 0 0,3-5 0 0 0,0-4 145 0 0,0 0 0 0 0,-1 0 0 0 0,0 0-1 0 0,0 0 1 0 0,-2 0 0 0 0,1-20 0 0 0,-2 20-101 0 0,-1 0 0 0 0,0-1 0 0 0,-1 1 0 0 0,-1 0 0 0 0,0 1-1 0 0,0-1 1 0 0,-1 0 0 0 0,-1 1 0 0 0,0 0 0 0 0,0 0 0 0 0,-1 0 0 0 0,-1 1 0 0 0,0 0-1 0 0,0 0 1 0 0,-14-14 0 0 0,11 15-123 0 0,0 0 0 0 0,-1 1-1 0 0,0 0 1 0 0,0 1 0 0 0,0 0-1 0 0,-1 1 1 0 0,0 0 0 0 0,0 1-1 0 0,-1 0 1 0 0,0 1 0 0 0,0 1-1 0 0,0 0 1 0 0,0 0 0 0 0,-16 0-1 0 0,14 2-548 0 0,0 0 0 0 0,0 1-1 0 0,-1 0 1 0 0,1 1-1 0 0,-23 5 1 0 0,21 0-756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8.56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86 8754 0 0,'0'-2'242'0'0,"-1"0"-1"0"0,1-1 1 0 0,0 1 0 0 0,0 0-1 0 0,0-1 1 0 0,1 1 0 0 0,-1 0 0 0 0,1-1-1 0 0,-1 1 1 0 0,1 0 0 0 0,0-1 0 0 0,-1 1-1 0 0,1 0 1 0 0,0 0 0 0 0,2-2-1 0 0,-3 3-61 0 0,1 1-1 0 0,-1-1 0 0 0,1 1 0 0 0,-1-1 0 0 0,1 1 0 0 0,-1-1 0 0 0,1 1 0 0 0,-1 0 0 0 0,1-1 0 0 0,-1 1 0 0 0,1 0 0 0 0,0-1 0 0 0,-1 1 1 0 0,1 0-1 0 0,-1 0 0 0 0,1 0 0 0 0,0 0 0 0 0,-1-1 0 0 0,1 1 0 0 0,0 0 0 0 0,1 0 0 0 0,-1 1 23 0 0,0-1 0 0 0,1 1 0 0 0,-1-1 0 0 0,1 1 0 0 0,-1-1 0 0 0,0 1 0 0 0,0 0 0 0 0,1 0 0 0 0,-1 0 0 0 0,0 0 0 0 0,0 0 0 0 0,0 0 0 0 0,2 2 0 0 0,77 99 2719 0 0,0 2-2476 0 0,-70-93-404 0 0,1 0-1 0 0,0-1 0 0 0,1 0 0 0 0,0-1 0 0 0,0-1 1 0 0,21 12-1 0 0,-33-20-33 0 0,1 1 1 0 0,-1-1 0 0 0,1 1-1 0 0,-1-1 1 0 0,1 1-1 0 0,0-1 1 0 0,-1 0-1 0 0,1 1 1 0 0,0-1-1 0 0,-1 0 1 0 0,1 1-1 0 0,0-1 1 0 0,0 0 0 0 0,-1 0-1 0 0,1 0 1 0 0,0 0-1 0 0,0 0 1 0 0,-1 0-1 0 0,1 0 1 0 0,0 0-1 0 0,0 0 1 0 0,-1 0 0 0 0,1 0-1 0 0,0 0 1 0 0,-1 0-1 0 0,1-1 1 0 0,0 1-1 0 0,0 0 1 0 0,-1-1-1 0 0,1 1 1 0 0,0 0-1 0 0,-1-1 1 0 0,1 1 0 0 0,-1-1-1 0 0,1 1 1 0 0,0-1-1 0 0,-1 1 1 0 0,1-1-1 0 0,-1 1 1 0 0,0-1-1 0 0,1 0 1 0 0,-1 1 0 0 0,1-1-1 0 0,-1 0 1 0 0,0 1-1 0 0,1-1 1 0 0,-1 0-1 0 0,0 1 1 0 0,0-1-1 0 0,0 0 1 0 0,0 0-1 0 0,1 1 1 0 0,-1-1 0 0 0,0 0-1 0 0,0 0 1 0 0,0 1-1 0 0,0-1 1 0 0,-1 0-1 0 0,1-1 1 0 0,-1-9 64 0 0,-1 0 0 0 0,1 0 0 0 0,-6-14 0 0 0,4 12-29 0 0,-25-134-535 0 0,23 83-5977 0 0,4 24-781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9.8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1 9674 0 0,'-4'7'3694'0'0,"2"16"-2397"0"0,2-19-797 0 0,0 26 861 0 0,2 0 1 0 0,11 56 0 0 0,-2-17-592 0 0,11 205 727 0 0,14 89-917 0 0,-36-362-580 0 0,10 65-842 0 0,-10-22-2693 0 0,-3-25-3023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0.0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30 103 2761 0 0,'-1'0'95'0'0,"1"0"0"0"0,-1 1 1 0 0,0-1-1 0 0,0 0 0 0 0,0 0 1 0 0,1 1-1 0 0,-1-1 0 0 0,0 0 1 0 0,0 0-1 0 0,0 0 0 0 0,1 0 1 0 0,-1 0-1 0 0,0 0 0 0 0,0 0 1 0 0,0 0-1 0 0,1 0 1 0 0,-1-1-1 0 0,0 1 0 0 0,0 0 1 0 0,0 0-1 0 0,1-1 0 0 0,-1 1 1 0 0,0-1-1 0 0,1 1 0 0 0,-1 0 1 0 0,-1-2-1 0 0,1 1 101 0 0,1 1 1 0 0,-1-1-1 0 0,0 0 0 0 0,1 1 0 0 0,-1-1 1 0 0,1 0-1 0 0,-1 0 0 0 0,1 0 0 0 0,-1 0 1 0 0,1 1-1 0 0,0-1 0 0 0,-1 0 0 0 0,1 0 1 0 0,0 0-1 0 0,0 0 0 0 0,-1 0 0 0 0,1 0 1 0 0,0 0-1 0 0,0 0 0 0 0,0 0 0 0 0,0 0 1 0 0,0 0-1 0 0,1 0 0 0 0,-1 0 0 0 0,0 0 1 0 0,0 0-1 0 0,1 0 0 0 0,-1 1 0 0 0,0-1 1 0 0,1 0-1 0 0,-1 0 0 0 0,1 0 0 0 0,-1 0 1 0 0,1 1-1 0 0,0-1 0 0 0,-1 0 0 0 0,1 0 1 0 0,0 1-1 0 0,-1-1 0 0 0,1 0 0 0 0,0 1 1 0 0,0-1-1 0 0,-1 1 0 0 0,1-1 0 0 0,0 1 1 0 0,0 0-1 0 0,0-1 0 0 0,0 1 1 0 0,0 0-1 0 0,0-1 0 0 0,0 1 0 0 0,0 0 1 0 0,0 0-1 0 0,0 0 0 0 0,0 0 0 0 0,0 0 1 0 0,0 0-1 0 0,-1 0 0 0 0,3 1 0 0 0,6 0 335 0 0,0 0-1 0 0,-1 1 1 0 0,1 1-1 0 0,0-1 1 0 0,-1 1-1 0 0,1 1 1 0 0,-1 0-1 0 0,13 7 1 0 0,34 15 285 0 0,-39-21-653 0 0,-7-2 25 0 0,0 0-1 0 0,0 0 1 0 0,18 2 0 0 0,-25-5-155 0 0,0 0 0 0 0,0 0 0 0 0,0 0 1 0 0,0 0-1 0 0,0 0 0 0 0,0 0 0 0 0,0-1 0 0 0,-1 1 1 0 0,1-1-1 0 0,0 1 0 0 0,0-1 0 0 0,0 0 1 0 0,0 0-1 0 0,-1 1 0 0 0,1-1 0 0 0,0 0 0 0 0,-1-1 1 0 0,1 1-1 0 0,-1 0 0 0 0,1 0 0 0 0,-1-1 1 0 0,0 1-1 0 0,1-1 0 0 0,0-2 0 0 0,51-88-345 0 0,-38 67-24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1.0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65 294 11058 0 0,'-14'-14'2240'0'0,"0"1"0"0"0,-22-16-1 0 0,49 62 239 0 0,65 175-969 0 0,9 20-740 0 0,-75-201-722 0 0,2 0 0 0 0,1-1-1 0 0,1-1 1 0 0,2 0 0 0 0,0-2 0 0 0,22 23 0 0 0,-35-41-30 0 0,1 0 1 0 0,-1 0-1 0 0,1 0 0 0 0,0-1 0 0 0,0 0 1 0 0,0 0-1 0 0,1-1 0 0 0,0 0 1 0 0,-1 0-1 0 0,1 0 0 0 0,0-1 1 0 0,0 0-1 0 0,12 2 0 0 0,-14-4 8 0 0,0 0-1 0 0,-1 0 0 0 0,1 0 1 0 0,0 0-1 0 0,0-1 0 0 0,0 0 0 0 0,-1 0 1 0 0,1-1-1 0 0,-1 1 0 0 0,1-1 1 0 0,-1 0-1 0 0,1 0 0 0 0,-1 0 1 0 0,0-1-1 0 0,0 1 0 0 0,0-1 1 0 0,0 0-1 0 0,-1 0 0 0 0,1-1 1 0 0,-1 1-1 0 0,5-7 0 0 0,3-6 63 0 0,0 0 0 0 0,-2 0 0 0 0,0-1-1 0 0,0 0 1 0 0,-2-1 0 0 0,0 0-1 0 0,5-24 1 0 0,22-136 330 0 0,-31 159-377 0 0,19-176 66 0 0,-16 119-1403 0 0,3 1 0 0 0,35-134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1.33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15 10594 0 0,'2'-1'195'0'0,"-1"-1"0"0"0,0 1 0 0 0,0 0 0 0 0,1 0 0 0 0,-1 0 0 0 0,1 0 0 0 0,-1 0 0 0 0,1 0 0 0 0,0 0 0 0 0,-1 1-1 0 0,1-1 1 0 0,0 0 0 0 0,-1 1 0 0 0,1 0 0 0 0,0-1 0 0 0,0 1 0 0 0,-1 0 0 0 0,1 0 0 0 0,0 0 0 0 0,0 0 0 0 0,-1 0 0 0 0,4 1 0 0 0,-1 0 149 0 0,-1 0 1 0 0,0 1 0 0 0,1-1 0 0 0,-1 1 0 0 0,0 0 0 0 0,0 0 0 0 0,0 0 0 0 0,0 0 0 0 0,0 0 0 0 0,3 5 0 0 0,4 4 287 0 0,-1 1 0 0 0,0 0-1 0 0,-1 0 1 0 0,10 21 0 0 0,6 19 85 0 0,34 112-1 0 0,-17-15-2602 0 0,-32-116 739 0 0,-3-11-6241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1.8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1 273 6913 0 0,'8'-2'-114'0'0,"0"1"-1"0"0,1-1 1 0 0,-1-1-1 0 0,0 1 1 0 0,0-1-1 0 0,-1-1 1 0 0,14-6-1 0 0,2-2 383 0 0,99-47 849 0 0,-66 27-2730 0 0,60-46 1 0 0,-107 72 1586 0 0,46-33 1342 0 0,-16 20 3559 0 0,-38 19-4607 0 0,1 0 0 0 0,-1-1 0 0 0,0 1 0 0 0,1 1 0 0 0,-1-1 0 0 0,1 0 0 0 0,-1 0 0 0 0,1 0 0 0 0,-1 1 0 0 0,0-1 0 0 0,1 1 0 0 0,-1-1 0 0 0,0 1 0 0 0,1 0 0 0 0,-1-1 0 0 0,0 1 0 0 0,0 0 0 0 0,0 0 0 0 0,1 0 0 0 0,-1 0 0 0 0,0 0 1 0 0,0 0-1 0 0,-1 0 0 0 0,1 0 0 0 0,0 0 0 0 0,0 0 0 0 0,0 1 0 0 0,-1-1 0 0 0,1 0 0 0 0,0 3 0 0 0,18 43 1673 0 0,-6 6-1186 0 0,-3-13-295 0 0,25 67 0 0 0,-30-96-440 0 0,0 0 0 0 0,0-1 0 0 0,1 1-1 0 0,1-1 1 0 0,0 0 0 0 0,0-1 0 0 0,1 1-1 0 0,0-2 1 0 0,0 1 0 0 0,15 11 0 0 0,-21-19-39 0 0,0 1 1 0 0,0-1 0 0 0,0 1-1 0 0,0-1 1 0 0,0 0 0 0 0,0 0-1 0 0,0 0 1 0 0,0 0 0 0 0,0 0-1 0 0,1 0 1 0 0,-1-1 0 0 0,0 1-1 0 0,1-1 1 0 0,-1 0-1 0 0,0 1 1 0 0,1-1 0 0 0,-1 0-1 0 0,0 0 1 0 0,1-1 0 0 0,-1 1-1 0 0,1 0 1 0 0,-1-1 0 0 0,0 0-1 0 0,0 1 1 0 0,1-1 0 0 0,-1 0-1 0 0,0 0 1 0 0,3-2-1 0 0,-1-1-55 0 0,0 1 0 0 0,1-1 0 0 0,-2-1 0 0 0,1 1 0 0 0,-1-1 0 0 0,1 1 0 0 0,-1-1 0 0 0,0 0 0 0 0,-1 0 0 0 0,5-10 0 0 0,21-60 129 0 0,32-68 1001 0 0,-60 141-1033 0 0,1 1 0 0 0,-1 0 0 0 0,1 0 0 0 0,-1 0 0 0 0,1 0 0 0 0,-1 0 0 0 0,1 0 0 0 0,0 0 0 0 0,-1 0 0 0 0,1 0 0 0 0,0 0 0 0 0,0 0 0 0 0,0 0 0 0 0,0 1 0 0 0,0-1 0 0 0,0 0 0 0 0,0 1 0 0 0,0-1 0 0 0,0 1 0 0 0,0-1 0 0 0,0 1 0 0 0,0-1 0 0 0,1 1 0 0 0,-1 0 0 0 0,0-1 0 0 0,2 1 0 0 0,-1 0-4 0 0,0 1 1 0 0,-1 0 0 0 0,1-1 0 0 0,0 1 0 0 0,-1 0 0 0 0,1 0-1 0 0,0 0 1 0 0,-1 0 0 0 0,1 0 0 0 0,-1 0 0 0 0,0 1 0 0 0,1-1-1 0 0,-1 0 1 0 0,0 1 0 0 0,2 1 0 0 0,5 9 13 0 0,0 1 0 0 0,-1 0 0 0 0,8 18 0 0 0,-13-27-32 0 0,2 7-354 0 0,2-1-1 0 0,-1 1 1 0 0,2-1 0 0 0,-1 0 0 0 0,1-1 0 0 0,12 12 0 0 0,-13-14-702 0 0,2-1 1 0 0,-1 0-1 0 0,1 0 1 0 0,-1-1-1 0 0,11 5 0 0 0,2-1-4475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18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7 276 6913 0 0,'12'-12'1007'0'0,"0"-1"-1"0"0,-1-1 0 0 0,0 0 0 0 0,-1 0 0 0 0,15-31 0 0 0,-21 36-865 0 0,0 0-1 0 0,-1-1 1 0 0,0 1-1 0 0,0-1 1 0 0,-1 1 0 0 0,0-1-1 0 0,-1 0 1 0 0,0 0-1 0 0,0 0 1 0 0,-1 0 0 0 0,-1 0-1 0 0,-1-10 1 0 0,2 19-118 0 0,0-1 1 0 0,0 1-1 0 0,-1 0 1 0 0,1-1-1 0 0,0 1 1 0 0,0 0-1 0 0,-1 0 1 0 0,1-1-1 0 0,-1 1 1 0 0,1 0-1 0 0,-1 0 1 0 0,0 0-1 0 0,0 0 1 0 0,1 0-1 0 0,-1-1 1 0 0,0 1-1 0 0,0 1 1 0 0,0-1-1 0 0,0 0 1 0 0,0 0-1 0 0,0 0 1 0 0,0 0-1 0 0,-2 0 1 0 0,2 1 37 0 0,-1-1 1 0 0,1 1-1 0 0,-1 0 1 0 0,1 0-1 0 0,-1 0 1 0 0,1 1-1 0 0,-1-1 1 0 0,1 0-1 0 0,-1 1 1 0 0,1-1-1 0 0,0 0 1 0 0,-1 1-1 0 0,1 0 1 0 0,0-1 0 0 0,-1 1-1 0 0,1 0 1 0 0,-2 1-1 0 0,-2 2 158 0 0,-1 0-1 0 0,1 1 1 0 0,0 0 0 0 0,0 0 0 0 0,1 0-1 0 0,-1 1 1 0 0,-5 10 0 0 0,6-9-131 0 0,1 1 0 0 0,0-1 0 0 0,1 1 0 0 0,0 0 0 0 0,0 0 1 0 0,1 0-1 0 0,0 0 0 0 0,0 0 0 0 0,1 0 0 0 0,0 0 0 0 0,0 0 0 0 0,1 0 1 0 0,0 0-1 0 0,0 0 0 0 0,1 0 0 0 0,0 0 0 0 0,1 0 0 0 0,0-1 1 0 0,0 1-1 0 0,0-1 0 0 0,1 0 0 0 0,0 0 0 0 0,0 0 0 0 0,1 0 1 0 0,0-1-1 0 0,0 1 0 0 0,1-2 0 0 0,-1 1 0 0 0,1 0 0 0 0,1-1 1 0 0,-1 0-1 0 0,1-1 0 0 0,0 1 0 0 0,0-1 0 0 0,0-1 0 0 0,0 1 0 0 0,13 3 1 0 0,36 8-3202 0 0,-37-12-3616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44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1 101 4145 0 0,'0'-3'245'0'0,"1"0"0"0"0,0 0 0 0 0,0 0 1 0 0,0-1-1 0 0,0 1 0 0 0,0 0 0 0 0,1 0 0 0 0,6-7 1545 0 0,-8 10-1635 0 0,0 0-1 0 0,1 0 1 0 0,-1 0-1 0 0,0 0 1 0 0,1 0-1 0 0,-1 0 1 0 0,1 0-1 0 0,-1 0 1 0 0,0 0-1 0 0,1 0 1 0 0,-1 0-1 0 0,0 0 1 0 0,1 0-1 0 0,-1 0 1 0 0,1 0-1 0 0,-1 0 1 0 0,0 0-1 0 0,1 0 1 0 0,14 16 4546 0 0,13 36-329 0 0,-19-32-3408 0 0,22 32 1 0 0,-27-47-893 0 0,0 1 0 0 0,0-1 1 0 0,1 0-1 0 0,0-1 0 0 0,0 1 0 0 0,0-1 1 0 0,0 0-1 0 0,1 0 0 0 0,-1 0 1 0 0,7 2-1 0 0,-11-5-69 0 0,0-1 1 0 0,0 1 0 0 0,1 0-1 0 0,-1-1 1 0 0,0 1-1 0 0,0-1 1 0 0,1 1 0 0 0,-1-1-1 0 0,0 0 1 0 0,0 0-1 0 0,1 1 1 0 0,-1-1 0 0 0,0 0-1 0 0,1 0 1 0 0,-1 0-1 0 0,0 0 1 0 0,1-1-1 0 0,-1 1 1 0 0,0 0 0 0 0,1 0-1 0 0,-1-1 1 0 0,0 1-1 0 0,0-1 1 0 0,1 1 0 0 0,-1-1-1 0 0,0 0 1 0 0,0 1-1 0 0,0-1 1 0 0,0 0 0 0 0,0 0-1 0 0,0 0 1 0 0,0 0-1 0 0,0 0 1 0 0,0 0-1 0 0,0 0 1 0 0,-1 0 0 0 0,1 0-1 0 0,0 0 1 0 0,-1 0-1 0 0,1 0 1 0 0,-1-1 0 0 0,1 1-1 0 0,-1 0 1 0 0,1 0-1 0 0,-1-3 1 0 0,2-7 31 0 0,0 0 0 0 0,-1-1 0 0 0,0 1 0 0 0,-1-17 0 0 0,0 7-15 0 0,4-37-1572 0 0,6 0-3353 0 0,-3 31-2201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7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84 10138 0 0,'15'-19'7897'0'0,"15"-18"-6978"0"0,-27 33-1573 0 0,-1 1-1 0 0,2 0 1 0 0,-1 0-1 0 0,0 1 1 0 0,1-1-1 0 0,-1 1 1 0 0,1-1 0 0 0,4-1-1 0 0,-7 4 595 0 0,0 0-1 0 0,-1 0 1 0 0,1 0-1 0 0,0 0 1 0 0,0 0-1 0 0,0 0 0 0 0,-1 1 1 0 0,1-1-1 0 0,0 0 1 0 0,0 0-1 0 0,-1 1 1 0 0,1-1-1 0 0,0 0 1 0 0,0 1-1 0 0,-1-1 1 0 0,1 1-1 0 0,0-1 1 0 0,-1 1-1 0 0,1-1 1 0 0,-1 1-1 0 0,1-1 1 0 0,-1 1-1 0 0,1 0 1 0 0,-1-1-1 0 0,1 1 1 0 0,-1 0-1 0 0,1-1 1 0 0,-1 1-1 0 0,0 0 1 0 0,1 0-1 0 0,-1-1 0 0 0,0 1 1 0 0,0 0-1 0 0,0 0 1 0 0,0 0-1 0 0,1-1 1 0 0,-1 1-1 0 0,0 0 1 0 0,0 0-1 0 0,-1 0 1 0 0,1 1-1 0 0,-2 4-11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8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86 3225 0 0,'0'1'65'0'0,"0"-1"-1"0"0,0 1 1 0 0,0-1 0 0 0,0 1 0 0 0,-1 0 0 0 0,1-1 0 0 0,1 1-1 0 0,-1-1 1 0 0,0 1 0 0 0,0 0 0 0 0,0-1 0 0 0,0 1 0 0 0,0-1-1 0 0,0 1 1 0 0,1 0 0 0 0,-1-1 0 0 0,0 1 0 0 0,0-1 0 0 0,1 1-1 0 0,-1-1 1 0 0,0 1 0 0 0,1-1 0 0 0,-1 0 0 0 0,1 1 0 0 0,-1-1-1 0 0,1 1 1 0 0,-1-1 0 0 0,0 0 0 0 0,1 1 0 0 0,0-1 0 0 0,-1 0 0 0 0,1 1-1 0 0,-1-1 1 0 0,1 0 0 0 0,-1 0 0 0 0,2 1 0 0 0,1-1 338 0 0,0 0 0 0 0,1 1-1 0 0,-1-1 1 0 0,0 0 0 0 0,1-1 0 0 0,-1 1 0 0 0,6-2 0 0 0,4-1 878 0 0,0-1 0 0 0,23-9-1 0 0,-12 1-1135 0 0,-2-1-1 0 0,37-25 1 0 0,-38 19-145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3.4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103 340 6449 0 0,'-5'-1'233'0'0,"-1"-1"1"0"0,1 1-1 0 0,0-1 0 0 0,0-1 0 0 0,0 1 0 0 0,0-1 0 0 0,0 0 0 0 0,0 0 0 0 0,1 0 1 0 0,0-1-1 0 0,-1 1 0 0 0,1-1 0 0 0,1 0 0 0 0,-1 0 0 0 0,0-1 0 0 0,1 1 0 0 0,0-1 0 0 0,0 0 1 0 0,1 0-1 0 0,-1 0 0 0 0,1 0 0 0 0,0 0 0 0 0,0 0 0 0 0,1-1 0 0 0,-1 1 0 0 0,0-6 1 0 0,1 3 10 0 0,0 1 1 0 0,0 0-1 0 0,1 0 1 0 0,0-1 0 0 0,0 1-1 0 0,1 0 1 0 0,0-1-1 0 0,0 1 1 0 0,1 0 0 0 0,-1 0-1 0 0,2 0 1 0 0,-1 0-1 0 0,1 0 1 0 0,0 1 0 0 0,0-1-1 0 0,1 1 1 0 0,0-1 0 0 0,0 1-1 0 0,8-8 1 0 0,-2 4-118 0 0,0 1 0 0 0,1 1 0 0 0,0 0 0 0 0,1 0 0 0 0,0 1 0 0 0,0 0 0 0 0,0 1 0 0 0,1 1 0 0 0,14-5 0 0 0,-23 8-115 0 0,-1 1 1 0 0,1 0-1 0 0,0 0 1 0 0,0 1 0 0 0,-1-1-1 0 0,1 1 1 0 0,0 0-1 0 0,0-1 1 0 0,0 2 0 0 0,-1-1-1 0 0,1 0 1 0 0,0 1-1 0 0,0 0 1 0 0,-1 0 0 0 0,1 0-1 0 0,0 0 1 0 0,-1 1 0 0 0,1-1-1 0 0,-1 1 1 0 0,1 0-1 0 0,-1 0 1 0 0,0 0 0 0 0,0 0-1 0 0,0 1 1 0 0,0-1-1 0 0,-1 1 1 0 0,1 0 0 0 0,0 0-1 0 0,-1 0 1 0 0,0 0-1 0 0,0 0 1 0 0,0 0 0 0 0,0 1-1 0 0,0-1 1 0 0,-1 0 0 0 0,3 8-1 0 0,-1 0-150 0 0,0 1 0 0 0,-1-1 1 0 0,0 1-1 0 0,0-1 0 0 0,-1 1 0 0 0,-1 0 0 0 0,0 0 0 0 0,-2 13 0 0 0,-3 10-805 0 0,-14 47-1 0 0,12-60 668 0 0,2 0 0 0 0,0 1 0 0 0,2 0-1 0 0,0 0 1 0 0,1 40 0 0 0,3-55 269 0 0,0 1-1 0 0,1-1 1 0 0,0 1 0 0 0,0-1-1 0 0,1 0 1 0 0,0 0 0 0 0,0 0-1 0 0,1 0 1 0 0,0 0 0 0 0,0-1-1 0 0,1 0 1 0 0,0 0 0 0 0,1 0-1 0 0,-1-1 1 0 0,1 1 0 0 0,10 7-1 0 0,-11-10 28 0 0,-1-1 0 0 0,1 0-1 0 0,0 0 1 0 0,0-1 0 0 0,0 1-1 0 0,0-1 1 0 0,0 0 0 0 0,1-1-1 0 0,-1 1 1 0 0,1-1-1 0 0,-1 0 1 0 0,1 0 0 0 0,-1-1-1 0 0,1 0 1 0 0,-1 0 0 0 0,1 0-1 0 0,-1 0 1 0 0,1-1-1 0 0,-1 0 1 0 0,1 0 0 0 0,-1-1-1 0 0,1 1 1 0 0,-1-1 0 0 0,0 0-1 0 0,0-1 1 0 0,7-4 0 0 0,-5 3 180 0 0,0-1 0 0 0,0 0 0 0 0,-1 0 0 0 0,0-1 0 0 0,0 0 0 0 0,0 0 0 0 0,-1 0 0 0 0,1-1 0 0 0,-2 0 0 0 0,1 0 0 0 0,-1 0 0 0 0,0-1 0 0 0,0 1 0 0 0,4-16 0 0 0,-6 18-33 0 0,-1 0-1 0 0,0 0 1 0 0,0-1 0 0 0,0 1-1 0 0,-1 0 1 0 0,1-1 0 0 0,-1 1 0 0 0,-1 0-1 0 0,1-1 1 0 0,-1 1 0 0 0,0 0-1 0 0,0 0 1 0 0,0 0 0 0 0,-1-1 0 0 0,1 1-1 0 0,-2 1 1 0 0,1-1 0 0 0,0 0-1 0 0,-1 0 1 0 0,0 1 0 0 0,0-1 0 0 0,0 1-1 0 0,0 0 1 0 0,-6-5 0 0 0,0 2-79 0 0,-1 0 1 0 0,1 0-1 0 0,-1 1 0 0 0,0 1 1 0 0,0-1-1 0 0,-1 2 0 0 0,1-1 1 0 0,-1 2-1 0 0,0-1 1 0 0,-14-1-1 0 0,-18-2-195 0 0,-61-3-1 0 0,25 4-519 0 0,19-2-2561 0 0,47 6-518 0 0,-6 0-2921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3.8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1 229 14747 0 0,'29'34'3936'0'0,"-7"-12"-3221"0"0,-1 1 0 0 0,-1 1 0 0 0,-2 1 0 0 0,0 0 0 0 0,17 34 0 0 0,-25-39-699 0 0,-1-3 60 0 0,20 32 0 0 0,-26-45-70 0 0,0-1 1 0 0,0 1-1 0 0,0 0 1 0 0,0-1-1 0 0,1 0 1 0 0,0 0-1 0 0,-1 0 1 0 0,1 0-1 0 0,0 0 1 0 0,1-1-1 0 0,-1 0 1 0 0,0 0-1 0 0,5 2 1 0 0,-8-4-8 0 0,1 0 1 0 0,-1 0-1 0 0,0 1 0 0 0,0-1 1 0 0,0-1-1 0 0,0 1 1 0 0,0 0-1 0 0,0 0 1 0 0,1 0-1 0 0,-1-1 1 0 0,0 1-1 0 0,0 0 1 0 0,0-1-1 0 0,0 1 0 0 0,0-1 1 0 0,0 1-1 0 0,0-1 1 0 0,0 0-1 0 0,0 1 1 0 0,0-1-1 0 0,-1 0 1 0 0,1 0-1 0 0,0 1 1 0 0,0-1-1 0 0,0 0 0 0 0,-1 0 1 0 0,1 0-1 0 0,-1 0 1 0 0,1 0-1 0 0,-1 0 1 0 0,1 0-1 0 0,-1 0 1 0 0,1 0-1 0 0,-1-2 1 0 0,11-42 202 0 0,-10 40-179 0 0,8-51 116 0 0,32-157 67 0 0,-31 175-643 0 0,1 1 0 0 0,2 0 0 0 0,26-52 0 0 0,-24 61-626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4.4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5768 0 10594 0 0,'5'5'1544'0'0,"-1"0"-1"0"0,0 1 0 0 0,0-1 1 0 0,-1 1-1 0 0,5 9 0 0 0,14 42 1604 0 0,6 69-3719 0 0,-20-87 1467 0 0,23 113-518 0 0,118 479-225 0 0,-116-532-145 0 0,-11-39-90 0 0,-4 1 0 0 0,-2 0 1 0 0,9 66-1 0 0,-24-122 73 0 0,-1-1 0 0 0,1 1 0 0 0,-1 0 0 0 0,0 0 0 0 0,0 0 0 0 0,0 0 0 0 0,0 0 0 0 0,-1-1 0 0 0,0 1 0 0 0,0 0 0 0 0,-1 0 0 0 0,1-1 0 0 0,-1 1 0 0 0,0-1 0 0 0,0 1 0 0 0,0-1 0 0 0,-1 0 0 0 0,1 0 0 0 0,-1 0 0 0 0,0 0 0 0 0,-1 0 0 0 0,1-1 0 0 0,0 1 0 0 0,-1-1 0 0 0,0 0 0 0 0,0 0 1 0 0,0 0-1 0 0,0-1 0 0 0,0 1 0 0 0,-1-1 0 0 0,1 0 0 0 0,-6 2 0 0 0,-29 10 162 0 0,0-1 1 0 0,-1-1 0 0 0,-60 9-1 0 0,-128 5 648 0 0,143-18-701 0 0,-1616 225-771 0 0,905-127 460 0 0,-3-42 72 0 0,370-31 132 0 0,-163 10-26 0 0,-1-40-25 0 0,329-20 85 0 0,89 6-1957 0 0,60 4-3543 0 0,38 5-1505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4.7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18 11058 0 0,'10'-16'1109'0'0,"-9"16"-1068"0"0,-1 0-1 0 0,0 0 0 0 0,1 0 0 0 0,-1-1 1 0 0,0 1-1 0 0,1 0 0 0 0,-1 0 1 0 0,0 0-1 0 0,1 0 0 0 0,-1 0 0 0 0,1 0 1 0 0,-1 0-1 0 0,0 0 0 0 0,1 0 0 0 0,-1 0 1 0 0,1 0-1 0 0,-1 0 0 0 0,0 0 1 0 0,1 0-1 0 0,-1 0 0 0 0,0 0 0 0 0,1 0 1 0 0,-1 0-1 0 0,0 0 0 0 0,1 0 1 0 0,0 1-1 0 0,0 0 110 0 0,1 1 0 0 0,-1-1 1 0 0,1 1-1 0 0,-1 0 0 0 0,0 0 1 0 0,0-1-1 0 0,1 1 0 0 0,-1 0 1 0 0,0 0-1 0 0,-1 0 0 0 0,1 0 1 0 0,0 0-1 0 0,0 3 0 0 0,13 57 1323 0 0,-3-1 1 0 0,6 105-1 0 0,-6-47-940 0 0,13 110-254 0 0,34 277 310 0 0,-4-170-3245 0 0,-38-256-4065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5.0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0 254 6913 0 0,'1'-2'53'0'0,"0"0"-1"0"0,0 0 0 0 0,0 0 0 0 0,0-1 0 0 0,0 1 0 0 0,1 0 1 0 0,-1 0-1 0 0,0 1 0 0 0,1-1 0 0 0,0 0 0 0 0,-1 0 0 0 0,1 1 1 0 0,0-1-1 0 0,0 1 0 0 0,0 0 0 0 0,0-1 0 0 0,0 1 0 0 0,0 0 1 0 0,3-1-1 0 0,49-13 1099 0 0,-34 10-664 0 0,110-19 2355 0 0,251-14 0 0 0,-211 26-1999 0 0,1137-45 1979 0 0,2 71-2555 0 0,205 2 670 0 0,-435-86-3142 0 0,-915 42-71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4.20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61 2304 0 0,'-8'-15'747'0'0,"6"9"50"0"0,-1 1-1 0 0,0-1 1 0 0,0 1-1 0 0,0 0 1 0 0,0 0 0 0 0,-9-8-1 0 0,15 26 3839 0 0,1 27-3545 0 0,-3-23-403 0 0,48 596 5065 0 0,-18-191-4652 0 0,-25-370-3440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4.6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1 146 7834 0 0,'0'-4'136'0'0,"-1"0"0"0"0,1 0 0 0 0,0 0-1 0 0,0 0 1 0 0,0 0 0 0 0,1 0 0 0 0,0 0 0 0 0,-1 0 0 0 0,1 0 0 0 0,1 1 0 0 0,-1-1 0 0 0,0 0 0 0 0,1 1 0 0 0,0-1 0 0 0,3-5 0 0 0,1 0 351 0 0,0 0 0 0 0,0 0 1 0 0,0 0-1 0 0,14-12 0 0 0,-17 18-263 0 0,-1 1-1 0 0,1 0 1 0 0,0 0-1 0 0,0 1 1 0 0,0-1-1 0 0,0 0 0 0 0,0 1 1 0 0,0 0-1 0 0,0 0 1 0 0,0 0-1 0 0,0 0 1 0 0,1 0-1 0 0,-1 1 1 0 0,0-1-1 0 0,1 1 1 0 0,4 0-1 0 0,-2 0 31 0 0,1 1-1 0 0,-1 0 1 0 0,1 1-1 0 0,-1 0 1 0 0,0 0-1 0 0,1 0 1 0 0,-1 0-1 0 0,6 4 1 0 0,1 2 46 0 0,0 0-1 0 0,-1 1 1 0 0,0 0-1 0 0,0 1 1 0 0,-1 0-1 0 0,17 20 1 0 0,-19-19-251 0 0,-1 1 0 0 0,0 0-1 0 0,-1 0 1 0 0,0 1 0 0 0,-1 0-1 0 0,0 0 1 0 0,-1 0 0 0 0,-1 1 0 0 0,0 0-1 0 0,-1 0 1 0 0,0 0 0 0 0,0 24 0 0 0,-2-27-83 0 0,-1 0 1 0 0,-1 0 0 0 0,0 0-1 0 0,-1 0 1 0 0,0 0-1 0 0,0 0 1 0 0,-2 0 0 0 0,1 0-1 0 0,-1-1 1 0 0,0 0 0 0 0,-1 0-1 0 0,-1 0 1 0 0,1 0 0 0 0,-1-1-1 0 0,-1 0 1 0 0,-12 14 0 0 0,4-9-182 0 0,1 0 0 0 0,-2-1 0 0 0,-31 21 0 0 0,42-31 186 0 0,0 0-1 0 0,0 0 1 0 0,0 0-1 0 0,-1-1 1 0 0,1 1-1 0 0,-1-1 1 0 0,0-1-1 0 0,1 1 1 0 0,-1-1-1 0 0,0 0 1 0 0,0 0-1 0 0,0-1 0 0 0,0 1 1 0 0,0-1-1 0 0,0-1 1 0 0,0 1-1 0 0,-9-3 1 0 0,15 3 75 0 0,-1 0 0 0 0,0 0 0 0 0,0 0 0 0 0,0 0 0 0 0,1 0 0 0 0,-1 0 0 0 0,0-1 0 0 0,0 1 1 0 0,1 0-1 0 0,-1-1 0 0 0,0 1 0 0 0,0 0 0 0 0,1-1 0 0 0,-1 1 0 0 0,0-1 0 0 0,1 1 0 0 0,-1-1 0 0 0,1 1 0 0 0,-1-1 1 0 0,1 0-1 0 0,-1 1 0 0 0,1-1 0 0 0,-1 0 0 0 0,1 1 0 0 0,-1-1 0 0 0,1 0 0 0 0,0 1 0 0 0,0-1 0 0 0,-1-1 0 0 0,2 1 12 0 0,-1 0-1 0 0,1 0 1 0 0,0 0-1 0 0,0 0 0 0 0,0 1 1 0 0,0-1-1 0 0,0 0 0 0 0,0 0 1 0 0,0 1-1 0 0,0-1 0 0 0,0 0 1 0 0,0 1-1 0 0,0-1 1 0 0,0 1-1 0 0,3-1 0 0 0,51-12 477 0 0,-40 10-477 0 0,1 1 0 0 0,0 1 0 0 0,0 1 0 0 0,0 0 0 0 0,-1 1 0 0 0,30 6 0 0 0,-35-5-48 0 0,-1 1 0 0 0,1 0 1 0 0,-1 0-1 0 0,0 1 0 0 0,-1 1 1 0 0,1 0-1 0 0,-1 0 0 0 0,1 0 1 0 0,-2 1-1 0 0,1 0 0 0 0,-1 0 1 0 0,10 12-1 0 0,2 4-904 0 0,26 39 0 0 0,-31-37-6573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5.27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0 250 3225 0 0,'3'1'664'0'0,"0"1"0"0"0,0-1 0 0 0,1 0 0 0 0,-1 0 1 0 0,0 0-1 0 0,1 0 0 0 0,-1 0 0 0 0,0-1 0 0 0,7 1 1 0 0,-6 0 130 0 0,9 1-37 0 0,0-1 0 0 0,0 0-1 0 0,0-1 1 0 0,0 0 0 0 0,0-1 0 0 0,14-2-1 0 0,-22 2-534 0 0,0 0-1 0 0,-1-1 0 0 0,1 1 1 0 0,0-1-1 0 0,-1 0 0 0 0,1 0 0 0 0,-1 0 1 0 0,0 0-1 0 0,0-1 0 0 0,0 0 1 0 0,0 0-1 0 0,0 0 0 0 0,0 0 1 0 0,-1 0-1 0 0,1-1 0 0 0,-1 0 0 0 0,0 0 1 0 0,0 0-1 0 0,2-5 0 0 0,0 4-336 0 0,0 0 0 0 0,1 1 0 0 0,-1-1 0 0 0,1 1 0 0 0,0 0 0 0 0,9-4 0 0 0,4-1-992 0 0,-17 8 1097 0 0,1 1 0 0 0,0-1 0 0 0,-1 0 1 0 0,1 0-1 0 0,0-1 0 0 0,-1 1 0 0 0,1 0 0 0 0,-1-1 0 0 0,0 0 0 0 0,1 1 0 0 0,-1-1 0 0 0,0 0 0 0 0,0 0 0 0 0,0 0 0 0 0,0-1 0 0 0,-1 1 0 0 0,1 0 0 0 0,-1-1 1 0 0,1 1-1 0 0,-1-1 0 0 0,0 1 0 0 0,0-1 0 0 0,0 0 0 0 0,0 1 0 0 0,0-1 0 0 0,-1 0 0 0 0,1 0 0 0 0,-1-3 0 0 0,1 0 129 0 0,-1 1 0 0 0,0-1-1 0 0,0 0 1 0 0,0 1-1 0 0,-1-1 1 0 0,0 1 0 0 0,0-1-1 0 0,0 1 1 0 0,-1 0 0 0 0,0 0-1 0 0,-4-9 1 0 0,5 12-72 0 0,0 0 0 0 0,-1 1 1 0 0,1-1-1 0 0,-1 0 0 0 0,1 1 0 0 0,-1-1 1 0 0,0 1-1 0 0,0 0 0 0 0,1 0 0 0 0,-1-1 1 0 0,0 1-1 0 0,0 0 0 0 0,0 0 0 0 0,0 1 0 0 0,0-1 1 0 0,-1 0-1 0 0,1 1 0 0 0,0-1 0 0 0,0 1 1 0 0,0 0-1 0 0,-1 0 0 0 0,1 0 0 0 0,0 0 0 0 0,0 0 1 0 0,0 0-1 0 0,-1 0 0 0 0,1 1 0 0 0,0-1 1 0 0,0 1-1 0 0,0 0 0 0 0,0-1 0 0 0,-3 3 1 0 0,0-1-42 0 0,0 0 1 0 0,0 0-1 0 0,1 0 1 0 0,-1 1-1 0 0,1 0 1 0 0,0 0-1 0 0,0 0 1 0 0,0 0-1 0 0,0 1 1 0 0,0-1-1 0 0,1 1 1 0 0,-1 0-1 0 0,1 0 1 0 0,0 0-1 0 0,-4 9 1 0 0,3-5 18 0 0,1-1 0 0 0,1 1 1 0 0,-1 0-1 0 0,1 0 1 0 0,1 0-1 0 0,-1 0 0 0 0,2 0 1 0 0,-1 0-1 0 0,1 14 1 0 0,1-11-2 0 0,0 0 1 0 0,0 0-1 0 0,1 1 1 0 0,1-1 0 0 0,0-1-1 0 0,0 1 1 0 0,1 0-1 0 0,1-1 1 0 0,0 0 0 0 0,0 0-1 0 0,1 0 1 0 0,0 0-1 0 0,0-1 1 0 0,16 16 0 0 0,-17-21-272 0 0,0 0 1 0 0,1 0 0 0 0,0 0-1 0 0,0-1 1 0 0,0 0-1 0 0,0-1 1 0 0,0 1 0 0 0,1-1-1 0 0,-1 0 1 0 0,1 0-1 0 0,-1-1 1 0 0,1 0 0 0 0,-1 0-1 0 0,1-1 1 0 0,0 0 0 0 0,0 0-1 0 0,-1 0 1 0 0,1-1-1 0 0,0 0 1 0 0,-1 0 0 0 0,9-3-1 0 0,5-4-5958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5.49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 0 6449 0 0,'-1'1'312'0'0,"0"0"0"0"0,0 0 0 0 0,1 0 0 0 0,-1 0-1 0 0,0 0 1 0 0,1 0 0 0 0,-1 0 0 0 0,1 0 0 0 0,0 0 0 0 0,-1 0-1 0 0,1 0 1 0 0,0 0 0 0 0,-1 0 0 0 0,1 0 0 0 0,0 0 0 0 0,0 0-1 0 0,0 0 1 0 0,0 0 0 0 0,0 0 0 0 0,0 0 0 0 0,0 0-1 0 0,0 1 1 0 0,1 0 0 0 0,2 30 1998 0 0,4 10 187 0 0,20 61-1 0 0,24 36-1618 0 0,-34-105-1302 0 0,2 5-4794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5.71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89 456 0 0,'0'-4'640'0'0,"0"0"1"0"0,1-1-1 0 0,-1 1 0 0 0,1 0 0 0 0,0 0 1 0 0,0 0-1 0 0,0 0 0 0 0,1 0 0 0 0,0 0 0 0 0,-1 1 1 0 0,1-1-1 0 0,0 0 0 0 0,1 1 0 0 0,-1-1 1 0 0,1 1-1 0 0,-1 0 0 0 0,1 0 0 0 0,6-5 1 0 0,-7 6-406 0 0,0 1-1 0 0,1 0 1 0 0,-1-1 0 0 0,1 1 0 0 0,-1 0 0 0 0,1 0 0 0 0,-1 0 0 0 0,1 1 0 0 0,-1-1-1 0 0,1 0 1 0 0,0 1 0 0 0,-1 0 0 0 0,1 0 0 0 0,0 0 0 0 0,-1 0 0 0 0,1 0 0 0 0,0 0-1 0 0,-1 1 1 0 0,1-1 0 0 0,0 1 0 0 0,-1 0 0 0 0,1-1 0 0 0,-1 1 0 0 0,1 1-1 0 0,-1-1 1 0 0,0 0 0 0 0,1 1 0 0 0,-1-1 0 0 0,4 4 0 0 0,4 4-79 0 0,0 1 0 0 0,0 0 0 0 0,-1 1 1 0 0,-1 0-1 0 0,0 1 0 0 0,0-1 0 0 0,-1 1 0 0 0,-1 1 1 0 0,0-1-1 0 0,5 16 0 0 0,-4-10 12 0 0,-2-1 1 0 0,0 0-1 0 0,-1 1 1 0 0,-1 0-1 0 0,-1 0 1 0 0,-1 0-1 0 0,0 25 1 0 0,-1-38-543 0 0,0 1 1 0 0,-1-1-1 0 0,0 0 1 0 0,0 0-1 0 0,0 0 1 0 0,-1 0-1 0 0,1 0 1 0 0,-1 0-1 0 0,0 0 1 0 0,0-1-1 0 0,-1 1 1 0 0,0-1-1 0 0,0 1 1 0 0,0-1-1 0 0,0 0 0 0 0,0 0 1 0 0,-1-1-1 0 0,0 1 1 0 0,0-1-1 0 0,0 1 1 0 0,0-1-1 0 0,0 0 1 0 0,-8 3-1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6.10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36 10594 0 0,'6'-35'11649'0'0,"-1"55"-10575"0"0,23 191-185 0 0,-23-152-890 0 0,2 0 0 0 0,30 114 1 0 0,-9-96-931 0 0,-14-45-5177 0 0,-3-9-1271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6.56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161 27 2761 0 0,'-2'-2'337'0'0,"1"1"0"0"0,0-1 0 0 0,0 0 0 0 0,-1 0 1 0 0,1 1-1 0 0,-1-1 0 0 0,1 0 0 0 0,-1 1 1 0 0,0 0-1 0 0,0-1 0 0 0,1 1 0 0 0,-1 0 0 0 0,0 0 1 0 0,0 0-1 0 0,0 0 0 0 0,0 0 0 0 0,-1 1 0 0 0,1-1 1 0 0,0 1-1 0 0,0-1 0 0 0,0 1 0 0 0,0 0 1 0 0,-1-1-1 0 0,1 1 0 0 0,0 0 0 0 0,0 1 0 0 0,0-1 1 0 0,-1 0-1 0 0,1 1 0 0 0,0-1 0 0 0,0 1 1 0 0,0 0-1 0 0,0 0 0 0 0,0-1 0 0 0,0 1 0 0 0,0 1 1 0 0,0-1-1 0 0,0 0 0 0 0,0 0 0 0 0,1 1 0 0 0,-4 2 1 0 0,-1 2 57 0 0,0 1-1 0 0,0-1 1 0 0,1 1 0 0 0,0 0 0 0 0,0 1 0 0 0,0-1 0 0 0,1 1 0 0 0,1 0 0 0 0,-6 14-1 0 0,2 1 126 0 0,-7 46-1 0 0,13-60-495 0 0,0 0 0 0 0,1 1 0 0 0,0-1 0 0 0,0 0 0 0 0,1 1 0 0 0,0-1 0 0 0,0 0 0 0 0,4 10 0 0 0,-5-18-84 0 0,0 1 0 0 0,1-1 0 0 0,-1 1 0 0 0,1-1-1 0 0,-1 1 1 0 0,1-1 0 0 0,-1 1 0 0 0,1-1-1 0 0,0 0 1 0 0,0 0 0 0 0,0 1 0 0 0,0-1 0 0 0,0 0-1 0 0,0 0 1 0 0,0 0 0 0 0,0 0 0 0 0,0 0-1 0 0,0 0 1 0 0,0 0 0 0 0,1 0 0 0 0,-1 0 0 0 0,0-1-1 0 0,1 1 1 0 0,-1 0 0 0 0,1-1 0 0 0,-1 1-1 0 0,1-1 1 0 0,-1 0 0 0 0,1 1 0 0 0,-1-1 0 0 0,1 0-1 0 0,-1 0 1 0 0,1 0 0 0 0,-1 0 0 0 0,1 0-1 0 0,-1-1 1 0 0,1 1 0 0 0,-1 0 0 0 0,1-1 0 0 0,-1 1-1 0 0,1-1 1 0 0,-1 1 0 0 0,0-1 0 0 0,1 0-1 0 0,-1 1 1 0 0,0-1 0 0 0,1 0 0 0 0,0-1 0 0 0,3-2-392 0 0,0 1 0 0 0,0-1 0 0 0,-1 0 0 0 0,0 0 1 0 0,0-1-1 0 0,0 1 0 0 0,0-1 0 0 0,-1 0 0 0 0,1 0 1 0 0,-1 0-1 0 0,3-7 0 0 0,-3-1 134 0 0,0 1 1 0 0,0-1 0 0 0,1-17-1 0 0,-3 18 1263 0 0,1 0 1 0 0,0 0-1 0 0,8-23 1735 0 0,-9 35-2598 0 0,-1 0 1 0 0,0 0 0 0 0,0 0-1 0 0,0 0 1 0 0,1 0-1 0 0,-1 0 1 0 0,0 0 0 0 0,0 0-1 0 0,0 0 1 0 0,1 0-1 0 0,-1 0 1 0 0,0 0 0 0 0,0 0-1 0 0,1 0 1 0 0,-1 0-1 0 0,0 0 1 0 0,0 0 0 0 0,0 0-1 0 0,1 0 1 0 0,-1 0-1 0 0,0 0 1 0 0,0 0 0 0 0,0 0-1 0 0,1 1 1 0 0,10 10 1361 0 0,9 22-1221 0 0,-18-29 55 0 0,13 23-204 0 0,-6-11-159 0 0,0 0 0 0 0,19 24-1 0 0,-24-34-416 0 0,1-1 1 0 0,1 1-1 0 0,-1-1 0 0 0,1-1 0 0 0,11 8 1 0 0,6 0-6379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6.8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123 57 3225 0 0,'1'-2'280'0'0,"-1"-1"1"0"0,0 1-1 0 0,0 0 1 0 0,0 0-1 0 0,-1 0 0 0 0,1 0 1 0 0,0-1-1 0 0,-1 1 1 0 0,0 0-1 0 0,1 0 1 0 0,-1 0-1 0 0,0 0 1 0 0,0 0-1 0 0,0 0 1 0 0,0 1-1 0 0,0-1 1 0 0,-1 0-1 0 0,1 0 0 0 0,-1 1 1 0 0,1-1-1 0 0,-1 1 1 0 0,1-1-1 0 0,-1 1 1 0 0,0 0-1 0 0,0-1 1 0 0,1 1-1 0 0,-1 0 1 0 0,0 0-1 0 0,0 1 1 0 0,0-1-1 0 0,0 0 0 0 0,-1 1 1 0 0,1-1-1 0 0,0 1 1 0 0,0-1-1 0 0,0 1 1 0 0,0 0-1 0 0,0 0 1 0 0,-1 0-1 0 0,1 0 1 0 0,0 0-1 0 0,0 1 1 0 0,0-1-1 0 0,0 1 0 0 0,0-1 1 0 0,0 1-1 0 0,0 0 1 0 0,0 0-1 0 0,0 0 1 0 0,0 0-1 0 0,0 0 1 0 0,-2 2-1 0 0,-1 3-38 0 0,0 0 0 0 0,1 0 0 0 0,0 0 0 0 0,1 1 0 0 0,-1 0 0 0 0,1-1 0 0 0,0 1 0 0 0,1 0 0 0 0,-1 1 0 0 0,2-1 0 0 0,-1 0-1 0 0,1 0 1 0 0,0 1 0 0 0,0 9 0 0 0,0-2-68 0 0,1 0 0 0 0,1 0 0 0 0,1 0 0 0 0,0 0 0 0 0,1 0 0 0 0,5 16 0 0 0,-7-25-245 0 0,1-1 1 0 0,0 1 0 0 0,1-1 0 0 0,-1 0 0 0 0,1 1-1 0 0,0-1 1 0 0,0-1 0 0 0,1 1 0 0 0,-1 0-1 0 0,1-1 1 0 0,0 0 0 0 0,0 0 0 0 0,1 0 0 0 0,-1 0-1 0 0,1-1 1 0 0,0 1 0 0 0,0-1 0 0 0,0-1 0 0 0,0 1-1 0 0,0-1 1 0 0,1 1 0 0 0,-1-2 0 0 0,1 1 0 0 0,0 0-1 0 0,-1-1 1 0 0,1 0 0 0 0,0-1 0 0 0,0 1 0 0 0,-1-1-1 0 0,8-1 1 0 0,8-1-7406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7.1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1 379 3225 0 0,'14'-3'1275'0'0,"0"0"0"0"0,-1-1 0 0 0,1-1 0 0 0,-1 0 0 0 0,25-14 0 0 0,-25 11-708 0 0,0 0 0 0 0,0-1-1 0 0,-1-1 1 0 0,-1 0 0 0 0,19-20 0 0 0,-24 23-501 0 0,0 1 0 0 0,-1-1 0 0 0,1 0 0 0 0,-2-1 0 0 0,1 1 0 0 0,-1-1 0 0 0,0 0 0 0 0,-1 0 0 0 0,0 0 0 0 0,0 0 0 0 0,-1-1 0 0 0,0 1 0 0 0,0-1 0 0 0,-1 0 0 0 0,0 1 0 0 0,-1-1 0 0 0,0 0 0 0 0,0 0 0 0 0,0 1 0 0 0,-2-1 0 0 0,1 0 0 0 0,-1 1 0 0 0,0-1 0 0 0,-5-11 0 0 0,6 17-12 0 0,0 0-1 0 0,0 1 1 0 0,0-1 0 0 0,-1 0-1 0 0,1 0 1 0 0,-1 1 0 0 0,0-1-1 0 0,0 1 1 0 0,0 0 0 0 0,0-1-1 0 0,0 1 1 0 0,-1 0 0 0 0,1 0-1 0 0,-1 0 1 0 0,1 1 0 0 0,-1-1-1 0 0,1 1 1 0 0,-1-1 0 0 0,0 1-1 0 0,0 0 1 0 0,0 0 0 0 0,0 0-1 0 0,0 0 1 0 0,0 1 0 0 0,0-1-1 0 0,0 1 1 0 0,0 0 0 0 0,0-1-1 0 0,0 2 1 0 0,0-1 0 0 0,0 0-1 0 0,0 0 1 0 0,-1 1 0 0 0,1 0-1 0 0,1 0 1 0 0,-1 0 0 0 0,0 0-1 0 0,0 0 1 0 0,-5 3 0 0 0,3-1 102 0 0,0 0 0 0 0,-1 0 1 0 0,1 0-1 0 0,0 1 0 0 0,1 0 1 0 0,-1 0-1 0 0,1 0 0 0 0,-1 1 1 0 0,1-1-1 0 0,1 1 0 0 0,-1 0 1 0 0,1 0-1 0 0,0 1 0 0 0,0-1 1 0 0,0 1-1 0 0,1-1 0 0 0,-1 1 1 0 0,1 0-1 0 0,-1 10 0 0 0,2-11-87 0 0,0 1 0 0 0,1 0 0 0 0,0 0 0 0 0,1 0 0 0 0,-1-1 0 0 0,1 1 0 0 0,0 0 0 0 0,0 0-1 0 0,1-1 1 0 0,0 1 0 0 0,0-1 0 0 0,0 1 0 0 0,0-1 0 0 0,1 0 0 0 0,0 0 0 0 0,6 8 0 0 0,-3-7-32 0 0,0 0-1 0 0,0-1 1 0 0,0 1 0 0 0,0-1-1 0 0,1-1 1 0 0,0 1 0 0 0,0-1-1 0 0,1 0 1 0 0,-1-1 0 0 0,15 5 0 0 0,-4-3-107 0 0,0 0 1 0 0,0-2-1 0 0,1 0 1 0 0,-1-1 0 0 0,1-1-1 0 0,0-1 1 0 0,0 0-1 0 0,-1-2 1 0 0,34-5 0 0 0,-31 1-1288 0 0,1-1 0 0 0,23-11 1 0 0,-17 5-179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7.7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18 2304 0 0,'-1'-2'480'0'0,"-1"1"-1"0"0,0-1 0 0 0,1 1 0 0 0,-1 0 0 0 0,0-1 0 0 0,1 1 0 0 0,-1 0 0 0 0,0 0 1 0 0,0 0-1 0 0,0 0 0 0 0,0 0 0 0 0,0 1 0 0 0,0-1 0 0 0,0 1 0 0 0,0-1 0 0 0,-4 1 0 0 0,5 0-326 0 0,0 0 0 0 0,-1 1-1 0 0,1-1 1 0 0,0 1-1 0 0,0-1 1 0 0,0 1 0 0 0,0-1-1 0 0,0 1 1 0 0,0 0-1 0 0,0-1 1 0 0,0 1 0 0 0,1 0-1 0 0,-1 0 1 0 0,0 0 0 0 0,0 0-1 0 0,1 0 1 0 0,-1 0-1 0 0,0 0 1 0 0,1 0 0 0 0,-1 0-1 0 0,1 0 1 0 0,-1 0-1 0 0,1 0 1 0 0,0 0 0 0 0,-1 0-1 0 0,1 0 1 0 0,0 1-1 0 0,0-1 1 0 0,0 0 0 0 0,0 0-1 0 0,0 0 1 0 0,0 1-1 0 0,0 0 1 0 0,1 22 793 0 0,1 0-1 0 0,0 0 1 0 0,2 0 0 0 0,11 39-1 0 0,-3-17-339 0 0,10 68 108 0 0,-9-45-1391 0 0,31 101-1 0 0,-28-124-6618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8.95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94 5985 0 0,'-11'-47'1680'0'0,"5"12"1760"0"0,3 48 1104 0 0,0 29-2222 0 0,2-16-1710 0 0,1 9 35 0 0,1 1 0 0 0,10 64 1 0 0,-10-92-686 0 0,1 1 0 0 0,0-1 0 0 0,0 1 0 0 0,1-1 1 0 0,0 0-1 0 0,1 0 0 0 0,0-1 0 0 0,0 1 0 0 0,1-1 1 0 0,0 0-1 0 0,0 0 0 0 0,0 0 0 0 0,1-1 0 0 0,0 1 1 0 0,0-2-1 0 0,1 1 0 0 0,9 6 0 0 0,-12-10 37 0 0,0 0 0 0 0,0 0 0 0 0,0 0 0 0 0,0 0 0 0 0,1-1 0 0 0,-1 1 0 0 0,1-1 0 0 0,-1 0 0 0 0,1 0 0 0 0,-1-1 0 0 0,1 0 0 0 0,0 0-1 0 0,-1 0 1 0 0,1 0 0 0 0,0 0 0 0 0,-1-1 0 0 0,1 0 0 0 0,-1 0 0 0 0,1 0 0 0 0,-1-1 0 0 0,0 0 0 0 0,1 1 0 0 0,-1-1 0 0 0,0-1 0 0 0,0 1 0 0 0,0-1 0 0 0,-1 1 0 0 0,1-1-1 0 0,0 0 1 0 0,5-7 0 0 0,-3 3 51 0 0,0 0-1 0 0,-1 0 1 0 0,0 0 0 0 0,0-1-1 0 0,0 1 1 0 0,-1-1-1 0 0,0 0 1 0 0,-1-1-1 0 0,0 1 1 0 0,0 0 0 0 0,-1-1-1 0 0,0 0 1 0 0,-1 1-1 0 0,1-1 1 0 0,-1-12-1 0 0,-2 9-52 0 0,0 0 0 0 0,0 1 0 0 0,-2-1 0 0 0,1 0 0 0 0,-1 1 0 0 0,-1 0 0 0 0,0 0 0 0 0,0 0 0 0 0,-1 0 0 0 0,-1 0 0 0 0,0 1 0 0 0,-11-14 0 0 0,12 17-18 0 0,-1 0 0 0 0,0 1 1 0 0,-1-1-1 0 0,1 2 0 0 0,-1-1 0 0 0,0 1 0 0 0,-1 0 0 0 0,1 0 0 0 0,-1 1 1 0 0,0 0-1 0 0,0 0 0 0 0,-1 1 0 0 0,1 0 0 0 0,0 1 0 0 0,-1 0 0 0 0,0 0 1 0 0,-12-1-1 0 0,19 3-109 0 0,-1 0-1 0 0,0 0 1 0 0,0 0 0 0 0,0 0 0 0 0,0 0 0 0 0,0 1 0 0 0,0-1 0 0 0,1 1-1 0 0,-1 0 1 0 0,0 0 0 0 0,0 0 0 0 0,1 0 0 0 0,-1 0 0 0 0,1 1 0 0 0,-1-1 0 0 0,1 1-1 0 0,-1 0 1 0 0,1 0 0 0 0,0 0 0 0 0,0 0 0 0 0,0 0 0 0 0,0 0 0 0 0,-3 4 0 0 0,3-2-207 0 0,0 1 0 0 0,0-1 1 0 0,0 0-1 0 0,1 1 0 0 0,-1-1 1 0 0,1 1-1 0 0,0 0 0 0 0,0-1 1 0 0,1 1-1 0 0,-1 0 0 0 0,1-1 1 0 0,0 1-1 0 0,1 8 0 0 0,1 2 227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9.3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22 29 11979 0 0,'-8'-13'946'0'0,"-5"-3"4178"0"0,16 33-3653 0 0,8 22-809 0 0,2 0 0 0 0,17 38 0 0 0,-25-67-644 0 0,0 0-1 0 0,0 0 1 0 0,1 0-1 0 0,0-1 1 0 0,1 0-1 0 0,0 0 1 0 0,0-1-1 0 0,1 0 1 0 0,0 0-1 0 0,0-1 1 0 0,1 0-1 0 0,0-1 1 0 0,10 6-1 0 0,-17-10-80 0 0,0-1-1 0 0,0 0 1 0 0,0-1 0 0 0,0 1-1 0 0,0 0 1 0 0,0 0-1 0 0,1-1 1 0 0,-1 0 0 0 0,0 1-1 0 0,0-1 1 0 0,1 0-1 0 0,-1 0 1 0 0,0 0-1 0 0,0 0 1 0 0,1 0 0 0 0,-1-1-1 0 0,0 1 1 0 0,0-1-1 0 0,1 0 1 0 0,-1 1 0 0 0,2-2-1 0 0,-1-1-26 0 0,0 1 0 0 0,0 0-1 0 0,0 0 1 0 0,0-1 0 0 0,-1 0 0 0 0,1 0-1 0 0,-1 1 1 0 0,0-1 0 0 0,0 0 0 0 0,0-1-1 0 0,3-5 1 0 0,1-7-68 0 0,-1 1 0 0 0,0-1 1 0 0,-1 0-1 0 0,3-28 0 0 0,-5 5 50 0 0,-2 31 313 0 0,-1 0-1 0 0,2 0 1 0 0,0 0 0 0 0,0 0-1 0 0,3-11 1 0 0,15 56 2700 0 0,-12-23-2909 0 0,0 0-1 0 0,1 0 1 0 0,1 0 0 0 0,11 12 0 0 0,11 1-6619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9.67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37 8290 0 0,'2'-1'456'0'0,"1"0"0"0"0,-1 0 0 0 0,1 0 0 0 0,0 0 0 0 0,-1 0-1 0 0,1 1 1 0 0,0-1 0 0 0,-1 1 0 0 0,1 0 0 0 0,0 0 0 0 0,0 0 0 0 0,-1 0 0 0 0,1 0 0 0 0,4 2 0 0 0,-3-1-97 0 0,1 0 0 0 0,-1 1 0 0 0,0 0 0 0 0,0 0-1 0 0,0 0 1 0 0,0 1 0 0 0,0-1 0 0 0,4 5 0 0 0,5 6-19 0 0,1 1-1 0 0,-2 0 1 0 0,17 24-1 0 0,-6-7 451 0 0,-16-22-539 0 0,27 30 85 0 0,-23-29 347 0 0,-9-10-13 0 0,-4-6 295 0 0,-1-1-1146 0 0,-1-1 0 0 0,1-1 0 0 0,1 1 0 0 0,-1 0 0 0 0,2-1 0 0 0,-1 1 0 0 0,1-1 0 0 0,0 1 0 0 0,1-1 0 0 0,0 0 0 0 0,0 1 0 0 0,1-1 0 0 0,0 1 0 0 0,0-1 0 0 0,1 1 0 0 0,0-1 1 0 0,1 1-1 0 0,0 0 0 0 0,0 0 0 0 0,1 0 0 0 0,7-11 0 0 0,4-3-6887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0.33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185 0 10594 0 0,'-17'9'750'0'0,"0"0"-1"0"0,1 0 0 0 0,0 2 1 0 0,0 0-1 0 0,1 1 0 0 0,1 0 1 0 0,0 1-1 0 0,-16 20 0 0 0,27-29-573 0 0,-1 0-1 0 0,1 0 1 0 0,1 0-1 0 0,-1 0 0 0 0,0 0 1 0 0,1 1-1 0 0,0-1 1 0 0,0 1-1 0 0,1-1 0 0 0,-3 10 1 0 0,4-12-140 0 0,0 0 0 0 0,0 0 1 0 0,0 0-1 0 0,0 0 0 0 0,0 0 0 0 0,1 0 1 0 0,-1-1-1 0 0,1 1 0 0 0,-1 0 0 0 0,1 0 1 0 0,0 0-1 0 0,0-1 0 0 0,0 1 1 0 0,0 0-1 0 0,0-1 0 0 0,0 1 0 0 0,0-1 1 0 0,0 1-1 0 0,1-1 0 0 0,-1 0 0 0 0,1 0 1 0 0,-1 1-1 0 0,1-1 0 0 0,-1 0 0 0 0,1 0 1 0 0,-1 0-1 0 0,1 0 0 0 0,0-1 1 0 0,0 1-1 0 0,0 0 0 0 0,2 0 0 0 0,63 19-203 0 0,-45-14 89 0 0,1 1 1 0 0,-1 1 0 0 0,39 19-1 0 0,-56-24 70 0 0,0 0-1 0 0,0 0 0 0 0,0 1 0 0 0,0 0 0 0 0,-1 0 1 0 0,1 0-1 0 0,-1 0 0 0 0,0 1 0 0 0,0 0 0 0 0,-1 0 0 0 0,1 0 1 0 0,-1 0-1 0 0,0 0 0 0 0,-1 1 0 0 0,1-1 0 0 0,-1 1 0 0 0,0 0 1 0 0,0-1-1 0 0,1 12 0 0 0,-2-13 34 0 0,-1 0 0 0 0,1-1 0 0 0,-1 1 0 0 0,0 0 0 0 0,0 0 0 0 0,0 0 0 0 0,-1 0 0 0 0,1 0 0 0 0,-1 0 0 0 0,0 0 0 0 0,0 0 0 0 0,-1-1 0 0 0,1 1 0 0 0,-1 0 0 0 0,1-1 0 0 0,-1 1 0 0 0,0-1 0 0 0,0 0 0 0 0,-1 1 0 0 0,1-1 0 0 0,-1 0 0 0 0,0 0 0 0 0,0-1 0 0 0,1 1 0 0 0,-2-1 0 0 0,1 1 0 0 0,0-1 0 0 0,0 0 0 0 0,-1 0 0 0 0,1 0 0 0 0,-7 1 0 0 0,-2 1-241 0 0,0 0 0 0 0,-1-2 0 0 0,0 1 0 0 0,1-2 0 0 0,-1 0 0 0 0,0 0 1 0 0,1-1-1 0 0,-20-2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0.7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43 50 10594 0 0,'-2'0'253'0'0,"0"1"1"0"0,-1-1-1 0 0,1 1 0 0 0,0 0 0 0 0,0 0 1 0 0,0 0-1 0 0,0 1 0 0 0,0-1 0 0 0,0 0 1 0 0,0 1-1 0 0,0-1 0 0 0,1 1 0 0 0,-1 0 1 0 0,0-1-1 0 0,1 1 0 0 0,-1 0 0 0 0,1 0 0 0 0,0 0 1 0 0,0 0-1 0 0,0 0 0 0 0,0 0 0 0 0,0 0 1 0 0,0 1-1 0 0,0-1 0 0 0,1 0 0 0 0,-1 1 1 0 0,1-1-1 0 0,0 0 0 0 0,-1 1 0 0 0,1-1 0 0 0,0 0 1 0 0,0 1-1 0 0,1 3 0 0 0,0 1-67 0 0,1 0-1 0 0,-1 0 1 0 0,1 0-1 0 0,0 0 1 0 0,1 0-1 0 0,0-1 1 0 0,0 1-1 0 0,0-1 1 0 0,1 0-1 0 0,5 7 1 0 0,-1-3-106 0 0,1-1 1 0 0,0 1-1 0 0,0-2 1 0 0,1 0-1 0 0,0 0 1 0 0,1-1-1 0 0,12 8 1 0 0,-19-13-87 0 0,-1 0 1 0 0,0-1-1 0 0,0 1 1 0 0,1 0-1 0 0,0-1 1 0 0,-1 0-1 0 0,1 0 1 0 0,-1 0-1 0 0,1 0 1 0 0,0-1 0 0 0,0 1-1 0 0,-1-1 1 0 0,1 0-1 0 0,0 0 1 0 0,0 0-1 0 0,0-1 1 0 0,-1 1-1 0 0,1-1 1 0 0,0 0-1 0 0,-1 0 1 0 0,1 0-1 0 0,-1-1 1 0 0,1 1-1 0 0,-1-1 1 0 0,1 0-1 0 0,-1 0 1 0 0,0 0-1 0 0,4-4 1 0 0,-5 4-26 0 0,0 0 0 0 0,0-1 0 0 0,0 1-1 0 0,-1-1 1 0 0,1 1 0 0 0,-1-1 0 0 0,1 1 0 0 0,-1-1 0 0 0,0 0 0 0 0,0 0 0 0 0,0 0-1 0 0,-1 1 1 0 0,1-1 0 0 0,-1 0 0 0 0,1-5 0 0 0,-1 2-15 0 0,-1-1 1 0 0,1 1-1 0 0,-1-1 0 0 0,-1 1 1 0 0,1 0-1 0 0,-5-12 0 0 0,1 5 25 0 0,-1 0-1 0 0,-1 0 1 0 0,0 1-1 0 0,-1 0 1 0 0,-17-21-1 0 0,18 25-276 0 0,-1 1 0 0 0,0 0 1 0 0,0 0-1 0 0,0 0 0 0 0,-14-7 0 0 0,0 2-6527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1.1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101 1 4609 0 0,'-8'2'513'0'0,"0"0"-1"0"0,0 1 1 0 0,0 0 0 0 0,1 0 0 0 0,-1 1-1 0 0,1 0 1 0 0,-12 9 0 0 0,16-11-264 0 0,0 1 0 0 0,1-1 0 0 0,0 1 0 0 0,0 0 0 0 0,0 0 0 0 0,0 0-1 0 0,0 0 1 0 0,0 0 0 0 0,1 1 0 0 0,0-1 0 0 0,0 0 0 0 0,0 1 0 0 0,0-1 0 0 0,0 1 0 0 0,0-1 0 0 0,1 1 0 0 0,0-1 0 0 0,0 1 0 0 0,0-1 0 0 0,1 7 0 0 0,0 4 346 0 0,1-1 0 0 0,0 0 0 0 0,1 1 0 0 0,1-1 0 0 0,0 0 0 0 0,1-1 0 0 0,11 23 0 0 0,-14-31-606 0 0,0 0 1 0 0,0 0 0 0 0,1 0 0 0 0,0 0-1 0 0,0-1 1 0 0,0 1 0 0 0,0-1-1 0 0,1 1 1 0 0,-1-1 0 0 0,1 0-1 0 0,0-1 1 0 0,-1 1 0 0 0,1-1-1 0 0,1 1 1 0 0,-1-1 0 0 0,0 0-1 0 0,0-1 1 0 0,1 1 0 0 0,-1-1-1 0 0,1 0 1 0 0,-1 0 0 0 0,1 0-1 0 0,0-1 1 0 0,-1 1 0 0 0,1-1-1 0 0,5-1 1 0 0,-7 1-148 0 0,0-1 1 0 0,0 0 0 0 0,0 0-1 0 0,0 0 1 0 0,0 0-1 0 0,0-1 1 0 0,-1 1-1 0 0,1-1 1 0 0,0 0-1 0 0,-1 0 1 0 0,1 1-1 0 0,-1-2 1 0 0,0 1-1 0 0,0 0 1 0 0,0 0 0 0 0,0-1-1 0 0,0 1 1 0 0,0-1-1 0 0,-1 1 1 0 0,1-1-1 0 0,-1 0 1 0 0,1 0-1 0 0,-1 0 1 0 0,0 0-1 0 0,0 0 1 0 0,-1 0 0 0 0,1 0-1 0 0,0-5 1 0 0,1-10-137 0 0,0 0 0 0 0,-1-1 0 0 0,-2-28 0 0 0,0 32 644 0 0,1 5-138 0 0,-1 4 67 0 0,0 0 0 0 0,1-1-1 0 0,0 1 1 0 0,1-1 0 0 0,-1 1-1 0 0,1-1 1 0 0,1 1 0 0 0,-1 0 0 0 0,4-10-1 0 0,-5 16-218 0 0,0 0-1 0 0,0-1 0 0 0,0 1 0 0 0,1 0 0 0 0,-1 0 0 0 0,0 0 0 0 0,0-1 0 0 0,0 1 1 0 0,0 0-1 0 0,0 0 0 0 0,0 0 0 0 0,1 0 0 0 0,-1 0 0 0 0,0 0 0 0 0,0-1 0 0 0,0 1 1 0 0,0 0-1 0 0,1 0 0 0 0,-1 0 0 0 0,0 0 0 0 0,0 0 0 0 0,0 0 0 0 0,1 0 0 0 0,-1 0 0 0 0,0 0 1 0 0,0 0-1 0 0,0 0 0 0 0,1 0 0 0 0,-1 0 0 0 0,0 0 0 0 0,0 0 0 0 0,0 0 0 0 0,1 0 1 0 0,-1 0-1 0 0,0 0 0 0 0,0 0 0 0 0,0 0 0 0 0,1 0 0 0 0,-1 0 0 0 0,0 0 0 0 0,0 0 1 0 0,0 1-1 0 0,1-1 0 0 0,-1 0 0 0 0,0 0 0 0 0,0 0 0 0 0,0 1 0 0 0,10 12 1298 0 0,2 17-296 0 0,-12-30-1045 0 0,7 20 304 0 0,1 0 0 0 0,0 0 0 0 0,2-1 0 0 0,15 24 0 0 0,-18-34-688 0 0,0 0-1 0 0,1 0 1 0 0,14 12 0 0 0,-13-13-1409 0 0,0-1 1 0 0,1 0 0 0 0,20 10-1 0 0,-14-9-4397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1.6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1 223 10594 0 0,'0'-1'124'0'0,"0"0"0"0"0,0 0 0 0 0,0 0-1 0 0,0 0 1 0 0,1 0 0 0 0,-1 0 0 0 0,0 0 0 0 0,1 0-1 0 0,-1 0 1 0 0,1 0 0 0 0,-1 0 0 0 0,1 0 0 0 0,-1 0-1 0 0,1 0 1 0 0,0 0 0 0 0,-1 1 0 0 0,1-1-1 0 0,0 0 1 0 0,0 1 0 0 0,0-1 0 0 0,0 0 0 0 0,0 0-1 0 0,22-17 2287 0 0,-21 17-2258 0 0,0 0-1 0 0,0 0 0 0 0,0 1 0 0 0,0-1 0 0 0,0 0 1 0 0,0 1-1 0 0,0 0 0 0 0,0-1 0 0 0,1 1 0 0 0,-1 0 1 0 0,0 0-1 0 0,0 0 0 0 0,0 1 0 0 0,0-1 1 0 0,0 0-1 0 0,0 1 0 0 0,0-1 0 0 0,0 1 0 0 0,0 0 1 0 0,0 0-1 0 0,0 0 0 0 0,0 0 0 0 0,0 0 0 0 0,0 0 1 0 0,-1 0-1 0 0,1 1 0 0 0,0-1 0 0 0,-1 0 0 0 0,3 4 1 0 0,5 5 193 0 0,0 0 0 0 0,-1 1 1 0 0,12 20-1 0 0,-8-12 19 0 0,1 3-204 0 0,-2-4 337 0 0,-13-39 62 0 0,-1 6-481 0 0,1-1 0 0 0,0 0 0 0 0,1 0 0 0 0,1 0 0 0 0,1 0 0 0 0,3-24 0 0 0,1 10-952 0 0,2-1 1 0 0,14-39-1 0 0,-10 39-6805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1.9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139 4 13763 0 0,'-2'-1'279'0'0,"-1"1"-1"0"0,1-1 1 0 0,0 1 0 0 0,0-1-1 0 0,-1 1 1 0 0,1 0 0 0 0,0 0-1 0 0,-1 0 1 0 0,1 0 0 0 0,0 0-1 0 0,0 1 1 0 0,-1-1 0 0 0,1 0-1 0 0,0 1 1 0 0,0 0 0 0 0,-1 0-1 0 0,1 0 1 0 0,-2 1-1 0 0,0 0-55 0 0,1 1-1 0 0,-1 0 0 0 0,1 0 0 0 0,0 0 0 0 0,0 0 0 0 0,0 0 0 0 0,0 1 1 0 0,0-1-1 0 0,-2 5 0 0 0,-4 9-133 0 0,1 1 0 0 0,0 0 1 0 0,-8 28-1 0 0,11-31 16 0 0,2-4-49 0 0,0 1 0 0 0,0-1 1 0 0,1 1-1 0 0,1 0 0 0 0,0-1 1 0 0,0 1-1 0 0,3 22 1 0 0,-2-29-64 0 0,0-1 0 0 0,1 0 0 0 0,0 1 0 0 0,0-1 0 0 0,0 0 0 0 0,1 0 0 0 0,-1 0 0 0 0,1 0 0 0 0,0 0 0 0 0,0 0 0 0 0,1 0 0 0 0,-1 0 0 0 0,1-1 0 0 0,0 1 0 0 0,0-1 0 0 0,0 0 1 0 0,0 0-1 0 0,0 0 0 0 0,1 0 0 0 0,-1-1 0 0 0,1 1 0 0 0,0-1 0 0 0,0 0 0 0 0,6 3 0 0 0,2-2-1672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2.22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1 339 6913 0 0,'1'2'280'0'0,"1"-1"-1"0"0,0 0 0 0 0,0 0 1 0 0,0 0-1 0 0,1 0 0 0 0,-1-1 0 0 0,0 1 1 0 0,0 0-1 0 0,0-1 0 0 0,1 0 0 0 0,-1 1 1 0 0,0-1-1 0 0,0 0 0 0 0,1 0 0 0 0,-1 0 1 0 0,0 0-1 0 0,1-1 0 0 0,-1 1 0 0 0,0-1 1 0 0,0 1-1 0 0,4-2 0 0 0,47-21 2784 0 0,-51 22-3036 0 0,10-5 171 0 0,-1-1-1 0 0,0 0 1 0 0,0-1-1 0 0,-1 0 0 0 0,0 0 1 0 0,0-1-1 0 0,-1-1 0 0 0,0 0 1 0 0,-1 0-1 0 0,0-1 1 0 0,10-17-1 0 0,-14 21-160 0 0,-1 1-1 0 0,0-1 1 0 0,0 0 0 0 0,0-1 0 0 0,-1 1-1 0 0,0 0 1 0 0,0-1 0 0 0,-1 1 0 0 0,0-1-1 0 0,0 1 1 0 0,-1-1 0 0 0,0 1 0 0 0,0-1-1 0 0,-1 0 1 0 0,0 1 0 0 0,0-1-1 0 0,-1 1 1 0 0,0 0 0 0 0,0-1 0 0 0,-1 1-1 0 0,-5-10 1 0 0,8 15-18 0 0,-1 1 1 0 0,0-1-1 0 0,0 1 0 0 0,0-1 1 0 0,0 0-1 0 0,0 1 0 0 0,0 0 0 0 0,0-1 1 0 0,0 1-1 0 0,0 0 0 0 0,-1-1 0 0 0,1 1 1 0 0,-1 0-1 0 0,1 0 0 0 0,-1 0 1 0 0,1 0-1 0 0,-1 0 0 0 0,1 1 0 0 0,-1-1 1 0 0,0 0-1 0 0,1 1 0 0 0,-1-1 0 0 0,0 1 1 0 0,0-1-1 0 0,0 1 0 0 0,1 0 1 0 0,-1 0-1 0 0,0 0 0 0 0,0 0 0 0 0,0 0 1 0 0,1 0-1 0 0,-1 1 0 0 0,0-1 1 0 0,0 1-1 0 0,1-1 0 0 0,-1 1 0 0 0,0 0 1 0 0,1-1-1 0 0,-1 1 0 0 0,0 0 0 0 0,1 0 1 0 0,-2 1-1 0 0,-2 2 105 0 0,1 0 0 0 0,-1-1 0 0 0,1 1 0 0 0,0 1-1 0 0,0-1 1 0 0,1 1 0 0 0,-1-1 0 0 0,1 1 0 0 0,0 0 0 0 0,1 0 0 0 0,-1 0-1 0 0,-2 8 1 0 0,3-5-35 0 0,-1 0 0 0 0,2 0-1 0 0,-1 0 1 0 0,1 1 0 0 0,1-1-1 0 0,-1 0 1 0 0,1 1-1 0 0,1-1 1 0 0,-1 0 0 0 0,1 1-1 0 0,1-1 1 0 0,0 0 0 0 0,5 14-1 0 0,-5-16-151 0 0,2 1-1 0 0,-1-1 0 0 0,1 0 1 0 0,0 0-1 0 0,0 0 0 0 0,0 0 1 0 0,1-1-1 0 0,0 0 0 0 0,0 0 1 0 0,1 0-1 0 0,-1-1 0 0 0,1 0 1 0 0,0 0-1 0 0,0 0 0 0 0,0 0 1 0 0,11 3-1 0 0,8 2-1822 0 0,1 0-5379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2.8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27 7 4145 0 0,'10'-6'12141'0'0,"-12"10"-10710"0"0,-5 16-1025 0 0,0 1-1 0 0,1 1 1 0 0,1-1-1 0 0,1 1 1 0 0,1 0-1 0 0,1 0 1 0 0,1 0-1 0 0,1 0 1 0 0,1 0-1 0 0,1 0 1 0 0,1 0-1 0 0,8 30 1 0 0,-9-44-450 0 0,1-1 1 0 0,0 0-1 0 0,0 0 1 0 0,1 0-1 0 0,-1 0 1 0 0,2-1-1 0 0,-1 0 1 0 0,11 12-1 0 0,-14-17 29 0 0,1 1-1 0 0,-1-1 0 0 0,1 0 0 0 0,-1 0 0 0 0,1 1 0 0 0,0-1 0 0 0,0 0 0 0 0,0 0 1 0 0,-1-1-1 0 0,1 1 0 0 0,0 0 0 0 0,0-1 0 0 0,0 1 0 0 0,0-1 0 0 0,0 0 0 0 0,0 1 1 0 0,0-1-1 0 0,0 0 0 0 0,1 0 0 0 0,-1 0 0 0 0,0-1 0 0 0,0 1 0 0 0,0 0 0 0 0,0-1 0 0 0,0 1 1 0 0,0-1-1 0 0,-1 0 0 0 0,1 0 0 0 0,0 0 0 0 0,0 0 0 0 0,0 0 0 0 0,-1 0 0 0 0,1 0 1 0 0,0 0-1 0 0,-1-1 0 0 0,1 1 0 0 0,1-3 0 0 0,2-1-316 0 0,0 0 0 0 0,0-1 0 0 0,-1 0 0 0 0,1 0 0 0 0,-1 0 0 0 0,-1 0 0 0 0,1-1 0 0 0,-1 0 0 0 0,4-12 0 0 0,-1-1-625 0 0,-2 0 0 0 0,3-22-1 0 0,1-8 415 0 0,-8 50 559 0 0,0 0 0 0 0,0 0 0 0 0,0 0 0 0 0,0 0 0 0 0,0 0 0 0 0,0 1 0 0 0,0-1-1 0 0,0 0 1 0 0,0 0 0 0 0,0 0 0 0 0,0 0 0 0 0,0 0 0 0 0,0 0 0 0 0,0 0 0 0 0,0 0 0 0 0,0 0 0 0 0,0 1 0 0 0,0-1-1 0 0,0 0 1 0 0,0 0 0 0 0,0 0 0 0 0,0 0 0 0 0,0 0 0 0 0,0 0 0 0 0,1 0 0 0 0,-1 0 0 0 0,0 0 0 0 0,0 0-1 0 0,0 0 1 0 0,0 0 0 0 0,0 0 0 0 0,0 0 0 0 0,0 0 0 0 0,0 0 0 0 0,0 0 0 0 0,1 0 0 0 0,-1 0 0 0 0,0 0 0 0 0,0 0-1 0 0,0 0 1 0 0,0 0 0 0 0,0 0 0 0 0,0 0 0 0 0,0 0 0 0 0,0 0 0 0 0,0 0 0 0 0,1 0 0 0 0,-1 0 0 0 0,0 0-1 0 0,0 0 1 0 0,0 0 0 0 0,0 0 0 0 0,0 0 0 0 0,0 0 0 0 0,0 0 0 0 0,0 0 0 0 0,0 0 0 0 0,0 0 0 0 0,0-1-1 0 0,0 1 1 0 0,1 0 0 0 0,-1 0 0 0 0,0 0 0 0 0,0 0 0 0 0,0 0 0 0 0,0 0 0 0 0,7 14 776 0 0,5 15 391 0 0,-10-24-1065 0 0,0 0 0 0 0,0 0 0 0 0,0 0 0 0 0,1-1 0 0 0,0 1 0 0 0,0-1 0 0 0,0 0 0 0 0,0 0 0 0 0,1 0 0 0 0,0 0 0 0 0,-1 0 0 0 0,1-1 0 0 0,1 0 0 0 0,-1 1 0 0 0,0-2 0 0 0,1 1 0 0 0,0 0 0 0 0,8 2 0 0 0,-9-3-90 0 0,1-1 1 0 0,-1 0-1 0 0,1-1 1 0 0,-1 1 0 0 0,1-1-1 0 0,0 0 1 0 0,-1 0 0 0 0,1 0-1 0 0,-1-1 1 0 0,1 1-1 0 0,0-1 1 0 0,-1 0 0 0 0,0 0-1 0 0,1-1 1 0 0,-1 0-1 0 0,0 1 1 0 0,1-1 0 0 0,-1-1-1 0 0,0 1 1 0 0,-1-1 0 0 0,7-4-1 0 0,-3 1-48 0 0,-1 1-1 0 0,0-1 0 0 0,0 0 1 0 0,-1-1-1 0 0,0 1 0 0 0,0-1 1 0 0,0 0-1 0 0,-1 0 0 0 0,6-12 1 0 0,-9 15-751 0 0,0 0 1 0 0,1 0 0 0 0,-1 0 0 0 0,-1-1 0 0 0,1 1 0 0 0,-1 0-1 0 0,0-7 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0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6449 0 0,'3'7'1539'0'0,"-1"-1"0"0"0,1 0 0 0 0,0 0 0 0 0,0 0 0 0 0,0 0-1 0 0,8 8 1 0 0,7 13 739 0 0,24 72 624 0 0,-31-70-3329 0 0,2 0 0 0 0,0-1-1 0 0,21 31 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24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0 7834 0 0,'-2'2'696'0'0,"1"-1"-560"0"0,2 0-136 0 0,1 2 0 0 0,0 1 1712 0 0,0 0-768 0 0,-1 2 9 0 0,3 2-425 0 0,2 3-80 0 0,2 3-24 0 0,-1-2 0 0 0,1 2-1240 0 0,2-1-248 0 0,2 2-57 0 0,-1-2 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5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10594 0 0,'8'0'4571'0'0,"-8"1"-4453"0"0,7 11 3025 0 0,5 25-203 0 0,-8-26-2524 0 0,16 47 908 0 0,52 177 725 0 0,-65-209-2352 0 0,-2 1 0 0 0,-1-1 0 0 0,-2 1 0 0 0,0-1 0 0 0,-4 53 0 0 0,-1-60-637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9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0 291 6449 0 0,'44'-39'1125'0'0,"2"2"0"0"0,77-49 0 0 0,-64 46-1075 0 0,-38 26-131 0 0,1 1-1 0 0,0 0 0 0 0,1 2 1 0 0,0 0-1 0 0,1 2 1 0 0,25-7-1 0 0,-46 15 373 0 0,-1 1-1 0 0,0 0 0 0 0,0 0 1 0 0,0 0-1 0 0,0 0 0 0 0,0 0 1 0 0,0 1-1 0 0,0-1 0 0 0,0 1 1 0 0,0-1-1 0 0,0 1 0 0 0,0 0 0 0 0,0 0 1 0 0,0 0-1 0 0,0 0 0 0 0,0 0 1 0 0,0 0-1 0 0,-1 0 0 0 0,1 1 1 0 0,-1-1-1 0 0,1 1 0 0 0,-1-1 1 0 0,1 1-1 0 0,-1-1 0 0 0,0 1 1 0 0,0 0-1 0 0,1 0 0 0 0,-1 0 1 0 0,-1 0-1 0 0,1-1 0 0 0,1 4 1 0 0,4 9 270 0 0,-1 0 0 0 0,-1 0 0 0 0,4 19 0 0 0,-5-21-280 0 0,9 38-114 0 0,22 82 563 0 0,-28-116-666 0 0,0-1-1 0 0,0 0 1 0 0,2 0-1 0 0,-1 0 1 0 0,2-1-1 0 0,11 14 1 0 0,-19-26-84 0 0,0-1 0 0 0,0 0 0 0 0,0 1 0 0 0,0-1 0 0 0,0 0 1 0 0,0 0-1 0 0,1 0 0 0 0,-1 0 0 0 0,0 0 0 0 0,1 0 0 0 0,-1 0 0 0 0,1 0 1 0 0,-1 0-1 0 0,1-1 0 0 0,-1 1 0 0 0,1-1 0 0 0,0 1 0 0 0,-1-1 0 0 0,1 1 1 0 0,0-1-1 0 0,-1 0 0 0 0,1 0 0 0 0,0 0 0 0 0,-1 0 0 0 0,1 0 0 0 0,0 0 0 0 0,-1-1 1 0 0,1 1-1 0 0,0 0 0 0 0,-1-1 0 0 0,1 1 0 0 0,-1-1 0 0 0,1 0 0 0 0,0 0 1 0 0,-1 1-1 0 0,0-1 0 0 0,1 0 0 0 0,-1 0 0 0 0,0 0 0 0 0,1-1 0 0 0,-1 1 1 0 0,0 0-1 0 0,2-2 0 0 0,5-7-199 0 0,1-1 1 0 0,-1 0-1 0 0,-1 0 1 0 0,9-18 0 0 0,-9 16 175 0 0,66-135 1194 0 0,-73 147-1098 0 0,1 0-1 0 0,0-1 1 0 0,0 1-1 0 0,0 0 1 0 0,0 0-1 0 0,0 0 1 0 0,0 0-1 0 0,0 0 1 0 0,0 0-1 0 0,1 0 1 0 0,-1 0-1 0 0,0 0 1 0 0,0 0-1 0 0,1 1 1 0 0,-1-1-1 0 0,1 0 1 0 0,-1 1-1 0 0,0-1 1 0 0,1 1-1 0 0,-1 0 1 0 0,3-1-1 0 0,-1 1-6 0 0,0 0 0 0 0,0 1 0 0 0,0-1 0 0 0,0 1 0 0 0,0 0 0 0 0,0-1 0 0 0,0 1 0 0 0,0 0 1 0 0,0 1-1 0 0,3 1 0 0 0,7 5-35 0 0,0 1 1 0 0,-1 0-1 0 0,17 17 1 0 0,-21-19-25 0 0,36 31-2228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4.4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25 233 3225 0 0,'4'-9'780'0'0,"0"0"0"0"0,0 0-1 0 0,1 0 1 0 0,0 0 0 0 0,1 1 0 0 0,11-14 0 0 0,12-19 1700 0 0,-25 33-1921 0 0,0 0-1 0 0,0-1 1 0 0,-1 0 0 0 0,4-15 0 0 0,-6 22-414 0 0,-1-1 0 0 0,1 1 1 0 0,0 0-1 0 0,-1-1 0 0 0,0 1 0 0 0,0 0 0 0 0,1-1 0 0 0,-2 1 0 0 0,1 0 0 0 0,0-1 0 0 0,0 1 1 0 0,-1 0-1 0 0,1 0 0 0 0,-1-1 0 0 0,1 1 0 0 0,-1 0 0 0 0,0 0 0 0 0,0 0 0 0 0,0 0 1 0 0,0 0-1 0 0,-1 0 0 0 0,1 0 0 0 0,-3-3 0 0 0,3 4-58 0 0,0 1 0 0 0,-1 0 0 0 0,1-1 0 0 0,0 1 0 0 0,0 0 1 0 0,0 0-1 0 0,0 0 0 0 0,-1 0 0 0 0,1 0 0 0 0,0 0 0 0 0,0 0 0 0 0,0 0 0 0 0,0 0 0 0 0,0 1 0 0 0,-1-1 0 0 0,1 0 0 0 0,0 1 0 0 0,0-1 0 0 0,0 1 1 0 0,0-1-1 0 0,0 1 0 0 0,0-1 0 0 0,0 1 0 0 0,0 0 0 0 0,0 0 0 0 0,0-1 0 0 0,1 1 0 0 0,-1 0 0 0 0,0 0 0 0 0,0 1 0 0 0,-23 29 1068 0 0,16-17-951 0 0,0 1-1 0 0,1 1 0 0 0,1-1 1 0 0,0 1-1 0 0,1 0 1 0 0,1 1-1 0 0,-4 30 0 0 0,8-42-196 0 0,0 1 0 0 0,0-1 0 0 0,0 1 0 0 0,1-1 0 0 0,-1 1 0 0 0,1-1-1 0 0,0 1 1 0 0,1-1 0 0 0,0 0 0 0 0,0 1 0 0 0,5 8 0 0 0,-5-10-9 0 0,1-1-1 0 0,-1 1 1 0 0,1-1 0 0 0,0 0 0 0 0,0 0 0 0 0,0-1-1 0 0,1 1 1 0 0,-1-1 0 0 0,1 1 0 0 0,-1-1-1 0 0,1 0 1 0 0,0 0 0 0 0,0-1 0 0 0,0 1 0 0 0,0-1-1 0 0,0 0 1 0 0,7 1 0 0 0,-6-1-25 0 0,0 0 0 0 0,0-1 1 0 0,-1 0-1 0 0,1 0 0 0 0,0 0 0 0 0,0-1 1 0 0,0 0-1 0 0,-1 0 0 0 0,1 0 0 0 0,0 0 1 0 0,-1-1-1 0 0,1 1 0 0 0,-1-1 0 0 0,0 0 1 0 0,1-1-1 0 0,-1 1 0 0 0,0-1 1 0 0,0 0-1 0 0,-1 0 0 0 0,1 0 0 0 0,3-5 1 0 0,7-7-191 0 0,0-1 1 0 0,-2-1 0 0 0,19-32-1 0 0,5-6-180 0 0,-35 53 429 0 0,0 1 0 0 0,0 0 0 0 0,0-1 1 0 0,0 1-1 0 0,0 0 0 0 0,0 0 0 0 0,0 0 0 0 0,1 0 1 0 0,-1 0-1 0 0,0 0 0 0 0,1 0 0 0 0,-1 1 0 0 0,1-1 1 0 0,-1 0-1 0 0,1 1 0 0 0,-1-1 0 0 0,1 1 0 0 0,-1 0 1 0 0,1-1-1 0 0,-1 1 0 0 0,1 0 0 0 0,0 0 0 0 0,-1 0 1 0 0,1 0-1 0 0,0 0 0 0 0,-1 0 0 0 0,1 1 0 0 0,2 0 1 0 0,-1 0-13 0 0,0 1 1 0 0,0-1 0 0 0,0 1 0 0 0,-1 0-1 0 0,1 0 1 0 0,-1 0 0 0 0,1 0 0 0 0,-1 0-1 0 0,0 1 1 0 0,0-1 0 0 0,0 1 0 0 0,0 0-1 0 0,2 3 1 0 0,3 6-298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5.28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244 9 12611 0 0,'-2'-1'106'0'0,"1"0"1"0"0,-1 0-1 0 0,0 0 1 0 0,1 0 0 0 0,-1 0-1 0 0,0 1 1 0 0,0-1-1 0 0,0 1 1 0 0,1-1 0 0 0,-1 1-1 0 0,0 0 1 0 0,0-1-1 0 0,0 1 1 0 0,0 0 0 0 0,0 0-1 0 0,0 0 1 0 0,1 1-1 0 0,-1-1 1 0 0,0 0 0 0 0,0 1-1 0 0,0-1 1 0 0,-2 2-1 0 0,-46 20 2265 0 0,38-16-1789 0 0,-3 2-188 0 0,0 0 0 0 0,1 1 1 0 0,0 0-1 0 0,-13 12 0 0 0,22-17-318 0 0,0 0 0 0 0,1 1 0 0 0,0-1 0 0 0,0 1 0 0 0,0-1 0 0 0,0 1 0 0 0,1 0-1 0 0,0 1 1 0 0,0-1 0 0 0,0 1 0 0 0,1-1 0 0 0,0 1 0 0 0,0 0 0 0 0,-2 9 0 0 0,4-11-68 0 0,0-1 0 0 0,0 0 0 0 0,1 1 0 0 0,0-1 0 0 0,-1 0 0 0 0,1 1 0 0 0,0-1 0 0 0,0 0 0 0 0,1 0 0 0 0,-1 0 0 0 0,1 0 0 0 0,0 0 0 0 0,-1 0 0 0 0,1-1 0 0 0,0 1 0 0 0,1-1 0 0 0,-1 1 0 0 0,0-1 0 0 0,1 0 0 0 0,-1 1 0 0 0,1-1 0 0 0,0-1 0 0 0,0 1 0 0 0,4 2 0 0 0,8 5 32 0 0,1-1 0 0 0,1-1-1 0 0,17 6 1 0 0,-32-13-39 0 0,68 19-122 0 0,-55-17 71 0 0,-1 1 0 0 0,1 1-1 0 0,-1 0 1 0 0,0 1 0 0 0,0 1 0 0 0,24 13-1 0 0,-36-17 36 0 0,0-1 0 0 0,0 1 0 0 0,0 0 0 0 0,0-1 0 0 0,0 1-1 0 0,-1 0 1 0 0,1 0 0 0 0,-1 0 0 0 0,1 0 0 0 0,-1 0-1 0 0,1 1 1 0 0,-1-1 0 0 0,0 0 0 0 0,0 1 0 0 0,0-1-1 0 0,-1 1 1 0 0,1-1 0 0 0,0 1 0 0 0,-1-1 0 0 0,0 1-1 0 0,1 2 1 0 0,-2 0 31 0 0,1-1-1 0 0,-1 1 1 0 0,0-1 0 0 0,0 1-1 0 0,-1-1 1 0 0,1 0-1 0 0,-1 1 1 0 0,0-1 0 0 0,0 0-1 0 0,0 0 1 0 0,-3 4-1 0 0,-4 3 144 0 0,0 0-1 0 0,-1 0 0 0 0,0 0 0 0 0,0-1 0 0 0,-1-1 1 0 0,-19 13-1 0 0,23-18-88 0 0,1 0 1 0 0,0-1-1 0 0,-1 0 1 0 0,1 0 0 0 0,-1 0-1 0 0,0-1 1 0 0,-9 2-1 0 0,13-4-184 0 0,0 1-1 0 0,0-1 0 0 0,0 0 1 0 0,-1 0-1 0 0,1 0 1 0 0,0 0-1 0 0,0-1 0 0 0,-1 1 1 0 0,1-1-1 0 0,0 0 0 0 0,0 0 1 0 0,0 0-1 0 0,0 0 0 0 0,0-1 1 0 0,0 1-1 0 0,0-1 0 0 0,1 0 1 0 0,-4-2-1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5.7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0 15203 0 0,'-1'1'190'0'0,"1"0"0"0"0,-1 0 0 0 0,1 0 0 0 0,-1 1 0 0 0,1-1 0 0 0,0 0 0 0 0,0 0 0 0 0,0 0 0 0 0,-1 0 0 0 0,1 1-1 0 0,0-1 1 0 0,0 0 0 0 0,1 0 0 0 0,-1 0 0 0 0,0 1 0 0 0,0-1 0 0 0,1 1 0 0 0,7 29 1554 0 0,-4-18-1259 0 0,23 114 1424 0 0,19 79-1112 0 0,-33-160-655 0 0,2 0 0 0 0,30 61-1 0 0,4 7-1502 0 0,-49-129 653 0 0,1 0 1 0 0,0 0 0 0 0,5-16-1 0 0,-3 10 441 0 0,2-8 253 0 0,0 1-1 0 0,2 1 1 0 0,17-44-1 0 0,-19 58 279 0 0,1 1 1 0 0,0-1-1 0 0,1 2 0 0 0,0-1 0 0 0,1 1 1 0 0,0 0-1 0 0,0 0 0 0 0,1 1 0 0 0,18-16 1 0 0,-25 25-227 0 0,-1-1 0 0 0,1 1 0 0 0,-1 0 0 0 0,1 0 0 0 0,0 0 1 0 0,-1 0-1 0 0,1 0 0 0 0,0 0 0 0 0,0 0 0 0 0,-1 1 0 0 0,1-1 0 0 0,0 0 0 0 0,0 1 1 0 0,0 0-1 0 0,0-1 0 0 0,0 1 0 0 0,0 0 0 0 0,0 0 0 0 0,0 0 0 0 0,0 0 1 0 0,0 1-1 0 0,0-1 0 0 0,0 0 0 0 0,0 1 0 0 0,-1-1 0 0 0,1 1 0 0 0,0 0 1 0 0,0 0-1 0 0,0 0 0 0 0,-1 0 0 0 0,1 0 0 0 0,0 0 0 0 0,-1 0 0 0 0,1 0 0 0 0,-1 1 1 0 0,1-1-1 0 0,-1 0 0 0 0,0 1 0 0 0,0-1 0 0 0,0 1 0 0 0,1 0 0 0 0,0 2 1 0 0,5 9 54 0 0,-1 0 0 0 0,0 0 0 0 0,0 1 0 0 0,5 24 0 0 0,-3-13 44 0 0,-3-12-131 0 0,1 1 1 0 0,0-1 0 0 0,1 0 0 0 0,1 0 0 0 0,0-1 0 0 0,0 0-1 0 0,1-1 1 0 0,1 0 0 0 0,0 0 0 0 0,16 13 0 0 0,-17-17-1492 0 0,1 0 0 0 0,0 0 1 0 0,1-1-1 0 0,15 7 0 0 0,-8-6-5835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05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81 104 3225 0 0,'-13'8'15767'0'0,"8"1"-15627"0"0,1 0 1 0 0,-1 0-1 0 0,1 0 0 0 0,1 1 1 0 0,0 0-1 0 0,0-1 0 0 0,1 1 1 0 0,0 0-1 0 0,1 0 0 0 0,0 0 1 0 0,1 0-1 0 0,0 0 1 0 0,0 1-1 0 0,1-1 0 0 0,3 11 1 0 0,-3-14-31 0 0,0 0 1 0 0,1-1 0 0 0,0 1 0 0 0,1-1 0 0 0,0 0 0 0 0,0 1 0 0 0,0-1-1 0 0,0-1 1 0 0,1 1 0 0 0,7 8 0 0 0,-7-10-80 0 0,-1-1 1 0 0,1 0-1 0 0,0 0 0 0 0,0 0 0 0 0,0 0 1 0 0,0-1-1 0 0,0 0 0 0 0,0 1 1 0 0,1-2-1 0 0,-1 1 0 0 0,1 0 0 0 0,0-1 1 0 0,-1 0-1 0 0,1 0 0 0 0,0 0 1 0 0,6-1-1 0 0,-5 0-41 0 0,0 0 0 0 0,-1 0 0 0 0,1-1 0 0 0,-1 0 0 0 0,1 0 0 0 0,-1 0 0 0 0,0-1 0 0 0,1 0-1 0 0,-1 0 1 0 0,0 0 0 0 0,0 0 0 0 0,0-1 0 0 0,-1 0 0 0 0,1 0 0 0 0,0 0 0 0 0,-1-1 0 0 0,0 0 0 0 0,0 0 0 0 0,0 0 0 0 0,-1 0 0 0 0,7-8 0 0 0,-6 5-2 0 0,0 0 0 0 0,-1 1 0 0 0,1-1 0 0 0,-2 0 0 0 0,1-1 0 0 0,-1 1 0 0 0,0 0 0 0 0,0-1 0 0 0,0 1 0 0 0,-1-1 1 0 0,-1 0-1 0 0,1 1 0 0 0,-1-1 0 0 0,-1 0 0 0 0,-1-9 0 0 0,0 5 26 0 0,-1 0 0 0 0,0 1 0 0 0,-1-1 0 0 0,-1 1 0 0 0,1 0 0 0 0,-2 1 0 0 0,1-1 0 0 0,-2 1 1 0 0,1 0-1 0 0,-1 0 0 0 0,-1 1 0 0 0,0 0 0 0 0,-14-12 0 0 0,16 15-250 0 0,0 2 1 0 0,0-1-1 0 0,-1 1 0 0 0,1 0 1 0 0,-1 0-1 0 0,0 1 0 0 0,0 0 1 0 0,0 0-1 0 0,-1 1 0 0 0,1 0 1 0 0,-1 0-1 0 0,0 0 0 0 0,1 1 1 0 0,-1 0-1 0 0,0 1 0 0 0,1 0 0 0 0,-1 0 1 0 0,0 1-1 0 0,0 0 0 0 0,1 0 1 0 0,-16 5-1 0 0,6 0-1447 0 0,4 2-12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3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95 1376 0 0,'23'24'1765'0'0,"25"36"0"0"0,13 33 13691 0 0,-68-101-13664 0 0,-7-14-1116 0 0,11 15-674 0 0,1-1 0 0 0,0 0 0 0 0,1 0 0 0 0,-1 1 0 0 0,2-1 0 0 0,-1 0 0 0 0,1 0 0 0 0,0 0-1 0 0,1 0 1 0 0,0 0 0 0 0,0 0 0 0 0,3-9 0 0 0,2-2-371 0 0,1 0 0 0 0,0 1 0 0 0,18-31 0 0 0,-9 23-118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6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18316 0 0,'23'40'1369'0'0,"-1"1"0"0"0,-3 0 0 0 0,21 66 1 0 0,29 61-971 0 0,-16-79-474 0 0,7 14-1172 0 0,-53-88-105 0 0,-1-1 0 0 0,8 30-1 0 0,-10-22-5585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8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26 86 9674 0 0,'-6'-1'308'0'0,"5"0"-247"0"0,-1 1 1 0 0,0 0 0 0 0,1-1-1 0 0,-1 0 1 0 0,1 1 0 0 0,-1-1 0 0 0,1 0-1 0 0,-1 1 1 0 0,1-1 0 0 0,-1 0 0 0 0,0-2-1 0 0,29-6 7022 0 0,44-4-3962 0 0,78-16-3046 0 0,-68 13-2307 0 0,-42 8 1067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3.50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21 200 5985 0 0,'13'-52'2812'0'0,"-6"26"-865"0"0,-1 0-1 0 0,-1 0 1 0 0,2-43 0 0 0,-9 79 2274 0 0,-8 54-3236 0 0,18 1008-576 0 0,9-300-417 0 0,-21-473 87 0 0,3 406 679 0 0,-3-484-297 0 0,0-187-377 0 0,-1-1 0 0 0,-1 0 0 0 0,-2 0 0 0 0,-18 49 0 0 0,26-81-212 0 0,-1 0 0 0 0,1 0 0 0 0,0 0-1 0 0,-1 0 1 0 0,1 0 0 0 0,-1 0 0 0 0,0 0 0 0 0,1 0 0 0 0,-1 0-1 0 0,0 0 1 0 0,0 0 0 0 0,0 0 0 0 0,1 0 0 0 0,-1-1-1 0 0,0 1 1 0 0,0 0 0 0 0,-2 0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4.2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3 305 4609 0 0,'-3'-3'4080'0'0,"9"-4"-2505"0"0,7-2-1293 0 0,-2 2 83 0 0,0 0-1 0 0,0 1 0 0 0,1 0 1 0 0,0 1-1 0 0,0 0 0 0 0,0 1 1 0 0,1 1-1 0 0,23-4 0 0 0,8 1 22 0 0,52 1 0 0 0,-79 4-296 0 0,727-66 111 0 0,-452 34-82 0 0,-287 33-116 0 0,1238-112 4379 0 0,-649 103-3258 0 0,-476 7-422 0 0,12 1 109 0 0,-130 1-814 0 0,1 0-16 0 0,1 0 0 0 0,0 0 0 0 0,-1 0 0 0 0,1 0 0 0 0,-1 0 0 0 0,1 1 0 0 0,0-1 0 0 0,-1 1 0 0 0,1-1 0 0 0,-1 1 0 0 0,1-1 0 0 0,-1 1 0 0 0,1 0 0 0 0,-1-1 0 0 0,0 1 0 0 0,1 0 0 0 0,-1 0 0 0 0,0 0 0 0 0,2 2 0 0 0,-1 0-390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4.6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136 1 8754 0 0,'-3'1'397'0'0,"-1"1"0"0"0,1 0 0 0 0,0 0 1 0 0,0 1-1 0 0,1-1 0 0 0,-1 1 0 0 0,0-1 0 0 0,1 1 1 0 0,-1 0-1 0 0,1 0 0 0 0,0 0 0 0 0,0 0 0 0 0,0 0 1 0 0,0 0-1 0 0,1 1 0 0 0,-1-1 0 0 0,1 1 0 0 0,0-1 1 0 0,-1 7-1 0 0,-2 9 846 0 0,0 1 1 0 0,0 32-1 0 0,2-16-353 0 0,-32 167 718 0 0,20-138-1447 0 0,3 0-1 0 0,3 1 1 0 0,0 79 0 0 0,13-88-792 0 0,6-21-4462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5.23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187 0 6761 0 0,'-13'0'1140'0'0,"1"1"0"0"0,-1 1 0 0 0,1 0-1 0 0,0 0 1 0 0,0 1 0 0 0,-16 6 0 0 0,21-6-592 0 0,0 0 1 0 0,0 0 0 0 0,0 1 0 0 0,0 0-1 0 0,0 0 1 0 0,1 1 0 0 0,0 0 0 0 0,0 0-1 0 0,0 1 1 0 0,1-1 0 0 0,-7 9 0 0 0,12-14-534 0 0,0 1 0 0 0,-1 0 0 0 0,1-1-1 0 0,0 1 1 0 0,0 0 0 0 0,0 0 0 0 0,-1-1 0 0 0,1 1 0 0 0,0 0 0 0 0,0 0 0 0 0,0 0 0 0 0,0-1 0 0 0,0 1 0 0 0,1 0 0 0 0,-1 0 0 0 0,0-1 0 0 0,0 1 0 0 0,0 0 0 0 0,1 0 0 0 0,-1-1 0 0 0,0 1 0 0 0,1 0 0 0 0,-1-1 0 0 0,0 1 0 0 0,1 0 0 0 0,-1-1 0 0 0,1 1 0 0 0,-1-1 0 0 0,1 1 0 0 0,-1-1 0 0 0,1 1 0 0 0,0-1 0 0 0,-1 1 0 0 0,1-1 0 0 0,0 1 0 0 0,-1-1 0 0 0,1 0 0 0 0,0 1 0 0 0,0-1 0 0 0,-1 0 0 0 0,1 0 0 0 0,1 1 0 0 0,40 12-444 0 0,-36-11 434 0 0,-4-2 4 0 0,15 5-101 0 0,0 0 0 0 0,29 14-1 0 0,-43-18 54 0 0,0 1-1 0 0,0-1 0 0 0,0 1 1 0 0,0-1-1 0 0,-1 1 0 0 0,1 0 0 0 0,-1 0 1 0 0,1 0-1 0 0,-1 0 0 0 0,0 1 1 0 0,1-1-1 0 0,-1 1 0 0 0,-1-1 0 0 0,1 1 1 0 0,0 0-1 0 0,0 0 0 0 0,-1 0 1 0 0,0-1-1 0 0,0 2 0 0 0,0-1 0 0 0,0 0 1 0 0,0 0-1 0 0,0 4 0 0 0,-2-1 4 0 0,0 0-1 0 0,0 0 1 0 0,-1 0 0 0 0,0-1-1 0 0,0 1 1 0 0,-1 0-1 0 0,1-1 1 0 0,-1 1-1 0 0,-1-1 1 0 0,1 0-1 0 0,-1 0 1 0 0,1 0-1 0 0,-2 0 1 0 0,-7 7-1 0 0,7-8 6 0 0,1 0-1 0 0,0 1 0 0 0,0-1 0 0 0,0 1 0 0 0,0 0 1 0 0,1 0-1 0 0,0 0 0 0 0,0 1 0 0 0,0-1 0 0 0,1 1 0 0 0,0 0 1 0 0,0-1-1 0 0,0 1 0 0 0,-1 11 0 0 0,3-15 29 0 0,0-1 0 0 0,0 1 0 0 0,1-1 0 0 0,-1 1 0 0 0,0-1 0 0 0,1 1 0 0 0,-1-1 1 0 0,1 0-1 0 0,0 1 0 0 0,0-1 0 0 0,-1 1 0 0 0,1-1 0 0 0,0 0 0 0 0,0 0 0 0 0,0 0 0 0 0,0 1 0 0 0,0-1 0 0 0,0 0 0 0 0,1 0 0 0 0,-1 0 0 0 0,0-1 0 0 0,1 1 0 0 0,-1 0 0 0 0,0 0 0 0 0,1-1 0 0 0,-1 1 0 0 0,1-1 0 0 0,-1 1 1 0 0,1-1-1 0 0,-1 0 0 0 0,1 1 0 0 0,-1-1 0 0 0,1 0 0 0 0,-1 0 0 0 0,1 0 0 0 0,-1 0 0 0 0,3-1 0 0 0,9 1-36 0 0,0-1 0 0 0,0-1 0 0 0,18-4-1 0 0,-20 4 26 0 0,18-6-51 0 0,-23 6 45 0 0,1 0-1 0 0,-1 0 1 0 0,0 1 0 0 0,1-1-1 0 0,-1 1 1 0 0,0 1 0 0 0,1-1-1 0 0,-1 1 1 0 0,1 0 0 0 0,-1 1-1 0 0,9 1 1 0 0,-15-2 20 0 0,1 0 0 0 0,-1 0 0 0 0,0 1-1 0 0,1-1 1 0 0,-1 0 0 0 0,0 0 0 0 0,1 1 0 0 0,-1-1 0 0 0,0 0 0 0 0,1 0-1 0 0,-1 1 1 0 0,0-1 0 0 0,0 0 0 0 0,0 1 0 0 0,1-1 0 0 0,-1 0 0 0 0,0 1-1 0 0,0-1 1 0 0,0 0 0 0 0,0 1 0 0 0,0-1 0 0 0,1 1 0 0 0,-1-1 0 0 0,0 0-1 0 0,0 1 1 0 0,0-1 0 0 0,0 0 0 0 0,0 1 0 0 0,0-1 0 0 0,0 1 0 0 0,-1 0-1 0 0,-5 17-7 0 0,-14 11 10 0 0,19-29-2 0 0,-136 159 235 0 0,134-156-519 0 0,1 1 1 0 0,0-1-1 0 0,-1 1 1 0 0,2-1-1 0 0,-1 1 0 0 0,0 0 1 0 0,1 0-1 0 0,-2 5 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5.6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6681 0 0,'9'2'11377'0'0,"-1"14"-8103"0"0,2 22-1556 0 0,1 51-796 0 0,-2 108-1 0 0,-4 28-1364 0 0,-2-153 338 0 0,-4-49-44 0 0,0 0-1 0 0,-8 39 1 0 0,4-37-157 0 0,-1 47 0 0 0,6-71 263 0 0,0-1-1 0 0,0 1 1 0 0,0-1 0 0 0,0 0-1 0 0,0 1 1 0 0,0-1 0 0 0,0 0-1 0 0,0 1 1 0 0,0-1 0 0 0,0 1-1 0 0,0-1 1 0 0,0 0 0 0 0,1 1 0 0 0,-1-1-1 0 0,0 0 1 0 0,0 1 0 0 0,0-1-1 0 0,1 0 1 0 0,-1 1 0 0 0,0-1-1 0 0,0 0 1 0 0,1 1 0 0 0,-1-1-1 0 0,0 0 1 0 0,1 0 0 0 0,-1 1-1 0 0,3-1-938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6.4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99 156 6449 0 0,'-1'0'224'0'0,"0"1"-1"0"0,1-1 0 0 0,-1 1 0 0 0,1 0 0 0 0,-1-1 0 0 0,1 1 1 0 0,-1 0-1 0 0,1-1 0 0 0,0 1 0 0 0,-1 0 0 0 0,1 0 1 0 0,0 0-1 0 0,-1-1 0 0 0,1 1 0 0 0,0 0 0 0 0,0 0 0 0 0,0 0 1 0 0,0-1-1 0 0,0 1 0 0 0,0 0 0 0 0,0 0 0 0 0,0 0 1 0 0,0 0-1 0 0,0-1 0 0 0,0 1 0 0 0,1 0 0 0 0,-1 1 0 0 0,1 0 74 0 0,1 0 0 0 0,-1 0-1 0 0,0 0 1 0 0,1 0 0 0 0,-1 0-1 0 0,1-1 1 0 0,0 1 0 0 0,-1-1-1 0 0,1 1 1 0 0,2 1 0 0 0,1 0 165 0 0,0 0 0 0 0,0 0 0 0 0,0-1 0 0 0,1 1 0 0 0,-1-1 1 0 0,0 0-1 0 0,11 2 0 0 0,-15-4-431 0 0,1 0-1 0 0,-1 0 1 0 0,0 1-1 0 0,1-1 1 0 0,-1 0 0 0 0,1 0-1 0 0,-1 0 1 0 0,1 0 0 0 0,-1 0-1 0 0,0-1 1 0 0,1 1-1 0 0,-1 0 1 0 0,0-1 0 0 0,1 1-1 0 0,-1-1 1 0 0,0 1 0 0 0,1-1-1 0 0,-1 0 1 0 0,0 1 0 0 0,0-1-1 0 0,0 0 1 0 0,0 0-1 0 0,0 0 1 0 0,0 0 0 0 0,0 0-1 0 0,0 0 1 0 0,0 0 0 0 0,0 0-1 0 0,0-1 1 0 0,-1 1 0 0 0,1 0-1 0 0,0 0 1 0 0,-1-1-1 0 0,1 1 1 0 0,-1 0 0 0 0,1-1-1 0 0,-1 1 1 0 0,0 0 0 0 0,0-1-1 0 0,0 1 1 0 0,0-1 0 0 0,0 1-1 0 0,0-2 1 0 0,0-1-57 0 0,-1-1 1 0 0,0 1 0 0 0,0 0-1 0 0,0-1 1 0 0,0 1-1 0 0,-1 0 1 0 0,1 0 0 0 0,-1 0-1 0 0,0 0 1 0 0,-1 0-1 0 0,1 1 1 0 0,-6-7-1 0 0,0 2-63 0 0,0-1-1 0 0,-1 2 0 0 0,-1-1 1 0 0,1 2-1 0 0,-16-10 0 0 0,21 14 68 0 0,1 0 0 0 0,0 0 0 0 0,-1 1 0 0 0,1 0 0 0 0,-1-1 0 0 0,0 1 0 0 0,1 0 0 0 0,-1 0-1 0 0,0 1 1 0 0,0-1 0 0 0,0 1 0 0 0,1 0 0 0 0,-1 0 0 0 0,0 0 0 0 0,0 1 0 0 0,0-1 0 0 0,1 1 0 0 0,-1 0-1 0 0,0 0 1 0 0,1 0 0 0 0,-5 2 0 0 0,6-2 21 0 0,0 0-1 0 0,1 0 1 0 0,-1 1 0 0 0,0-1-1 0 0,1 1 1 0 0,-1-1 0 0 0,1 1-1 0 0,-1-1 1 0 0,1 1-1 0 0,0 0 1 0 0,-1 0 0 0 0,1-1-1 0 0,0 1 1 0 0,0 0 0 0 0,1 0-1 0 0,-1 0 1 0 0,0 0 0 0 0,1 1-1 0 0,-1-1 1 0 0,1 0-1 0 0,-1 0 1 0 0,1 0 0 0 0,0 0-1 0 0,0 0 1 0 0,0 1 0 0 0,0-1-1 0 0,1 0 1 0 0,-1 0-1 0 0,0 0 1 0 0,1 0 0 0 0,-1 0-1 0 0,1 0 1 0 0,0 0 0 0 0,1 2-1 0 0,0 0 0 0 0,-1 0-1 0 0,1-1 1 0 0,1 0-1 0 0,-1 1 1 0 0,0-1-1 0 0,1 0 1 0 0,-1 0-1 0 0,1 0 0 0 0,0-1 1 0 0,0 1-1 0 0,0-1 1 0 0,0 1-1 0 0,1-1 1 0 0,-1 0-1 0 0,1 0 1 0 0,-1 0-1 0 0,1-1 1 0 0,3 2-1 0 0,0-2 133 0 0,0 0 1 0 0,-1 0-1 0 0,1 0 0 0 0,0-1 0 0 0,0 0 1 0 0,0 0-1 0 0,-1-1 0 0 0,8-1 0 0 0,-12 2-100 0 0,-1 0-1 0 0,1-1 0 0 0,-1 1 0 0 0,0 0 0 0 0,1-1 0 0 0,-1 0 0 0 0,1 1 0 0 0,-1-1 1 0 0,0 0-1 0 0,0 1 0 0 0,1-1 0 0 0,-1 0 0 0 0,0 0 0 0 0,0 0 0 0 0,0 0 0 0 0,0 0 1 0 0,0-1-1 0 0,0 1 0 0 0,0 0 0 0 0,-1 0 0 0 0,1 0 0 0 0,0-1 0 0 0,-1 1 0 0 0,1-1 0 0 0,-1 1 1 0 0,1 0-1 0 0,-1-1 0 0 0,0 1 0 0 0,1-1 0 0 0,-1 1 0 0 0,0-1 0 0 0,0 1 0 0 0,0-1 1 0 0,0 1-1 0 0,0-1 0 0 0,0 1 0 0 0,-1 0 0 0 0,1-1 0 0 0,0 1 0 0 0,-1-1 0 0 0,1 1 1 0 0,-2-2-1 0 0,-2-10 88 0 0,-2 1 1 0 0,1 0-1 0 0,-1 0 1 0 0,-15-21-1 0 0,17 28-114 0 0,0 0 0 0 0,0 0-1 0 0,0 1 1 0 0,-1-1-1 0 0,1 1 1 0 0,-1 0 0 0 0,0 0-1 0 0,0 0 1 0 0,0 1-1 0 0,-1 0 1 0 0,1 0 0 0 0,-10-4-1 0 0,-1 8-863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7.14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22 6913 0 0,'0'0'1'0'0,"-23"24"1276"0"0,22-24-1228 0 0,1 1 1 0 0,0-1-1 0 0,0 0 1 0 0,0 1-1 0 0,0-1 1 0 0,0 0-1 0 0,0 1 0 0 0,0-1 1 0 0,-1 0-1 0 0,1 1 1 0 0,0-1-1 0 0,0 0 1 0 0,0 1-1 0 0,0-1 1 0 0,0 0-1 0 0,0 1 1 0 0,0-1-1 0 0,1 0 0 0 0,-1 1 1 0 0,0-1-1 0 0,0 0 1 0 0,0 0-1 0 0,0 1 1 0 0,0-1-1 0 0,0 0 1 0 0,1 1-1 0 0,-1-1 0 0 0,0 0 1 0 0,0 0-1 0 0,1 1 1 0 0,18 4 2109 0 0,8-4-278 0 0,0-2 0 0 0,31-5 0 0 0,-29 3-1050 0 0,51 0 0 0 0,28 9-398 0 0,338 4 1080 0 0,-314-17-893 0 0,2-2-18 0 0,237 15-1 0 0,-285-2-364 0 0,0-4 0 0 0,168-21 0 0 0,-147 9-37 0 0,-47 10-51 0 0,-42 2-382 0 0,-1 0 0 0 0,0-1 0 0 0,25-6 0 0 0,-1-9-5906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7.53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61 155 656 0 0,'-21'-10'2540'0'0,"18"7"-1342"0"0,2 3-798 0 0,1-1-1 0 0,-1 0 1 0 0,-1 0-1 0 0,1 1 1 0 0,0-1-1 0 0,0 0 1 0 0,0 1-1 0 0,0-1 1 0 0,0 1-1 0 0,0 0 1 0 0,-1-1-1 0 0,1 1 1 0 0,0 0 0 0 0,0 0-1 0 0,-1 0 1 0 0,1 0-1 0 0,0 0 1 0 0,0 0-1 0 0,-1 0 1 0 0,1 0-1 0 0,0 0 1 0 0,0 0-1 0 0,-1 1 1 0 0,1-1-1 0 0,-2 2 1 0 0,2-2-294 0 0,1 1 0 0 0,-1-1 0 0 0,1 1-1 0 0,0 0 1 0 0,-1-1 0 0 0,1 1 0 0 0,0 0 0 0 0,0-1 0 0 0,0 1 0 0 0,-1 0 0 0 0,1-1 0 0 0,0 1 0 0 0,0 0-1 0 0,0 0 1 0 0,0-1 0 0 0,0 1 0 0 0,0 0 0 0 0,0-1 0 0 0,0 1 0 0 0,0 0 0 0 0,1 0 0 0 0,-1-1 0 0 0,0 1 0 0 0,0 0-1 0 0,1-1 1 0 0,-1 1 0 0 0,0 0 0 0 0,1-1 0 0 0,-1 1 0 0 0,0-1 0 0 0,1 1 0 0 0,-1-1 0 0 0,1 1 0 0 0,-1-1-1 0 0,1 1 1 0 0,0-1 0 0 0,-1 1 0 0 0,1-1 0 0 0,-1 1 0 0 0,1-1 0 0 0,0 0 0 0 0,-1 0 0 0 0,1 1 0 0 0,0-1 0 0 0,-1 0-1 0 0,2 1 1 0 0,1 0 97 0 0,0 1-1 0 0,1-1 0 0 0,-1 1 1 0 0,0-1-1 0 0,1 0 1 0 0,-1 0-1 0 0,0-1 0 0 0,6 1 1 0 0,-6-1-163 0 0,0 0 1 0 0,0 0 0 0 0,0-1 0 0 0,0 1 0 0 0,0-1-1 0 0,-1 0 1 0 0,1 0 0 0 0,0 0 0 0 0,0 0 0 0 0,0 0-1 0 0,-1-1 1 0 0,1 1 0 0 0,-1-1 0 0 0,1 0 0 0 0,-1 1-1 0 0,0-1 1 0 0,1-1 0 0 0,-1 1 0 0 0,0 0-1 0 0,0 0 1 0 0,-1-1 0 0 0,3-2 0 0 0,-3 1-37 0 0,1 1-1 0 0,-1-1 1 0 0,-1 0 0 0 0,1 1-1 0 0,0-1 1 0 0,-1 1 0 0 0,0-1-1 0 0,0 0 1 0 0,0 0 0 0 0,0 1-1 0 0,0-1 1 0 0,-1 0 0 0 0,0 1-1 0 0,1-1 1 0 0,-1 1 0 0 0,-1-1-1 0 0,1 1 1 0 0,-2-4 0 0 0,2 6-2 0 0,-21-42 69 0 0,21 41-69 0 0,0 1 0 0 0,0-1 0 0 0,0 1 0 0 0,0-1 0 0 0,0 1 0 0 0,0-1 0 0 0,-1 1 0 0 0,1 0 0 0 0,0 0 0 0 0,-1-1 0 0 0,1 1 0 0 0,-1 0 0 0 0,1 0 0 0 0,-1 1-1 0 0,0-1 1 0 0,1 0 0 0 0,-1 0 0 0 0,0 1 0 0 0,0-1 0 0 0,1 1 0 0 0,-1 0 0 0 0,0-1 0 0 0,-2 1 0 0 0,3 1-14 0 0,0-1 0 0 0,0 1-1 0 0,0-1 1 0 0,0 1 0 0 0,1 0 0 0 0,-1 0 0 0 0,0-1-1 0 0,1 1 1 0 0,-1 0 0 0 0,0 0 0 0 0,1 0 0 0 0,-1 0 0 0 0,1 0-1 0 0,-1 0 1 0 0,1 0 0 0 0,0 0 0 0 0,-1 0 0 0 0,1 0 0 0 0,0 0-1 0 0,0 0 1 0 0,-1 0 0 0 0,1 0 0 0 0,0 2 0 0 0,-1 5-296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8.3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25 456 0 0,'2'-24'17032'0'0,"5"40"-15900"0"0,5 32-132 0 0,-2 1 0 0 0,-3 0 0 0 0,3 81 0 0 0,-15 152-1058 0 0,0-166 152 0 0,6 147 172 0 0,-1-253-425 0 0,0 4-1004 0 0,2-4-3157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8.9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214 56 3225 0 0,'2'-2'491'0'0,"-1"0"0"0"0,1-1 1 0 0,-1 1-1 0 0,0-1 0 0 0,0 1 0 0 0,0-1 1 0 0,0 0-1 0 0,0 1 0 0 0,0-1 0 0 0,-1 0 1 0 0,1 0-1 0 0,-1 0 0 0 0,0 1 0 0 0,0-1 1 0 0,-1-6-1 0 0,1 9-376 0 0,-1-1 0 0 0,0 0 0 0 0,0 1 0 0 0,1-1 1 0 0,-1 0-1 0 0,0 1 0 0 0,0-1 0 0 0,0 1 0 0 0,0-1 0 0 0,0 1 0 0 0,0 0 0 0 0,0-1 0 0 0,0 1 0 0 0,0 0 0 0 0,0 0 1 0 0,0-1-1 0 0,0 1 0 0 0,0 0 0 0 0,0 0 0 0 0,0 0 0 0 0,0 0 0 0 0,0 1 0 0 0,0-1 0 0 0,0 0 0 0 0,-2 1 0 0 0,-30 8 1907 0 0,27-7-1659 0 0,-8 2-22 0 0,1 0 0 0 0,0 1-1 0 0,0 1 1 0 0,0 1 0 0 0,1 0 0 0 0,-22 15-1 0 0,30-18-249 0 0,0-1-1 0 0,0 0 0 0 0,0 1 1 0 0,1 0-1 0 0,-1 0 0 0 0,1 0 1 0 0,0 0-1 0 0,1 0 0 0 0,-1 1 0 0 0,1-1 1 0 0,-1 1-1 0 0,1 0 0 0 0,1 0 1 0 0,-1-1-1 0 0,1 1 0 0 0,0 0 1 0 0,0 0-1 0 0,0 1 0 0 0,1-1 1 0 0,-1 0-1 0 0,1 0 0 0 0,2 8 0 0 0,-2-9-91 0 0,2-1 0 0 0,-1 0-1 0 0,0 1 1 0 0,1-1-1 0 0,0 0 1 0 0,-1 0-1 0 0,1 0 1 0 0,0 0-1 0 0,1 0 1 0 0,-1 0 0 0 0,0-1-1 0 0,1 1 1 0 0,0-1-1 0 0,-1 1 1 0 0,1-1-1 0 0,0 0 1 0 0,0 0-1 0 0,1-1 1 0 0,-1 1 0 0 0,0-1-1 0 0,0 1 1 0 0,1-1-1 0 0,4 1 1 0 0,10 4-12 0 0,1-2 1 0 0,36 5 0 0 0,-51-8 11 0 0,49 1 1 0 0,-63 7-29 0 0,4-1-146 0 0,0 0 0 0 0,0 0 0 0 0,1 1 0 0 0,0 0 0 0 0,1 0 1 0 0,-1 0-1 0 0,2 0 0 0 0,-1 1 0 0 0,2-1 0 0 0,-1 1 0 0 0,-1 11 0 0 0,4-20 174 0 0,0 0-1 0 0,1 0 1 0 0,-1 0 0 0 0,0 0-1 0 0,0-1 1 0 0,0 1 0 0 0,0 0-1 0 0,1 0 1 0 0,-1 0 0 0 0,0-1-1 0 0,1 1 1 0 0,-1 0 0 0 0,1 0-1 0 0,-1-1 1 0 0,1 1 0 0 0,-1 0-1 0 0,1-1 1 0 0,-1 1 0 0 0,1 0-1 0 0,-1-1 1 0 0,1 1 0 0 0,0-1-1 0 0,0 1 1 0 0,-1-1 0 0 0,1 0-1 0 0,1 2 1 0 0,1-2-4 0 0,0 1-1 0 0,0 0 1 0 0,0 0 0 0 0,0-1-1 0 0,0 0 1 0 0,0 0 0 0 0,0 0-1 0 0,3 0 1 0 0,6-1-10 0 0,-1-1 0 0 0,1 0 0 0 0,11-4 0 0 0,-11 2 126 0 0,-8 2-31 0 0,0 0-1 0 0,-1 1 1 0 0,1-1-1 0 0,0 1 1 0 0,0 0-1 0 0,0 0 0 0 0,0 1 1 0 0,0-1-1 0 0,0 1 1 0 0,0 0-1 0 0,0 0 1 0 0,6 1-1 0 0,-9-1-70 0 0,-1 1 0 0 0,1 0-1 0 0,-1-1 1 0 0,1 1 0 0 0,-1-1-1 0 0,0 1 1 0 0,1 0 0 0 0,-1-1-1 0 0,0 1 1 0 0,0 0 0 0 0,1-1 0 0 0,-1 1-1 0 0,0 0 1 0 0,0 0 0 0 0,0-1-1 0 0,0 1 1 0 0,0 0 0 0 0,0-1-1 0 0,0 1 1 0 0,0 0 0 0 0,0 0-1 0 0,0-1 1 0 0,-1 1 0 0 0,1 0-1 0 0,0-1 1 0 0,0 1 0 0 0,-1 0 0 0 0,1-1-1 0 0,0 1 1 0 0,-1 0 0 0 0,0 0-1 0 0,-15 27 102 0 0,13-23-186 0 0,-4 7-1252 0 0,0 1-1 0 0,1 0 0 0 0,0 0 0 0 0,1 0 1 0 0,-7 28-1 0 0,10-29-3221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9.31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0 3225 0 0,'-4'11'10186'0'0,"-4"19"-6752"0"0,-6 48 1 0 0,1 99-1289 0 0,8-99-1703 0 0,-4 39-96 0 0,6 0-1 0 0,18 188 1 0 0,-11-275-351 0 0,2 14-65 0 0,0 48-1 0 0,-7-80-317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9.9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3578 51 4145 0 0,'-6'4'559'0'0,"0"0"0"0"0,0 0 1 0 0,0-1-1 0 0,-1 1 0 0 0,1-1 1 0 0,-1-1-1 0 0,1 0 0 0 0,-1 1 0 0 0,0-2 1 0 0,-9 2-1 0 0,-31 11 1437 0 0,36-9-1515 0 0,1 0 0 0 0,0-1 0 0 0,-1 0 0 0 0,0-1 0 0 0,0 0 0 0 0,0-1 0 0 0,0 0 0 0 0,-1-1-1 0 0,1 0 1 0 0,0-1 0 0 0,-1 0 0 0 0,1 0 0 0 0,0-1 0 0 0,-15-4 0 0 0,-20-3-598 0 0,0 2 0 0 0,0 3 0 0 0,0 1 0 0 0,-54 5 1 0 0,-91-5-235 0 0,17-24 588 0 0,109 14-23 0 0,-88-4-1 0 0,-223-11 435 0 0,331 23-866 0 0,-59-1-170 0 0,-148 13 0 0 0,-7 1-26 0 0,-119-34 1700 0 0,353 22-1244 0 0,-44 0 526 0 0,-96 8-1 0 0,-18 0-141 0 0,129-5-86 0 0,1 2 0 0 0,-101 17 0 0 0,126-12-281 0 0,0 1 1 0 0,1 2-1 0 0,-39 19 0 0 0,-32 11-12 0 0,97-40-63 0 0,1 0 1 0 0,-1 0-1 0 0,0 0 0 0 0,0 0 1 0 0,0 1-1 0 0,0-2 0 0 0,1 1 1 0 0,-1 0-1 0 0,0 0 0 0 0,0 0 1 0 0,0 0-1 0 0,0 0 1 0 0,1-1-1 0 0,-1 1 0 0 0,0 0 1 0 0,0-1-1 0 0,1 1 0 0 0,-2-2 1 0 0,1 2-32 0 0,1 0 1 0 0,-1 0 0 0 0,1-1-1 0 0,0 1 1 0 0,-1 0 0 0 0,1 0 0 0 0,-1-1-1 0 0,1 1 1 0 0,-1 0 0 0 0,1 0-1 0 0,0 0 1 0 0,-1 0 0 0 0,1 0 0 0 0,-1 0-1 0 0,1 0 1 0 0,-1 0 0 0 0,1 0-1 0 0,-1 0 1 0 0,1 0 0 0 0,-1 0-1 0 0,1 0 1 0 0,-1 0 0 0 0,0 0 0 0 0,-5-1-492 0 0,5 0 527 0 0,-4-3-9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0.4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66 0 1376 0 0,'-1'22'3000'0'0,"-8"39"-1"0"0,0 17-148 0 0,8 164 3004 0 0,8 0-3896 0 0,-4 299-714 0 0,-7-494-409 0 0,-3 0 0 0 0,-15 59-1 0 0,13-69-612 0 0,9-34-218 0 0,-4 9 14 0 0,1 1 0 0 0,1-1 0 0 0,0 1 1 0 0,1-1-1 0 0,0 1 0 0 0,1 0 0 0 0,2 23 0 0 0,0-32-1502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2.99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90 148 920 0 0,'-4'3'311'0'0,"-1"1"1"0"0,1 0-1 0 0,0-1 0 0 0,1 1 1 0 0,-6 7-1 0 0,-4 4 319 0 0,-2-2-2 0 0,11-9-212 0 0,-1 0 1 0 0,0 0 0 0 0,1 0-1 0 0,0 1 1 0 0,-7 9-1 0 0,50-24 8458 0 0,-30 9-8296 0 0,138-27 2655 0 0,159-26-1314 0 0,-75 19-1028 0 0,162-17-266 0 0,-174 45-503 0 0,-67 4-27 0 0,-25-3 205 0 0,153-29 0 0 0,-263 32-295 0 0,-1 0-1 0 0,1 2 0 0 0,-1 0 0 0 0,1 0 0 0 0,0 2 0 0 0,-1 0 0 0 0,1 1 1 0 0,0 0-1 0 0,-1 2 0 0 0,0 0 0 0 0,0 1 0 0 0,0 0 0 0 0,-1 1 0 0 0,1 1 1 0 0,-1 0-1 0 0,-1 2 0 0 0,16 10 0 0 0,-19-13-2713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3.6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23 47 3225 0 0,'-1'1'410'0'0,"-1"1"0"0"0,1-1 0 0 0,0 1 0 0 0,-1-1 0 0 0,1 1 1 0 0,0 0-1 0 0,0-1 0 0 0,0 1 0 0 0,0 0 0 0 0,0 0 0 0 0,0 0 1 0 0,1 0-1 0 0,-1-1 0 0 0,1 1 0 0 0,-1 0 0 0 0,1 0 0 0 0,0 0 1 0 0,0 0-1 0 0,-1 1 0 0 0,1-1 0 0 0,1 0 0 0 0,-1 0 0 0 0,0 0 1 0 0,1 0-1 0 0,-1 0 0 0 0,1 0 0 0 0,0 3 0 0 0,3 2 257 0 0,0-1 0 0 0,0 1 0 0 0,1 0 0 0 0,0-1 0 0 0,10 10 0 0 0,7 11 1522 0 0,-35-90-2381 0 0,8 49 36 0 0,-1 0-1 0 0,0 1 0 0 0,-1-1 0 0 0,-17-23 0 0 0,24 37 148 0 0,0 0 0 0 0,0 0 0 0 0,0 0-1 0 0,0-1 1 0 0,0 1 0 0 0,0 0 0 0 0,0 0-1 0 0,0 0 1 0 0,0 0 0 0 0,0 0 0 0 0,0 0 0 0 0,-1 0-1 0 0,1-1 1 0 0,0 1 0 0 0,0 0 0 0 0,0 0 0 0 0,0 0-1 0 0,0 0 1 0 0,0 0 0 0 0,0 0 0 0 0,-1 0-1 0 0,1 0 1 0 0,0 0 0 0 0,0 0 0 0 0,0 0 0 0 0,0 0-1 0 0,0 0 1 0 0,0 0 0 0 0,-1 0 0 0 0,1 0-1 0 0,0 0 1 0 0,0 0 0 0 0,0 0 0 0 0,0 0 0 0 0,0 0-1 0 0,-1 0 1 0 0,1 0 0 0 0,0 0 0 0 0,0 0-1 0 0,0 0 1 0 0,0 0 0 0 0,0 0 0 0 0,0 0 0 0 0,-1 0-1 0 0,1 0 1 0 0,0 0 0 0 0,0 0 0 0 0,0 0-1 0 0,0 1 1 0 0,0-1 0 0 0,0 0 0 0 0,0 0 0 0 0,0 0-1 0 0,0 0 1 0 0,0 0 0 0 0,-1 0 0 0 0,1 0-1 0 0,0 1 1 0 0,0-1 0 0 0,0 0 0 0 0,0 0 0 0 0,-1 15-372 0 0,3 17-339 0 0,0-20 478 0 0,0-1 1 0 0,1 0 0 0 0,1 0-1 0 0,5 12 1 0 0,-9-20 269 0 0,1-1 0 0 0,0 0 0 0 0,0 0 0 0 0,0 0 1 0 0,0 0-1 0 0,0 0 0 0 0,1 0 0 0 0,-1 0 0 0 0,0-1 0 0 0,1 1 1 0 0,-1 0-1 0 0,1-1 0 0 0,0 1 0 0 0,0-1 0 0 0,-1 0 0 0 0,1 1 0 0 0,0-1 1 0 0,0 0-1 0 0,0 0 0 0 0,0 0 0 0 0,1 0 0 0 0,-1-1 0 0 0,0 1 0 0 0,0-1 1 0 0,0 1-1 0 0,1-1 0 0 0,-1 0 0 0 0,4 1 0 0 0,-4-2 82 0 0,0 0-1 0 0,-1 0 1 0 0,1 0-1 0 0,-1 0 1 0 0,1 0-1 0 0,-1 0 1 0 0,1 0-1 0 0,-1-1 1 0 0,0 1-1 0 0,0 0 1 0 0,1-1-1 0 0,-1 1 1 0 0,0-1-1 0 0,0 0 1 0 0,0 1-1 0 0,-1-1 1 0 0,1 0-1 0 0,0 1 1 0 0,-1-1-1 0 0,1 0 1 0 0,-1 0-1 0 0,1 1 1 0 0,-1-1-1 0 0,0 0 1 0 0,0 0-1 0 0,0-3 1 0 0,1-3 43 0 0,-1 1 0 0 0,0-1-1 0 0,0 0 1 0 0,-1 0 0 0 0,-2-9 0 0 0,1 11-127 0 0,0 0 0 0 0,-1 0-1 0 0,1 0 1 0 0,-2 0 0 0 0,1 1 0 0 0,0-1-1 0 0,-6-5 1 0 0,8 9-26 0 0,0 1-1 0 0,-1-1 1 0 0,1 0 0 0 0,-1 0-1 0 0,0 1 1 0 0,1-1 0 0 0,-1 0-1 0 0,0 1 1 0 0,0 0-1 0 0,0-1 1 0 0,0 1 0 0 0,0 0-1 0 0,0 0 1 0 0,0 0 0 0 0,0 1-1 0 0,-1-1 1 0 0,1 0 0 0 0,0 1-1 0 0,-1-1 1 0 0,1 1-1 0 0,0 0 1 0 0,-5 0 0 0 0,6 1-7 0 0,0-1 1 0 0,0 1-1 0 0,0 0 1 0 0,0 0-1 0 0,0 0 0 0 0,0 0 1 0 0,0-1-1 0 0,0 1 1 0 0,1 1-1 0 0,-1-1 1 0 0,0 0-1 0 0,1 0 1 0 0,-1 0-1 0 0,1 0 1 0 0,-1 0-1 0 0,1 0 1 0 0,-1 1-1 0 0,1-1 0 0 0,0 0 1 0 0,0 0-1 0 0,-1 1 1 0 0,1-1-1 0 0,0 0 1 0 0,0 1-1 0 0,0-1 1 0 0,1 0-1 0 0,-1 0 1 0 0,0 1-1 0 0,0-1 1 0 0,1 0-1 0 0,0 2 1 0 0,11 40-377 0 0,-11-41 415 0 0,0 0-1 0 0,1 0 1 0 0,-1 1 0 0 0,1-1 0 0 0,0 0 0 0 0,0 0 0 0 0,0-1 0 0 0,0 1 0 0 0,0 0 0 0 0,0-1 0 0 0,0 1 0 0 0,3 0 0 0 0,-4-1-95 0 0,-1-1 1 0 0,1 0-1 0 0,0 1 1 0 0,-1-1-1 0 0,1 0 1 0 0,0 1-1 0 0,-1-1 1 0 0,1 0-1 0 0,0 0 1 0 0,0 0-1 0 0,-1 0 1 0 0,1 0-1 0 0,0 0 1 0 0,0 0-1 0 0,-1 0 0 0 0,1 0 1 0 0,0 0-1 0 0,0 0 1 0 0,-1-1-1 0 0,1 1 1 0 0,0 0-1 0 0,-1 0 1 0 0,2-1-1 0 0,4-13-4875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4.71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30 1 10594 0 0,'-24'528'10442'0'0,"22"-506"-10463"0"0,1-11-22 0 0,-1-1-1 0 0,2 1 0 0 0,-1-1 1 0 0,1 1-1 0 0,1-1 1 0 0,0 1-1 0 0,1 0 0 0 0,0-1 1 0 0,6 19-1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0 110 8290 0 0,'6'-11'917'0'0,"0"-1"0"0"0,0 1 1 0 0,1 1-1 0 0,0-1 1 0 0,1 1-1 0 0,13-13 0 0 0,-19 21-715 0 0,0 0 1 0 0,1 0-1 0 0,-1 0 0 0 0,1 0 0 0 0,0 1 0 0 0,-1-1 1 0 0,1 1-1 0 0,0-1 0 0 0,0 1 0 0 0,0 0 0 0 0,0 0 1 0 0,0 0-1 0 0,0 1 0 0 0,1-1 0 0 0,-1 1 0 0 0,0 0 0 0 0,0 0 1 0 0,0 0-1 0 0,0 0 0 0 0,1 0 0 0 0,-1 1 0 0 0,0-1 1 0 0,0 1-1 0 0,0 0 0 0 0,0 0 0 0 0,0 0 0 0 0,0 0 1 0 0,0 1-1 0 0,0-1 0 0 0,4 4 0 0 0,10 7-101 0 0,0 1 0 0 0,-1 0 0 0 0,-1 2 0 0 0,0-1 0 0 0,-1 2 0 0 0,-1 0 0 0 0,20 31 0 0 0,66 137 886 0 0,-49-82-772 0 0,-49-101-215 0 0,26 40 33 0 0,-26-39-117 0 0,0-1 0 0 0,0 0 0 0 0,0 0 1 0 0,0 1-1 0 0,1-1 0 0 0,-1 0 0 0 0,0 0 0 0 0,1 0 1 0 0,-1-1-1 0 0,0 1 0 0 0,1 0 0 0 0,-1-1 0 0 0,1 1 1 0 0,0 0-1 0 0,-1-1 0 0 0,1 0 0 0 0,-1 1 0 0 0,1-1 1 0 0,0 0-1 0 0,-1 0 0 0 0,1 0 0 0 0,0 0 0 0 0,-1 0 1 0 0,1 0-1 0 0,-1 0 0 0 0,4-1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5.2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0 136 3225 0 0,'19'-18'3118'0'0,"1"1"-1013"0"0,65-45 3986 0 0,-76 56-5887 0 0,0 1 0 0 0,1 0 0 0 0,-1 1-1 0 0,1 0 1 0 0,0 0 0 0 0,0 1 0 0 0,19-4 0 0 0,-26 7-551 0 0,0 0 0 0 0,0 0-1 0 0,0 0 1 0 0,0 0 0 0 0,0 0-1 0 0,0 1 1 0 0,0-1 0 0 0,0 1 0 0 0,0 0-1 0 0,0-1 1 0 0,0 1 0 0 0,0 1 0 0 0,-1-1-1 0 0,1 0 1 0 0,0 1 0 0 0,-1 0-1 0 0,1-1 1 0 0,-1 1 0 0 0,3 3 0 0 0,4 9-2117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5.8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32 26 9674 0 0,'-31'-26'11178'0'0,"39"47"-9463"0"0,10 24-1560 0 0,-2 2-1 0 0,-2 0 0 0 0,-2 0 1 0 0,-3 1-1 0 0,5 54 0 0 0,-12-85-681 0 0,-1 0 0 0 0,-1 0 0 0 0,-3 27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6.2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0 232 3225 0 0,'5'-20'1113'0'0,"0"0"1"0"0,2 1-1 0 0,16-36 1 0 0,-17 43-172 0 0,0 1 1 0 0,0 0-1 0 0,2 0 0 0 0,-1 1 1 0 0,1 0-1 0 0,1 0 1 0 0,13-12-1 0 0,-19 20-702 0 0,-1 0 1 0 0,1 0-1 0 0,0 0 1 0 0,-1 0-1 0 0,1 0 1 0 0,0 1-1 0 0,0-1 0 0 0,0 1 1 0 0,0 0-1 0 0,1 0 1 0 0,-1 0-1 0 0,0 1 1 0 0,0-1-1 0 0,1 1 1 0 0,-1-1-1 0 0,0 1 0 0 0,1 0 1 0 0,-1 1-1 0 0,0-1 1 0 0,6 1-1 0 0,-6 1-161 0 0,-1-1 0 0 0,1 0 0 0 0,0 1 0 0 0,-1-1 0 0 0,1 1 0 0 0,-1 0-1 0 0,0-1 1 0 0,0 1 0 0 0,0 0 0 0 0,1 1 0 0 0,-2-1 0 0 0,1 0 0 0 0,0 1 0 0 0,0-1 0 0 0,-1 1 0 0 0,1-1-1 0 0,-1 1 1 0 0,0 0 0 0 0,0-1 0 0 0,0 1 0 0 0,0 0 0 0 0,-1 0 0 0 0,2 4 0 0 0,1 16-29 0 0,-1 0 0 0 0,-1 1-1 0 0,-3 31 1 0 0,2 32 43 0 0,0-86-94 0 0,0-1-1 0 0,-1 1 1 0 0,1 0 0 0 0,0-1 0 0 0,0 1-1 0 0,0-1 1 0 0,0 1 0 0 0,0-1 0 0 0,0 1 0 0 0,0 0-1 0 0,1-1 1 0 0,-1 1 0 0 0,0-1 0 0 0,0 1 0 0 0,0-1-1 0 0,0 1 1 0 0,1-1 0 0 0,-1 1 0 0 0,0-1-1 0 0,1 1 1 0 0,-1-1 0 0 0,0 1 0 0 0,1-1 0 0 0,-1 0-1 0 0,0 1 1 0 0,1-1 0 0 0,-1 1 0 0 0,1-1 0 0 0,-1 0-1 0 0,1 0 1 0 0,-1 1 0 0 0,1-1 0 0 0,-1 0-1 0 0,1 0 1 0 0,-1 1 0 0 0,1-1 0 0 0,-1 0 0 0 0,1 0-1 0 0,0 0 1 0 0,-1 0 0 0 0,1 0 0 0 0,-1 0-1 0 0,1 0 1 0 0,-1 0 0 0 0,1 0 0 0 0,-1 0 0 0 0,1 0-1 0 0,0 0 1 0 0,-1 0 0 0 0,1-1 0 0 0,-1 1 0 0 0,1 0-1 0 0,-1 0 1 0 0,1-1 0 0 0,-1 1 0 0 0,1 0-1 0 0,-1-1 1 0 0,1 1 0 0 0,-1 0 0 0 0,0-1 0 0 0,1 1-1 0 0,0-1 1 0 0,35-34-146 0 0,-23 21 84 0 0,-6 9 41 0 0,-1 0 0 0 0,1 0 0 0 0,0 1 0 0 0,0 0 0 0 0,0 0 0 0 0,0 1 0 0 0,10-3 0 0 0,-13 4 15 0 0,0 1 0 0 0,1 0 0 0 0,-1 0 0 0 0,0 1 0 0 0,0-1 0 0 0,0 1 0 0 0,1 0 0 0 0,-1 0-1 0 0,0 0 1 0 0,0 1 0 0 0,1-1 0 0 0,-1 1 0 0 0,0 0 0 0 0,0 1 0 0 0,6 1 0 0 0,-9-2 10 0 0,1 0 0 0 0,-1 1 0 0 0,1-1 1 0 0,-1 0-1 0 0,0 1 0 0 0,0-1 1 0 0,1 0-1 0 0,-1 1 0 0 0,0 0 0 0 0,0-1 1 0 0,-1 1-1 0 0,1 0 0 0 0,0-1 0 0 0,0 1 1 0 0,-1 0-1 0 0,1 0 0 0 0,-1 0 0 0 0,1-1 1 0 0,-1 1-1 0 0,0 0 0 0 0,0 0 1 0 0,0 0-1 0 0,0 0 0 0 0,0 0 0 0 0,0 0 1 0 0,-2 3-1 0 0,0 7 45 0 0,0 0 0 0 0,-9 23 1 0 0,7-25-26 0 0,-8 24 67 0 0,-2 0 1 0 0,-27 47 0 0 0,5-21-6259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7.5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0 12931 0 0,'-6'1'2719'0'0,"6"-1"-2657"0"0,0 0 0 0 0,0 0 0 0 0,0 1 0 0 0,0-1-1 0 0,0 0 1 0 0,0 0 0 0 0,0 0 0 0 0,0 0 0 0 0,0 1-1 0 0,0-1 1 0 0,0 0 0 0 0,0 0 0 0 0,0 0 0 0 0,0 1 0 0 0,4 15 1857 0 0,9 17-592 0 0,26 40 27 0 0,30 67-303 0 0,-39-56-504 0 0,-15-42-1629 0 0,0-1-4402 0 0,-2-10-1476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7.82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6913 0 0,'3'18'6906'0'0,"5"3"-3362"0"0,29 41-1794 0 0,-29-48-821 0 0,113 198 1418 0 0,-115-201-2710 0 0,0-1 0 0 0,0 0 0 0 0,0 0 0 0 0,1-1 0 0 0,13 14 0 0 0,-13-18-1308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8.09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103 6 6913 0 0,'-2'-5'2526'0'0,"1"5"-2456"0"0,1 0 1 0 0,0 0-1 0 0,0 0 0 0 0,0 0 0 0 0,0 0 0 0 0,-1 0 0 0 0,1-1 1 0 0,0 1-1 0 0,0 0 0 0 0,0 0 0 0 0,-1 0 0 0 0,-8 7 1846 0 0,-7 12-86 0 0,2 13-989 0 0,1 0 0 0 0,1 1 0 0 0,2 1 0 0 0,-8 48 0 0 0,16-75-657 0 0,1-1 0 0 0,0 1 0 0 0,0-1 0 0 0,1 1 0 0 0,0 0-1 0 0,0-1 1 0 0,1 8 0 0 0,0-13-120 0 0,-1 0 0 0 0,0 1 0 0 0,0-1 0 0 0,1 0 0 0 0,-1 0 0 0 0,1 0 0 0 0,-1 0 0 0 0,1 0 0 0 0,-1 0 0 0 0,1-1 0 0 0,0 1 0 0 0,-1 0 0 0 0,1 0 0 0 0,0 0-1 0 0,0 0 1 0 0,0-1 0 0 0,0 1 0 0 0,-1 0 0 0 0,3 0 0 0 0,-2-1-2 0 0,1 1 0 0 0,0-1 0 0 0,-1 0 0 0 0,1 1 0 0 0,0-1-1 0 0,0 0 1 0 0,-1 0 0 0 0,1 0 0 0 0,0-1 0 0 0,-1 1 0 0 0,1 0 0 0 0,0-1 0 0 0,0 1-1 0 0,-1-1 1 0 0,1 1 0 0 0,2-2 0 0 0,79-41 1053 0 0,-14 7-1951 0 0,-19 17-4976 0 0,-32 15-1287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8.8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 65 5985 0 0,'-4'-7'1350'0'0,"1"0"-1"0"0,-1-1 0 0 0,1 0 0 0 0,1 1 1 0 0,0-1-1 0 0,4-12 5202 0 0,6 34-5758 0 0,0 11-610 0 0,-1 1 1 0 0,-2 1-1 0 0,0-1 1 0 0,-2 1-1 0 0,-1 0 0 0 0,-1 33 1 0 0,0-20-192 0 0,9 67 0 0 0,-9-103 13 0 0,-1 0 0 0 0,1-1 0 0 0,0 1 0 0 0,0 0 0 0 0,0-1 0 0 0,1 1 0 0 0,0-1 0 0 0,-1 1 0 0 0,1-1 0 0 0,0 0 0 0 0,0 1 0 0 0,1-1 0 0 0,-1 0 0 0 0,1-1 0 0 0,-1 1 0 0 0,1 0 0 0 0,0-1 0 0 0,0 0 0 0 0,5 4 0 0 0,-2-4 3 0 0,-1 0 1 0 0,1 0-1 0 0,0 0 0 0 0,0-1 1 0 0,0 0-1 0 0,1 0 0 0 0,-1 0 1 0 0,0-1-1 0 0,0 0 0 0 0,0 0 1 0 0,8-2-1 0 0,4 1-308 0 0,0-1 1 0 0,0-1-1 0 0,-1 0 1 0 0,0-2-1 0 0,1 0 1 0 0,-2-1-1 0 0,1 0 1 0 0,-1-1-1 0 0,0-1 1 0 0,0-1-1 0 0,19-14 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9.14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 0 7370 0 0,'-11'11'681'0'0,"4"5"4848"0"0,8 2 187 0 0,3-2-4701 0 0,30 152 2130 0 0,-21-97-3820 0 0,38 122-1 0 0,-45-175-401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9.4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 14 4609 0 0,'-12'-13'12326'0'0,"22"38"-6320"0"0,-2-5-6405 0 0,22 72 908 0 0,59 150-216 0 0,-81-226-423 0 0,-1 1-497 0 0,1-2-1 0 0,0 1 1 0 0,15 20-1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9.70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79 0 5985 0 0,'-20'46'1886'0'0,"-24"83"0"0"0,42-121-1868 0 0,-1 1 533 0 0,1 0 0 0 0,-1 0 0 0 0,2 0-1 0 0,-1 0 1 0 0,1 16 0 0 0,1-23-403 0 0,0 0 0 0 0,0 0 0 0 0,1-1 0 0 0,-1 1 0 0 0,1 0 0 0 0,-1 0 0 0 0,1-1 0 0 0,0 1 0 0 0,-1 0 0 0 0,1-1 0 0 0,0 1 0 0 0,0 0 0 0 0,0-1 0 0 0,0 1 0 0 0,1-1 0 0 0,-1 0 0 0 0,0 1 0 0 0,1-1 0 0 0,-1 0 0 0 0,0 0 0 0 0,1 0 0 0 0,0 0 0 0 0,-1 0 0 0 0,1 0 0 0 0,-1 0 0 0 0,1-1 0 0 0,0 1 0 0 0,0-1 0 0 0,0 1 0 0 0,-1-1 0 0 0,1 1 0 0 0,0-1 0 0 0,0 0 0 0 0,2 0 0 0 0,7 0 226 0 0,0 0 0 0 0,0 0 0 0 0,0-1 0 0 0,0-1 0 0 0,0 1 0 0 0,18-7 0 0 0,62-27-351 0 0,-89 34-48 0 0,18-7-191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7.7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 14 10594 0 0,'-4'-13'1892'0'0,"10"22"88"0"0,9 23 102 0 0,4 34-611 0 0,-3 1 1 0 0,14 135-1 0 0,-24-153-1286 0 0,13 153 535 0 0,11 71-3844 0 0,-26-246-3712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8.41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88 15 4145 0 0,'1'-1'82'0'0,"0"0"0"0"0,0-1 0 0 0,0 1 0 0 0,1 0 1 0 0,-1 0-1 0 0,1 0 0 0 0,-1 0 0 0 0,1 0 0 0 0,-1 0 0 0 0,1 0 0 0 0,-1 0 1 0 0,1 1-1 0 0,0-1 0 0 0,1 0 0 0 0,-2 1 83 0 0,0 1 1 0 0,0-1-1 0 0,-1 1 0 0 0,1-1 1 0 0,0 1-1 0 0,0-1 1 0 0,-1 1-1 0 0,1 0 0 0 0,-1-1 1 0 0,1 1-1 0 0,-1 0 0 0 0,1-1 1 0 0,-1 1-1 0 0,1 0 1 0 0,-1 0-1 0 0,0-1 0 0 0,1 1 1 0 0,-1 0-1 0 0,0 0 0 0 0,0 0 1 0 0,1 0-1 0 0,-1-1 1 0 0,0 1-1 0 0,0 0 0 0 0,0 0 1 0 0,0 0-1 0 0,0 0 0 0 0,0 0 1 0 0,0 0-1 0 0,-1-1 1 0 0,1 1-1 0 0,0 1 0 0 0,-1 2-195 0 0,0-1-1 0 0,0 1 0 0 0,0 0 1 0 0,-1-1-1 0 0,1 1 0 0 0,-1-1 0 0 0,0 0 1 0 0,0 0-1 0 0,0 1 0 0 0,0-1 1 0 0,-1 0-1 0 0,1-1 0 0 0,-1 1 0 0 0,0 0 1 0 0,1-1-1 0 0,-1 0 0 0 0,-5 4 1 0 0,-1 0-250 0 0,-1 1 0 0 0,1-2 0 0 0,-1 1 0 0 0,-19 6 0 0 0,16-9 3292 0 0,20-9 8 0 0,21-10-900 0 0,-12 11-1647 0 0,1 0-1 0 0,0 1 0 0 0,0 1 0 0 0,0 1 1 0 0,0 0-1 0 0,30 1 0 0 0,-23 2-304 0 0,1 1 0 0 0,-1 1 0 0 0,0 2 0 0 0,28 8 1 0 0,-46-12-168 0 0,1 1 1 0 0,-1 0-1 0 0,0 1 1 0 0,0-1 0 0 0,-1 1-1 0 0,1 1 1 0 0,-1-1 0 0 0,1 1-1 0 0,-1 0 1 0 0,0 0 0 0 0,0 0-1 0 0,-1 1 1 0 0,1-1-1 0 0,-1 1 1 0 0,0 0 0 0 0,0 1-1 0 0,-1-1 1 0 0,1 1 0 0 0,-1-1-1 0 0,0 1 1 0 0,-1 0 0 0 0,0 0-1 0 0,0 1 1 0 0,0-1 0 0 0,0 0-1 0 0,-1 0 1 0 0,0 1-1 0 0,-1-1 1 0 0,1 1 0 0 0,-1-1-1 0 0,0 1 1 0 0,-1-1 0 0 0,0 1-1 0 0,0-1 1 0 0,0 0 0 0 0,-1 1-1 0 0,0-1 1 0 0,-2 7 0 0 0,-6 9-36 0 0,0 1 0 0 0,-1-1 1 0 0,-2-1-1 0 0,0 0 1 0 0,-1-1-1 0 0,-1-1 0 0 0,-1 0 1 0 0,0 0-1 0 0,-28 22 0 0 0,22-28 693 0 0,23-13-275 0 0,10-4-240 0 0,43-18 10 0 0,-31 12-55 0 0,1 1 0 0 0,1 1 0 0 0,28-6 0 0 0,-46 14-363 0 0,1 0 0 0 0,0 0 0 0 0,-1 1 0 0 0,1 0 0 0 0,-1 1 0 0 0,1 0 0 0 0,-1 0 0 0 0,0 0 0 0 0,0 1 0 0 0,0 0 0 0 0,12 7 0 0 0,35 12-3684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8.7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 0 5985 0 0,'-2'14'13975'0'0,"-13"110"-11293"0"0,7-68-2906 0 0,2 0-1 0 0,2 1 0 0 0,5 70 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8.95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52 1840 0 0,'1'-4'1116'0'0,"0"0"0"0"0,0 0 0 0 0,1 1 0 0 0,-1-1 0 0 0,1 0 0 0 0,0 1 0 0 0,0-1 0 0 0,0 1 0 0 0,0-1 0 0 0,3-3 0 0 0,-4 7-791 0 0,0-1 1 0 0,0 0-1 0 0,0 0 0 0 0,0 1 0 0 0,0-1 0 0 0,0 0 0 0 0,1 1 1 0 0,-1-1-1 0 0,0 1 0 0 0,0-1 0 0 0,0 1 0 0 0,0 0 0 0 0,1 0 0 0 0,-1-1 1 0 0,0 1-1 0 0,0 0 0 0 0,1 0 0 0 0,1 0 0 0 0,18 8 456 0 0,-4 4-498 0 0,0 1 1 0 0,-1 0-1 0 0,-1 1 0 0 0,0 0 1 0 0,24 31-1 0 0,-7-2-411 0 0,27 49 0 0 0,-38-53-3335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1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0 112 6913 0 0,'0'-2'197'0'0,"0"0"0"0"0,0-1-1 0 0,0 1 1 0 0,1 0-1 0 0,-1-1 1 0 0,0 1-1 0 0,1 0 1 0 0,0-1 0 0 0,-1 1-1 0 0,1 0 1 0 0,0 0-1 0 0,0 0 1 0 0,0 0-1 0 0,0 0 1 0 0,1 0 0 0 0,-1 0-1 0 0,1 0 1 0 0,-1 0-1 0 0,1 0 1 0 0,-1 1-1 0 0,1-1 1 0 0,0 1-1 0 0,0-1 1 0 0,3-1 0 0 0,7-6 730 0 0,1 2 0 0 0,21-12 0 0 0,-28 16-1036 0 0,34-13-236 0 0,-28 10 345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36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10594 0 0,'6'12'9338'0'0,"12"47"-8140"0"0,-2 1-1 0 0,15 108 1 0 0,-30-148-1839 0 0,-1-14-394 0 0,1 1 1 0 0,-1-1-1 0 0,1 0 1 0 0,1 0-1 0 0,2 9 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7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26 5985 0 0,'1'-2'102'0'0,"0"1"-1"0"0,0-1 0 0 0,1 0 1 0 0,-1 1-1 0 0,0-1 1 0 0,1 1-1 0 0,-1-1 0 0 0,1 1 1 0 0,-1 0-1 0 0,1-1 1 0 0,0 1-1 0 0,-1 0 1 0 0,1 0-1 0 0,0 0 0 0 0,0 0 1 0 0,0 1-1 0 0,0-1 1 0 0,0 0-1 0 0,0 1 0 0 0,0 0 1 0 0,0-1-1 0 0,4 1 1 0 0,-3 0 252 0 0,0 1 0 0 0,0 0 0 0 0,0-1 0 0 0,0 1 1 0 0,0 1-1 0 0,0-1 0 0 0,-1 0 0 0 0,1 1 1 0 0,0-1-1 0 0,-1 1 0 0 0,1 0 0 0 0,-1 0 1 0 0,5 4-1 0 0,-1-1 297 0 0,-1 2 0 0 0,1-1-1 0 0,-1 1 1 0 0,-1 0 0 0 0,1 0 0 0 0,-1 0 0 0 0,0 0 0 0 0,-1 1 0 0 0,1 0 0 0 0,3 14-1 0 0,-5 42-709 0 0,1 6-54 0 0,-3-66 107 0 0,1 1 0 0 0,0-1 0 0 0,0 1 0 0 0,0 0-1 0 0,1-1 1 0 0,0 0 0 0 0,0 1 0 0 0,0-1 0 0 0,0 0 0 0 0,0 0 0 0 0,5 5 0 0 0,-2-4 2 0 0,1-1 0 0 0,-1 1 0 0 0,1-1 0 0 0,0-1 0 0 0,0 1 0 0 0,1-1 0 0 0,-1 0 0 0 0,1 0 0 0 0,-1-1 0 0 0,12 3 0 0 0,-11-4 1 0 0,-1 1 1 0 0,0 0 0 0 0,0 0-1 0 0,0 0 1 0 0,0 1 0 0 0,0 0-1 0 0,0 0 1 0 0,-1 1 0 0 0,1-1-1 0 0,-1 1 1 0 0,0 0 0 0 0,5 6-1 0 0,-9-7 20 0 0,1-1-1 0 0,-1 1 0 0 0,0 1 0 0 0,0-1 1 0 0,0 0-1 0 0,0 0 0 0 0,-1 0 0 0 0,1 0 0 0 0,-1 1 1 0 0,0-1-1 0 0,0 0 0 0 0,0 1 0 0 0,0-1 1 0 0,0 0-1 0 0,-1 0 0 0 0,0 1 0 0 0,1-1 1 0 0,-1 0-1 0 0,0 0 0 0 0,-1 0 0 0 0,1 0 1 0 0,-1 0-1 0 0,1 0 0 0 0,-3 3 0 0 0,-5 8-421 0 0,0 1-1 0 0,-1-1 1 0 0,-13 14-1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9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3225 0 0,'14'6'8305'0'0,"-7"-3"-7159"0"0,13 3-2180 0 0,-17-6 1034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50.1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85 4609 0 0,'8'0'1166'0'0,"1"-1"0"0"0,-1 0 0 0 0,0 0 0 0 0,1-1 1 0 0,-1 0-1 0 0,0-1 0 0 0,9-3 0 0 0,52-30 1160 0 0,-23 10-4339 0 0,-33 20-3148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50.49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40 8754 0 0,'10'-6'1144'0'0,"1"0"0"0"0,-1 0 0 0 0,1 1 0 0 0,0 1 0 0 0,22-7 0 0 0,-30 11-992 0 0,-1-1-1 0 0,1 1 0 0 0,0 0 1 0 0,0-1-1 0 0,-1 1 0 0 0,1 0 0 0 0,0 1 1 0 0,-1-1-1 0 0,1 0 0 0 0,0 1 0 0 0,-1-1 1 0 0,1 1-1 0 0,-1 0 0 0 0,1 0 0 0 0,-1 0 1 0 0,1 0-1 0 0,-1 1 0 0 0,0-1 1 0 0,1 1-1 0 0,-1-1 0 0 0,0 1 0 0 0,0 0 1 0 0,0 0-1 0 0,0 0 0 0 0,0 0 0 0 0,-1 0 1 0 0,1 0-1 0 0,-1 0 0 0 0,1 0 1 0 0,-1 1-1 0 0,2 4 0 0 0,2 5 23 0 0,0 0-1 0 0,-1 1 1 0 0,-1 0 0 0 0,0 0 0 0 0,-1 0-1 0 0,1 15 1 0 0,-3 81 146 0 0,-1-83-304 0 0,0-1 0 0 0,2 1 0 0 0,0 0-1 0 0,8 37 1 0 0,-8-61-8 0 0,0 1 0 0 0,-1 0 0 0 0,1-1 0 0 0,0 1 0 0 0,0-1 0 0 0,0 1 0 0 0,1-1-1 0 0,-1 1 1 0 0,1-1 0 0 0,-1 0 0 0 0,1 0 0 0 0,0 0 0 0 0,0 0 0 0 0,0 0 0 0 0,0 0 0 0 0,0 0 0 0 0,0-1 0 0 0,0 1 0 0 0,1-1 0 0 0,-1 1-1 0 0,1-1 1 0 0,-1 0 0 0 0,1 0 0 0 0,3 1 0 0 0,3 0-474 0 0,-1-1 0 0 0,0-1 0 0 0,0 0 0 0 0,1 0 0 0 0,-1 0 0 0 0,16-4-1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50.6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11979 0 0,'2'16'528'0'0,"-1"-8"112"0"0,1 1-512 0 0,-1-4-128 0 0,2-2 0 0 0,-2-2 0 0 0,0 2 264 0 0,4-2 24 0 0,3 1 8 0 0,0-5 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8.6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46 17 13363 0 0,'-13'-10'264'0'0,"2"3"4597"0"0,10 26-1810 0 0,8 80-3191 0 0,-4 0 0 0 0,-4-1 0 0 0,-20 138 0 0 0,17-209-4977 0 0,0 0-1703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8.9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62 6913 0 0,'2'-4'318'0'0,"0"0"0"0"0,0 0 0 0 0,0 0 0 0 0,0 1 0 0 0,1-1 0 0 0,-1 1-1 0 0,1 0 1 0 0,0 0 0 0 0,0 0 0 0 0,1 0 0 0 0,-1 0 0 0 0,0 0 0 0 0,1 1-1 0 0,0 0 1 0 0,-1 0 0 0 0,1 0 0 0 0,0 0 0 0 0,0 1 0 0 0,0-1 0 0 0,0 1-1 0 0,1 0 1 0 0,-1 0 0 0 0,0 0 0 0 0,0 1 0 0 0,1 0 0 0 0,-1-1 0 0 0,0 2-1 0 0,0-1 1 0 0,1 0 0 0 0,-1 1 0 0 0,0 0 0 0 0,0 0 0 0 0,1 0 0 0 0,-1 0-1 0 0,0 1 1 0 0,0 0 0 0 0,-1 0 0 0 0,1 0 0 0 0,0 0 0 0 0,-1 0 0 0 0,1 1-1 0 0,-1-1 1 0 0,6 6 0 0 0,26 36 507 0 0,-1 1 0 0 0,30 53 0 0 0,-17-25-515 0 0,115 195-526 0 0,-152-254-303 0 0,0-3-145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9.1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46 7370 0 0,'40'-7'7488'0'0,"1"-8"-3475"0"0,-32 11-3880 0 0,0 0 0 0 0,1 1-1 0 0,-1 0 1 0 0,1 0-1 0 0,-1 1 1 0 0,1 0 0 0 0,18-1-1 0 0,-26 4-390 0 0,0-1-1 0 0,0 0 1 0 0,0 1-1 0 0,-1-1 1 0 0,1 1-1 0 0,0 0 1 0 0,0-1-1 0 0,0 1 1 0 0,-1 0-1 0 0,4 2 1 0 0,2 3-1228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1.73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84 0 2304 0 0,'-26'23'189'0'0,"19"-17"-387"0"0,0 2 0 0 0,0-1 1 0 0,1 1-1 0 0,0-1 1 0 0,-6 11-1 0 0,10-15 143 0 0,1 0 0 0 0,-1 0 1 0 0,1 0-1 0 0,-1 0 0 0 0,1 1 0 0 0,0-1 0 0 0,1 0 0 0 0,-1 1 0 0 0,0-1 0 0 0,1 0 0 0 0,0 1 0 0 0,0-1 0 0 0,0 1 1 0 0,0-1-1 0 0,0 0 0 0 0,1 1 0 0 0,-1-1 0 0 0,9 11 3884 0 0,-8-27 509 0 0,-1 13-4365 0 0,-5-39 4486 0 0,5 38-4131 0 0,0-1 0 0 0,0 1 0 0 0,-1-1 0 0 0,1 1 0 0 0,1-1 0 0 0,-1 0 0 0 0,0 1-1 0 0,0-1 1 0 0,0 1 0 0 0,1-1 0 0 0,-1 1 0 0 0,1-1 0 0 0,-1 1 0 0 0,1 0 0 0 0,0-1 0 0 0,0 1 0 0 0,-1 0 0 0 0,1-1 0 0 0,0 1 0 0 0,0 0 0 0 0,0 0 0 0 0,0 0 0 0 0,1-1 0 0 0,-1 1 0 0 0,0 1 0 0 0,2-2 0 0 0,-3 2-273 0 0,1 0 0 0 0,-1 0 0 0 0,1 0 0 0 0,-1 1 0 0 0,1-1 1 0 0,-1 0-1 0 0,1 1 0 0 0,-1-1 0 0 0,1 0 0 0 0,-1 1 0 0 0,1-1 1 0 0,-1 1-1 0 0,0-1 0 0 0,1 0 0 0 0,-1 1 0 0 0,0-1 0 0 0,1 1 0 0 0,-1-1 1 0 0,0 1-1 0 0,0-1 0 0 0,1 1 0 0 0,-1 0 0 0 0,0-1 0 0 0,0 1 1 0 0,0-1-1 0 0,0 1 0 0 0,0 0 0 0 0,5 19 40 0 0,7 65 138 0 0,-3 0 1 0 0,-3 1-1 0 0,-5 0 1 0 0,-3 0 0 0 0,-17 110-1 0 0,8-118-199 0 0,3 0 0 0 0,6 138 0 0 0,1-196-324 0 0,1 17-486 0 0,7-19-2563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2.44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1 3225 0 0,'-10'4'-368'0'0,"-25"12"6798"0"0,34-15-6235 0 0,1-1 0 0 0,-1 0-1 0 0,0 0 1 0 0,1 1 0 0 0,-1-1-1 0 0,0 0 1 0 0,1 1 0 0 0,-1-1-1 0 0,1 1 1 0 0,-1-1 0 0 0,1 1-1 0 0,-1-1 1 0 0,1 1 0 0 0,-1 0-1 0 0,1-1 1 0 0,-1 1 0 0 0,1-1-1 0 0,0 1 1 0 0,-1 0 0 0 0,1-1-1 0 0,0 1 1 0 0,0 0 0 0 0,0-1-1 0 0,-1 1 1 0 0,1 0 0 0 0,0 0 0 0 0,0-1-1 0 0,0 1 1 0 0,0 0 0 0 0,0 0-1 0 0,0-1 1 0 0,0 1 0 0 0,0 0-1 0 0,1-1 1 0 0,-1 1 0 0 0,0 0-1 0 0,0-1 1 0 0,1 1 0 0 0,0 1-1 0 0,0 0 11 0 0,1-1 0 0 0,0 1 0 0 0,0 0 0 0 0,0-1 0 0 0,0 0 0 0 0,0 1 0 0 0,0-1 0 0 0,0 0 0 0 0,0 0 0 0 0,1 0 0 0 0,-1 0 0 0 0,0-1 0 0 0,4 1 0 0 0,38 5 1126 0 0,-21-3-899 0 0,1 1-322 0 0,-1 1 0 0 0,23 9 0 0 0,-39-12-91 0 0,-1 1 1 0 0,1-1-1 0 0,-1 1 0 0 0,0 1 1 0 0,0-1-1 0 0,0 1 0 0 0,0 0 1 0 0,-1 1-1 0 0,0-1 0 0 0,1 1 0 0 0,6 8 1 0 0,-11-11-20 0 0,-1 0 0 0 0,1 0 0 0 0,0 0 0 0 0,-1 0 0 0 0,1 0 0 0 0,-1 0 0 0 0,0 0 0 0 0,0 0 0 0 0,1 0 0 0 0,-1 0 0 0 0,-1 0 0 0 0,1 0 0 0 0,0 0 0 0 0,0 0 0 0 0,-1 0 0 0 0,1 0 0 0 0,-1 0 0 0 0,0 0 0 0 0,1 0 0 0 0,-1 0 0 0 0,0 0 0 0 0,0 0 0 0 0,0-1 0 0 0,-3 4 0 0 0,-4 6 0 0 0,0 0 0 0 0,-15 16 0 0 0,16-20 0 0 0,-9 9 7 0 0,3-2 13 0 0,0 0 0 0 0,1 1 1 0 0,0 0-1 0 0,1 1 0 0 0,-9 18 0 0 0,20-33-19 0 0,-1 0 1 0 0,1-1-1 0 0,0 1 0 0 0,0 0 1 0 0,0 0-1 0 0,-1-1 1 0 0,1 1-1 0 0,0 0 1 0 0,0 0-1 0 0,0 0 0 0 0,0-1 1 0 0,0 1-1 0 0,0 0 1 0 0,1 0-1 0 0,-1 0 0 0 0,0-1 1 0 0,0 1-1 0 0,0 0 1 0 0,1 0-1 0 0,-1-1 1 0 0,0 1-1 0 0,1 0 0 0 0,-1-1 1 0 0,1 1-1 0 0,-1 0 1 0 0,1-1-1 0 0,-1 1 0 0 0,1-1 1 0 0,-1 1-1 0 0,1-1 1 0 0,0 1-1 0 0,-1-1 1 0 0,1 1-1 0 0,0-1 0 0 0,-1 1 1 0 0,1-1-1 0 0,0 0 1 0 0,0 0-1 0 0,-1 1 1 0 0,1-1-1 0 0,0 0 0 0 0,0 0 1 0 0,0 0-1 0 0,-1 0 1 0 0,1 0-1 0 0,0 0 0 0 0,0 0 1 0 0,0 0-1 0 0,50 1 110 0 0,-39-2-90 0 0,-1 1 4 0 0,0 1 0 0 0,0 0 0 0 0,0 0 0 0 0,0 1 0 0 0,16 5 0 0 0,-26-7-25 0 0,1 1 1 0 0,0-1-1 0 0,-1 1 0 0 0,1-1 0 0 0,-1 1 0 0 0,1 0 1 0 0,-1-1-1 0 0,1 1 0 0 0,-1 0 0 0 0,0 0 0 0 0,1 0 0 0 0,-1 0 1 0 0,0 0-1 0 0,0 0 0 0 0,0 0 0 0 0,1 1 0 0 0,-1-1 1 0 0,0 0-1 0 0,-1 1 0 0 0,1-1 0 0 0,0 0 0 0 0,0 1 0 0 0,-1-1 1 0 0,1 1-1 0 0,-1-1 0 0 0,1 1 0 0 0,-1 0 0 0 0,1-1 1 0 0,-1 1-1 0 0,0-1 0 0 0,0 1 0 0 0,0 0 0 0 0,0-1 0 0 0,0 1 1 0 0,0 0-1 0 0,-1-1 0 0 0,1 1 0 0 0,0-1 0 0 0,-1 1 1 0 0,1 0-1 0 0,-1-1 0 0 0,0 1 0 0 0,1-1 0 0 0,-1 0 0 0 0,0 1 1 0 0,-1 1-1 0 0,-10 15 0 0 0,-1-1 0 0 0,-17 19 0 0 0,20-26 0 0 0,1 0 0 0 0,0 1 0 0 0,1 0 0 0 0,0 0 0 0 0,1 1 0 0 0,0 0 0 0 0,1 0 0 0 0,-7 17 0 0 0,12-26 0 0 0,1-1 0 0 0,-1 0 1 0 0,1 1-1 0 0,-1-1 0 0 0,1 0 0 0 0,0 1 0 0 0,0-1 1 0 0,0 0-1 0 0,0 1 0 0 0,0-1 0 0 0,0 0 1 0 0,1 1-1 0 0,-1-1 0 0 0,1 0 0 0 0,0 0 1 0 0,0 1-1 0 0,0-1 0 0 0,0 0 0 0 0,0 0 0 0 0,0 0 1 0 0,0 0-1 0 0,1 0 0 0 0,-1 0 0 0 0,1 0 1 0 0,-1-1-1 0 0,1 1 0 0 0,3 2 0 0 0,4 2-29 0 0,0-2 0 0 0,0 1 0 0 0,0-1 0 0 0,0 0-1 0 0,16 3 1 0 0,-17-5-710 0 0,0 1 1 0 0,0 0-1 0 0,0 0 0 0 0,0 0 1 0 0,-1 1-1 0 0,12 8 0 0 0,-12-6-730 0 0,-5-4 1108 0 0,-1 0-1 0 0,0-1 0 0 0,1 0 1 0 0,-1 1-1 0 0,1-1 0 0 0,-1 0 1 0 0,1 1-1 0 0,-1-1 0 0 0,1 0 1 0 0,0 0-1 0 0,0-1 0 0 0,0 1 1 0 0,3 1-1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2.7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43 1 3681 0 0,'0'2'576'0'0,"0"1"1"0"0,0 0 0 0 0,0 0-1 0 0,1-1 1 0 0,-1 1 0 0 0,1 0-1 0 0,0 0 1 0 0,0-1 0 0 0,0 1-1 0 0,0-1 1 0 0,0 1 0 0 0,0-1-1 0 0,1 1 1 0 0,-1-1 0 0 0,1 0-1 0 0,0 1 1 0 0,0-1 0 0 0,-1 0-1 0 0,1 0 1 0 0,4 2 0 0 0,-3-1 135 0 0,0 1 0 0 0,0-1 0 0 0,0 1 1 0 0,0-1-1 0 0,0 1 0 0 0,-1 0 0 0 0,0 0 1 0 0,3 7-1 0 0,-3 3-504 0 0,0-1 0 0 0,-1 1-1 0 0,-1-1 1 0 0,0 1 0 0 0,-1-1 0 0 0,-1 1 0 0 0,0-1 0 0 0,-4 14 0 0 0,-2 19 133 0 0,-12 89 293 0 0,7-63-533 0 0,3 0 0 0 0,0 133-1 0 0,15-7 57 0 0,-7-153-185 0 0,-2-1 0 0 0,-12 63-1 0 0,14-99-213 0 0,-1 5-777 0 0,0-1 0 0 0,0 25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3.3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80 0 14283 0 0,'-2'32'4714'0'0,"-23"45"-2450"0"0,-13 49-887 0 0,34-107-1195 0 0,0 1 0 0 0,1 0 1 0 0,1-1-1 0 0,1 30 0 0 0,1-45-136 0 0,0 1 1 0 0,1-1-1 0 0,-1 0 0 0 0,1 0 1 0 0,0 1-1 0 0,1-1 0 0 0,-1 0 1 0 0,1 0-1 0 0,-1 0 0 0 0,1 0 1 0 0,1 0-1 0 0,-1 0 0 0 0,0-1 1 0 0,1 1-1 0 0,0-1 0 0 0,0 0 1 0 0,3 4-1 0 0,0-3-2 0 0,-1 0 0 0 0,1 0 1 0 0,0-1-1 0 0,0 0 0 0 0,0 0 1 0 0,1 0-1 0 0,-1-1 0 0 0,1 0 0 0 0,-1 0 1 0 0,8 1-1 0 0,6 0-44 0 0,0-2 0 0 0,0 0 0 0 0,0-1 0 0 0,0 0-1 0 0,-1-2 1 0 0,34-7 0 0 0,-37 5-622 0 0,0 0 0 0 0,0-1 0 0 0,-1-1 0 0 0,0 0 0 0 0,20-11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3.5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 1 11522 0 0,'-14'13'10551'0'0,"14"-12"-10282"0"0,8 20 276 0 0,-2 0 1 0 0,-1 1-1 0 0,0 0 0 0 0,-2 0 0 0 0,2 26 0 0 0,-6 118 72 0 0,-2-116-1796 0 0,2 1 1 0 0,11 84-1 0 0,-6-111-6992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3.9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 5985 0 0,'5'-8'16276'0'0,"3"20"-16012"0"0,-1 0 0 0 0,-1 0 1 0 0,0 1-1 0 0,-1 0 0 0 0,0 0 0 0 0,-1 0 1 0 0,-1 1-1 0 0,0-1 0 0 0,2 25 1 0 0,-2 6 79 0 0,-7 78 1 0 0,0 22-477 0 0,5-126 121 0 0,0-1 1 0 0,2-1-1 0 0,0 1 0 0 0,1 0 1 0 0,0-1-1 0 0,10 22 1 0 0,-14-37-38 0 0,1 2-253 0 0,0 0-1 0 0,1-1 1 0 0,-1 1 0 0 0,1 0 0 0 0,-1-1 0 0 0,1 1 0 0 0,0-1 0 0 0,0 0 0 0 0,3 4-1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4.1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101 15 4033 0 0,'-1'-1'292'0'0,"-1"0"0"0"0,1-1 0 0 0,-1 1 1 0 0,1 0-1 0 0,-1 0 0 0 0,0 0 0 0 0,0 0 0 0 0,1 0 1 0 0,-1 0-1 0 0,0 0 0 0 0,0 1 0 0 0,0-1 0 0 0,0 1 0 0 0,0-1 1 0 0,0 1-1 0 0,0 0 0 0 0,0 0 0 0 0,0 0 0 0 0,0 0 1 0 0,0 0-1 0 0,0 0 0 0 0,0 0 0 0 0,0 1 0 0 0,0-1 0 0 0,0 1 1 0 0,0 0-1 0 0,0-1 0 0 0,1 1 0 0 0,-1 0 0 0 0,0 0 1 0 0,0 0-1 0 0,1 0 0 0 0,-1 0 0 0 0,0 1 0 0 0,1-1 0 0 0,-3 3 1 0 0,1-1 108 0 0,0 0 0 0 0,0 1 1 0 0,0-1-1 0 0,1 0 1 0 0,-1 1-1 0 0,1 0 0 0 0,0-1 1 0 0,0 1-1 0 0,1 0 1 0 0,-1 0-1 0 0,1 0 0 0 0,0 0 1 0 0,0 0-1 0 0,0 1 1 0 0,0-1-1 0 0,1 0 0 0 0,-1 5 1 0 0,2-7-323 0 0,0 0 0 0 0,-1 0 0 0 0,1 0 1 0 0,0 0-1 0 0,0 0 0 0 0,1 0 0 0 0,-1 0 0 0 0,0-1 1 0 0,1 1-1 0 0,-1 0 0 0 0,0-1 0 0 0,1 1 1 0 0,0-1-1 0 0,-1 1 0 0 0,1-1 0 0 0,0 0 0 0 0,0 0 1 0 0,0 0-1 0 0,0 0 0 0 0,0 0 0 0 0,3 1 0 0 0,47 13 653 0 0,-38-12-638 0 0,0-1 0 0 0,0-1 0 0 0,0 0 0 0 0,0 0 0 0 0,0-2 1 0 0,1 0-1 0 0,21-4 0 0 0,-25 2-1966 0 0,0 0 0 0 0,-1 0 0 0 0,14-7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5.2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97 320 6913 0 0,'-8'1'384'0'0,"-1"-1"0"0"0,0 0-1 0 0,1 0 1 0 0,-18-3-1 0 0,-10-8 4834 0 0,48 11-1412 0 0,19-4-3198 0 0,-16 1-359 0 0,81-11 1029 0 0,48-4 23 0 0,38 11-704 0 0,238 22 0 0 0,-271-8-596 0 0,0-6 0 0 0,190-23 0 0 0,125-42 15 0 0,-364 49 34 0 0,214-35 132 0 0,192-28 190 0 0,36 24-67 0 0,-513 56-587 0 0,-29-2 269 0 0,0 0-1 0 0,0 0 1 0 0,0 0-1 0 0,0 0 1 0 0,0 0-1 0 0,0 0 1 0 0,0 0-1 0 0,0 0 1 0 0,1 0-1 0 0,-1 0 1 0 0,0 0-1 0 0,0 0 1 0 0,0 0 0 0 0,0 0-1 0 0,0 0 1 0 0,0 0-1 0 0,0 0 1 0 0,0 0-1 0 0,0 0 1 0 0,0 0-1 0 0,0 0 1 0 0,1 0-1 0 0,-1 0 1 0 0,0 0-1 0 0,0 0 1 0 0,0 1-1 0 0,0-1 1 0 0,0 0-1 0 0,0 0 1 0 0,0 0-1 0 0,0 0 1 0 0,0 0-1 0 0,0 0 1 0 0,0 0 0 0 0,0 0-1 0 0,0 0 1 0 0,0 0-1 0 0,0 0 1 0 0,0 1-1 0 0,0-1 1 0 0,0 0-1 0 0,0 0 1 0 0,0 0-1 0 0,0 0 1 0 0,0 0-1 0 0,0 0 1 0 0,0 0-1 0 0,0 0 1 0 0,0 0-1 0 0,0 0 1 0 0,0 1-1 0 0,0-1 1 0 0,0 0-1 0 0,0 0 1 0 0,0 0-1 0 0,0 0 1 0 0,0 0 0 0 0,0 0-1 0 0,0 0 1 0 0,0 0-1 0 0,0 0 1 0 0,0 0-1 0 0,0 0 1 0 0,-1 0-1 0 0,-14 5-1552 0 0,-38 12-6298 0 0,8-2 3102 0 0,14-12 6308 0 0,29-3-1203 0 0,1 0 0 0 0,-1 0-1 0 0,1 0 1 0 0,-1 0 0 0 0,1 0-1 0 0,-1 0 1 0 0,1 1 0 0 0,0-1-1 0 0,-1 0 1 0 0,1 1 0 0 0,-1-1-1 0 0,1 1 1 0 0,0-1 0 0 0,-1 1-1 0 0,1 0 1 0 0,0 0 0 0 0,0-1-1 0 0,-1 1 1 0 0,1 0 0 0 0,0 0-1 0 0,0 0 1 0 0,0 0 0 0 0,0 0-1 0 0,0 1 1 0 0,0-1 0 0 0,1 0-1 0 0,-1 0 1 0 0,0 0-1 0 0,1 1 1 0 0,-2 1 0 0 0,1 2-78 0 0,1 0 0 0 0,0-1 0 0 0,-1 1 0 0 0,1 0 0 0 0,1-1 0 0 0,-1 1 0 0 0,1 0 0 0 0,1 7 0 0 0,1 1-194 0 0,1 0-1 0 0,0-1 1 0 0,0 1-1 0 0,1-1 1 0 0,1 0-1 0 0,0 0 1 0 0,1-1-1 0 0,13 19 1 0 0,-16-25-49 0 0,0 0 0 0 0,0-1 0 0 0,0 0 0 0 0,1 0 0 0 0,0 0 1 0 0,-1 0-1 0 0,1-1 0 0 0,1 1 0 0 0,-1-1 0 0 0,0-1 0 0 0,1 1 1 0 0,0-1-1 0 0,-1 0 0 0 0,1 0 0 0 0,0 0 0 0 0,0-1 1 0 0,0 0-1 0 0,0 0 0 0 0,0-1 0 0 0,0 0 0 0 0,8 0 0 0 0,-12 0 6 0 0,1-1 0 0 0,0 1 0 0 0,-1-1 0 0 0,1 1 0 0 0,-1-1 1 0 0,1 0-1 0 0,-1 0 0 0 0,0 0 0 0 0,1 0 0 0 0,-1 0 0 0 0,0-1 0 0 0,0 1 0 0 0,1-1 0 0 0,-1 1 0 0 0,0-1 0 0 0,-1 0 0 0 0,1 0 0 0 0,0 0 0 0 0,0 0 0 0 0,1-2 0 0 0,-1-1 23 0 0,0 0 0 0 0,0 0 1 0 0,0 1-1 0 0,0-1 0 0 0,-1 0 0 0 0,0 0 0 0 0,0-1 1 0 0,0 1-1 0 0,0-9 0 0 0,-2-5 48 0 0,0 0 0 0 0,-1 1 0 0 0,-1-1 0 0 0,-8-27-1 0 0,9 39-89 0 0,0 1-1 0 0,0 0 1 0 0,-1 0-1 0 0,0 1 1 0 0,0-1-1 0 0,0 0 1 0 0,0 1-1 0 0,-6-6 1 0 0,8 9-46 0 0,0 1 0 0 0,0 0 0 0 0,-1-1 0 0 0,1 1 0 0 0,0 0 0 0 0,-1 0 0 0 0,1 0 0 0 0,-1 0 0 0 0,0 0 0 0 0,1 0 0 0 0,-1 0 0 0 0,0 1 1 0 0,0-1-1 0 0,1 1 0 0 0,-1-1 0 0 0,0 1 0 0 0,0 0 0 0 0,0-1 0 0 0,1 1 0 0 0,-1 0 0 0 0,0 0 0 0 0,0 0 0 0 0,0 1 0 0 0,0-1 0 0 0,0 0 1 0 0,1 1-1 0 0,-1-1 0 0 0,0 1 0 0 0,0-1 0 0 0,1 1 0 0 0,-1 0 0 0 0,-1 1 0 0 0,-15 9-442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6.2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12 197 8754 0 0,'-11'-6'7099'0'0,"23"10"-6851"0"0,1 0 0 0 0,-1-1 1 0 0,1-1-1 0 0,0 1 0 0 0,0-2 1 0 0,0 0-1 0 0,0-1 0 0 0,17-1 1 0 0,111-19 271 0 0,-63 6-353 0 0,137-6 1537 0 0,262 8 1 0 0,-49 4-1044 0 0,140-32-57 0 0,-6-34 551 0 0,-523 66-1092 0 0,1 3-1 0 0,0 1 1 0 0,0 2 0 0 0,0 1-1 0 0,0 3 1 0 0,0 1 0 0 0,0 1-1 0 0,0 3 1 0 0,-1 1 0 0 0,50 18-1 0 0,-36-1-59 0 0,10 3-227 0 0,-58-26 74 0 0,1-1 0 0 0,-1 0 0 0 0,1 0 0 0 0,0 0 0 0 0,0-1-1 0 0,0 1 1 0 0,-1-2 0 0 0,1 1 0 0 0,0 0 0 0 0,5-2 0 0 0,49-15-2967 0 0,-36 6-3903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6.6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72 130 7834 0 0,'-18'-4'342'0'0,"14"3"138"0"0,0 0 1 0 0,1 0-1 0 0,-1 1 0 0 0,0 0 0 0 0,0-1 1 0 0,1 1-1 0 0,-7 1 0 0 0,9-1-322 0 0,0 1 0 0 0,0-1 0 0 0,0 1-1 0 0,0-1 1 0 0,0 1 0 0 0,0-1 0 0 0,0 1 0 0 0,0 0-1 0 0,1-1 1 0 0,-1 1 0 0 0,0 0 0 0 0,0 0 0 0 0,1 0-1 0 0,-1 0 1 0 0,0-1 0 0 0,1 1 0 0 0,-1 0 0 0 0,1 0-1 0 0,0 0 1 0 0,-1 0 0 0 0,1 0 0 0 0,0 0 0 0 0,-1 0-1 0 0,1 1 1 0 0,0-1 0 0 0,0 0 0 0 0,0 0-1 0 0,0 0 1 0 0,0 0 0 0 0,0 0 0 0 0,0 2 0 0 0,1 7 222 0 0,0-1 1 0 0,1 1-1 0 0,0-1 1 0 0,0 1-1 0 0,1-1 1 0 0,0 0-1 0 0,0 0 1 0 0,1 0-1 0 0,0 0 1 0 0,1-1-1 0 0,0 0 1 0 0,1 0-1 0 0,-1 0 1 0 0,13 13-1 0 0,-13-16-318 0 0,0 1-1 0 0,1-1 1 0 0,-1-1-1 0 0,1 1 1 0 0,0-1-1 0 0,0 0 1 0 0,1 0-1 0 0,-1 0 1 0 0,1-1-1 0 0,0 0 1 0 0,0-1-1 0 0,0 1 1 0 0,0-1-1 0 0,0-1 1 0 0,0 1-1 0 0,1-1 1 0 0,-1-1-1 0 0,0 1 1 0 0,15-2-1 0 0,-17 0-40 0 0,-1 0 1 0 0,1-1-1 0 0,0 0 0 0 0,-1 0 0 0 0,1 0 0 0 0,-1 0 1 0 0,0-1-1 0 0,0 0 0 0 0,0 1 0 0 0,0-2 0 0 0,0 1 1 0 0,-1 0-1 0 0,0-1 0 0 0,1 1 0 0 0,-1-1 0 0 0,0 0 1 0 0,-1 0-1 0 0,1 0 0 0 0,-1-1 0 0 0,0 1 0 0 0,0-1 1 0 0,0 1-1 0 0,0-1 0 0 0,1-7 0 0 0,1-5 55 0 0,0 1 0 0 0,-2-1-1 0 0,1 0 1 0 0,-2 0 0 0 0,-1-31-1 0 0,-1 41-150 0 0,0-1-1 0 0,0 0 0 0 0,0 1 0 0 0,-1-1 1 0 0,0 1-1 0 0,-1-1 0 0 0,0 1 0 0 0,0 0 1 0 0,0 0-1 0 0,-1 0 0 0 0,0 0 1 0 0,0 1-1 0 0,-6-7 0 0 0,8 11 40 0 0,-1-1-1 0 0,1 1 1 0 0,-1-1-1 0 0,0 1 1 0 0,0 0 0 0 0,0 0-1 0 0,0 0 1 0 0,0 0-1 0 0,-1 1 1 0 0,1-1 0 0 0,0 1-1 0 0,-1 0 1 0 0,1 0-1 0 0,-1 0 1 0 0,1 0 0 0 0,-1 1-1 0 0,1-1 1 0 0,-1 1-1 0 0,0 0 1 0 0,1 0 0 0 0,-1 1-1 0 0,0-1 1 0 0,1 1-1 0 0,-1-1 1 0 0,1 1-1 0 0,-1 0 1 0 0,1 0 0 0 0,0 1-1 0 0,-6 2 1 0 0,2-1-133 0 0,0 1 0 0 0,-1-1 0 0 0,2 2 0 0 0,-1-1 0 0 0,0 1 0 0 0,1 0-1 0 0,0 0 1 0 0,0 0 0 0 0,0 1 0 0 0,1 0 0 0 0,0 1 0 0 0,-5 6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7.8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 8930 0 0,'16'13'2307'0'0,"-13"-11"-1780"0"0,-1 1 0 0 0,1-1 0 0 0,-1 0-1 0 0,1 1 1 0 0,-1-1 0 0 0,0 1 0 0 0,0-1-1 0 0,0 1 1 0 0,2 4 0 0 0,-3-5-227 0 0,0-1-1 0 0,0 1 1 0 0,1-1 0 0 0,-1 1 0 0 0,0-1 0 0 0,1 0-1 0 0,-1 0 1 0 0,1 1 0 0 0,-1-1 0 0 0,1 0 0 0 0,-1 0-1 0 0,4 1 1 0 0,-5-2-324 0 0,1 0 1 0 0,-1 0-1 0 0,1 1 0 0 0,-1-1 0 0 0,0 0 0 0 0,1 0 0 0 0,-1 0 0 0 0,1 0 0 0 0,-1 0 1 0 0,1 0-1 0 0,-1 0 0 0 0,1 0 0 0 0,-1 0 0 0 0,1 0 0 0 0,-1 0 0 0 0,0 0 1 0 0,1 0-1 0 0,-1 0 0 0 0,1 0 0 0 0,-1 0 0 0 0,1 0 0 0 0,-1-1 0 0 0,1 1 0 0 0,-1 0 1 0 0,0 0-1 0 0,1-1 0 0 0,-1 1 0 0 0,0 0 0 0 0,1 0 0 0 0,-1-1 0 0 0,1 1 0 0 0,-1 0 1 0 0,0-1-1 0 0,0 1 0 0 0,1-1 0 0 0,-1 1 0 0 0,0 0 0 0 0,0-1 0 0 0,0 1 1 0 0,1-1-1 0 0,-1 1 0 0 0,0-1 0 0 0,0 1 0 0 0,0-1 0 0 0,0 1 0 0 0,0 0 0 0 0,0-1 1 0 0,0 1-1 0 0,0-1 0 0 0,0 1 0 0 0,0-1 0 0 0,0 1 0 0 0,0-1 0 0 0,1-3-260 0 0,0 1 0 0 0,1 0-1 0 0,-1 1 1 0 0,1-1-1 0 0,0 0 1 0 0,-1 0 0 0 0,1 1-1 0 0,4-5 1 0 0,8-12-1411 0 0,-12 12 515 0 0,-13 26-1127 0 0,7-10 2385 0 0,1-2 93 0 0,0 0 0 0 0,0-1 0 0 0,1 1 0 0 0,0 0 0 0 0,0 0 1 0 0,0 1-1 0 0,0 10 0 0 0,2-17-218 0 0,0-1 1 0 0,0 0-1 0 0,0 1 1 0 0,1-1 0 0 0,-1 0-1 0 0,0 1 1 0 0,0-1-1 0 0,0 0 1 0 0,1 1-1 0 0,-1-1 1 0 0,0 0-1 0 0,0 1 1 0 0,1-1 0 0 0,-1 0-1 0 0,0 0 1 0 0,1 1-1 0 0,-1-1 1 0 0,0 0-1 0 0,1 0 1 0 0,-1 1-1 0 0,0-1 1 0 0,1 0 0 0 0,-1 0-1 0 0,0 0 1 0 0,1 0-1 0 0,-1 0 1 0 0,1 0-1 0 0,-1 0 1 0 0,0 0-1 0 0,1 0 1 0 0,-1 0 0 0 0,0 0-1 0 0,1 0 1 0 0,-1 0-1 0 0,1 0 1 0 0,-1 0-1 0 0,0 0 1 0 0,1 0-1 0 0,-1 0 1 0 0,1 0 0 0 0,-1 0-1 0 0,0-1 1 0 0,1 1-1 0 0,-1 0 1 0 0,0 0-1 0 0,1-1 1 0 0,-1 1-1 0 0,0 0 1 0 0,0 0 0 0 0,1-1-1 0 0,-1 1 1 0 0,0 0-1 0 0,0-1 1 0 0,1 1-1 0 0,-1 0 1 0 0,0-1-1 0 0,0 1 1 0 0,0 0 0 0 0,1-1-1 0 0,-1 0-183 0 0,1 0-1 0 0,0 0 1 0 0,-1 1 0 0 0,1-1-1 0 0,0 0 1 0 0,-1 0-1 0 0,1 0 1 0 0,-1 1 0 0 0,1-1-1 0 0,-1 0 1 0 0,0 0 0 0 0,1 0-1 0 0,-1 0 1 0 0,0 0 0 0 0,0 0-1 0 0,0 0 1 0 0,1 0-1 0 0,-1 0 1 0 0,0 0 0 0 0,0 0-1 0 0,0 0 1 0 0,-1 0 0 0 0,1 0-1 0 0,0 0 1 0 0,0 0-1 0 0,0 0 1 0 0,-1 0 0 0 0,0-1-1 0 0,-8-8 140 0 0,8 9 98 0 0,0 0-1 0 0,0 1 0 0 0,0-1 1 0 0,0 0-1 0 0,0 0 0 0 0,1 0 1 0 0,-1 0-1 0 0,0 0 0 0 0,0 0 0 0 0,1 0 1 0 0,-1 0-1 0 0,0 0 0 0 0,1 0 1 0 0,0-1-1 0 0,-1 1 0 0 0,1 0 1 0 0,-1 0-1 0 0,1 0 0 0 0,0-1 1 0 0,0 1-1 0 0,0 0 0 0 0,0 0 0 0 0,0-1 1 0 0,0 1-1 0 0,0 0 0 0 0,0 0 1 0 0,0-1-1 0 0,1 1 0 0 0,-1 0 1 0 0,0 0-1 0 0,1 0 0 0 0,-1 0 1 0 0,1-1-1 0 0,0 1 0 0 0,-1 0 1 0 0,1 0-1 0 0,0 0 0 0 0,-1 0 0 0 0,2-1 1 0 0,2-2-7 0 0,-5 8 0 0 0,0 0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8.08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2 6449 0 0,'-9'-1'12627'0'0,"9"5"-11824"0"0,-4 96 2470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9.7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32 1 12443 0 0,'-1'0'177'0'0,"0"0"0"0"0,0-1 1 0 0,0 1-1 0 0,0 0 0 0 0,0 0 1 0 0,0 0-1 0 0,-1 0 0 0 0,1 0 1 0 0,0 1-1 0 0,0-1 0 0 0,0 0 1 0 0,0 0-1 0 0,0 1 0 0 0,0-1 1 0 0,0 1-1 0 0,0-1 0 0 0,0 1 1 0 0,0-1-1 0 0,0 1 0 0 0,0 0 1 0 0,1-1-1 0 0,-1 1 0 0 0,0 0 1 0 0,0 0-1 0 0,1-1 0 0 0,-1 1 1 0 0,0 0-1 0 0,1 0 0 0 0,-1 0 1 0 0,1 0-1 0 0,-1 0 0 0 0,1 0 1 0 0,-1 0-1 0 0,1 0 0 0 0,0 0 0 0 0,-1 0 1 0 0,1 0-1 0 0,0 0 0 0 0,0 0 1 0 0,0 1-1 0 0,0-1 0 0 0,0 0 1 0 0,0 0-1 0 0,0 0 0 0 0,0 0 1 0 0,1 2-1 0 0,1 5 161 0 0,1 0 0 0 0,0 0 0 0 0,0 0 0 0 0,8 14-1 0 0,-4-9-63 0 0,7 22-101 0 0,0 1 1 0 0,-3 0-1 0 0,11 58 1 0 0,8 115 405 0 0,-30-209-579 0 0,1 17-585 0 0,0 1 1 0 0,0-1-1 0 0,-4 20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0.3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38 456 0 0,'2'-1'13424'0'0,"18"-9"-10039"0"0,31-10-1551 0 0,-39 18-1663 0 0,0 0 0 0 0,0 0 0 0 0,0 1 0 0 0,1 1 0 0 0,-1 0 0 0 0,0 1 0 0 0,0 0 0 0 0,0 1 1 0 0,0 0-1 0 0,0 1 0 0 0,0 1 0 0 0,12 4 0 0 0,-18-5-100 0 0,-1-1 0 0 0,0 1 0 0 0,1 0 1 0 0,-1 1-1 0 0,0-1 0 0 0,0 1 0 0 0,-1 0 0 0 0,1 0 0 0 0,-1 1 0 0 0,0-1 1 0 0,0 1-1 0 0,0 0 0 0 0,-1 0 0 0 0,0 0 0 0 0,0 1 0 0 0,0-1 1 0 0,-1 1-1 0 0,1-1 0 0 0,-1 1 0 0 0,-1 0 0 0 0,1 0 0 0 0,-1 0 0 0 0,0 0 1 0 0,0 0-1 0 0,-1 12 0 0 0,-1-3-71 0 0,0-1 0 0 0,-1 1 0 0 0,-1 0 0 0 0,-6 17 0 0 0,-5 35 0 0 0,14-66-1 0 0,0-1-1 0 0,0 1 1 0 0,0 0-1 0 0,0-1 1 0 0,0 1-1 0 0,0-1 1 0 0,0 1-1 0 0,1 0 1 0 0,-1-1-1 0 0,0 1 1 0 0,0-1 0 0 0,1 1-1 0 0,-1 0 1 0 0,0-1-1 0 0,1 1 1 0 0,-1-1-1 0 0,1 1 1 0 0,-1-1-1 0 0,0 0 1 0 0,1 1 0 0 0,-1-1-1 0 0,1 1 1 0 0,-1-1-1 0 0,1 0 1 0 0,0 1-1 0 0,-1-1 1 0 0,1 0-1 0 0,-1 0 1 0 0,1 1 0 0 0,0-1-1 0 0,-1 0 1 0 0,1 0-1 0 0,-1 0 1 0 0,1 0-1 0 0,0 0 1 0 0,-1 0-1 0 0,1 0 1 0 0,0 0 0 0 0,-1 0-1 0 0,2 0 1 0 0,39-4-104 0 0,-12 0 61 0 0,-22 5 44 0 0,-1-1-1 0 0,0 1 1 0 0,0 0-1 0 0,0 0 1 0 0,0 1 0 0 0,0-1-1 0 0,0 1 1 0 0,-1 1-1 0 0,9 3 1 0 0,-12-4 1 0 0,0-1-1 0 0,0 1 1 0 0,0-1 0 0 0,-1 1 0 0 0,1 0 0 0 0,0 0-1 0 0,-1 0 1 0 0,1 0 0 0 0,-1 0 0 0 0,1 0-1 0 0,-1 0 1 0 0,0 1 0 0 0,0-1 0 0 0,0 0-1 0 0,0 1 1 0 0,-1-1 0 0 0,1 0 0 0 0,-1 1 0 0 0,1-1-1 0 0,-1 1 1 0 0,0-1 0 0 0,0 1 0 0 0,0-1-1 0 0,0 1 1 0 0,-1 3 0 0 0,-5 31 163 0 0,-2 0 0 0 0,-1 0 0 0 0,-2-1 0 0 0,-1-1 0 0 0,-21 42 0 0 0,31-71-140 0 0,-1-1 0 0 0,0 0 0 0 0,0 0-1 0 0,0 0 1 0 0,-1-1 0 0 0,0 1 0 0 0,1-1 0 0 0,-2 0 0 0 0,-6 6-1 0 0,-15 3-6858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4.6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1989 1 3225 0 0,'1'0'-72'0'0,"-1"0"0"0"0,1 0 0 0 0,0 1 0 0 0,0-1 1 0 0,0 1-1 0 0,-1-1 0 0 0,1 0 0 0 0,0 1 0 0 0,-1-1 0 0 0,1 1 1 0 0,0 0-1 0 0,-1-1 0 0 0,1 1 0 0 0,0-1 0 0 0,-1 1 0 0 0,1 0 1 0 0,-1 0-1 0 0,1-1 0 0 0,-1 1 0 0 0,0 0 0 0 0,1 0 1 0 0,-1-1-1 0 0,0 1 0 0 0,0 0 0 0 0,1 0 0 0 0,-1 1 0 0 0,0 1 14 0 0,0-1 0 0 0,0 0-1 0 0,-1 0 1 0 0,1 1 0 0 0,-1-1-1 0 0,1 0 1 0 0,-1 0 0 0 0,0 0-1 0 0,0 0 1 0 0,-1 3 0 0 0,-1 0 173 0 0,0 0 1 0 0,0 0-1 0 0,-1 0 1 0 0,0 0 0 0 0,0-1-1 0 0,0 1 1 0 0,-6 4-1 0 0,8-8 562 0 0,0 0 0 0 0,1-1 1 0 0,-1 1-1 0 0,0 0 0 0 0,0-1 0 0 0,0 0 0 0 0,1 1 0 0 0,-1-1 0 0 0,0 0 0 0 0,0 0 0 0 0,0 0 0 0 0,0 0 0 0 0,1 0 0 0 0,-1-1 0 0 0,-3 0 1 0 0,-34-11 3188 0 0,1 1-2850 0 0,-14 8-276 0 0,-79 6-1 0 0,50 1-41 0 0,-502 43-21 0 0,347-7-753 0 0,-32 3 2 0 0,150-29 226 0 0,-62 4 377 0 0,147-16-445 0 0,0-2 0 0 0,1-1 1 0 0,-48-9-1 0 0,64 8 12 0 0,16 2-123 0 0,0 0 1 0 0,0 0-1 0 0,-1 0 0 0 0,1 0 0 0 0,0 0 1 0 0,-1 0-1 0 0,1-1 0 0 0,0 1 0 0 0,-1 0 1 0 0,1 0-1 0 0,0 0 0 0 0,0 0 0 0 0,-1 1 1 0 0,1-1-1 0 0,0 0 0 0 0,-1 0 0 0 0,1 0 1 0 0,0 0-1 0 0,0 0 0 0 0,-1 0 0 0 0,1 0 1 0 0,0 0-1 0 0,0 1 0 0 0,-1-1 0 0 0,1 0 1 0 0,0 0-1 0 0,0 0 0 0 0,-1 1 0 0 0,1-1 1 0 0,0 0-1 0 0,0 0 0 0 0,0 1 0 0 0,0-1 1 0 0,-1 0-1 0 0,1 0 0 0 0,0 1 0 0 0,0-1 1 0 0,0 1-1 0 0,1 3-924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4.9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29 0 10594 0 0,'-6'7'3748'0'0,"6"-7"-3540"0"0,0 1 0 0 0,-1-1 1 0 0,1 1-1 0 0,0-1 0 0 0,0 1 0 0 0,0-1 1 0 0,0 1-1 0 0,0-1 0 0 0,0 1 0 0 0,0 0 0 0 0,-6 24 1594 0 0,6-24-1788 0 0,-6 36 631 0 0,1 0-1 0 0,2 0 1 0 0,2 0 0 0 0,3 38-1 0 0,25 148 546 0 0,-14-162-1075 0 0,3-1 0 0 0,3 0 0 0 0,51 109 0 0 0,-30-75-123 0 0,-35-82-26 0 0,-1-1 0 0 0,0 1 0 0 0,-1 0 0 0 0,2 20-1 0 0,-5 3-7148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5.7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93 1 6305 0 0,'-1'2'197'0'0,"-1"0"-1"0"0,0 0 1 0 0,1 0-1 0 0,-1 0 1 0 0,0-1-1 0 0,0 1 1 0 0,0-1-1 0 0,0 1 1 0 0,-1-1-1 0 0,1 0 1 0 0,0 1-1 0 0,-1-1 1 0 0,-3 1-1 0 0,-19 12 1589 0 0,21-11-1416 0 0,0 1 1 0 0,1 0-1 0 0,-1 0 0 0 0,1 0 1 0 0,0 1-1 0 0,0-1 0 0 0,1 1 1 0 0,-1 0-1 0 0,-2 7 0 0 0,5-11-266 0 0,0 0 0 0 0,-1 0 0 0 0,1 1-1 0 0,0-1 1 0 0,-1 0 0 0 0,1 0 0 0 0,0 1-1 0 0,0-1 1 0 0,0 0 0 0 0,0 1 0 0 0,0-1-1 0 0,1 0 1 0 0,-1 1 0 0 0,0-1 0 0 0,1 0 0 0 0,-1 0-1 0 0,0 1 1 0 0,1-1 0 0 0,0 0 0 0 0,-1 0-1 0 0,1 0 1 0 0,0 0 0 0 0,-1 0 0 0 0,1 0 0 0 0,0 0-1 0 0,0 0 1 0 0,0 0 0 0 0,0 0 0 0 0,0 0-1 0 0,0 0 1 0 0,0 0 0 0 0,0-1 0 0 0,0 1 0 0 0,1-1-1 0 0,-1 1 1 0 0,0-1 0 0 0,0 1 0 0 0,0-1-1 0 0,1 1 1 0 0,-1-1 0 0 0,2 0 0 0 0,144 36 2219 0 0,-102-29-2322 0 0,-32-6-35 0 0,0 1 0 0 0,-1 1-1 0 0,0 0 1 0 0,13 4-1 0 0,-24-6 35 0 0,0-1-1 0 0,0 1 1 0 0,0 0 0 0 0,0-1-1 0 0,-1 1 1 0 0,1 0-1 0 0,0-1 1 0 0,0 1-1 0 0,-1 0 1 0 0,1 0-1 0 0,0 0 1 0 0,-1-1-1 0 0,1 1 1 0 0,0 0-1 0 0,-1 0 1 0 0,0 0-1 0 0,1 0 1 0 0,-1 0-1 0 0,1 0 1 0 0,-1 0-1 0 0,0 0 1 0 0,0 1-1 0 0,0-1 1 0 0,0 0-1 0 0,0 0 1 0 0,0 0-1 0 0,0 0 1 0 0,0 0-1 0 0,0 0 1 0 0,0 0-1 0 0,0 0 1 0 0,-1 0-1 0 0,1 0 1 0 0,0 0-1 0 0,-1 0 1 0 0,1 0-1 0 0,-1 0 1 0 0,1 0-1 0 0,-1 0 1 0 0,0 0-1 0 0,1 0 1 0 0,-2 0-1 0 0,-3 8-17 0 0,-1 0-1 0 0,-1-1 1 0 0,-8 10 0 0 0,11-14 16 0 0,-88 84-100 0 0,71-71 95 0 0,1 1 0 0 0,0 2 0 0 0,1 0 0 0 0,1 0 0 0 0,1 2 0 0 0,-16 27-1 0 0,32-48 9 0 0,1 0-1 0 0,-1 0 1 0 0,1-1-1 0 0,-1 1 1 0 0,1 0-1 0 0,0 0 0 0 0,-1 0 1 0 0,1 0-1 0 0,0 0 1 0 0,-1 0-1 0 0,1 0 0 0 0,0 0 1 0 0,0 0-1 0 0,0 0 1 0 0,0 0-1 0 0,0 0 0 0 0,0 1 1 0 0,0-1-1 0 0,1 0 1 0 0,-1 0-1 0 0,0 0 1 0 0,1 0-1 0 0,-1 0 0 0 0,0-1 1 0 0,1 2-1 0 0,0 0 10 0 0,1-1-1 0 0,-1 0 1 0 0,0 0-1 0 0,0 0 1 0 0,1 0-1 0 0,-1-1 1 0 0,1 1-1 0 0,-1 0 1 0 0,1-1-1 0 0,-1 1 1 0 0,1 0-1 0 0,-1-1 1 0 0,1 0-1 0 0,2 1 1 0 0,8 0 93 0 0,1 0 1 0 0,-1-1-1 0 0,19-1 1 0 0,-20 0-21 0 0,12-1 114 0 0,35-2 247 0 0,-55 4-429 0 0,-1 0-1 0 0,0 0 1 0 0,1 1 0 0 0,-1-1 0 0 0,0 1-1 0 0,1-1 1 0 0,-1 1 0 0 0,0 0-1 0 0,1-1 1 0 0,-1 1 0 0 0,0 0 0 0 0,0 1-1 0 0,0-1 1 0 0,0 0 0 0 0,0 1 0 0 0,0-1-1 0 0,0 1 1 0 0,2 2 0 0 0,-4-3-7 0 0,1 0 0 0 0,-1 0 0 0 0,0 0 1 0 0,0 0-1 0 0,0 0 0 0 0,0 0 0 0 0,0 0 0 0 0,0-1 0 0 0,0 1 1 0 0,0 0-1 0 0,0 0 0 0 0,-1 0 0 0 0,1 0 0 0 0,0 0 1 0 0,0-1-1 0 0,-1 1 0 0 0,1 0 0 0 0,-1 0 0 0 0,1 0 1 0 0,-1-1-1 0 0,1 1 0 0 0,-1 1 0 0 0,-16 19 146 0 0,12-15-138 0 0,-13 16 9 0 0,-26 37 86 0 0,40-54-102 0 0,1 1-1 0 0,0 0 1 0 0,0 0 0 0 0,1 0-1 0 0,-1 0 1 0 0,1 1 0 0 0,1-1-1 0 0,-3 11 1 0 0,4-15-107 0 0,1-1 0 0 0,-1 0 0 0 0,0 1 0 0 0,0-1 0 0 0,0 0-1 0 0,1 1 1 0 0,-1-1 0 0 0,1 0 0 0 0,-1 0 0 0 0,1 0 0 0 0,-1 1 0 0 0,1-1 0 0 0,0 0 0 0 0,-1 0 0 0 0,1 0 0 0 0,0 0 0 0 0,0 0 0 0 0,0 0 0 0 0,0 0 0 0 0,0-1-1 0 0,0 1 1 0 0,0 0 0 0 0,0 0 0 0 0,0-1 0 0 0,0 1 0 0 0,1 0 0 0 0,-1-1 0 0 0,0 0 0 0 0,0 1 0 0 0,1-1 0 0 0,-1 0 0 0 0,2 1 0 0 0,7 1-1261 0 0,1 0 1 0 0,0 0-1 0 0,12-1 0 0 0,2 1-210 0 0,-6 1-1442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6.3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0 1368 0 0,'-35'24'14825'0'0,"35"-24"-14638"0"0,-1 1-1 0 0,1 0 1 0 0,0 0-1 0 0,0 0 1 0 0,0-1-1 0 0,0 1 1 0 0,0 0 0 0 0,0 0-1 0 0,0 0 1 0 0,0 0-1 0 0,0-1 1 0 0,0 1-1 0 0,0 0 1 0 0,0 0-1 0 0,0-1 1 0 0,1 1 0 0 0,-1 0-1 0 0,0 0 1 0 0,1-1-1 0 0,-1 1 1 0 0,1 0-1 0 0,-1 0 1 0 0,1-1-1 0 0,-1 1 1 0 0,1-1 0 0 0,-1 1-1 0 0,1 0 1 0 0,0 0-1 0 0,5 6 118 0 0,0 1 0 0 0,-1 0 0 0 0,-1 1 0 0 0,1-1 0 0 0,-1 1 0 0 0,-1 0 0 0 0,5 15-1 0 0,11 72 117 0 0,-11-55-271 0 0,-7-32-130 0 0,64 283 244 0 0,-11-15-199 0 0,-42-201-56 0 0,0-8 3 0 0,-3-21 12 0 0,-2 1 0 0 0,2 93 0 0 0,-8-121 7 0 0,0-1-1 0 0,1 0 1 0 0,1 0-1 0 0,9 30 1 0 0,5 32 46 0 0,-13-26-23 0 0,-4-43-54 0 0,0-1 0 0 0,1 0-1 0 0,0 1 1 0 0,1-1 0 0 0,0 0 0 0 0,1 0 0 0 0,0 0 0 0 0,0-1 0 0 0,2 1 0 0 0,7 15-1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6.9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36 35 3225 0 0,'-3'3'481'0'0,"1"-1"-1"0"0,-1 0 1 0 0,1 0 0 0 0,-1 1 0 0 0,1 0 0 0 0,0-1 0 0 0,0 1 0 0 0,0 0 0 0 0,0 0 0 0 0,-2 6-1 0 0,2-7-124 0 0,1 0-1 0 0,0 1 0 0 0,0-1 0 0 0,1 0 0 0 0,-1 0 0 0 0,0 1 0 0 0,1-1 0 0 0,-1 0 0 0 0,1 1 0 0 0,0-1 1 0 0,0 1-1 0 0,0-1 0 0 0,0 1 0 0 0,0-1 0 0 0,0 0 0 0 0,1 4 0 0 0,0-5-279 0 0,0 0 0 0 0,0 0-1 0 0,0-1 1 0 0,-1 1 0 0 0,1 0 0 0 0,0 0-1 0 0,0-1 1 0 0,0 1 0 0 0,0-1 0 0 0,0 1-1 0 0,1-1 1 0 0,-1 1 0 0 0,0-1 0 0 0,0 0-1 0 0,0 1 1 0 0,0-1 0 0 0,0 0 0 0 0,1 0-1 0 0,-1 0 1 0 0,0 0 0 0 0,0 0 0 0 0,0 0-1 0 0,3 0 1 0 0,32-7 558 0 0,-27 5-313 0 0,23-2 46 0 0,45-1 0 0 0,-46 4 72 0 0,56-9 0 0 0,-12-5-95 0 0,1 3 0 0 0,1 3-1 0 0,98 1 1 0 0,-103 8-19 0 0,-1-4 0 0 0,116-22 0 0 0,-145 19-112 0 0,0 1-1 0 0,1 2 1 0 0,-1 1-1 0 0,1 3 1 0 0,0 2 0 0 0,71 11-1 0 0,-74-7 10 0 0,-1-1 1 0 0,1-3-1 0 0,0-1 0 0 0,55-5 0 0 0,-88 4-253 0 0,12-2-198 0 0,-18 2 221 0 0,-1 0-1 0 0,1 0 0 0 0,-1 0 0 0 0,1 0 0 0 0,-1 0 0 0 0,1-1 0 0 0,-1 1 0 0 0,1 0 0 0 0,-1 0 0 0 0,0 0 0 0 0,1-1 0 0 0,-1 1 1 0 0,1 0-1 0 0,-1 0 0 0 0,0-1 0 0 0,1 1 0 0 0,-1 0 0 0 0,0-1 0 0 0,1 1 0 0 0,-1-1 0 0 0,0 1 0 0 0,1 0 0 0 0,-1-1 0 0 0,0 1 1 0 0,0-1-1 0 0,0 1 0 0 0,1-1 0 0 0,-1 1 0 0 0,0 0 0 0 0,0-2 0 0 0,0-1-367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8.64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 15 7370 0 0,'-20'-15'10488'0'0,"27"34"-7474"0"0,20 44-1349 0 0,-2-8-1263 0 0,35 114 0 0 0,-46-102-456 0 0,10 38 154 0 0,-20-95-275 0 0,-1 1 0 0 0,1-1-1 0 0,1 1 1 0 0,0-1 0 0 0,1-1 0 0 0,0 1 0 0 0,7 9 0 0 0,-6-11-823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8.9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39 0 3209 0 0,'-39'13'13207'0'0,"40"-12"-12992"0"0,7 13 802 0 0,33 46 1703 0 0,-15-24-1820 0 0,34 63 1 0 0,-45-71-961 0 0,53 118 806 0 0,-57-119-1560 0 0,-1 1 0 0 0,-2 0 1 0 0,8 42-1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9.2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96 18 2304 0 0,'-10'-18'8245'0'0,"-1"25"-5843"0"0,2 7-1929 0 0,0-1-1 0 0,1 1 1 0 0,0 1 0 0 0,1-1 0 0 0,1 1 0 0 0,0 1 0 0 0,1-1-1 0 0,1 1 1 0 0,0 0 0 0 0,1 0 0 0 0,1 0 0 0 0,-1 24-1 0 0,3-37-312 0 0,0 0-1 0 0,0 0 1 0 0,0 0-1 0 0,1 1 1 0 0,-1-1-1 0 0,1 0 0 0 0,-1 0 1 0 0,1 0-1 0 0,0 0 1 0 0,0 0-1 0 0,1 0 1 0 0,-1 0-1 0 0,1 0 0 0 0,-1 0 1 0 0,1-1-1 0 0,0 1 1 0 0,0-1-1 0 0,0 1 1 0 0,0-1-1 0 0,4 3 1 0 0,-3-3-120 0 0,0-1 1 0 0,0 1 0 0 0,0-1 0 0 0,0 0-1 0 0,0 0 1 0 0,1 0 0 0 0,-1 0 0 0 0,0-1-1 0 0,1 0 1 0 0,-1 1 0 0 0,0-1 0 0 0,1 0 0 0 0,-1 0-1 0 0,1-1 1 0 0,-1 1 0 0 0,0-1 0 0 0,1 0-1 0 0,-1 0 1 0 0,4-1 0 0 0,105-45 306 0 0,-78 31-1977 0 0,62-20-1 0 0,-78 31 664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4.5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21 13827 0 0,'-3'-21'5379'0'0,"7"29"-2874"0"0,9 30-1662 0 0,9 64-510 0 0,-5 1 0 0 0,-4 1 0 0 0,-1 137 0 0 0,-25-4-8185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4.94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1 360 8754 0 0,'0'-27'859'0'0,"2"0"1"0"0,0 0 0 0 0,2 1-1 0 0,10-38 1 0 0,-9 49-164 0 0,-1 1-1 0 0,2 0 1 0 0,0 0 0 0 0,1 1 0 0 0,0-1 0 0 0,1 1-1 0 0,0 1 1 0 0,1 0 0 0 0,15-17 0 0 0,-19 25-561 0 0,0 0 0 0 0,0 0 1 0 0,0 0-1 0 0,1 1 0 0 0,0 0 1 0 0,-1 0-1 0 0,1 1 1 0 0,0-1-1 0 0,0 1 0 0 0,0 0 1 0 0,0 1-1 0 0,9-2 0 0 0,-13 3-127 0 0,-1 0-1 0 0,1-1 0 0 0,0 1 0 0 0,0 0 0 0 0,0 0 0 0 0,0 0 0 0 0,-1 1 0 0 0,1-1 0 0 0,0 0 0 0 0,0 1 0 0 0,0-1 0 0 0,-1 1 1 0 0,1-1-1 0 0,0 1 0 0 0,-1 0 0 0 0,1 0 0 0 0,-1 0 0 0 0,1 0 0 0 0,-1 0 0 0 0,1 0 0 0 0,-1 0 0 0 0,1 1 0 0 0,-1-1 0 0 0,0 0 1 0 0,0 1-1 0 0,0-1 0 0 0,0 1 0 0 0,0-1 0 0 0,0 1 0 0 0,0 0 0 0 0,0-1 0 0 0,-1 1 0 0 0,1 0 0 0 0,-1-1 0 0 0,1 1 1 0 0,-1 0-1 0 0,0 0 0 0 0,1 0 0 0 0,-1 0 0 0 0,0-1 0 0 0,0 1 0 0 0,0 0 0 0 0,-1 0 0 0 0,1 0 0 0 0,-1 2 0 0 0,-1 9 7 0 0,-1-1-1 0 0,0 0 0 0 0,-1 0 0 0 0,-1 0 0 0 0,0-1 0 0 0,0 1 0 0 0,-1-1 0 0 0,0-1 0 0 0,-16 20 1 0 0,9-11 99 0 0,-16 33 0 0 0,28-50-93 0 0,0 1 0 0 0,0-1 0 0 0,0 1 0 0 0,1 0-1 0 0,-1-1 1 0 0,1 1 0 0 0,-1 0 0 0 0,1 0 0 0 0,0-1 0 0 0,0 1 0 0 0,1 0 0 0 0,-1-1 0 0 0,0 1 0 0 0,1 0 0 0 0,0-1 0 0 0,-1 1 0 0 0,1 0-1 0 0,0-1 1 0 0,0 1 0 0 0,1-1 0 0 0,-1 0 0 0 0,0 1 0 0 0,1-1 0 0 0,-1 0 0 0 0,1 0 0 0 0,0 0 0 0 0,0 0 0 0 0,3 3 0 0 0,7 5 134 0 0,0-1 1 0 0,0 0-1 0 0,1-1 1 0 0,14 7 0 0 0,-5-3-82 0 0,18 14-193 0 0,-28-17-303 0 0,1 0 1 0 0,-1-1 0 0 0,1-1-1 0 0,1 0 1 0 0,0-1-1 0 0,0 0 1 0 0,15 3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3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91 111 2304 0 0,'-8'-50'4356'0'0,"8"43"-2805"0"0,0 0 0 0 0,-1 0-1 0 0,0 0 1 0 0,-1 0 0 0 0,0 0 0 0 0,-4-12 0 0 0,1 30 2665 0 0,-1 22-3513 0 0,-51 297 347 0 0,56-318-1182 0 0,0-1 0 0 0,0 1 0 0 0,1 0 0 0 0,3 21 0 0 0,-3-29-34 0 0,1 0 0 0 0,0 0 0 0 0,0 0 0 0 0,0-1 0 0 0,1 1 0 0 0,-1 0 0 0 0,1 0 0 0 0,0-1 0 0 0,0 1 0 0 0,0-1 0 0 0,1 0 0 0 0,-1 1 0 0 0,1-1 0 0 0,-1 0 0 0 0,1-1 0 0 0,0 1 1 0 0,5 3-1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5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58 456 0 0,'0'-5'-801'0'0,"20"-47"19735"0"0,-18 52-18522 0 0,19 2 577 0 0,-13 0-711 0 0,0 2-1 0 0,0-1 1 0 0,-1 1 0 0 0,1 0 0 0 0,-1 1 0 0 0,0-1 0 0 0,0 2 0 0 0,0-1 0 0 0,9 10 0 0 0,6 9 59 0 0,22 28 1 0 0,-27-30-291 0 0,0 1-1 0 0,-2 1 1 0 0,24 47 0 0 0,-34-57-829 0 0,0 0 1 0 0,6 25-1 0 0,-7-20-6885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7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2 153 2761 0 0,'-2'-12'6131'0'0,"3"11"-5945"0"0,14-12 3019 0 0,27-6-917 0 0,-37 17-1710 0 0,1 0-293 0 0,185-85 640 0 0,-162 71-937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9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 1 11058 0 0,'-1'1'158'0'0,"1"0"-1"0"0,-1 0 0 0 0,1 0 0 0 0,-1 0 0 0 0,1 0 0 0 0,0 0 0 0 0,-1 1 1 0 0,1-1-1 0 0,0 0 0 0 0,0 0 0 0 0,0 0 0 0 0,-1 0 0 0 0,1 1 0 0 0,1-1 1 0 0,-1 0-1 0 0,0 0 0 0 0,0 0 0 0 0,0 0 0 0 0,1 3 0 0 0,10 28 3181 0 0,-5-16-2310 0 0,4 23 1058 0 0,8 71 0 0 0,-8 42-5275 0 0,-9-132-3902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6.35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0 127 4609 0 0,'2'-5'265'0'0,"0"0"-1"0"0,0 0 1 0 0,0-1 0 0 0,0 2-1 0 0,1-1 1 0 0,0 0 0 0 0,0 0 0 0 0,0 1-1 0 0,0 0 1 0 0,1 0 0 0 0,0 0-1 0 0,0 0 1 0 0,0 0 0 0 0,0 1-1 0 0,10-6 1 0 0,-2 1 442 0 0,0 1-1 0 0,1 0 0 0 0,-1 0 1 0 0,2 2-1 0 0,13-5 1 0 0,-22 8-383 0 0,0 1 0 0 0,1 0 1 0 0,-1 0-1 0 0,1 0 0 0 0,-1 1 0 0 0,1-1 1 0 0,-1 1-1 0 0,1 1 0 0 0,-1-1 0 0 0,11 3 1 0 0,-14-3-207 0 0,-1 1 0 0 0,0-1 0 0 0,1 1 1 0 0,-1 0-1 0 0,0-1 0 0 0,1 1 1 0 0,-1 0-1 0 0,0 0 0 0 0,0 0 0 0 0,0 0 1 0 0,0 0-1 0 0,0 0 0 0 0,0 0 1 0 0,0 0-1 0 0,0 0 0 0 0,0 1 0 0 0,1 1 1 0 0,-2 0-56 0 0,1-1 0 0 0,-1 0 0 0 0,1 1 0 0 0,-1-1 0 0 0,0 1 0 0 0,0-1 0 0 0,0 0 0 0 0,0 1 0 0 0,0-1 0 0 0,0 1 0 0 0,-1-1 0 0 0,1 0 0 0 0,-1 1 0 0 0,-1 2 0 0 0,-4 12-312 0 0,-2-1 0 0 0,0 1 0 0 0,-15 22 0 0 0,12-22-83 0 0,2 0 0 0 0,-12 27 0 0 0,21-43 324 0 0,-1 0 0 0 0,0 0 1 0 0,1 0-1 0 0,0 1 0 0 0,-1-1 1 0 0,1 0-1 0 0,0 0 0 0 0,0 1 1 0 0,0-1-1 0 0,0 0 0 0 0,0 1 1 0 0,0-1-1 0 0,0 0 0 0 0,0 1 1 0 0,0-1-1 0 0,0 0 1 0 0,1 0-1 0 0,-1 1 0 0 0,1-1 1 0 0,-1 0-1 0 0,1 0 0 0 0,-1 0 1 0 0,1 0-1 0 0,0 1 0 0 0,-1-1 1 0 0,1 0-1 0 0,0 0 0 0 0,0 0 1 0 0,0 0-1 0 0,0-1 0 0 0,0 1 1 0 0,0 0-1 0 0,0 0 0 0 0,0-1 1 0 0,0 1-1 0 0,0 0 0 0 0,1-1 1 0 0,-1 1-1 0 0,0-1 0 0 0,0 1 1 0 0,1-1-1 0 0,1 1 0 0 0,7 1 81 0 0,1-1-1 0 0,-1 0 1 0 0,1 0-1 0 0,14-2 0 0 0,-8 1 72 0 0,11 0-8 0 0,43 3 435 0 0,-66-2-544 0 0,-1 0 0 0 0,1 0-1 0 0,-1 0 1 0 0,1 0 0 0 0,-1 1 0 0 0,0 0 0 0 0,1-1 0 0 0,-1 2 0 0 0,0-1-1 0 0,0 0 1 0 0,-1 1 0 0 0,6 4 0 0 0,-7-5 6 0 0,0 0 0 0 0,-1 1 1 0 0,0-1-1 0 0,1 0 0 0 0,-1 1 0 0 0,0-1 0 0 0,0 1 0 0 0,0-1 1 0 0,-1 1-1 0 0,1-1 0 0 0,-1 1 0 0 0,1 0 0 0 0,-1-1 1 0 0,0 1-1 0 0,0 0 0 0 0,0-1 0 0 0,0 1 0 0 0,-1 0 0 0 0,1-1 1 0 0,-1 1-1 0 0,1-1 0 0 0,-1 1 0 0 0,0-1 0 0 0,0 1 1 0 0,0-1-1 0 0,0 1 0 0 0,-1-1 0 0 0,-1 3 0 0 0,-4 7 253 0 0,0 0-1 0 0,-1-1 1 0 0,-18 20 0 0 0,-114 115 850 0 0,128-126-2098 0 0,9-11-29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6.65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 24 7834 0 0,'-9'7'1680'0'0,"19"-4"2197"0"0,21-4-310 0 0,-3-11-2665 0 0,16-6-946 0 0,-43 17-212 0 0,1 1 0 0 0,0-1 0 0 0,0 1-1 0 0,0 0 1 0 0,-1 0 0 0 0,1-1 0 0 0,0 2 0 0 0,0-1-1 0 0,0 0 1 0 0,0 0 0 0 0,2 1 0 0 0,-3-1 243 0 0,-1 1 0 0 0,1-1 0 0 0,-1 1 1 0 0,1-1-1 0 0,-1 0 0 0 0,1 1 0 0 0,-1-1 1 0 0,1 1-1 0 0,-1-1 0 0 0,0 1 0 0 0,1-1 0 0 0,-1 1 1 0 0,0 0-1 0 0,1-1 0 0 0,-1 1 0 0 0,0-1 0 0 0,0 1 1 0 0,0 0-1 0 0,1-1 0 0 0,-1 1 0 0 0,0 0 0 0 0,0-1 1 0 0,0 1-1 0 0,0-1 0 0 0,0 1 0 0 0,0 0 1 0 0,0-1-1 0 0,-1 1 0 0 0,1 0 0 0 0,0-1 0 0 0,0 1 1 0 0,0 0-1 0 0,-1 0 0 0 0,-2 5 13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6.7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34 2304 0 0,'2'5'8423'0'0,"-2"-4"-8299"0"0,19-3 4138 0 0,23-8-1829 0 0,27-13-4709 0 0,-53 19 1985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0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14 14747 0 0,'0'-1'166'0'0,"0"1"1"0"0,0-1-1 0 0,0 1 0 0 0,0-1 0 0 0,0 1 0 0 0,0 0 1 0 0,-1-1-1 0 0,1 1 0 0 0,5-9 3490 0 0,-4 9-3489 0 0,8 9 1819 0 0,7 22-1245 0 0,-4 7-519 0 0,-2-1 1 0 0,-2 2-1 0 0,-2-1 1 0 0,4 64-1 0 0,7 50-194 0 0,7-41-192 0 0,-4-38-6433 0 0,-5-30-781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37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 3 8754 0 0,'-8'-3'11084'0'0,"12"8"-10271"0"0,8 13-624 0 0,-1 0 0 0 0,0 1 0 0 0,-1 0 0 0 0,-1 1 1 0 0,-1 0-1 0 0,9 36 0 0 0,21 139 1410 0 0,-21-97-1296 0 0,47 179-8542 0 0,-58-260 1499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6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270 5 2761 0 0,'-3'-1'613'0'0,"1"0"1"0"0,0 1-1 0 0,0-1 1 0 0,-1 0-1 0 0,1 1 1 0 0,0 0-1 0 0,-1-1 1 0 0,1 1-1 0 0,-1 0 1 0 0,1 0-1 0 0,0 0 1 0 0,-5 1-1 0 0,-31 13 3083 0 0,20-3-2834 0 0,1 0 0 0 0,-18 15 0 0 0,29-21-374 0 0,-7 5-217 0 0,0 1-1 0 0,1 0 1 0 0,0 0-1 0 0,1 1 1 0 0,0 0-1 0 0,1 1 0 0 0,0 1 1 0 0,-12 22-1 0 0,21-33-211 0 0,0-1-1 0 0,0 1 1 0 0,0-1-1 0 0,0 1 0 0 0,1-1 1 0 0,-1 1-1 0 0,1-1 1 0 0,-1 1-1 0 0,1-1 1 0 0,0 1-1 0 0,0 0 1 0 0,0-1-1 0 0,1 1 0 0 0,-1-1 1 0 0,1 1-1 0 0,-1 0 1 0 0,1-1-1 0 0,2 5 1 0 0,-1-3-5 0 0,0-1 1 0 0,1 1 0 0 0,-1-1 0 0 0,1 1-1 0 0,0-1 1 0 0,0 0 0 0 0,0 0 0 0 0,0 0-1 0 0,1-1 1 0 0,5 4 0 0 0,2 1-12 0 0,1-1 1 0 0,0-1-1 0 0,0 0 0 0 0,0 0 1 0 0,1-1-1 0 0,17 3 1 0 0,28 0-768 0 0,-38-6-81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98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19 14283 0 0,'-13'-18'4495'0'0,"19"33"-423"0"0,0 14-3629 0 0,6 58 0 0 0,-3-9-257 0 0,6 20-224 0 0,-10-54-364 0 0,2 0 1 0 0,2-1-1 0 0,1 0 1 0 0,28 67 0 0 0,-25-80-7457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9.2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3681 0 0,'2'8'10889'0'0,"0"11"-5187"0"0,12 113-3491 0 0,-5 189-902 0 0,0 2-3252 0 0,-4-276-5887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0.70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21 8290 0 0,'0'-1'193'0'0,"0"1"1"0"0,0-1 0 0 0,0 0 0 0 0,0 1-1 0 0,0-1 1 0 0,0 0 0 0 0,0 1-1 0 0,0-1 1 0 0,0 0 0 0 0,0 1 0 0 0,1-1-1 0 0,-1 0 1 0 0,0 1 0 0 0,0-1-1 0 0,1 1 1 0 0,-1-1 0 0 0,0 0 0 0 0,1 1-1 0 0,-1-1 1 0 0,1 1 0 0 0,-1-1-1 0 0,1 1 1 0 0,-1-1 0 0 0,1 1 0 0 0,-1 0-1 0 0,1-1 1 0 0,0 0 0 0 0,0 1-104 0 0,-1 0 0 0 0,0-1-1 0 0,1 1 1 0 0,-1-1 0 0 0,1 1 0 0 0,-1 0 0 0 0,1 0 0 0 0,-1-1 0 0 0,1 1 0 0 0,0 0 0 0 0,-1 0 0 0 0,1 0-1 0 0,-1-1 1 0 0,1 1 0 0 0,-1 0 0 0 0,1 0 0 0 0,0 0 0 0 0,-1 0 0 0 0,1 0 0 0 0,-1 0 0 0 0,1 0 0 0 0,0 0 0 0 0,-1 1-1 0 0,1-1 1 0 0,-1 0 0 0 0,1 0 0 0 0,-1 0 0 0 0,1 1 0 0 0,-1-1 0 0 0,1 0 0 0 0,-1 0 0 0 0,1 1 0 0 0,-1-1 0 0 0,1 1-1 0 0,-1-1 1 0 0,1 0 0 0 0,-1 1 0 0 0,1-1 0 0 0,-1 1 0 0 0,0-1 0 0 0,1 1 0 0 0,-1 0 0 0 0,2 3 209 0 0,0 1 1 0 0,0 0 0 0 0,0 0 0 0 0,-1 0-1 0 0,0 0 1 0 0,0 0 0 0 0,0 0-1 0 0,0 0 1 0 0,-1 0 0 0 0,0 0-1 0 0,-1 7 1 0 0,-10 60 561 0 0,7-53-672 0 0,-6 32-80 0 0,-10 66 282 0 0,18-103-353 0 0,1 0 1 0 0,1 1-1 0 0,0 0 1 0 0,1-1-1 0 0,6 28 1 0 0,-6-39-36 0 0,-1 0-1 0 0,1 0 1 0 0,0 0 0 0 0,0 0 0 0 0,0-1 0 0 0,1 1-1 0 0,-1 0 1 0 0,1-1 0 0 0,-1 1 0 0 0,1-1-1 0 0,0 0 1 0 0,0 0 0 0 0,0 1 0 0 0,0-1-1 0 0,0 0 1 0 0,1-1 0 0 0,-1 1 0 0 0,1 0-1 0 0,3 1 1 0 0,-2-1 7 0 0,0-1 0 0 0,1 1 0 0 0,-1-1 0 0 0,1-1 0 0 0,0 1 0 0 0,-1-1 0 0 0,1 1 0 0 0,0-1 0 0 0,-1 0 0 0 0,1-1 0 0 0,5 0 0 0 0,10-4 20 0 0,0-1 1 0 0,0 0-1 0 0,-1-2 1 0 0,25-12-1 0 0,-43 20-30 0 0,81-45-469 0 0,-29 12-3051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0.91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56 1 2761 0 0,'-17'-1'568'0'0,"16"2"-151"0"0,0-1 1 0 0,-1 0 0 0 0,1 1-1 0 0,0-1 1 0 0,0 1-1 0 0,0 0 1 0 0,-1-1-1 0 0,1 1 1 0 0,0 0-1 0 0,0-1 1 0 0,0 1 0 0 0,0 0-1 0 0,-1 1 1 0 0,-8 18 5453 0 0,5-4-5258 0 0,2-3 159 0 0,1 0 0 0 0,1 0 0 0 0,0 0 0 0 0,1 0-1 0 0,1 0 1 0 0,3 23 0 0 0,22 81 681 0 0,-16-79-1122 0 0,5 35-692 0 0,-10-41-5522 0 0,-2-10-1237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1.25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0 11522 0 0,'6'8'7288'0'0,"22"30"-4933"0"0,-15-20-2015 0 0,-1 1 1 0 0,-1 1-1 0 0,0 0 1 0 0,-2 0-1 0 0,0 1 0 0 0,-2 0 1 0 0,6 25-1 0 0,21 157 185 0 0,-5-20-1245 0 0,-23-158-536 0 0,2-2-4333 0 0,1-5-1665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1.5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202 8 7370 0 0,'-1'-7'3244'0'0,"1"7"-3175"0"0,0 0 0 0 0,0 0 0 0 0,-1 0 0 0 0,1 0 0 0 0,0 0 0 0 0,0 0 0 0 0,0 0 0 0 0,0 0 0 0 0,-1 0 0 0 0,1 0 0 0 0,0 0 0 0 0,0 0 0 0 0,0 0 0 0 0,0 0 0 0 0,-1 0 0 0 0,1 0 1 0 0,0 0-1 0 0,0 0 0 0 0,-1 0 0 0 0,-17 11 3005 0 0,-21 23-241 0 0,19-13-2141 0 0,1 1-1 0 0,1 0 1 0 0,1 2-1 0 0,-15 27 1 0 0,27-42-567 0 0,1-1-1 0 0,-1 1 1 0 0,2 0 0 0 0,-1 0 0 0 0,1 1 0 0 0,0-1-1 0 0,1 1 1 0 0,0-1 0 0 0,1 1 0 0 0,0 0 0 0 0,0 0 0 0 0,1 0-1 0 0,1-1 1 0 0,-1 1 0 0 0,4 16 0 0 0,-2-21-77 0 0,0 0-1 0 0,0-1 1 0 0,1 1-1 0 0,-1-1 1 0 0,1 1-1 0 0,0-1 1 0 0,0 0-1 0 0,0 0 1 0 0,0 0-1 0 0,1-1 1 0 0,0 1 0 0 0,0-1-1 0 0,0 0 1 0 0,0 0-1 0 0,0 0 1 0 0,0-1-1 0 0,1 1 1 0 0,0-1-1 0 0,-1 0 1 0 0,1 0-1 0 0,0-1 1 0 0,0 1 0 0 0,0-1-1 0 0,0 0 1 0 0,6 0-1 0 0,14 1 12 0 0,1 0 0 0 0,0-2 0 0 0,44-5 0 0 0,-44 3-101 0 0,-5 0-495 0 0,20-2-43 0 0,-18 11-9047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00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10 7498 0 0,'8'-10'0'0'0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1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 43 5985 0 0,'0'0'106'0'0,"-1"0"0"0"0,1 0 0 0 0,0 0 0 0 0,0 0 0 0 0,-1 0 0 0 0,1 0 0 0 0,-2 2 637 0 0,2-2-637 0 0,0 0 0 0 0,0 1 0 0 0,0-1 0 0 0,-1 0 0 0 0,1 0 0 0 0,0 1 0 0 0,0-1 0 0 0,0 0 0 0 0,0 1 0 0 0,0-1 0 0 0,0 0 0 0 0,0 1 0 0 0,0-1 0 0 0,0 0 0 0 0,0 1 0 0 0,0-1 0 0 0,0 0 0 0 0,0 1 0 0 0,0-1 0 0 0,0 0 0 0 0,0 0 0 0 0,0 1 0 0 0,0-1 0 0 0,0 0 0 0 0,0 1 0 0 0,0-1 0 0 0,0 0 0 0 0,1 1 0 0 0,0 0 636 0 0,-1-1-636 0 0,0 1 0 0 0,1-1 0 0 0,-1 0 0 0 0,0 0 0 0 0,1 0 0 0 0,-1 0 0 0 0,0 1 0 0 0,0-1 0 0 0,1 0 0 0 0,-1 0 0 0 0,0 0 0 0 0,1 0 0 0 0,-1 0 1 0 0,0 0-1 0 0,1 0 0 0 0,-1 0 0 0 0,0 0 0 0 0,1 0 0 0 0,24 3 3821 0 0,-9-5-3097 0 0,0-2 1 0 0,-1 0-1 0 0,1-1 1 0 0,20-10-1 0 0,-21 9-1194 0 0,0 0 0 0 0,0 1-1 0 0,0 1 1 0 0,26-5 0 0 0,-34 9-1135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3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82 3225 0 0,'0'1'41'0'0,"0"-1"1"0"0,0 1 0 0 0,0-1-1 0 0,1 0 1 0 0,-1 1-1 0 0,0-1 1 0 0,1 0 0 0 0,-1 1-1 0 0,0-1 1 0 0,0 0 0 0 0,1 0-1 0 0,-1 1 1 0 0,1-1-1 0 0,-1 0 1 0 0,0 0 0 0 0,1 1-1 0 0,-1-1 1 0 0,0 0 0 0 0,1 0-1 0 0,-1 0 1 0 0,1 0-1 0 0,-1 0 1 0 0,1 0 0 0 0,-1 0-1 0 0,0 0 1 0 0,1 0 0 0 0,-1 0-1 0 0,1 0 1 0 0,-1 0-1 0 0,1 0 1 0 0,-1 0 0 0 0,0 0-1 0 0,1 0 1 0 0,22-4 2350 0 0,-15 3-1938 0 0,16-3 1088 0 0,-1-1 0 0 0,0 0 0 0 0,36-15 1 0 0,24-14-4939 0 0,-63 26 728 0 0,-8 1 686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95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82 10 6913 0 0,'-29'-2'1625'0'0,"-24"-5"7285"0"0,75 10-6666 0 0,39 3 0 0 0,-3-1-1841 0 0,321 59 870 0 0,-268-50-1014 0 0,254 23-277 0 0,-261-40-1669 0 0,-58-2-6252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3.44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34 47 3225 0 0,'-34'-47'15547'0'0,"35"63"-14171"0"0,5 324 2199 0 0,5 57-5160 0 0,-7-346-6342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3.8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6 11058 0 0,'-10'-6'10433'0'0,"17"25"-9891"0"0,10 39 97 0 0,53 198 846 0 0,-60-209-1550 0 0,-2 0 1 0 0,-3 1-1 0 0,0 73 0 0 0,-6-96-316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14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0 169 2304 0 0,'2'-5'505'0'0,"0"-1"0"0"0,1 1 0 0 0,0 0 0 0 0,0 0 0 0 0,0 0 0 0 0,0 0 0 0 0,1 1 0 0 0,0-1 0 0 0,8-7 0 0 0,43-34 2185 0 0,-51 43-2550 0 0,9-6 447 0 0,1 0 1 0 0,0 0-1 0 0,0 1 1 0 0,0 1 0 0 0,23-7-1 0 0,-33 12-444 0 0,0 1-1 0 0,1 0 0 0 0,-1 0 1 0 0,1 0-1 0 0,-1 1 0 0 0,1 0 0 0 0,-1 0 1 0 0,1 0-1 0 0,-1 0 0 0 0,9 2 1 0 0,-11-1-76 0 0,0 0 0 0 0,1 0 0 0 0,-1 0 0 0 0,0 0 0 0 0,0 0 0 0 0,0 0 0 0 0,0 1 0 0 0,0-1 0 0 0,0 1 0 0 0,0 0 0 0 0,-1-1 0 0 0,1 1 0 0 0,-1 0 0 0 0,1 0 0 0 0,-1 0 0 0 0,1 0 0 0 0,-1 0 0 0 0,0 0 0 0 0,0 0 0 0 0,0 1 0 0 0,1 2 0 0 0,-1 0-12 0 0,0 1 1 0 0,-1-1-1 0 0,1 0 0 0 0,-1 0 1 0 0,0 1-1 0 0,0-1 0 0 0,0 0 1 0 0,-1 0-1 0 0,0 0 1 0 0,0 1-1 0 0,0-1 0 0 0,-4 8 1 0 0,-3 9 204 0 0,-18 32 1 0 0,9-20 121 0 0,13-26-292 0 0,-18 48 842 0 0,21-52-785 0 0,0-1 0 0 0,0 1-1 0 0,1-1 1 0 0,-1 1 0 0 0,1-1 0 0 0,0 1-1 0 0,0-1 1 0 0,0 1 0 0 0,0-1 0 0 0,1 1-1 0 0,-1-1 1 0 0,1 1 0 0 0,0-1 0 0 0,2 5-1 0 0,-2-6-54 0 0,1 1 1 0 0,0-1-1 0 0,-1 0 0 0 0,1 0 0 0 0,0 0 0 0 0,1 0 1 0 0,-1-1-1 0 0,0 1 0 0 0,0-1 0 0 0,1 1 0 0 0,-1-1 1 0 0,5 2-1 0 0,39 13-182 0 0,-24-9-419 0 0,10 6-2087 0 0,-15-8-4536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34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92 3225 0 0,'32'-38'713'0'0,"-6"-3"6781"0"0,-19 29-4027 0 0,-19 43 2639 0 0,-3 28-5307 0 0,9-28-336 0 0,0-10-369 0 0,-16 82 12 0 0,20-91-111 0 0,1 0 1 0 0,0 0 0 0 0,1 0 0 0 0,0 0-1 0 0,1 1 1 0 0,2 15 0 0 0,3-16-105 0 0,-6-12 54 0 0,0 1 0 0 0,0-1 1 0 0,0 0-1 0 0,1 0 1 0 0,-1 0-1 0 0,0 0 1 0 0,0 1-1 0 0,0-1 0 0 0,1 0 1 0 0,-1 0-1 0 0,0 0 1 0 0,0 0-1 0 0,0 1 1 0 0,1-1-1 0 0,-1 0 1 0 0,0 0-1 0 0,0 0 0 0 0,1 0 1 0 0,-1 0-1 0 0,0 0 1 0 0,0 0-1 0 0,1 0 1 0 0,-1 0-1 0 0,0 0 0 0 0,1 0 1 0 0,-1 0-1 0 0,0 0 1 0 0,0 0-1 0 0,1 0 1 0 0,-1 0-1 0 0,0 0 0 0 0,0 0 1 0 0,1 0-1 0 0,-1-1 1 0 0,0 1-1 0 0,0 0 1 0 0,0 0-1 0 0,1 0 0 0 0,-1 0 1 0 0,0-1-1 0 0,0 1 1 0 0,0 0-1 0 0,1 0 1 0 0,-1 0-1 0 0,0 0 0 0 0,0-1 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50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91 6449 0 0,'3'-13'75'0'0,"15"-38"1241"0"0,-18 50-1095 0 0,1-1 1 0 0,0 0 0 0 0,-1 1 0 0 0,1-1 0 0 0,0 1 0 0 0,0 0-1 0 0,0-1 1 0 0,0 1 0 0 0,0 0 0 0 0,0 0 0 0 0,1-1-1 0 0,-1 1 1 0 0,0 0 0 0 0,1 0 0 0 0,-1 0 0 0 0,1 0 0 0 0,-1 1-1 0 0,1-1 1 0 0,-1 0 0 0 0,1 1 0 0 0,-1-1 0 0 0,1 1-1 0 0,0-1 1 0 0,-1 1 0 0 0,4 0 0 0 0,-3 0-29 0 0,0 1 1 0 0,0-1-1 0 0,0 1 0 0 0,-1 0 1 0 0,1 0-1 0 0,0 0 1 0 0,0 0-1 0 0,-1 0 0 0 0,1 1 1 0 0,0-1-1 0 0,-1 0 1 0 0,0 1-1 0 0,1-1 0 0 0,-1 1 1 0 0,0 0-1 0 0,1-1 1 0 0,-1 1-1 0 0,0 0 0 0 0,0 0 1 0 0,0 2-1 0 0,19 46 1258 0 0,-15-36-983 0 0,43 109 1133 0 0,36 98-2033 0 0,-78-202 80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67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1 119 6913 0 0,'9'-4'5186'0'0,"9"-6"-3299"0"0,11-5-750 0 0,33-11-464 0 0,44-20-858 0 0,-76 28 249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8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0 12443 0 0,'-4'7'480'0'0,"1"0"0"0"0,0 0 1 0 0,1 0-1 0 0,0 0 1 0 0,0 0-1 0 0,0 1 0 0 0,1-1 1 0 0,0 0-1 0 0,1 12 1 0 0,5 74 2461 0 0,-1-49-1765 0 0,2 29-241 0 0,1 30-2246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5.2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85 6449 0 0,'0'-4'161'0'0,"0"1"-1"0"0,1-1 0 0 0,-1 0 0 0 0,1 1 0 0 0,0-1 0 0 0,0 1 1 0 0,0-1-1 0 0,0 1 0 0 0,1-1 0 0 0,0 1 0 0 0,-1 0 0 0 0,1 0 1 0 0,0-1-1 0 0,0 1 0 0 0,1 1 0 0 0,-1-1 0 0 0,1 0 0 0 0,-1 1 1 0 0,1-1-1 0 0,0 1 0 0 0,0 0 0 0 0,0 0 0 0 0,0 0 0 0 0,0 0 1 0 0,1 0-1 0 0,-1 1 0 0 0,0-1 0 0 0,1 1 0 0 0,-1 0 1 0 0,1 0-1 0 0,-1 1 0 0 0,1-1 0 0 0,0 1 0 0 0,-1-1 0 0 0,1 1 1 0 0,0 0-1 0 0,-1 1 0 0 0,7 0 0 0 0,-4 0-47 0 0,0 0-1 0 0,-1 1 1 0 0,1 0-1 0 0,-1 0 1 0 0,1 0 0 0 0,-1 1-1 0 0,0-1 1 0 0,0 1-1 0 0,0 0 1 0 0,0 1-1 0 0,-1-1 1 0 0,1 1 0 0 0,-1 0-1 0 0,0 0 1 0 0,0 1-1 0 0,0-1 1 0 0,-1 1-1 0 0,1 0 1 0 0,-1 0 0 0 0,0 0-1 0 0,-1 0 1 0 0,1 0-1 0 0,1 8 1 0 0,-1-5 29 0 0,-1 0 1 0 0,0 1-1 0 0,-1-1 0 0 0,0 1 1 0 0,0-1-1 0 0,-1 1 1 0 0,0 0-1 0 0,-1-1 0 0 0,0 1 1 0 0,0-1-1 0 0,-1 1 0 0 0,0-1 1 0 0,0 0-1 0 0,-1 0 0 0 0,-4 10 1 0 0,5-15-151 0 0,1 0 1 0 0,-1 0-1 0 0,1 0 1 0 0,0 1-1 0 0,0-1 0 0 0,0 1 1 0 0,0-1-1 0 0,0 7 1 0 0,1-9 5 0 0,0 0 0 0 0,1 0 0 0 0,-1 0 0 0 0,1 0-1 0 0,-1 0 1 0 0,1 0 0 0 0,0 0 0 0 0,-1 0 0 0 0,1 0 0 0 0,0-1 0 0 0,0 1 0 0 0,-1 0 0 0 0,1 0 0 0 0,0-1 0 0 0,0 1 0 0 0,0-1 0 0 0,0 1 0 0 0,0-1 0 0 0,0 1 0 0 0,0-1-1 0 0,0 1 1 0 0,0-1 0 0 0,0 0 0 0 0,0 0 0 0 0,0 0 0 0 0,0 1 0 0 0,0-1 0 0 0,1 0 0 0 0,-1 0 0 0 0,0 0 0 0 0,0-1 0 0 0,1 1 0 0 0,13 1-258 0 0,-8-1 509 0 0,1 0-1 0 0,0 1 0 0 0,0 0 1 0 0,-1 0-1 0 0,1 1 0 0 0,9 3 1 0 0,-16-5-196 0 0,0 1 0 0 0,0-1 1 0 0,0 1-1 0 0,0-1 1 0 0,-1 1-1 0 0,1 0 0 0 0,0-1 1 0 0,0 1-1 0 0,0 0 1 0 0,0 0-1 0 0,-1 0 0 0 0,1 0 1 0 0,0-1-1 0 0,-1 1 1 0 0,1 0-1 0 0,-1 0 0 0 0,1 0 1 0 0,-1 0-1 0 0,0 0 1 0 0,1 2-1 0 0,-1-1-39 0 0,0 0 0 0 0,0 0-1 0 0,0 0 1 0 0,0 0 0 0 0,-1 0 0 0 0,1 0 0 0 0,-1 0-1 0 0,1 0 1 0 0,-1 0 0 0 0,0 0 0 0 0,0 0 0 0 0,1 0-1 0 0,-1 0 1 0 0,-3 2 0 0 0,-16 21-2021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5.94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10594 0 0,'0'0'819'0'0,"24"10"6387"0"0,-17-4-6820 0 0,1 0 1 0 0,-1 1 0 0 0,-1 0 0 0 0,0 0-1 0 0,0 0 1 0 0,0 1 0 0 0,-1-1-1 0 0,0 2 1 0 0,0-1 0 0 0,-1 0 0 0 0,0 1-1 0 0,4 12 1 0 0,3 12-174 0 0,-2 1 0 0 0,5 34 0 0 0,11 145-1736 0 0,-23-148-6628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6.3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7 13363 0 0,'-10'-6'3967'0'0,"13"27"607"0"0,0-10-4947 0 0,23 145 2536 0 0,21 180-1033 0 0,-42-270-1545 0 0,4-1 0 0 0,32 120 1 0 0,-32-158-41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6.9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0 11058 0 0,'5'19'3317'0'0,"-1"-1"-1"0"0,2 23 0 0 0,6 112-2418 0 0,-7-81 10 0 0,-3-35-837 0 0,2-1-1 0 0,1 0 1 0 0,2 0 0 0 0,15 47-1 0 0,-14-62-263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7.16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254 1 8754 0 0,'-1'-1'148'0'0,"-1"1"1"0"0,1 0-1 0 0,0 0 0 0 0,-1 0 0 0 0,1 1 1 0 0,0-1-1 0 0,-1 0 0 0 0,1 0 1 0 0,0 1-1 0 0,0-1 0 0 0,-1 1 1 0 0,1-1-1 0 0,0 1 0 0 0,0-1 1 0 0,0 1-1 0 0,0 0 0 0 0,-1 0 1 0 0,1-1-1 0 0,-1 2 0 0 0,-22 22 1977 0 0,17-18-1832 0 0,-26 27 1243 0 0,-55 58 805 0 0,77-78-1975 0 0,0 0 0 0 0,1 0 0 0 0,1 1 1 0 0,0 1-1 0 0,-8 18 0 0 0,16-30-298 0 0,0-1 1 0 0,0 1-1 0 0,0-1 0 0 0,0 1 0 0 0,0 0 0 0 0,0 0 0 0 0,1 0 0 0 0,-1-1 0 0 0,1 1 0 0 0,0 0 0 0 0,0 0 1 0 0,0 0-1 0 0,0 0 0 0 0,0 0 0 0 0,1-1 0 0 0,-1 1 0 0 0,1 0 0 0 0,0 0 0 0 0,0 0 0 0 0,0-1 0 0 0,0 1 1 0 0,0-1-1 0 0,1 1 0 0 0,-1-1 0 0 0,1 1 0 0 0,0-1 0 0 0,-1 0 0 0 0,1 0 0 0 0,0 0 0 0 0,0 0 0 0 0,0 0 1 0 0,1 0-1 0 0,-1 0 0 0 0,0-1 0 0 0,6 3 0 0 0,0 0-51 0 0,1 0 0 0 0,-1-1 0 0 0,1-1 1 0 0,0 0-1 0 0,0 0 0 0 0,0 0 0 0 0,0-1 0 0 0,0 0 1 0 0,0-1-1 0 0,11-1 0 0 0,4-2-544 0 0,42-10 0 0 0,-35 5-564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5.6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4 7370 0 0,'0'0'154'0'0,"-5"3"1847"0"0,5-3-1847 0 0,0 1 0 0 0,0-1 0 0 0,-1 1 0 0 0,1-1 0 0 0,0 0 0 0 0,0 1 0 0 0,0-1 0 0 0,0 1 0 0 0,0-1-1 0 0,0 1 1 0 0,-1-1 0 0 0,1 0 0 0 0,0 1 0 0 0,0-1 0 0 0,0 1 0 0 0,0-1 0 0 0,0 1 0 0 0,1-1 0 0 0,-1 1 0 0 0,13 9 2750 0 0,24 0-119 0 0,132-5 1360 0 0,88-20-3414 0 0,-97 3-620 0 0,-16 3-801 0 0,-98 5 57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7.58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19 4609 0 0,'0'0'111'0'0,"0"1"-1"0"0,1-1 1 0 0,-1 1-1 0 0,1-1 1 0 0,-1 1-1 0 0,0-1 1 0 0,1 0-1 0 0,-1 1 1 0 0,1-1-1 0 0,-1 0 1 0 0,1 1 0 0 0,0-1-1 0 0,-1 0 1 0 0,1 0-1 0 0,-1 1 1 0 0,1-1-1 0 0,-1 0 1 0 0,1 0-1 0 0,0 0 1 0 0,-1 0 0 0 0,1 0-1 0 0,0 0 1 0 0,-1 0-1 0 0,1 0 1 0 0,0 0-1 0 0,22 3 1932 0 0,174-6 6077 0 0,1-13-8090 0 0,-153 12-1347 0 0,-7 0-4635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7.8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 1 6913 0 0,'-16'16'688'0'0,"16"-15"-567"0"0,-1-1 1 0 0,1 1 0 0 0,0-1 0 0 0,0 0 0 0 0,-1 1 0 0 0,1-1 0 0 0,0 1 0 0 0,0-1 0 0 0,0 1-1 0 0,0-1 1 0 0,0 1 0 0 0,0-1 0 0 0,0 0 0 0 0,0 1 0 0 0,0-1 0 0 0,0 1 0 0 0,0-1 0 0 0,0 1-1 0 0,0-1 1 0 0,0 1 0 0 0,1-1 0 0 0,-1 1 0 0 0,0-1 0 0 0,1 1 0 0 0,1 1 429 0 0,1 1 0 0 0,0-1 1 0 0,0 0-1 0 0,0 0 0 0 0,0-1 1 0 0,0 1-1 0 0,1-1 0 0 0,5 3 1 0 0,-6-3-567 0 0,31 11 1363 0 0,0-1-1 0 0,0-2 0 0 0,1-2 0 0 0,53 5 1 0 0,-25-7-824 0 0,107-7 1 0 0,-150 1-855 0 0,1-2-1 0 0,35-8 1 0 0,-17-4-6511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8.0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0 4145 0 0,'-1'1'327'0'0,"-1"1"0"0"0,1-1 0 0 0,0 0 0 0 0,-1 1 0 0 0,1-1 0 0 0,0 0 0 0 0,0 1 0 0 0,0-1 0 0 0,0 1 0 0 0,0 0 0 0 0,0-1 0 0 0,1 1 0 0 0,-1 0 1 0 0,1 0-1 0 0,-1-1 0 0 0,1 1 0 0 0,-1 0 0 0 0,1 0 0 0 0,0 0 0 0 0,0 3 0 0 0,-3 47 3214 0 0,3-49-3365 0 0,0 44 2263 0 0,2 0-1 0 0,17 91 1 0 0,-4-74-2018 0 0,3 0 0 0 0,2-1-1 0 0,38 80 1 0 0,-42-109-641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8.34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 12899 0 0,'1'0'53'0'0,"-1"0"-1"0"0,0 0 1 0 0,0 0 0 0 0,0 0 0 0 0,0 0-1 0 0,0 1 1 0 0,0-1 0 0 0,1 0 0 0 0,-1 0 0 0 0,0 0-1 0 0,0 0 1 0 0,0 0 0 0 0,0 0 0 0 0,0 0-1 0 0,1 0 1 0 0,-1 0 0 0 0,0 0 0 0 0,0 0 0 0 0,0 0-1 0 0,0 0 1 0 0,1 0 0 0 0,-1 0 0 0 0,0 0-1 0 0,0 0 1 0 0,0 0 0 0 0,1-1 527 0 0,0 0-527 0 0,-1 1 0 0 0,0 0 0 0 0,0 0 0 0 0,0 0-1 0 0,0 0 1 0 0,0 0 0 0 0,0-1 0 0 0,0 1-1 0 0,0 0 1 0 0,0 0 0 0 0,0 0 0 0 0,0 0 0 0 0,0 0-1 0 0,0-1 1 0 0,0 1 0 0 0,0 0 0 0 0,0 0-1 0 0,0 0 1 0 0,0 0 0 0 0,0-1 0 0 0,0 1 0 0 0,0 0-1 0 0,0 0 1 0 0,0 0 0 0 0,0 0 0 0 0,0 0-1 0 0,0-1 1 0 0,12 19 2156 0 0,8 29-135 0 0,-9-7-1244 0 0,-2 0 0 0 0,-2 1 0 0 0,2 57 0 0 0,-7 129-466 0 0,-2-60-2325 0 0,1-119-6059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8.6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1 131 6913 0 0,'23'-2'2758'0'0,"281"-34"7286"0"0,1 8-7005 0 0,148-16-3470 0 0,-369 31-2105 0 0,-48 6-4656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9.4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0 8290 0 0,'10'8'8503'0'0,"-2"5"-3539"0"0,4 22-2327 0 0,-1 39-3202 0 0,-6-4 947 0 0,23 197 1146 0 0,-30-309-2015 0 0,2 25-229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9.9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21 9674 0 0,'-1'1'233'0'0,"0"0"0"0"0,0-1 0 0 0,0 1-1 0 0,0 0 1 0 0,0 0 0 0 0,1 0 0 0 0,-1 0 0 0 0,0 0 0 0 0,1 0-1 0 0,-1 0 1 0 0,1 0 0 0 0,-1 0 0 0 0,1 0 0 0 0,-1 0 0 0 0,1 0-1 0 0,0 0 1 0 0,-1 1 0 0 0,1-1 0 0 0,0 0 0 0 0,0 0 0 0 0,0 0-1 0 0,0 1 1 0 0,0-1 0 0 0,0 0 0 0 0,0 0 0 0 0,0 0 0 0 0,1 0-1 0 0,-1 1 1 0 0,0-1 0 0 0,1 0 0 0 0,-1 0 0 0 0,1 0 0 0 0,-1 0-1 0 0,1 0 1 0 0,-1 0 0 0 0,1 0 0 0 0,0 0 0 0 0,0 0 0 0 0,-1 0-1 0 0,1 0 1 0 0,0-1 0 0 0,0 1 0 0 0,0 0 0 0 0,0 0 0 0 0,2 0-1 0 0,1 2-26 0 0,0-1 0 0 0,0 0-1 0 0,0 0 1 0 0,0 0-1 0 0,1-1 1 0 0,-1 0 0 0 0,0 0-1 0 0,1 0 1 0 0,-1 0-1 0 0,1 0 1 0 0,4-1 0 0 0,10-1-39 0 0,0-2 1 0 0,0 0-1 0 0,-1-1 1 0 0,30-10-1 0 0,69-35-3174 0 0,-94 39-4472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0.1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6913 0 0,'11'37'6192'0'0,"-4"-16"-4064"0"0,37 157 5263 0 0,72 244-4836 0 0,-107-395-4432 0 0,-2-1-6494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0.4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 7834 0 0,'5'17'7765'0'0,"0"7"-3375"0"0,2 67-2018 0 0,-4-44-1083 0 0,2 67-200 0 0,2 10-1273 0 0,4-44-6598 0 0,-7-62-853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0.6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226 0 4145 0 0,'1'4'11694'0'0,"-80"78"-8046"0"0,58-63-3349 0 0,1 0-1 0 0,1 2 1 0 0,0 0-1 0 0,2 0 0 0 0,-23 39 1 0 0,38-57-263 0 0,1-1 1 0 0,0 1-1 0 0,-1 0 0 0 0,1-1 1 0 0,0 1-1 0 0,0 0 1 0 0,0 0-1 0 0,1 0 0 0 0,-1 0 1 0 0,1-1-1 0 0,0 1 1 0 0,0 0-1 0 0,0 0 0 0 0,0 0 1 0 0,0 0-1 0 0,0 0 1 0 0,1 0-1 0 0,-1 0 0 0 0,1 0 1 0 0,0 0-1 0 0,0-1 1 0 0,0 1-1 0 0,0 0 0 0 0,1-1 1 0 0,-1 1-1 0 0,1-1 1 0 0,-1 1-1 0 0,1-1 0 0 0,0 1 1 0 0,0-1-1 0 0,0 0 0 0 0,0 0 1 0 0,1 0-1 0 0,-1-1 1 0 0,0 1-1 0 0,1 0 0 0 0,-1-1 1 0 0,6 3-1 0 0,4 1 63 0 0,0 0-1 0 0,0-1 1 0 0,1 0-1 0 0,-1-1 1 0 0,1 0-1 0 0,0-1 1 0 0,19 0-1 0 0,17-2-591 0 0,94-13 0 0 0,-129 11-232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1.33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91 6913 0 0,'0'0'135'0'0,"0"1"0"0"0,0 0 0 0 0,0-1 0 0 0,0 1 0 0 0,0 0 0 0 0,0-1-1 0 0,1 1 1 0 0,-1 0 0 0 0,0-1 0 0 0,0 1 0 0 0,1 0 0 0 0,-1-1 0 0 0,0 1-1 0 0,1-1 1 0 0,-1 1 0 0 0,1-1 0 0 0,-1 1 0 0 0,1-1 0 0 0,-1 1-1 0 0,1-1 1 0 0,-1 1 0 0 0,1-1 0 0 0,-1 0 0 0 0,1 1 0 0 0,-1-1 0 0 0,1 0-1 0 0,0 0 1 0 0,-1 1 0 0 0,1-1 0 0 0,-1 0 0 0 0,1 0 0 0 0,0 0-1 0 0,-1 0 1 0 0,1 1 0 0 0,0-1 0 0 0,-1 0 0 0 0,1 0 0 0 0,0-1 0 0 0,-1 1-1 0 0,1 0 1 0 0,1 0 0 0 0,38-2 3447 0 0,-31 1-2977 0 0,23-2 583 0 0,0-2 0 0 0,-1-1 0 0 0,47-16 1 0 0,35-17-3654 0 0,-61 20-1554 0 0,-29 11 1821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1.4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0 11058 0 0,'0'1'168'0'0,"-1"0"0"0"0,1 0 0 0 0,-1 0 0 0 0,1 0 0 0 0,0 0-1 0 0,0 0 1 0 0,-1 0 0 0 0,1 0 0 0 0,0 0 0 0 0,0 0 0 0 0,0 0 0 0 0,0 0-1 0 0,0 0 1 0 0,0 0 0 0 0,0 0 0 0 0,1 0 0 0 0,-1 0 0 0 0,0 0-1 0 0,0 0 1 0 0,1 0 0 0 0,-1 0 0 0 0,1-1 0 0 0,-1 1 0 0 0,1 0 0 0 0,-1 0-1 0 0,1 0 1 0 0,-1 0 0 0 0,1-1 0 0 0,1 2 0 0 0,0 0 73 0 0,0-1 1 0 0,1 1-1 0 0,-1-1 1 0 0,1 0-1 0 0,-1 0 0 0 0,1 0 1 0 0,0 0-1 0 0,0 0 1 0 0,-1-1-1 0 0,6 2 1 0 0,1-1-90 0 0,0-1 1 0 0,1 0-1 0 0,-1 0 1 0 0,0 0-1 0 0,1-1 1 0 0,10-3 0 0 0,44-20-2953 0 0,-37 12 1209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5.93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34 282 2304 0 0,'-3'-3'770'0'0,"0"-1"0"0"0,0 1-1 0 0,0 0 1 0 0,0-1-1 0 0,1 0 1 0 0,-1 0-1 0 0,1 0 1 0 0,0 0-1 0 0,0 0 1 0 0,1 0 0 0 0,-1 0-1 0 0,1 0 1 0 0,0-1-1 0 0,0 1 1 0 0,1-1-1 0 0,-1 1 1 0 0,1-7-1 0 0,0 5-406 0 0,1-1 0 0 0,0 1-1 0 0,1 0 1 0 0,-1 0 0 0 0,1 0-1 0 0,1-1 1 0 0,-1 2-1 0 0,1-1 1 0 0,0 0 0 0 0,0 1-1 0 0,5-7 1 0 0,1 1-287 0 0,0 0-1 0 0,1 0 1 0 0,0 0 0 0 0,1 1 0 0 0,0 1 0 0 0,1 0 0 0 0,0 1-1 0 0,0 0 1 0 0,1 1 0 0 0,15-7 0 0 0,-18 10-75 0 0,0 1-1 0 0,1 0 1 0 0,-1 1 0 0 0,1 0 0 0 0,0 1 0 0 0,0 0-1 0 0,0 0 1 0 0,13 2 0 0 0,-17 0-5 0 0,-1-1 0 0 0,0 1 0 0 0,0 0 0 0 0,1 1 0 0 0,-1-1 0 0 0,0 1 0 0 0,0 0 0 0 0,-1 1 0 0 0,1 0 0 0 0,0-1 0 0 0,-1 2 0 0 0,1-1 0 0 0,-1 1 0 0 0,0 0 0 0 0,6 6 0 0 0,-8-6 2 0 0,-1-1 0 0 0,0 1 1 0 0,0 0-1 0 0,0 0 1 0 0,-1 0-1 0 0,1 0 1 0 0,-1 1-1 0 0,0-1 0 0 0,0 0 1 0 0,0 0-1 0 0,-1 1 1 0 0,1-1-1 0 0,-1 1 1 0 0,0-1-1 0 0,0 0 0 0 0,-1 1 1 0 0,0-1-1 0 0,1 0 1 0 0,-1 1-1 0 0,-2 3 0 0 0,-3 13-9 0 0,-2 0-1 0 0,-15 32 0 0 0,20-47 17 0 0,-33 63 4 0 0,14-30 10 0 0,-16 45 1 0 0,33-72-18 0 0,1 0 1 0 0,0 0 0 0 0,1 1-1 0 0,1-1 1 0 0,0 1 0 0 0,0-1-1 0 0,2 1 1 0 0,0 18 0 0 0,0-29 1 0 0,0 0 1 0 0,0 1 0 0 0,1-1 0 0 0,-1 1 0 0 0,1-1 0 0 0,-1 0 0 0 0,1 0-1 0 0,0 1 1 0 0,0-1 0 0 0,0 0 0 0 0,0 0 0 0 0,0 0 0 0 0,1 0 0 0 0,-1 0 0 0 0,0 0-1 0 0,1 0 1 0 0,0-1 0 0 0,-1 1 0 0 0,1 0 0 0 0,0-1 0 0 0,0 0 0 0 0,0 1-1 0 0,3 1 1 0 0,-1-2 16 0 0,0 0-1 0 0,0 0 0 0 0,0 0 0 0 0,0 0 1 0 0,0-1-1 0 0,0 0 0 0 0,0 1 0 0 0,0-1 1 0 0,0-1-1 0 0,0 1 0 0 0,0-1 0 0 0,8-1 1 0 0,-4 0 13 0 0,0-1 0 0 0,0 0 0 0 0,0 0 0 0 0,0-1 0 0 0,0 1 1 0 0,0-2-1 0 0,-1 1 0 0 0,0-1 0 0 0,0 0 0 0 0,0-1 0 0 0,-1 1 1 0 0,11-13-1 0 0,-15 15-12 0 0,-1 0 1 0 0,1 0-1 0 0,-1 0 1 0 0,0 0-1 0 0,1 0 0 0 0,-1 0 1 0 0,-1-1-1 0 0,1 1 1 0 0,0 0-1 0 0,-1 0 1 0 0,0-1-1 0 0,0 1 1 0 0,0 0-1 0 0,0-1 0 0 0,-1-3 1 0 0,0 0 7 0 0,-1 1 0 0 0,0 0 0 0 0,0 0 0 0 0,0 0 0 0 0,-1 0 0 0 0,0 0 0 0 0,-5-7 0 0 0,-4-4 39 0 0,-1 1 0 0 0,-1 1 0 0 0,-29-26 0 0 0,27 26-32 0 0,-2 1 0 0 0,0 1 1 0 0,-36-21-1 0 0,47 31-182 0 0,-1-1-1 0 0,1 1 0 0 0,0 0 1 0 0,-1 0-1 0 0,0 1 1 0 0,0 0-1 0 0,0 0 1 0 0,0 1-1 0 0,0 0 1 0 0,0 1-1 0 0,0 0 0 0 0,0 0 1 0 0,0 0-1 0 0,-8 3 1 0 0,-4 2-1193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6.3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38 1 8290 0 0,'-11'6'6393'0'0,"2"9"-3589"0"0,1 15-462 0 0,8-29-2107 0 0,-4 24-15 0 0,1 0 0 0 0,1 0 0 0 0,1 0 0 0 0,1 0 1 0 0,2 0-1 0 0,0 0 0 0 0,2 0 0 0 0,0 0 0 0 0,2-1 0 0 0,1 0 0 0 0,1 0 0 0 0,18 38 0 0 0,-23-56-216 0 0,0 0 0 0 0,1 0 0 0 0,0-1 1 0 0,0 1-1 0 0,0-1 0 0 0,0 0 0 0 0,1 0 0 0 0,0-1 0 0 0,0 1 1 0 0,0-1-1 0 0,0 0 0 0 0,1-1 0 0 0,0 1 0 0 0,6 2 1 0 0,-8-5-2 0 0,0 1 0 0 0,0-1 1 0 0,1-1-1 0 0,-1 1 1 0 0,0 0-1 0 0,1-1 1 0 0,-1 0-1 0 0,0 0 0 0 0,1 0 1 0 0,-1-1-1 0 0,0 1 1 0 0,1-1-1 0 0,-1 0 0 0 0,0 0 1 0 0,0-1-1 0 0,0 1 1 0 0,0-1-1 0 0,0 0 1 0 0,0 0-1 0 0,0 0 0 0 0,-1-1 1 0 0,6-3-1 0 0,-2 0 16 0 0,0 1 0 0 0,-1-1-1 0 0,1-1 1 0 0,-1 1 0 0 0,-1-1 0 0 0,1 0-1 0 0,-1-1 1 0 0,0 1 0 0 0,-1-1-1 0 0,0 0 1 0 0,0 0 0 0 0,-1 0-1 0 0,0-1 1 0 0,0 1 0 0 0,-1-1 0 0 0,0 0-1 0 0,0 1 1 0 0,-1-1 0 0 0,0 0-1 0 0,-1 0 1 0 0,0 0 0 0 0,-2-14-1 0 0,1 12-32 0 0,-1 0 0 0 0,-1 1 0 0 0,0-1 0 0 0,0 1 0 0 0,-1 0 0 0 0,0 0 0 0 0,-1 0 0 0 0,0 0 0 0 0,-1 1 0 0 0,0 0 0 0 0,0 0 0 0 0,-1 0-1 0 0,0 1 1 0 0,-1 0 0 0 0,0 0 0 0 0,0 1 0 0 0,0 0 0 0 0,-11-6 0 0 0,18 13-93 0 0,-60-35 494 0 0,27 23-1542 0 0,1 10-4936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6.7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74 7370 0 0,'3'3'1470'0'0,"-2"-3"-1323"0"0,-1 1 0 0 0,0-1 0 0 0,0 1 0 0 0,1-1 0 0 0,-1 0 0 0 0,0 1 0 0 0,0-1 0 0 0,0 1 0 0 0,0-1 0 0 0,0 0 0 0 0,0 1 0 0 0,1-1 0 0 0,-1 1 0 0 0,0-1 0 0 0,0 1 0 0 0,0-1 0 0 0,0 0 0 0 0,-1 1 0 0 0,1-1 0 0 0,0 1 0 0 0,0-1 0 0 0,0 0 0 0 0,0 1 0 0 0,-1 0 0 0 0,1 21 1309 0 0,-18 66 1790 0 0,11-60-2662 0 0,1 0 1 0 0,-3 51 0 0 0,8-71-535 0 0,1 0-1 0 0,1 0 1 0 0,-1 0 0 0 0,2 0 0 0 0,-1 0 0 0 0,1-1-1 0 0,0 1 1 0 0,0 0 0 0 0,1-1 0 0 0,0 1-1 0 0,0-1 1 0 0,1 0 0 0 0,0 0 0 0 0,8 10 0 0 0,-10-15-11 0 0,0 1 1 0 0,0 0-1 0 0,1-1 1 0 0,-1 0 0 0 0,1 1-1 0 0,0-1 1 0 0,0 0-1 0 0,0 0 1 0 0,0-1 0 0 0,0 1-1 0 0,0-1 1 0 0,0 1 0 0 0,1-1-1 0 0,-1 0 1 0 0,0 0-1 0 0,1 0 1 0 0,5 0 0 0 0,-4-1 7 0 0,1 0 0 0 0,-1-1 1 0 0,0 1-1 0 0,0-1 1 0 0,1 0-1 0 0,-1-1 0 0 0,0 1 1 0 0,0-1-1 0 0,0 0 1 0 0,8-5-1 0 0,-4 2 26 0 0,-1 0 0 0 0,0 0 0 0 0,-1-1 0 0 0,1 0 0 0 0,-1-1 0 0 0,0 0 0 0 0,0 0 0 0 0,-1 0 0 0 0,0-1 0 0 0,-1 0 0 0 0,1 0 0 0 0,5-13 0 0 0,-8 13-64 0 0,-1 1 0 0 0,0-1 0 0 0,0 0 0 0 0,0 1 0 0 0,-1-1 0 0 0,0 0 1 0 0,-1 0-1 0 0,0 0 0 0 0,0 0 0 0 0,0 0 0 0 0,-1 0 0 0 0,-3-9 0 0 0,1 4 121 0 0,-1 1-1 0 0,0 0 1 0 0,-1 0-1 0 0,-1 1 1 0 0,0-1-1 0 0,0 1 1 0 0,-9-11-1 0 0,1 4-375 0 0,-1 0 0 0 0,-1 1 0 0 0,-21-19 0 0 0,14 17-2725 0 0,-44-28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7.2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1 352 4145 0 0,'8'1'1077'0'0,"0"0"-1"0"0,0 1 1 0 0,0 0 0 0 0,-1 1 0 0 0,1 0 0 0 0,14 7-1 0 0,2 0 742 0 0,15 7 592 0 0,-21-8-1863 0 0,0-2 0 0 0,0 0 0 0 0,1-1 0 0 0,24 5 0 0 0,-38-10-523 0 0,-1-1 1 0 0,1 1 0 0 0,-1-1 0 0 0,1 0-1 0 0,-1 0 1 0 0,1 0 0 0 0,-1-1-1 0 0,0 0 1 0 0,1 0 0 0 0,-1 0 0 0 0,0 0-1 0 0,1 0 1 0 0,-1-1 0 0 0,0 0 0 0 0,0 0-1 0 0,0 0 1 0 0,0-1 0 0 0,-1 1-1 0 0,1-1 1 0 0,-1 0 0 0 0,1 0 0 0 0,-1 0-1 0 0,0 0 1 0 0,3-4 0 0 0,-3 2-28 0 0,-1 0 0 0 0,1 1 0 0 0,-1-1 0 0 0,0 0 0 0 0,0 0 0 0 0,-1 0 0 0 0,1-1 0 0 0,-1 1 0 0 0,-1 0 0 0 0,1-1 0 0 0,0 1 0 0 0,-1 0 0 0 0,0-1 1 0 0,-1 1-1 0 0,1 0 0 0 0,-1-1 0 0 0,-1-5 0 0 0,-4-13-30 0 0,-1 1-1 0 0,-14-34 1 0 0,10 28 23 0 0,5 15 52 0 0,1 2 130 0 0,0 0 0 0 0,1-1 0 0 0,1 1-1 0 0,0-1 1 0 0,0 0 0 0 0,1 0 0 0 0,0-22-1 0 0,2 34-116 0 0,1-1 0 0 0,0 0-1 0 0,0 0 1 0 0,0 0 0 0 0,0 1-1 0 0,0-1 1 0 0,0 1 0 0 0,0-1-1 0 0,1 1 1 0 0,-1-1 0 0 0,0 1-1 0 0,1 0 1 0 0,0-1 0 0 0,-1 1-1 0 0,1 0 1 0 0,-1 0 0 0 0,1 0-1 0 0,0 0 1 0 0,0 1 0 0 0,0-1-1 0 0,-1 0 1 0 0,1 1 0 0 0,0-1-1 0 0,0 1 1 0 0,0 0 0 0 0,0 0-1 0 0,0-1 1 0 0,3 2 0 0 0,8-3 17 0 0,0 2 0 0 0,24 1 0 0 0,-31-1-62 0 0,0 1 1 0 0,0 0-1 0 0,1 0 0 0 0,-1 0 0 0 0,0 1 1 0 0,-1 0-1 0 0,1 0 0 0 0,0 0 0 0 0,-1 1 0 0 0,1 0 1 0 0,7 5-1 0 0,-9-5-8 0 0,-1 1 1 0 0,1-1-1 0 0,-1 1 1 0 0,0 0-1 0 0,0 0 0 0 0,0 0 1 0 0,0 1-1 0 0,-1-1 0 0 0,1 1 1 0 0,-1-1-1 0 0,0 1 1 0 0,-1 0-1 0 0,1 0 0 0 0,0 7 1 0 0,1 10-210 0 0,0 0 1 0 0,-2 1-1 0 0,-2 31 1 0 0,0-35 37 0 0,0 0 0 0 0,2 0 0 0 0,0 0 0 0 0,1 0 0 0 0,6 23-1 0 0,-7-39 199 0 0,0 0-1 0 0,0-1 0 0 0,0 1 1 0 0,0-1-1 0 0,0 1 0 0 0,1-1 1 0 0,-1 1-1 0 0,1-1 0 0 0,0 0 1 0 0,0 1-1 0 0,0-1 0 0 0,0 0 0 0 0,0 0 1 0 0,0-1-1 0 0,0 1 0 0 0,1 0 1 0 0,-1-1-1 0 0,1 1 0 0 0,-1-1 1 0 0,1 0-1 0 0,-1 0 0 0 0,1 0 1 0 0,0 0-1 0 0,0 0 0 0 0,-1-1 1 0 0,1 1-1 0 0,0-1 0 0 0,0 0 0 0 0,0 0 1 0 0,0 0-1 0 0,0 0 0 0 0,-1 0 1 0 0,1 0-1 0 0,0-1 0 0 0,3-1 1 0 0,11-2 206 0 0,0 0 1 0 0,-1-2-1 0 0,0 0 0 0 0,24-12 1 0 0,4-7 72 0 0,43-30-1 0 0,-64 39-249 0 0,23-13-119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0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56 7370 0 0,'0'-55'12626'0'0,"0"78"-11052"0"0,-6 303-441 0 0,6 242-1138 0 0,18-319 120 0 0,10 252 477 0 0,-62-39-252 0 0,32-455-1983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1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56 161 9674 0 0,'-9'0'1659'0'0,"0"1"0"0"0,0 0-1 0 0,0 0 1 0 0,-10 4 0 0 0,82-19 2116 0 0,42 5-3122 0 0,-33 4-308 0 0,413-34 543 0 0,-160 8-761 0 0,-100 7-73 0 0,-48 6-44 0 0,201-10-1520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1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21 155 8754 0 0,'-8'0'85'0'0,"-4"-3"1821"0"0,12 3-1827 0 0,0 0 1 0 0,0-1 0 0 0,0 1 0 0 0,0 0 0 0 0,0-1-1 0 0,0 1 1 0 0,0 0 0 0 0,0-1 0 0 0,0 1 0 0 0,0 0-1 0 0,0-1 1 0 0,0 1 0 0 0,0 0 0 0 0,0-1 0 0 0,0 1 0 0 0,1 0-1 0 0,-1-1 1 0 0,0 1 0 0 0,0 0 0 0 0,1-1 0 0 0,-1 1-1 0 0,0 0 1 0 0,0 0 0 0 0,1-1 0 0 0,-1 1 0 0 0,0 0-1 0 0,0 0 1 0 0,1 0 0 0 0,-1-1 0 0 0,0 1 0 0 0,1 0-1 0 0,-1 0 1 0 0,0 0 0 0 0,1 0 0 0 0,0 0 0 0 0,22-16 1220 0 0,1 2 0 0 0,0 1 0 0 0,1 0 0 0 0,36-11 0 0 0,-6 6-177 0 0,62-12 1 0 0,-90 25-1471 0 0,1 1 1 0 0,37-1 0 0 0,-14 7-6826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2.1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9674 0 0,'-2'7'10256'0'0,"21"406"-7230"0"0,-8-97-2849 0 0,46 128 177 0 0,3 59-308 0 0,-63-297-407 0 0,-1-171 74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3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2 187 10594 0 0,'0'0'-30'0'0,"0"0"1"0"0,0 1-1 0 0,0-1 0 0 0,0 0 0 0 0,0 0 0 0 0,0 0 1 0 0,0 0-1 0 0,0 0 0 0 0,0 0 0 0 0,0 0 0 0 0,0 0 1 0 0,0 0-1 0 0,0 0 0 0 0,0 1 0 0 0,0-1 0 0 0,0 0 1 0 0,0 0-1 0 0,0 0 0 0 0,0 0 0 0 0,0 0 0 0 0,0 0 1 0 0,0 0-1 0 0,0 0 0 0 0,0 0 0 0 0,0 0 0 0 0,0 1 1 0 0,0-1-1 0 0,-1 0-298 0 0,1 0 298 0 0,0 0 1 0 0,16 1 308 0 0,24-5 951 0 0,92-16 2375 0 0,229-7 0 0 0,48 7-1322 0 0,-172 6-1862 0 0,245-20 445 0 0,-400 28-790 0 0,400-40 393 0 0,-390 37-504 0 0,-35 2-513 0 0,0 3 1 0 0,111 6 0 0 0,-150 0-6820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6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14 260 456 0 0,'-1'0'62'0'0,"1"0"0"0"0,-1 0 0 0 0,1 0-1 0 0,-1 0 1 0 0,1 0 0 0 0,-1 0 0 0 0,1 0 0 0 0,-1 0 0 0 0,1 1 0 0 0,-1-1-1 0 0,1 0 1 0 0,-1 0 0 0 0,1 0 0 0 0,-1 1 0 0 0,1-1 0 0 0,0 0-1 0 0,-1 0 1 0 0,1 1 0 0 0,-1-1 0 0 0,1 0 0 0 0,0 1 0 0 0,-1-1-1 0 0,1 0 1 0 0,0 1 0 0 0,0-1 0 0 0,-1 1 0 0 0,1-1 0 0 0,0 1 0 0 0,0-1-1 0 0,-1 0 1 0 0,1 1 0 0 0,0-1 0 0 0,0 1 0 0 0,0-1 0 0 0,0 1-1 0 0,0-1 1 0 0,0 1 0 0 0,0-1 0 0 0,0 1 0 0 0,0-1 0 0 0,0 1 0 0 0,0-1-1 0 0,0 1 1 0 0,0-1 0 0 0,0 1 0 0 0,0-1 0 0 0,1 1 0 0 0,-1-1-1 0 0,0 1 1 0 0,0-1 0 0 0,0 0 0 0 0,1 1 0 0 0,-1-1 0 0 0,0 1-1 0 0,1-1 1 0 0,-1 0 0 0 0,0 1 0 0 0,1-1 0 0 0,-1 0 0 0 0,0 1 0 0 0,1-1-1 0 0,0 0 1 0 0,1 2 154 0 0,1 0-1 0 0,-1 0 0 0 0,1-1 0 0 0,-1 1 1 0 0,1-1-1 0 0,0 0 0 0 0,0 0 1 0 0,0 0-1 0 0,3 1 0 0 0,15 0 589 0 0,-1-1 0 0 0,1-1 0 0 0,0-1 0 0 0,-1-1 0 0 0,36-7 0 0 0,102-36 2178 0 0,-33 9-1050 0 0,142-19 255 0 0,298-20-1 0 0,126 11-1389 0 0,-660 60-834 0 0,53-3 648 0 0,-76 7-816 0 0,0 0 0 0 0,0 0 0 0 0,0 1 0 0 0,0 0 0 0 0,0 1 0 0 0,0 0 0 0 0,15 5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6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29 920 0 0,'-11'-29'15459'0'0,"16"51"-12902"0"0,21 163-647 0 0,4 255 0 0 0,-21-245-1772 0 0,35 212 0 0 0,-7-198-521 0 0,-34-192-181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7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252 59 6161 0 0,'0'-3'335'0'0,"1"1"-1"0"0,0 0 0 0 0,-1 0 1 0 0,1-1-1 0 0,-1 1 0 0 0,0 0 1 0 0,1-1-1 0 0,-1 1 0 0 0,-1 0 1 0 0,1-1-1 0 0,0 1 0 0 0,0 0 1 0 0,-1-1-1 0 0,1 1 0 0 0,-1 0 1 0 0,0-1-1 0 0,0 1 0 0 0,0 0 1 0 0,0 0-1 0 0,-1-2 0 0 0,0 3-79 0 0,1 0 1 0 0,-1 0-1 0 0,1 0 0 0 0,-1 0 0 0 0,0 1 1 0 0,1-1-1 0 0,-1 0 0 0 0,0 1 1 0 0,0-1-1 0 0,0 1 0 0 0,1 0 0 0 0,-1 0 1 0 0,0 0-1 0 0,0 0 0 0 0,0 0 0 0 0,1 0 1 0 0,-1 0-1 0 0,0 0 0 0 0,0 1 0 0 0,0-1 1 0 0,1 1-1 0 0,-1-1 0 0 0,0 1 0 0 0,1 0 1 0 0,-4 1-1 0 0,-17 8 305 0 0,0 1 1 0 0,0 1-1 0 0,1 1 1 0 0,1 1-1 0 0,0 1 1 0 0,1 0-1 0 0,-25 27 1 0 0,43-42-560 0 0,1 1 1 0 0,-1-1 0 0 0,0 1-1 0 0,1 0 1 0 0,-1-1 0 0 0,1 1-1 0 0,-1 0 1 0 0,1-1 0 0 0,-1 1-1 0 0,1 0 1 0 0,-1 0 0 0 0,1 0-1 0 0,0-1 1 0 0,0 1 0 0 0,-1 0-1 0 0,1 0 1 0 0,0 0 0 0 0,0 0-1 0 0,0 0 1 0 0,0 0 0 0 0,0-1-1 0 0,0 1 1 0 0,0 0 0 0 0,0 0 0 0 0,0 1-1 0 0,1-1-19 0 0,0 0 0 0 0,0 0-1 0 0,-1 0 1 0 0,1 0 0 0 0,0 0-1 0 0,0 0 1 0 0,0-1 0 0 0,0 1-1 0 0,0 0 1 0 0,0-1 0 0 0,0 1-1 0 0,0-1 1 0 0,1 1 0 0 0,-1-1 0 0 0,0 0-1 0 0,2 1 1 0 0,8 1-181 0 0,1 0 0 0 0,0-1-1 0 0,13 0 1 0 0,-13 0 123 0 0,13-1-315 0 0,29 3-457 0 0,-52-3 779 0 0,0 0 0 0 0,0 1 0 0 0,1-1 1 0 0,-1 1-1 0 0,0-1 0 0 0,0 1 0 0 0,0 0 1 0 0,0 0-1 0 0,0 0 0 0 0,0 0 0 0 0,0 1 1 0 0,0-1-1 0 0,0 0 0 0 0,0 1 0 0 0,0-1 1 0 0,-1 1-1 0 0,1 0 0 0 0,1 2 0 0 0,-3-3 41 0 0,1 1-1 0 0,-1 0 0 0 0,1 0 0 0 0,-1 0 0 0 0,0-1 0 0 0,0 1 0 0 0,0 0 0 0 0,0 0 1 0 0,0 0-1 0 0,-1-1 0 0 0,1 1 0 0 0,0 0 0 0 0,-1 0 0 0 0,0 0 0 0 0,1-1 1 0 0,-1 1-1 0 0,0 0 0 0 0,0-1 0 0 0,0 1 0 0 0,0-1 0 0 0,-2 3 0 0 0,-25 30 20 0 0,1-8 3 0 0,-18 19 20 0 0,42-42-24 0 0,0 1-1 0 0,0 0 1 0 0,0 0 0 0 0,1 0-1 0 0,-1 0 1 0 0,1 1-1 0 0,0-1 1 0 0,0 1 0 0 0,-2 8-1 0 0,4-12-6 0 0,1 0 0 0 0,-1 0 0 0 0,0 0 0 0 0,0 0 0 0 0,0 0 0 0 0,1 0 0 0 0,-1 0 0 0 0,0 0 1 0 0,1 0-1 0 0,-1 0 0 0 0,1 0 0 0 0,-1 0 0 0 0,1 0 0 0 0,-1-1 0 0 0,1 1 0 0 0,0 0 0 0 0,0 0 0 0 0,-1 0 0 0 0,1-1 0 0 0,0 1 0 0 0,0 0 0 0 0,0-1 0 0 0,0 1 0 0 0,-1-1 0 0 0,1 1 0 0 0,0-1 0 0 0,0 0 0 0 0,0 1 0 0 0,0-1 0 0 0,0 0 0 0 0,0 1 0 0 0,0-1 0 0 0,1 0 0 0 0,-1 0 0 0 0,0 0 0 0 0,0 0 0 0 0,0 0 0 0 0,1 0 0 0 0,46-1-560 0 0,-44 1 511 0 0,59-10-164 0 0,-50 7 184 0 0,-1 0 0 0 0,1 1 0 0 0,0 0 0 0 0,0 1 1 0 0,0 1-1 0 0,24 2 0 0 0,-37-2 48 0 0,1 0-1 0 0,-1 0 1 0 0,1 0 0 0 0,-1 0-1 0 0,0 0 1 0 0,1 0 0 0 0,-1 1-1 0 0,1-1 1 0 0,-1 0 0 0 0,1 0-1 0 0,-1 0 1 0 0,0 1 0 0 0,1-1-1 0 0,-1 0 1 0 0,0 1 0 0 0,1-1 0 0 0,-1 0-1 0 0,0 1 1 0 0,1-1 0 0 0,-1 0-1 0 0,0 1 1 0 0,0-1 0 0 0,1 0-1 0 0,-1 1 1 0 0,0-1 0 0 0,0 1-1 0 0,0-1 1 0 0,0 0 0 0 0,1 1-1 0 0,-1-1 1 0 0,0 1 0 0 0,-6 16 125 0 0,-18 14 133 0 0,22-29-245 0 0,-38 39 205 0 0,-24 26-1091 0 0,59-60 196 0 0,0 0 0 0 0,0 1 0 0 0,0 0 0 0 0,-4 11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7.6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3225 0 0,'1'-1'1072'0'0,"1"3"-258"0"0,0 0 0 0 0,-1 1 1 0 0,0-1-1 0 0,1 1 0 0 0,-1-1 0 0 0,0 1 1 0 0,0 0-1 0 0,0-1 0 0 0,-1 1 0 0 0,1 0 1 0 0,0 5-1 0 0,1 39 1219 0 0,-1-23-856 0 0,19 340 3134 0 0,20 188-3277 0 0,32 58-79 0 0,-70-595-1110 0 0,0 10 132 0 0,-7-8-3230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0.1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29 12899 0 0,'0'-1'273'0'0,"-1"0"0"0"0,1 0 0 0 0,-1-1 0 0 0,1 1 0 0 0,0 0 0 0 0,-1 0 0 0 0,1-1 0 0 0,0 1 0 0 0,0 0 0 0 0,0-1 0 0 0,0 1 0 0 0,0 0 0 0 0,0 0 0 0 0,1-1 0 0 0,-1 1 0 0 0,1-2 0 0 0,-1 2-172 0 0,1 1 0 0 0,-1 0 0 0 0,0-1 0 0 0,1 1-1 0 0,-1-1 1 0 0,1 1 0 0 0,-1 0 0 0 0,0 0-1 0 0,1-1 1 0 0,-1 1 0 0 0,1 0 0 0 0,-1 0 0 0 0,1 0-1 0 0,-1-1 1 0 0,1 1 0 0 0,0 0 0 0 0,-1 0 0 0 0,1 0-1 0 0,-1 0 1 0 0,1 0 0 0 0,-1 0 0 0 0,1 0 0 0 0,-1 0-1 0 0,1 0 1 0 0,-1 0 0 0 0,2 1 0 0 0,1 0 54 0 0,1 0 1 0 0,0 0 0 0 0,-1 1-1 0 0,1 0 1 0 0,-1 0-1 0 0,1 0 1 0 0,-1 0 0 0 0,0 0-1 0 0,6 6 1 0 0,7 10 11 0 0,0 1 1 0 0,-1 0-1 0 0,-1 1 1 0 0,15 29-1 0 0,39 93-47 0 0,-52-108-34 0 0,30 68-42 0 0,79 165-1787 0 0,-109-236-5840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0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0 111 6913 0 0,'6'52'3692'0'0,"2"-27"-3553"0"0,0 0 0 0 0,2-1 1 0 0,0 0-1 0 0,2-1 0 0 0,1 0 0 0 0,0-1 1 0 0,2 0-1 0 0,0-1 0 0 0,2-1 1 0 0,0 0-1 0 0,1-2 0 0 0,1 0 0 0 0,1 0 1 0 0,0-2-1 0 0,1-1 0 0 0,1 0 0 0 0,0-2 1 0 0,30 13-1 0 0,-49-24-125 0 0,1 0 1 0 0,0 0-1 0 0,0-1 1 0 0,0 1-1 0 0,0-1 1 0 0,0 0-1 0 0,0 0 0 0 0,0-1 1 0 0,0 1-1 0 0,0-1 1 0 0,1 0-1 0 0,-1 0 1 0 0,0 0-1 0 0,0 0 1 0 0,0-1-1 0 0,0 0 1 0 0,0 0-1 0 0,0 0 0 0 0,7-3 1 0 0,-8 2 118 0 0,1-1 0 0 0,0 0 0 0 0,-1 1 0 0 0,1-1 0 0 0,-1-1 0 0 0,0 1-1 0 0,0-1 1 0 0,0 1 0 0 0,0-1 0 0 0,-1 0 0 0 0,1 0 0 0 0,-1 0 0 0 0,0 0 0 0 0,-1 0 0 0 0,1 0 0 0 0,0-1 0 0 0,0-7 0 0 0,2-5 238 0 0,-2 0 1 0 0,0 0 0 0 0,-1-1 0 0 0,-1 1-1 0 0,-1 0 1 0 0,0-1 0 0 0,-1 1-1 0 0,-7-27 1 0 0,0 9-224 0 0,-2 1-1 0 0,-1 0 1 0 0,-19-36-1 0 0,25 57-158 0 0,-1 1-1 0 0,0 0 1 0 0,-1 1-1 0 0,0-1 0 0 0,-1 2 1 0 0,0-1-1 0 0,-12-9 1 0 0,15 15-410 0 0,0 1-1 0 0,0-1 1 0 0,0 2 0 0 0,0-1 0 0 0,-8-3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0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1 278 13363 0 0,'0'0'77'0'0,"0"0"1"0"0,0 0-1 0 0,0-1 1 0 0,0 1-1 0 0,0 0 1 0 0,0 0-1 0 0,0-1 1 0 0,0 1-1 0 0,0 0 1 0 0,0 0-1 0 0,0 0 1 0 0,0-1-1 0 0,0 1 1 0 0,0 0-1 0 0,0 0 1 0 0,2-2 542 0 0,-2 2-543 0 0,0 0 1 0 0,0 0-1 0 0,0 0 1 0 0,1 0-1 0 0,-1 0 1 0 0,0-1-1 0 0,0 1 1 0 0,0 0-1 0 0,1 0 1 0 0,-1 0-1 0 0,0 0 1 0 0,0 0-1 0 0,1 0 1 0 0,-1 0-1 0 0,0 0 1 0 0,0 0-1 0 0,1 0 0 0 0,12 5 1506 0 0,10 9-230 0 0,-23-14-1350 0 0,37 26 547 0 0,0-1-1 0 0,1-2 1 0 0,56 25-1 0 0,-13-10 46 0 0,-81-43-517 0 0,-1 0 0 0 0,1 0 0 0 0,-1 1 0 0 0,0-1 0 0 0,0 0 0 0 0,0 1 0 0 0,-3-5 0 0 0,-65-215 892 0 0,34 70-3175 0 0,29 124-5602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2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 8290 0 0,'-2'0'167'0'0,"0"1"1"0"0,0 0-1 0 0,0 0 1 0 0,0 0 0 0 0,1 1-1 0 0,-1-1 1 0 0,0 0-1 0 0,1 1 1 0 0,-1-1-1 0 0,1 1 1 0 0,-1-1 0 0 0,1 1-1 0 0,0 0 1 0 0,-1 0-1 0 0,0 2 1 0 0,2-4-145 0 0,0 1 0 0 0,0-1 0 0 0,0 1-1 0 0,0-1 1 0 0,0 0 0 0 0,0 1 0 0 0,0-1 0 0 0,0 1 0 0 0,0-1 0 0 0,0 1 0 0 0,0-1 0 0 0,0 0-1 0 0,0 1 1 0 0,1-1 0 0 0,-1 0 0 0 0,0 1 0 0 0,0-1 0 0 0,0 1 0 0 0,1-1 0 0 0,-1 0 0 0 0,0 1-1 0 0,0-1 1 0 0,1 0 0 0 0,-1 0 0 0 0,0 1 0 0 0,1-1 0 0 0,-1 0 0 0 0,1 1 0 0 0,22 5 159 0 0,37-5 688 0 0,96-8 0 0 0,-17-1 424 0 0,369 29 2141 0 0,-92 0-2692 0 0,230-54 491 0 0,-588 28-1191 0 0,89-6 236 0 0,1 7 0 0 0,-1 5 1 0 0,161 24-1 0 0,-287-22-483 0 0,53 5-1212 0 0,-27-13-3110 0 0,-46 5 4255 0 0,0 0 1 0 0,0 0 0 0 0,0 0 0 0 0,0-1 0 0 0,0 1 0 0 0,0 0 0 0 0,0-1 0 0 0,0 1 0 0 0,0-1 0 0 0,-1 1 0 0 0,1-1-1 0 0,0 0 1 0 0,0 1 0 0 0,-1-1 0 0 0,1 0 0 0 0,0 0 0 0 0,-1 1 0 0 0,2-2 0 0 0,1-4-1297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2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12 181 3681 0 0,'-11'5'11593'0'0,"28"11"-7787"0"0,-2-4-3479 0 0,2-2 2 0 0,1-1 0 0 0,0 0 0 0 0,0-1 0 0 0,1-1 0 0 0,0-1 0 0 0,20 5 0 0 0,-31-9-310 0 0,1-1 1 0 0,-1 1-1 0 0,1-1 1 0 0,0-1-1 0 0,-1 0 0 0 0,1 0 1 0 0,0 0-1 0 0,-1-1 0 0 0,1-1 1 0 0,0 1-1 0 0,-1-1 1 0 0,0-1-1 0 0,1 1 0 0 0,-1-2 1 0 0,0 1-1 0 0,9-6 0 0 0,-13 5 16 0 0,0 0 0 0 0,0 0-1 0 0,0 0 1 0 0,0-1 0 0 0,-1 1-1 0 0,0-1 1 0 0,0 0 0 0 0,0 0-1 0 0,0 0 1 0 0,-1 0 0 0 0,0-1-1 0 0,0 1 1 0 0,0-1 0 0 0,-1 1-1 0 0,0-1 1 0 0,0 1 0 0 0,0-1-1 0 0,-1 0 1 0 0,1 0 0 0 0,-2 1-1 0 0,1-1 1 0 0,0 0 0 0 0,-1 1-1 0 0,0-1 1 0 0,-4-9 0 0 0,4 9-20 0 0,0 0 0 0 0,-1 1 1 0 0,0-1-1 0 0,0 1 0 0 0,0-1 0 0 0,-1 1 1 0 0,1 0-1 0 0,-2 0 0 0 0,1 0 1 0 0,0 0-1 0 0,-1 1 0 0 0,0 0 1 0 0,0-1-1 0 0,0 1 0 0 0,0 0 0 0 0,-1 1 1 0 0,0-1-1 0 0,1 1 0 0 0,-1 0 1 0 0,-1 0-1 0 0,1 1 0 0 0,0-1 0 0 0,-1 1 1 0 0,1 0-1 0 0,-8-1 0 0 0,9 3-94 0 0,0 0 1 0 0,0 0-1 0 0,0 0 0 0 0,0 0 0 0 0,0 1 0 0 0,0-1 0 0 0,0 1 0 0 0,0 0 0 0 0,0 1 0 0 0,0-1 0 0 0,0 1 0 0 0,0-1 1 0 0,1 1-1 0 0,-1 0 0 0 0,1 0 0 0 0,-1 1 0 0 0,1-1 0 0 0,0 1 0 0 0,0 0 0 0 0,0 0 0 0 0,0 0 0 0 0,1 0 0 0 0,-1 0 1 0 0,1 1-1 0 0,0-1 0 0 0,0 1 0 0 0,0-1 0 0 0,0 1 0 0 0,-1 4 0 0 0,-6 15-568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3.1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48 101 3225 0 0,'-16'16'1592'0'0,"14"-15"-735"0"0,-28 6 11878 0 0,41-3-11726 0 0,15 3-959 0 0,27-6 219 0 0,1-2 0 0 0,67-10 0 0 0,12-1 192 0 0,427-27 487 0 0,-491 33-854 0 0,898-55 302 0 0,-836 55-9 0 0,207 17 1 0 0,-327-9-398 0 0,-1 0-1 0 0,0 0 1 0 0,0 1 0 0 0,12 6 0 0 0,3 0-1538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3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6913 0 0,'-1'5'621'0'0,"0"1"-1"0"0,0-1 0 0 0,0 0 1 0 0,1 1-1 0 0,-1-1 0 0 0,1 1 1 0 0,1-1-1 0 0,-1 1 0 0 0,3 9 1 0 0,-1-3 225 0 0,1 0 0 0 0,1 0 0 0 0,5 14 0 0 0,-6-19-652 0 0,1-1 0 0 0,-1 1 0 0 0,1-1 0 0 0,0 0 0 0 0,1 0 0 0 0,0 0 0 0 0,0 0 0 0 0,0-1 0 0 0,0 0 0 0 0,1 0 0 0 0,8 6 0 0 0,-12-10-156 0 0,1 0 0 0 0,-1 1 1 0 0,1-1-1 0 0,-1 0 0 0 0,1 0 1 0 0,-1 0-1 0 0,1-1 0 0 0,0 1 1 0 0,-1 0-1 0 0,1-1 1 0 0,0 0-1 0 0,0 0 0 0 0,-1 0 1 0 0,1 0-1 0 0,0 0 0 0 0,0 0 1 0 0,-1-1-1 0 0,1 1 0 0 0,0-1 1 0 0,-1 0-1 0 0,1 0 0 0 0,0 0 1 0 0,-1 0-1 0 0,1 0 0 0 0,-1-1 1 0 0,0 1-1 0 0,1-1 0 0 0,-1 1 1 0 0,0-1-1 0 0,0 0 0 0 0,0 0 1 0 0,0 0-1 0 0,2-3 0 0 0,-1 1 39 0 0,0 0-1 0 0,-1 1 0 0 0,0-1 0 0 0,1 0 0 0 0,-1 0 1 0 0,-1 0-1 0 0,1-1 0 0 0,-1 1 0 0 0,1 0 1 0 0,-1-1-1 0 0,0 1 0 0 0,-1-1 0 0 0,1 1 1 0 0,-1-1-1 0 0,0 1 0 0 0,0-1 0 0 0,0 1 0 0 0,-1-1 1 0 0,0 1-1 0 0,-2-9 0 0 0,2 10-132 0 0,0 0-1 0 0,0-1 1 0 0,-1 1-1 0 0,0 0 1 0 0,1 0-1 0 0,-1 0 1 0 0,0 0-1 0 0,0 1 1 0 0,-1-1-1 0 0,1 0 1 0 0,-1 1-1 0 0,-2-3 1 0 0,2 3-325 0 0,0 1 1 0 0,0-1-1 0 0,1 0 1 0 0,-1 1-1 0 0,-1 0 1 0 0,1 0-1 0 0,0 0 1 0 0,0 0-1 0 0,0 0 1 0 0,-1 0-1 0 0,1 1 1 0 0,0 0-1 0 0,0-1 1 0 0,-5 2-1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3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12443 0 0,'5'-3'4131'0'0,"-4"3"-4063"0"0,4 12 1852 0 0,2 19-550 0 0,-2 44-85 0 0,-4 86 0 0 0,-1-27-4299 0 0,1-109-4047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4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 7834 0 0,'4'-3'612'0'0,"1"0"1"0"0,0 0-1 0 0,-1 0 1 0 0,1 1-1 0 0,0-1 1 0 0,1 1 0 0 0,-1 1-1 0 0,0-1 1 0 0,1 1-1 0 0,6-2 1 0 0,-2 2 402 0 0,0-1-1 0 0,0 1 1 0 0,0 1 0 0 0,19 1 0 0 0,-21 1-724 0 0,1 0 1 0 0,-1 0 0 0 0,1 1-1 0 0,-1 1 1 0 0,0-1 0 0 0,-1 1 0 0 0,1 1-1 0 0,11 7 1 0 0,56 51 318 0 0,-56-46-493 0 0,40 41-84 0 0,-3 3-1 0 0,-3 2 1 0 0,48 75-1 0 0,-77-106-319 0 0,3 11-2098 0 0,-15-24-5028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4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1 153 4609 0 0,'8'-8'563'0'0,"1"1"0"0"0,0 0 1 0 0,0 0-1 0 0,0 1 0 0 0,1 1 0 0 0,0 0 1 0 0,0 0-1 0 0,1 1 0 0 0,0 0 0 0 0,11-3 0 0 0,16-6-101 0 0,-12 2 66 0 0,13-5-888 0 0,1 1 0 0 0,59-13 0 0 0,-75 24 360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4.9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10594 0 0,'7'-9'9544'0'0,"-3"13"-8842"0"0,7 5-505 0 0,-1 0 0 0 0,-1 1-1 0 0,0 0 1 0 0,0 1 0 0 0,-1 0-1 0 0,0 0 1 0 0,-1 1-1 0 0,0 0 1 0 0,-1 0 0 0 0,0 1-1 0 0,-1-1 1 0 0,4 16 0 0 0,6 24-177 0 0,15 93 0 0 0,-13-24-14 0 0,-8-49-820 0 0,28 111 0 0 0,-31-161-125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5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0 152 1840 0 0,'8'-13'1046'0'0,"1"0"0"0"0,0 1-1 0 0,1 0 1 0 0,0 0-1 0 0,1 1 1 0 0,0 1-1 0 0,1-1 1 0 0,0 2-1 0 0,0 0 1 0 0,1 0 0 0 0,0 1-1 0 0,20-8 1 0 0,-31 15-871 0 0,0 0 0 0 0,0 0 0 0 0,0 0 1 0 0,0 1-1 0 0,0-1 0 0 0,0 1 0 0 0,0-1 1 0 0,0 1-1 0 0,1 0 0 0 0,-1 0 0 0 0,0 0 1 0 0,0 0-1 0 0,0 0 0 0 0,0 0 1 0 0,1 1-1 0 0,-1-1 0 0 0,0 1 0 0 0,0-1 1 0 0,0 1-1 0 0,0 0 0 0 0,4 2 0 0 0,-4-1-35 0 0,1 0 0 0 0,-1 1 0 0 0,1-1 0 0 0,-1 1 0 0 0,0-1 0 0 0,0 1 0 0 0,0 0 0 0 0,0 0 0 0 0,0 0 0 0 0,-1 0-1 0 0,0 0 1 0 0,2 6 0 0 0,2 7 29 0 0,-2 0-1 0 0,0 1 0 0 0,0-1 0 0 0,-1 25 1 0 0,-2-30-182 0 0,0-2 16 0 0,0 0 0 0 0,1-1 1 0 0,0 1-1 0 0,0-1 0 0 0,5 16 0 0 0,-5-22-14 0 0,0 0-1 0 0,0-1 0 0 0,0 1 0 0 0,0-1 1 0 0,0 1-1 0 0,0-1 0 0 0,0 1 1 0 0,0-1-1 0 0,0 1 0 0 0,1-1 0 0 0,-1 0 1 0 0,0 0-1 0 0,1 0 0 0 0,0 0 0 0 0,-1 0 1 0 0,1 0-1 0 0,-1 0 0 0 0,1 0 1 0 0,0-1-1 0 0,-1 1 0 0 0,1 0 0 0 0,0-1 1 0 0,0 0-1 0 0,0 1 0 0 0,0-1 0 0 0,-1 0 1 0 0,1 0-1 0 0,0 0 0 0 0,0 0 1 0 0,0 0-1 0 0,0-1 0 0 0,-1 1 0 0 0,4-1 1 0 0,8-2-64 0 0,0 1 1 0 0,0 0-1 0 0,0 1 1 0 0,0 0-1 0 0,0 1 1 0 0,18 2-1 0 0,-28-1 79 0 0,1 0 0 0 0,-1 0 0 0 0,0 0 0 0 0,0 0 0 0 0,0 0 0 0 0,0 0 0 0 0,0 1 0 0 0,0 0 0 0 0,0-1 0 0 0,0 1 1 0 0,0 0-1 0 0,-1 1 0 0 0,1-1 0 0 0,-1 0 0 0 0,0 1 0 0 0,0-1 0 0 0,0 1 0 0 0,0 0 0 0 0,0-1 0 0 0,0 1 0 0 0,-1 0 0 0 0,1 0 0 0 0,-1 0 0 0 0,0 1 0 0 0,0-1 0 0 0,0 0 0 0 0,0 0 0 0 0,-1 1 0 0 0,1-1 0 0 0,-1 5 1 0 0,1 2 97 0 0,-1 0 1 0 0,-1 0 0 0 0,0 1 0 0 0,0-1 0 0 0,-1 0-1 0 0,0 0 1 0 0,-1 0 0 0 0,0 0 0 0 0,0-1 0 0 0,-1 1-1 0 0,-1-1 1 0 0,-5 10 0 0 0,-25 31-6202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8.5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8290 0 0,'11'25'7671'0'0,"4"18"-4916"0"0,24 62-1119 0 0,80 102 496 0 0,-35-68-3351 0 0,-36-43-4763 0 0,-40-78-595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8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20 10594 0 0,'-1'-1'85'0'0,"0"1"0"0"0,1-1 0 0 0,-1 0 1 0 0,0 0-1 0 0,1 0 0 0 0,-1 1 0 0 0,1-1 0 0 0,-1 0 0 0 0,1 0 0 0 0,-1 0 0 0 0,1 0 0 0 0,0 0 0 0 0,-1 0 0 0 0,1 0 0 0 0,0 0 0 0 0,0-2 0 0 0,0 3 17 0 0,0-1 1 0 0,1 1-1 0 0,-1 0 0 0 0,0 0 0 0 0,1-1 0 0 0,-1 1 0 0 0,0 0 0 0 0,1 0 0 0 0,-1 0 0 0 0,1 0 0 0 0,-1 0 0 0 0,0 0 0 0 0,1 0 0 0 0,-1 0 0 0 0,0-1 0 0 0,1 1 0 0 0,-1 0 0 0 0,1 1 0 0 0,-1-1 0 0 0,0 0 0 0 0,1 0 0 0 0,-1 0 0 0 0,1 0 0 0 0,-1 0 0 0 0,0 0 0 0 0,1 0 0 0 0,-1 0 0 0 0,1 1 0 0 0,32 16 3522 0 0,-21-5-3120 0 0,0-1 1 0 0,-1 2 0 0 0,-1 0-1 0 0,0 0 1 0 0,12 20 0 0 0,38 81 291 0 0,-28-50-682 0 0,77 110-67 0 0,-72-120-506 0 0,-20-20-3035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29.1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36 6913 0 0,'5'-10'303'0'0,"-4"7"-309"0"0,0 0-1 0 0,0 1 0 0 0,0-1 0 0 0,1 0 0 0 0,-1 1 0 0 0,1 0 0 0 0,3-5 1 0 0,-12 23 5403 0 0,-6 15-4531 0 0,1 1 0 0 0,2 0 0 0 0,1 0 0 0 0,2 1 0 0 0,1 0 0 0 0,-3 48 0 0 0,9-75-681 0 0,1 0 0 0 0,-1 0 0 0 0,1 0 0 0 0,0 0 0 0 0,0-1 0 0 0,1 1 0 0 0,0 0 0 0 0,0-1 0 0 0,0 1 0 0 0,1-1 0 0 0,-1 0 0 0 0,1 0 0 0 0,1 0 0 0 0,3 5 0 0 0,-5-8-147 0 0,0 0 1 0 0,-1 0 0 0 0,1-1 0 0 0,0 1 0 0 0,0-1 0 0 0,1 0 0 0 0,-1 1 0 0 0,0-1 0 0 0,0 0-1 0 0,1 0 1 0 0,-1 0 0 0 0,0-1 0 0 0,1 1 0 0 0,-1-1 0 0 0,1 1 0 0 0,-1-1 0 0 0,1 0 0 0 0,-1 0-1 0 0,1 0 1 0 0,-1 0 0 0 0,1 0 0 0 0,-1 0 0 0 0,1-1 0 0 0,-1 1 0 0 0,1-1 0 0 0,-1 0 0 0 0,0 0-1 0 0,1 0 1 0 0,-1 0 0 0 0,0 0 0 0 0,0 0 0 0 0,0-1 0 0 0,0 1 0 0 0,0-1 0 0 0,3-2 0 0 0,8-7 58 0 0,0 0 1 0 0,21-26 0 0 0,-28 28-421 0 0,1 0 1 0 0,1 1 0 0 0,0 0-1 0 0,0 1 1 0 0,1-1 0 0 0,-1 1-1 0 0,1 1 1 0 0,1 0 0 0 0,15-7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8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0 10594 0 0,'0'0'964'0'0,"-28"8"3064"0"0,20-4-3728 0 0,0 1 0 0 0,1 1 0 0 0,-1 0-1 0 0,1 0 1 0 0,0 0 0 0 0,1 1 0 0 0,-1 0 0 0 0,1 0 0 0 0,1 1 0 0 0,-1 0-1 0 0,1 0 1 0 0,-6 12 0 0 0,11-19-289 0 0,0 0 0 0 0,0-1 0 0 0,0 1 0 0 0,1-1 0 0 0,-1 1 0 0 0,0-1-1 0 0,0 1 1 0 0,0-1 0 0 0,0 1 0 0 0,1-1 0 0 0,-1 1 0 0 0,0-1 0 0 0,0 1 0 0 0,1-1 0 0 0,-1 1-1 0 0,0-1 1 0 0,1 1 0 0 0,-1-1 0 0 0,1 1 0 0 0,-1-1 0 0 0,0 0 0 0 0,1 1 0 0 0,-1-1 0 0 0,1 0-1 0 0,-1 1 1 0 0,1-1 0 0 0,-1 0 0 0 0,1 0 0 0 0,-1 0 0 0 0,1 1 0 0 0,-1-1 0 0 0,1 0 0 0 0,0 0 0 0 0,-1 0-1 0 0,1 0 1 0 0,-1 0 0 0 0,1 0 0 0 0,-1 0 0 0 0,1 0 0 0 0,0 0 0 0 0,-1 0 0 0 0,1 0 0 0 0,-1-1-1 0 0,1 1 1 0 0,28-3 371 0 0,-9-4-383 0 0,-1-1 0 0 0,24-13 0 0 0,-29 14 0 0 0,0 0 1 0 0,1 0-1 0 0,-1 1 0 0 0,1 1 0 0 0,22-4 0 0 0,-36 8 4 0 0,1 1-1 0 0,-1 0 0 0 0,1-1 1 0 0,-1 1-1 0 0,1 0 1 0 0,-1 0-1 0 0,1 0 0 0 0,-1 0 1 0 0,1 0-1 0 0,-1 1 1 0 0,1-1-1 0 0,-1 0 0 0 0,1 1 1 0 0,-1-1-1 0 0,1 1 0 0 0,-1-1 1 0 0,0 1-1 0 0,1 0 1 0 0,-1 0-1 0 0,2 1 0 0 0,-2-1 4 0 0,-1 0 1 0 0,1 0-1 0 0,-1 0 0 0 0,1 0 0 0 0,-1 1 0 0 0,1-1 0 0 0,-1 0 1 0 0,0 0-1 0 0,0 0 0 0 0,1 1 0 0 0,-1-1 0 0 0,0 0 1 0 0,0 0-1 0 0,0 0 0 0 0,0 1 0 0 0,-1-1 0 0 0,1 0 0 0 0,0 0 1 0 0,-1 2-1 0 0,-3 8 56 0 0,0-1-1 0 0,0 0 1 0 0,-1 0 0 0 0,-9 12 0 0 0,12-19-45 0 0,-24 36 409 0 0,-51 57 0 0 0,-10 14 67 0 0,87-110-496 0 0,-4 5 23 0 0,1 0 0 0 0,-1 1 0 0 0,1-1 0 0 0,1 1 0 0 0,-1-1-1 0 0,-2 8 1 0 0,5-12-20 0 0,0 0-1 0 0,0 0 0 0 0,0 0 1 0 0,0 0-1 0 0,0 0 0 0 0,0 0 1 0 0,0 0-1 0 0,0 0 0 0 0,1 0 1 0 0,-1 0-1 0 0,0 0 0 0 0,1 0 1 0 0,-1 0-1 0 0,0 0 0 0 0,1 0 1 0 0,-1 0-1 0 0,1-1 0 0 0,-1 1 1 0 0,1 0-1 0 0,0 0 0 0 0,-1 0 1 0 0,1-1-1 0 0,0 1 0 0 0,0 0 1 0 0,0 0-1 0 0,-1-1 0 0 0,1 1 1 0 0,0-1-1 0 0,0 1 0 0 0,0-1 1 0 0,0 1-1 0 0,0-1 0 0 0,0 0 1 0 0,0 1-1 0 0,0-1 0 0 0,0 0 1 0 0,0 0-1 0 0,0 0 0 0 0,0 0 1 0 0,0 0-1 0 0,0 0 0 0 0,2 0 1 0 0,48 2-248 0 0,-43-2 130 0 0,1-1 0 0 0,0 2 1 0 0,0-1-1 0 0,-1 1 1 0 0,1 0-1 0 0,0 1 0 0 0,-1 0 1 0 0,1 0-1 0 0,13 7 0 0 0,-20-8 118 0 0,0 1 0 0 0,0-1 0 0 0,-1 1 0 0 0,1 0 0 0 0,-1 0 0 0 0,1 0 0 0 0,-1 0 0 0 0,1 0 0 0 0,-1 0-1 0 0,0 0 1 0 0,0 0 0 0 0,0 0 0 0 0,0 0 0 0 0,-1 1 0 0 0,1-1 0 0 0,0 0 0 0 0,-1 1 0 0 0,0-1 0 0 0,0 0-1 0 0,1 1 1 0 0,-1-1 0 0 0,-1 1 0 0 0,1-1 0 0 0,0 0 0 0 0,0 1 0 0 0,-1-1 0 0 0,0 0 0 0 0,1 1 0 0 0,-1-1-1 0 0,-2 4 1 0 0,-3 9 230 0 0,-1 1-1 0 0,-1-2 1 0 0,-13 21 0 0 0,9-17-100 0 0,7-9-467 0 0,1-4 522 0 0,1 1-1 0 0,-1 0 1 0 0,2 0 0 0 0,-1 0 0 0 0,-2 8 0 0 0,4-13-270 0 0,1 1 0 0 0,0-1 0 0 0,0 0 0 0 0,0 1-1 0 0,0-1 1 0 0,0 0 0 0 0,0 0 0 0 0,0 1-1 0 0,0-1 1 0 0,1 0 0 0 0,-1 1 0 0 0,0-1 0 0 0,1 2-1 0 0,0-2-220 0 0,0 0-1 0 0,0 0 1 0 0,-1 0-1 0 0,1 0 0 0 0,0 0 1 0 0,0 0-1 0 0,0 0 0 0 0,0 0 1 0 0,0 0-1 0 0,0 0 1 0 0,1-1-1 0 0,-1 1 0 0 0,0 0 1 0 0,0-1-1 0 0,2 1 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8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4210 2 3225 0 0,'2'-1'252'0'0,"1"1"0"0"0,-1 0 0 0 0,0-1 0 0 0,0 1 0 0 0,0 0 1 0 0,0 0-1 0 0,1 1 0 0 0,-1-1 0 0 0,0 0 0 0 0,0 1 0 0 0,0-1 1 0 0,0 1-1 0 0,0 0 0 0 0,0-1 0 0 0,0 1 0 0 0,0 0 0 0 0,3 2 0 0 0,-1 0 208 0 0,0 1-1 0 0,-1-1 1 0 0,1 0-1 0 0,0 1 1 0 0,-1 0-1 0 0,0 0 1 0 0,4 6-1 0 0,-1 1 260 0 0,0 0 0 0 0,-1 0-1 0 0,0 1 1 0 0,0 0 0 0 0,3 18-1 0 0,8 43 1834 0 0,3-1 1 0 0,32 80-1 0 0,18 59-1908 0 0,-2-5-662 0 0,49 151 159 0 0,-99-298-88 0 0,-14-47 7 0 0,-1-1-1 0 0,0 1 1 0 0,-1-1 0 0 0,0 1-1 0 0,-2 20 1 0 0,0-3 75 0 0,1-30-176 0 0,-1-1 1 0 0,0 1-1 0 0,-1-1 0 0 0,1 1 0 0 0,0-1 0 0 0,0 1 0 0 0,-1 0 1 0 0,1-1-1 0 0,0 1 0 0 0,-3-1 0 0 0,4 2 24 0 0,-3-3 6 0 0,0 0 0 0 0,-1 1 0 0 0,1-1 1 0 0,-1 1-1 0 0,1 0 0 0 0,-1 0 1 0 0,1 1-1 0 0,-1-1 0 0 0,0 1 1 0 0,0-1-1 0 0,0 1 0 0 0,0 1 1 0 0,-5-2-1 0 0,-57 0 33 0 0,33 1-32 0 0,-146 0-306 0 0,-183 21-1 0 0,88-2 310 0 0,-259 24-309 0 0,100-6 98 0 0,-3-28-49 0 0,78-33-108 0 0,2 1 42 0 0,240 21 140 0 0,-126 14 1 0 0,-308 56 487 0 0,400-46 77 0 0,-141 12-330 0 0,97-24-3157 0 0,158-10-3827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19.5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0 200 920 0 0,'4'-17'1005'0'0,"1"0"1"0"0,0 0-1 0 0,11-21 0 0 0,11-17-2060 0 0,-12 25-1959 0 0,-10 4 9504 0 0,-14 65-1681 0 0,17 67-116 0 0,20 53-2260 0 0,-4-25-1438 0 0,53 558 1091 0 0,-58-486-1824 0 0,1 140-120 0 0,-13-175-3025 0 0,-5-145 1940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0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2 109 1840 0 0,'1'-61'20559'0'0,"7"36"-20552"0"0,-8 25 3 0 0,0-1-1 0 0,1 0 1 0 0,-1 1-1 0 0,0-1 1 0 0,0 1-1 0 0,0-1 1 0 0,1 0-1 0 0,-1 1 0 0 0,0-1 1 0 0,0 0-1 0 0,0 1 1 0 0,0-1-1 0 0,0 0 1 0 0,0 1-1 0 0,0-1 1 0 0,-1 0-1 0 0,1 1 1 0 0,0-1-1 0 0,0 1 0 0 0,0-1 1 0 0,-1 0-1 0 0,1 1 1 0 0,0-1-1 0 0,-1 1 1 0 0,1-1-1 0 0,0 1 1 0 0,-1-1-1 0 0,1 1 1 0 0,-1-1-1 0 0,1 1 0 0 0,-1-1 1 0 0,1 1-1 0 0,-1-1 1 0 0,1 1-1 0 0,-1 0 1 0 0,1-1-1 0 0,-1 1 1 0 0,1 0-1 0 0,-1 0 0 0 0,0-1 1 0 0,1 1-1 0 0,-2 0 129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1.3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4145 0 0,'7'-8'14659'0'0,"-3"13"-14457"0"0,0 1 1 0 0,0-1-1 0 0,-1 1 0 0 0,0 0 1 0 0,0 0-1 0 0,0 0 0 0 0,0 1 1 0 0,-1-1-1 0 0,0 0 0 0 0,0 1 1 0 0,-1 0-1 0 0,0-1 0 0 0,0 12 1 0 0,1 18 239 0 0,-2 44 1 0 0,-1-66-336 0 0,-5 71-55 0 0,2-61-35 0 0,2 1 1 0 0,0-1-1 0 0,2 1 0 0 0,1-1 0 0 0,1 1 0 0 0,8 41 0 0 0,-9-62 4 0 0,1 0 0 0 0,0 0 0 0 0,-1 0 0 0 0,1-1 0 0 0,1 1 0 0 0,-1-1 0 0 0,0 1 0 0 0,1-1 0 0 0,0 0 0 0 0,0 0 1 0 0,0 0-1 0 0,0 0 0 0 0,0-1 0 0 0,1 1 0 0 0,-1-1 0 0 0,1 0 0 0 0,-1 0 0 0 0,1 0 0 0 0,0 0 0 0 0,0-1 0 0 0,0 0 0 0 0,0 1 0 0 0,0-1 0 0 0,0-1 0 0 0,0 1 0 0 0,7 0 1 0 0,11 0 77 0 0,0-1 0 0 0,-1-1 0 0 0,44-8 0 0 0,-28 4-312 0 0,-30 4-131 0 0,50-7-1294 0 0,-19 0-5658 0 0,-23 4 1135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1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0 5985 0 0,'-12'12'7554'0'0,"11"-11"-7240"0"0,2 24 3610 0 0,14 29-1419 0 0,-12-44-1719 0 0,65 181 1339 0 0,-15-65-4948 0 0,-41-99-4536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2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31 6449 0 0,'-28'-30'8678'0'0,"35"48"-4154"0"0,23 57-2939 0 0,36 130-1 0 0,-33-93-919 0 0,25 113-5708 0 0,-46-174 3963 0 0,-10-41-1063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3:32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22 456 0 0,'2'-2'556'0'0,"-1"0"-1"0"0,0 0 1 0 0,0 0 0 0 0,1 1-1 0 0,-1-1 1 0 0,1 1 0 0 0,-1-1-1 0 0,1 1 1 0 0,-1-1-1 0 0,1 1 1 0 0,0 0 0 0 0,0 0-1 0 0,0 0 1 0 0,14 3 6410 0 0,-16-2-6805 0 0,-2 22 1967 0 0,-50 108 1121 0 0,36-94-2579 0 0,1 2 0 0 0,-12 46 0 0 0,26-82-632 0 0,0 0-1 0 0,1 0 1 0 0,-1 0-1 0 0,1 0 1 0 0,0 0 0 0 0,-1 1-1 0 0,1-1 1 0 0,0 0 0 0 0,0 0-1 0 0,1 0 1 0 0,-1 0 0 0 0,0 1-1 0 0,1-1 1 0 0,-1 0-1 0 0,1 0 1 0 0,0 0 0 0 0,0 0-1 0 0,0 0 1 0 0,0 0 0 0 0,0 0-1 0 0,0 0 1 0 0,0-1 0 0 0,0 1-1 0 0,1 0 1 0 0,-1-1 0 0 0,4 4-1 0 0,-1-3 5 0 0,0 0 0 0 0,1 0 0 0 0,-1 0 0 0 0,0-1 0 0 0,1 1 0 0 0,-1-1 0 0 0,1 0 0 0 0,0 0 0 0 0,-1-1 0 0 0,1 1 0 0 0,8-1 0 0 0,16-2 77 0 0,0 0-1 0 0,30-8 1 0 0,-37 6-344 0 0,0 0 0 0 0,0 1 0 0 0,1 2 0 0 0,40 2 0 0 0,22 12-5445 0 0,-56-12 2771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5.3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99 7834 0 0,'-13'-31'4131'0'0,"-4"-37"1651"0"0,25 73-5181 0 0,9 7-152 0 0,27 35-21 0 0,-2 2 0 0 0,66 100 0 0 0,-68-90-362 0 0,61 95 13 0 0,66 88-10 0 0,-161-234-33 0 0,0 0-8 0 0,0 0 0 0 0,1 0 0 0 0,0 0 0 0 0,1-1 0 0 0,0 0 0 0 0,0-1 0 0 0,12 9 0 0 0,-19-15 0 0 0,0 0 1 0 0,-1 1-1 0 0,1-1 1 0 0,0 0-1 0 0,0 0 1 0 0,-1 0-1 0 0,1 0 0 0 0,0 1 1 0 0,0-1-1 0 0,-1 0 1 0 0,1 0-1 0 0,0 0 1 0 0,0-1-1 0 0,-1 1 0 0 0,1 0 1 0 0,0 0-1 0 0,0 0 1 0 0,-1 0-1 0 0,1-1 1 0 0,0 1-1 0 0,-1 0 0 0 0,1-1 1 0 0,0 1-1 0 0,-1-1 1 0 0,2 0-1 0 0,12-20 550 0 0,-1-33 33 0 0,-12 48-585 0 0,15-101 318 0 0,1-158 0 0 0,-3 23-2443 0 0,-10 213-5476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5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55 6449 0 0,'0'-6'768'0'0,"2"1"-1"0"0,-1-1 1 0 0,0 1-1 0 0,1 0 0 0 0,0-1 1 0 0,1 1-1 0 0,-1 0 1 0 0,5-6-1 0 0,-7 11-694 0 0,0 0-1 0 0,1 0 0 0 0,-1 0 1 0 0,0 0-1 0 0,1 0 1 0 0,-1 0-1 0 0,0 0 0 0 0,0 0 1 0 0,1 0-1 0 0,-1 0 1 0 0,0 0-1 0 0,1 1 0 0 0,-1-1 1 0 0,0 0-1 0 0,0 0 1 0 0,1 0-1 0 0,-1 1 1 0 0,0-1-1 0 0,0 0 0 0 0,0 0 1 0 0,1 0-1 0 0,-1 1 1 0 0,0-1-1 0 0,0 0 0 0 0,0 0 1 0 0,0 1-1 0 0,1-1 1 0 0,-1 0-1 0 0,0 1 0 0 0,0-1 1 0 0,0 0-1 0 0,0 1 1 0 0,0-1-1 0 0,0 0 0 0 0,0 0 1 0 0,0 1-1 0 0,0-1 1 0 0,0 0-1 0 0,0 1 0 0 0,0-1 1 0 0,0 0-1 0 0,0 1 1 0 0,3 16 781 0 0,0 202 2595 0 0,0-3-3828 0 0,-1-195-71 0 0,5 42-1950 0 0,-3-49 891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6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0,'3'-1'220'0'0,"0"1"0"0"0,0 0 0 0 0,0 0 0 0 0,0 0 0 0 0,0 0 0 0 0,-1 1 0 0 0,1-1 0 0 0,0 1 0 0 0,0 0 0 0 0,0 0 0 0 0,0 0 0 0 0,-1 0 0 0 0,1 0-1 0 0,0 0 1 0 0,3 4 0 0 0,43 28 2195 0 0,-41-27-1968 0 0,6 5-64 0 0,-1 2 1 0 0,0 0 0 0 0,-1 0 0 0 0,22 30 0 0 0,35 67 290 0 0,-58-91-664 0 0,23 48-997 0 0,-24-46-32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6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8290 0 0,'2'-4'736'0'0,"-1"0"-584"0"0,2 0-152 0 0,-1 1 0 0 0,0 0 64 0 0,1-1-64 0 0,3-3 72 0 0,4-3-72 0 0,6-5 104 0 0,2-2-24 0 0,3 1-8 0 0,-1 1 0 0 0,2 1-216 0 0,0 3-48 0 0,0 2 0 0 0,1 3-8 0 0,0 3 200 0 0,2 2-64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6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9674 0 0,'1'3'530'0'0,"-1"0"1"0"0,1 1-1 0 0,0-1 1 0 0,0 0-1 0 0,0 0 0 0 0,1 0 1 0 0,-1 0-1 0 0,1 0 0 0 0,-1 0 1 0 0,1 0-1 0 0,0-1 1 0 0,3 3-1 0 0,7 16 848 0 0,1 13-386 0 0,-1 1 0 0 0,9 40 0 0 0,4 15-934 0 0,-19-71-1158 0 0,1-1 1 0 0,16 29-1 0 0,-20-40-951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7.0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4 235 2240 0 0,'-1'-6'269'0'0,"0"-1"-1"0"0,0 0 0 0 0,0 0 0 0 0,1 0 0 0 0,1 1 0 0 0,-1-1 0 0 0,1 0 0 0 0,0 0 0 0 0,0 1 0 0 0,1-1 0 0 0,4-12 0 0 0,-1 8 249 0 0,0 0-1 0 0,0 0 1 0 0,1 1-1 0 0,0-1 1 0 0,0 2-1 0 0,9-11 1 0 0,-9 14-145 0 0,1 0 0 0 0,-1 0 0 0 0,1 0 1 0 0,0 1-1 0 0,0 0 0 0 0,14-7 0 0 0,-17 10-244 0 0,-1 0-1 0 0,1 1 0 0 0,-1-1 1 0 0,1 1-1 0 0,0 0 0 0 0,0 0 1 0 0,0 0-1 0 0,0 0 1 0 0,0 1-1 0 0,0 0 0 0 0,0 0 1 0 0,0 0-1 0 0,0 0 0 0 0,0 0 1 0 0,0 1-1 0 0,0 0 1 0 0,4 1-1 0 0,-5 0-43 0 0,-1-1 1 0 0,0 1-1 0 0,1 0 1 0 0,-1 0-1 0 0,0 0 0 0 0,0 0 1 0 0,0 0-1 0 0,0 1 0 0 0,0-1 1 0 0,-1 0-1 0 0,1 1 1 0 0,-1 0-1 0 0,1-1 0 0 0,-1 1 1 0 0,0 0-1 0 0,0 0 1 0 0,0 0-1 0 0,0-1 0 0 0,-1 1 1 0 0,1 6-1 0 0,1 6 304 0 0,-1 0 0 0 0,-1 26 1 0 0,-3-13 151 0 0,-8 36 1 0 0,7-46-512 0 0,0 0 0 0 0,2 1 0 0 0,0-1 0 0 0,1 1 1 0 0,2 31-1 0 0,-1-48-59 0 0,1-1 1 0 0,-1 1-1 0 0,0-1 1 0 0,1 1-1 0 0,-1-1 1 0 0,1 1-1 0 0,-1-1 1 0 0,1 1-1 0 0,0-1 0 0 0,0 1 1 0 0,0-1-1 0 0,-1 0 1 0 0,1 0-1 0 0,0 1 1 0 0,1-1-1 0 0,-1 0 1 0 0,0 0-1 0 0,0 0 1 0 0,0 0-1 0 0,1 0 0 0 0,-1 0 1 0 0,0 0-1 0 0,1-1 1 0 0,-1 1-1 0 0,1 0 1 0 0,-1-1-1 0 0,1 1 1 0 0,-1-1-1 0 0,1 0 1 0 0,0 1-1 0 0,-1-1 0 0 0,1 0 1 0 0,-1 0-1 0 0,1 0 1 0 0,0 0-1 0 0,-1 0 1 0 0,1 0-1 0 0,-1-1 1 0 0,3 0-1 0 0,9-1-213 0 0,-1-2-1 0 0,0 0 1 0 0,1 0-1 0 0,12-7 1 0 0,2-1 173 0 0,-22 11 74 0 0,0-1 0 0 0,0 1 0 0 0,0 0 0 0 0,0 0 0 0 0,0 0-1 0 0,0 1 1 0 0,0 0 0 0 0,0 0 0 0 0,0 0 0 0 0,0 0 0 0 0,6 2 0 0 0,-9-1 6 0 0,0 0 1 0 0,0 0-1 0 0,0 0 1 0 0,0 0 0 0 0,0 0-1 0 0,0 0 1 0 0,0 1-1 0 0,0-1 1 0 0,0 1-1 0 0,-1-1 1 0 0,1 1 0 0 0,-1 0-1 0 0,1-1 1 0 0,-1 1-1 0 0,0 0 1 0 0,1 0 0 0 0,-1 0-1 0 0,0 0 1 0 0,0 0-1 0 0,-1 0 1 0 0,1 1 0 0 0,0-1-1 0 0,-1 0 1 0 0,1 0-1 0 0,-1 1 1 0 0,1 2-1 0 0,-1 6 254 0 0,1 0 0 0 0,-2 1 0 0 0,0-1 0 0 0,0 0 0 0 0,-1 0 0 0 0,0 0 0 0 0,-1 0-1 0 0,0 0 1 0 0,-1-1 0 0 0,0 1 0 0 0,-8 14 0 0 0,-7 9-414 0 0,0-2-1 0 0,-26 31 1 0 0,34-47-989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7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83 10594 0 0,'-2'6'6022'0'0,"2"-6"-5918"0"0,11-2 2348 0 0,11-6-2049 0 0,39-25 305 0 0,-47 24-1329 0 0,1 1 1 0 0,0 1 0 0 0,26-10-1 0 0,-26 13-5834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7.6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49 5529 0 0,'1'0'600'0'0,"1"0"-600"0"0,-1 0 352 0 0,1 0 56 0 0,0 0 9 0 0,2-2 7 0 0,2 0 440 0 0,-1-1 80 0 0,4 0 16 0 0,-1-1 8 0 0,0-1-824 0 0,1-2-144 0 0,4-3-72 0 0,-2-2 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8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11 382 9674 0 0,'-10'2'8750'0'0,"13"6"-9400"0"0,24 65 1740 0 0,2-1-1 0 0,48 82 0 0 0,-66-135-1050 0 0,1 0 0 0 0,1-1 1 0 0,0 0-1 0 0,1-1 0 0 0,1 0 1 0 0,0-2-1 0 0,2 1 0 0 0,-1-2 0 0 0,2 0 1 0 0,0-2-1 0 0,0 1 0 0 0,33 14 1 0 0,-48-26-20 0 0,-1 1 1 0 0,1-1 0 0 0,0 0 0 0 0,0 0 0 0 0,-1-1-1 0 0,1 1 1 0 0,0 0 0 0 0,0-1 0 0 0,0 0 0 0 0,0 0-1 0 0,0 0 1 0 0,0 0 0 0 0,0 0 0 0 0,-1 0 0 0 0,1-1-1 0 0,0 1 1 0 0,0-1 0 0 0,3-1 0 0 0,-3 0 8 0 0,-1 0-1 0 0,0 0 1 0 0,1 0 0 0 0,-1 0 0 0 0,0 0 0 0 0,0 0 0 0 0,-1 0-1 0 0,1-1 1 0 0,0 1 0 0 0,-1-1 0 0 0,0 0 0 0 0,1 1-1 0 0,-1-1 1 0 0,0 0 0 0 0,0 1 0 0 0,0-1 0 0 0,-1 0 0 0 0,1-3-1 0 0,7-42 250 0 0,-3-1-1 0 0,0-66 0 0 0,-2 28-143 0 0,-1 32-163 0 0,17-190 78 0 0,-13 200-771 0 0,2 1 0 0 0,2 0 1 0 0,22-61-1 0 0,-21 78-836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8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 13827 0 0,'-6'-15'6140'0'0,"21"31"-4414"0"0,-12-14-1482 0 0,8 13-72 0 0,-1 1 0 0 0,0 0 0 0 0,-1 1 0 0 0,0 0 0 0 0,-1 1 0 0 0,-2 0 0 0 0,0 0 0 0 0,5 22 0 0 0,0-2-31 0 0,27 85 218 0 0,54 158-3464 0 0,-81-254-4444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9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0 211 5985 0 0,'0'-1'55'0'0,"0"0"-1"0"0,1-1 1 0 0,-1 1 0 0 0,0 0-1 0 0,1 0 1 0 0,-1-1-1 0 0,1 1 1 0 0,-1 0 0 0 0,1 0-1 0 0,0 0 1 0 0,-1 0-1 0 0,1 0 1 0 0,0 0-1 0 0,0 0 1 0 0,0 0 0 0 0,0 0-1 0 0,0 0 1 0 0,0 0-1 0 0,0 1 1 0 0,0-1 0 0 0,0 0-1 0 0,0 1 1 0 0,0-1-1 0 0,2 0 1 0 0,40-20 774 0 0,-31 15-347 0 0,26-15-135 0 0,0-3 0 0 0,37-30 0 0 0,5-4-3348 0 0,-79 58 3129 0 0,-1-1 1 0 0,1 1-1 0 0,0 0 0 0 0,-1 0 0 0 0,1 0 0 0 0,-1 0 0 0 0,1-1 0 0 0,0 1 0 0 0,-1 0 0 0 0,1 0 0 0 0,-1 0 0 0 0,1 0 0 0 0,0 0 0 0 0,-1 0 0 0 0,1 1 0 0 0,0-1 0 0 0,-1 0 1 0 0,1 0-1 0 0,-1 0 0 0 0,1 0 0 0 0,-1 1 0 0 0,1-1 0 0 0,0 0 0 0 0,-1 1 0 0 0,1-1 0 0 0,0 1 0 0 0,16 16 1751 0 0,9 25 550 0 0,-8-6-926 0 0,-2 2 1 0 0,14 46-1 0 0,1 6-881 0 0,-15-56-737 0 0,-15-32 111 0 0,-1-1 0 0 0,1 0 0 0 0,0 0 0 0 0,-1 1 0 0 0,1-1 0 0 0,0 0 0 0 0,0 0 0 0 0,0 0 0 0 0,0 0 0 0 0,0 0 0 0 0,0 0 0 0 0,0 0 0 0 0,0 0 0 0 0,0 0 0 0 0,0-1 0 0 0,1 1 0 0 0,-1 0 0 0 0,0-1 0 0 0,1 1 0 0 0,-1-1 0 0 0,0 1 0 0 0,1-1 0 0 0,1 1 0 0 0,-2-2 3 0 0,0 1 0 0 0,-1-1-1 0 0,1 1 1 0 0,0-1 0 0 0,-1 0 0 0 0,1 1-1 0 0,0-1 1 0 0,-1 0 0 0 0,1 1 0 0 0,-1-1 0 0 0,1 0-1 0 0,-1 0 1 0 0,1 1 0 0 0,-1-1 0 0 0,0 0-1 0 0,1 0 1 0 0,-1 0 0 0 0,0 0 0 0 0,0 0-1 0 0,0 1 1 0 0,1-3 0 0 0,2-23-46 0 0,-3 22 38 0 0,3-37-70 0 0,8-69 37 0 0,-9 99 42 0 0,1 0 1 0 0,0 0-1 0 0,1 0 1 0 0,0 0-1 0 0,0 1 1 0 0,1 0 0 0 0,9-15-1 0 0,-13 24 12 0 0,-1-1-1 0 0,1 1 1 0 0,0 0-1 0 0,0 0 1 0 0,0 0-1 0 0,0 0 1 0 0,0-1 0 0 0,0 1-1 0 0,0 0 1 0 0,0 1-1 0 0,1-1 1 0 0,-1 0-1 0 0,0 0 1 0 0,1 0 0 0 0,-1 1-1 0 0,0-1 1 0 0,1 1-1 0 0,-1-1 1 0 0,1 1-1 0 0,-1 0 1 0 0,0-1-1 0 0,1 1 1 0 0,-1 0 0 0 0,1 0-1 0 0,-1 0 1 0 0,1 0-1 0 0,-1 0 1 0 0,1 0-1 0 0,-1 0 1 0 0,1 1-1 0 0,-1-1 1 0 0,1 1 0 0 0,-1-1-1 0 0,1 1 1 0 0,-1-1-1 0 0,0 1 1 0 0,1 0-1 0 0,-1 0 1 0 0,0-1 0 0 0,0 1-1 0 0,0 0 1 0 0,0 0-1 0 0,1 0 1 0 0,-1 0-1 0 0,1 3 1 0 0,8 6 134 0 0,-2 1 1 0 0,1 0-1 0 0,-1 1 0 0 0,6 13 1 0 0,-4-8-83 0 0,4 4-277 0 0,51 74-5752 0 0,-50-77-203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9.4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0 279 4145 0 0,'25'-17'4129'0'0,"-17"9"-3602"0"0,0 1-1 0 0,-1-2 1 0 0,0 1 0 0 0,-1-1 0 0 0,0 0 0 0 0,0 0-1 0 0,-1 0 1 0 0,-1-1 0 0 0,5-10 0 0 0,-4 6-75 0 0,-1 1 0 0 0,0-1 1 0 0,0 0-1 0 0,-2-1 0 0 0,1 1 0 0 0,-1-19 1 0 0,-2 31-437 0 0,0 0 1 0 0,0 0 0 0 0,0 0 0 0 0,0 0 0 0 0,-1 0-1 0 0,1 0 1 0 0,-1 0 0 0 0,1 0 0 0 0,-1 1 0 0 0,0-1-1 0 0,0 0 1 0 0,0 0 0 0 0,0 1 0 0 0,0-1 0 0 0,0 0-1 0 0,0 1 1 0 0,0-1 0 0 0,-1 1 0 0 0,1 0 0 0 0,0-1-1 0 0,-1 1 1 0 0,0 0 0 0 0,1 0 0 0 0,-1 0 0 0 0,0 0-1 0 0,1 0 1 0 0,-1 0 0 0 0,-3-1 0 0 0,3 2-17 0 0,0 0 0 0 0,1-1-1 0 0,-1 1 1 0 0,0 0 0 0 0,1 0 0 0 0,-1 0 0 0 0,0 1 0 0 0,1-1-1 0 0,-1 0 1 0 0,1 1 0 0 0,-1-1 0 0 0,0 1 0 0 0,1-1 0 0 0,-1 1-1 0 0,1 0 1 0 0,-1-1 0 0 0,1 1 0 0 0,0 0 0 0 0,-1 0 0 0 0,1 0-1 0 0,0 0 1 0 0,0 0 0 0 0,-1 1 0 0 0,1-1 0 0 0,0 0 0 0 0,0 0-1 0 0,0 1 1 0 0,1-1 0 0 0,-1 1 0 0 0,0-1 0 0 0,0 1 0 0 0,1-1-1 0 0,-1 1 1 0 0,0 1 0 0 0,-1 3 26 0 0,1 1 1 0 0,-1-1-1 0 0,1 0 0 0 0,1 0 1 0 0,-1 1-1 0 0,1-1 0 0 0,0 0 0 0 0,0 1 1 0 0,0-1-1 0 0,1 0 0 0 0,0 1 1 0 0,1-1-1 0 0,-1 0 0 0 0,5 9 1 0 0,-2-6 48 0 0,0-1 0 0 0,1 1 0 0 0,0-1 1 0 0,0 0-1 0 0,1 0 0 0 0,0-1 1 0 0,1 0-1 0 0,0 0 0 0 0,7 6 1 0 0,-3-4-30 0 0,-1-1 1 0 0,1-1-1 0 0,1 0 1 0 0,-1 0 0 0 0,1-1-1 0 0,0-1 1 0 0,1 0 0 0 0,-1 0-1 0 0,1-1 1 0 0,0-1 0 0 0,0 0-1 0 0,0-1 1 0 0,0-1-1 0 0,14 1 1 0 0,-19-3-541 0 0,-1 1 1 0 0,0-2-1 0 0,1 1 0 0 0,-1-1 1 0 0,13-5-1 0 0,-6 1-5378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4:29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 5065 0 0,'6'12'7459'0'0,"6"-2"-4512"0"0,2 1-2120 0 0,37 51 2269 0 0,23 23-727 0 0,-65-75-2180 0 0,1-1 0 0 0,-1-1 0 0 0,2 0 0 0 0,-1 0-1 0 0,1-1 1 0 0,15 7 0 0 0,-25-14-168 0 0,-1 1 0 0 0,1-1 0 0 0,0 0 0 0 0,-1 0 0 0 0,1 1 0 0 0,-1-1 1 0 0,1 0-1 0 0,0 0 0 0 0,-1 0 0 0 0,1 0 0 0 0,0 0 0 0 0,-1 0 0 0 0,1 0 0 0 0,0 0 0 0 0,-1 0 0 0 0,1 0 0 0 0,0 0 1 0 0,-1-1-1 0 0,1 1 0 0 0,-1 0 0 0 0,1 0 0 0 0,0-1 0 0 0,-1 1 0 0 0,1 0 0 0 0,-1-1 0 0 0,1 1 0 0 0,0-1 0 0 0,10-20 420 0 0,-5-29 48 0 0,-5 45-458 0 0,-2-152-1314 0 0,2 127-7059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4.8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65 258 8290 0 0,'-3'0'113'0'0,"1"0"1"0"0,-1-1 0 0 0,1 0 0 0 0,-1 0-1 0 0,1 1 1 0 0,-1-1 0 0 0,1-1 0 0 0,0 1-1 0 0,-1 0 1 0 0,1-1 0 0 0,0 1-1 0 0,0-1 1 0 0,0 1 0 0 0,0-1 0 0 0,0 0-1 0 0,0 0 1 0 0,1 0 0 0 0,-3-4-1 0 0,0 0 205 0 0,2-1 0 0 0,-1 1 0 0 0,1-1-1 0 0,0 0 1 0 0,0 0 0 0 0,0-7 0 0 0,0 3 22 0 0,1 0 0 0 0,1 1 1 0 0,-1-1-1 0 0,2 0 0 0 0,-1 1 0 0 0,5-20 1 0 0,-4 26-170 0 0,0-1 0 0 0,0 0 1 0 0,0 1-1 0 0,1-1 0 0 0,0 0 0 0 0,0 1 1 0 0,0 0-1 0 0,1-1 0 0 0,-1 1 1 0 0,1 0-1 0 0,0 0 0 0 0,0 1 0 0 0,1-1 1 0 0,-1 1-1 0 0,1-1 0 0 0,-1 1 1 0 0,6-3-1 0 0,-7 5-121 0 0,-1 0-1 0 0,1 1 1 0 0,0-1-1 0 0,0 0 1 0 0,-1 1 0 0 0,1 0-1 0 0,0-1 1 0 0,0 1 0 0 0,-1 0-1 0 0,1 0 1 0 0,0 0 0 0 0,0 0-1 0 0,0 0 1 0 0,-1 0 0 0 0,1 1-1 0 0,0-1 1 0 0,0 1 0 0 0,-1-1-1 0 0,1 1 1 0 0,0-1 0 0 0,-1 1-1 0 0,1 0 1 0 0,-1 0 0 0 0,1 0-1 0 0,-1 0 1 0 0,1 0 0 0 0,-1 0-1 0 0,0 1 1 0 0,1-1-1 0 0,-1 0 1 0 0,0 1 0 0 0,0-1-1 0 0,0 0 1 0 0,0 1 0 0 0,0-1-1 0 0,0 1 1 0 0,1 3 0 0 0,2 2-4 0 0,-1 1 0 0 0,0 0 0 0 0,0 0-1 0 0,0 0 1 0 0,-1 0 0 0 0,2 15 0 0 0,-3 17 84 0 0,-1 1 0 0 0,-10 73-1 0 0,1-32 315 0 0,9-79-398 0 0,-1 0 0 0 0,1-1 1 0 0,0 1-1 0 0,0 0 1 0 0,0 0-1 0 0,0 0 1 0 0,1 0-1 0 0,-1 0 1 0 0,1 0-1 0 0,0 0 0 0 0,0 0 1 0 0,0 0-1 0 0,0-1 1 0 0,0 1-1 0 0,0 0 1 0 0,1-1-1 0 0,-1 1 1 0 0,1-1-1 0 0,0 1 0 0 0,0-1 1 0 0,3 3-1 0 0,-3-4-10 0 0,1 1 0 0 0,0-1 0 0 0,0 0 0 0 0,0 0-1 0 0,0 0 1 0 0,0 0 0 0 0,0-1 0 0 0,0 1 0 0 0,0-1-1 0 0,0 1 1 0 0,0-1 0 0 0,0 0 0 0 0,0-1 0 0 0,0 1-1 0 0,0 0 1 0 0,0-1 0 0 0,0 0 0 0 0,0 1 0 0 0,0-1-1 0 0,5-3 1 0 0,62-29 780 0 0,-37 16-2007 0 0,2 2-5395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5.2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13 125 9674 0 0,'-2'-3'623'0'0,"0"0"-1"0"0,0 0 1 0 0,1-1-1 0 0,0 1 0 0 0,-1 0 1 0 0,1-1-1 0 0,0-3 1 0 0,1 7-471 0 0,-1-1 0 0 0,1 1 0 0 0,0 0 1 0 0,0-1-1 0 0,0 1 0 0 0,0-1 0 0 0,1 1 0 0 0,-1-1 0 0 0,3-4 2435 0 0,-2 4-2435 0 0,0 1-73 0 0,0-1 1 0 0,0 1-1 0 0,1 0 0 0 0,-1 0 1 0 0,0 0-1 0 0,0 0 0 0 0,0 0 1 0 0,1 0-1 0 0,-1 0 0 0 0,0 0 1 0 0,0 0-1 0 0,0 0 1 0 0,0 1-1 0 0,2 0 0 0 0,1 0 9 0 0,0 1 1 0 0,0 0-1 0 0,-1 0 0 0 0,1 0 0 0 0,-1 1 0 0 0,1-1 1 0 0,-1 1-1 0 0,0 0 0 0 0,0 0 0 0 0,0 0 1 0 0,0 0-1 0 0,-1 1 0 0 0,1-1 0 0 0,2 5 0 0 0,28 61 340 0 0,-22-45-328 0 0,2 3 13 0 0,0-1 0 0 0,35 47 0 0 0,-44-67-113 0 0,0 0-1 0 0,1 0 0 0 0,0-1 0 0 0,0 1 0 0 0,1-1 0 0 0,-1-1 0 0 0,1 1 0 0 0,0-1 0 0 0,0 0 0 0 0,0 0 0 0 0,1-1 0 0 0,0 0 0 0 0,-1 0 0 0 0,1 0 0 0 0,0-1 0 0 0,0 0 0 0 0,13 2 0 0 0,-18-4 16 0 0,1 0 0 0 0,-1 0 0 0 0,1-1 0 0 0,-1 1 0 0 0,1 0 0 0 0,-1-1 1 0 0,0 1-1 0 0,1-1 0 0 0,-1 0 0 0 0,0 0 0 0 0,0 0 0 0 0,1 0 0 0 0,-1 0 0 0 0,0 0 1 0 0,0-1-1 0 0,0 1 0 0 0,0-1 0 0 0,2-2 0 0 0,-1 0 10 0 0,0 1 0 0 0,0-1 1 0 0,-1 0-1 0 0,0 0 0 0 0,0 0 0 0 0,0-1 1 0 0,0 1-1 0 0,0 0 0 0 0,1-6 0 0 0,0-5 19 0 0,-1-1 0 0 0,0 0 0 0 0,0 0 0 0 0,-3-26 0 0 0,-11-67-725 0 0,-1-7-4730 0 0,13 87-891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5.6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36 7 6913 0 0,'-8'-6'3646'0'0,"3"16"-1121"0"0,1 17-1385 0 0,0 0-1 0 0,3 0 0 0 0,2 49 1 0 0,0-10-370 0 0,-2 83 231 0 0,-1 77-768 0 0,-8-76-3087 0 0,8-129 1369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6.02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157 80 6913 0 0,'-18'32'1309'0'0,"-32"53"-654"0"0,-38 70-181 0 0,97-179-119 0 0,0 0 0 0 0,6-26 0 0 0,11-32 1200 0 0,-20 68-1109 0 0,0 0 1 0 0,1 1 0 0 0,1 0-1 0 0,0 0 1 0 0,0 0 0 0 0,1 1-1 0 0,1 1 1 0 0,0-1 0 0 0,17-13-1 0 0,-23 21-249 0 0,0 1 0 0 0,1 0 0 0 0,0 0 0 0 0,0 0-1 0 0,0 0 1 0 0,0 1 0 0 0,0 0 0 0 0,1 0 0 0 0,-1 0-1 0 0,1 1 1 0 0,-1 0 0 0 0,1 0 0 0 0,-1 0 0 0 0,1 0-1 0 0,0 1 1 0 0,-1 0 0 0 0,1 1 0 0 0,0-1 0 0 0,-1 1-1 0 0,1 0 1 0 0,-1 0 0 0 0,1 1 0 0 0,-1-1 0 0 0,1 1 0 0 0,-1 1-1 0 0,0-1 1 0 0,0 1 0 0 0,5 3 0 0 0,5 4-95 0 0,-1 1 0 0 0,0 0 0 0 0,0 1 0 0 0,-1 0 0 0 0,16 21 0 0 0,-6-3-710 0 0,30 50 0 0 0,-37-51-521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6.48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 10594 0 0,'1'-1'5219'0'0,"40"330"-678"0"0,-25-160-3907 0 0,22 218-146 0 0,-21-199-4951 0 0,-14-153-1828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6.8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 75 1584 0 0,'-2'-3'164'0'0,"0"0"0"0"0,0-1 0 0 0,0 1 0 0 0,1 0-1 0 0,-1-1 1 0 0,1 1 0 0 0,0-1 0 0 0,0 0 0 0 0,0-7-1 0 0,8-18 12557 0 0,1 39-10640 0 0,4 12-1135 0 0,-6-10-528 0 0,2 7 129 0 0,2 0 0 0 0,0 0 1 0 0,24 32-1 0 0,-30-47-467 0 0,-1 0-1 0 0,1 0 1 0 0,0 0-1 0 0,0-1 1 0 0,1 0 0 0 0,-1 0-1 0 0,0 0 1 0 0,11 5-1 0 0,-12-7-42 0 0,0 0 0 0 0,0 0-1 0 0,0 0 1 0 0,0-1-1 0 0,0 1 1 0 0,0-1-1 0 0,1 0 1 0 0,-1 0-1 0 0,0 0 1 0 0,0 0 0 0 0,0-1-1 0 0,0 1 1 0 0,1-1-1 0 0,-1 1 1 0 0,0-1-1 0 0,4-2 1 0 0,-2 0-11 0 0,-1 1-1 0 0,1-1 1 0 0,-1 0 0 0 0,1-1-1 0 0,-1 1 1 0 0,0-1 0 0 0,0 0-1 0 0,-1 0 1 0 0,1 0 0 0 0,-1 0-1 0 0,0-1 1 0 0,0 1 0 0 0,2-6-1 0 0,6-12-45 0 0,14-37 0 0 0,-12 24-177 0 0,-5 17-1470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8.97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 28 6913 0 0,'-17'-28'5939'0'0,"17"44"-2520"0"0,17 163-76 0 0,-12 88-2481 0 0,-4-152-726 0 0,1-73-584 0 0,8 44 0 0 0,4-1-3649 0 0,-9-56-1768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9.3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176 74 5985 0 0,'-1'-1'128'0'0,"-1"1"0"0"0,0 0 0 0 0,0 0 0 0 0,1-1 0 0 0,-1 1 0 0 0,0 0 0 0 0,0 1-1 0 0,0-1 1 0 0,1 0 0 0 0,-1 0 0 0 0,0 1 0 0 0,0-1 0 0 0,1 1 0 0 0,-1 0 0 0 0,0-1 0 0 0,1 1 0 0 0,-1 0-1 0 0,1 0 1 0 0,-1 0 0 0 0,1 0 0 0 0,-2 2 0 0 0,-32 24 1051 0 0,22-16-962 0 0,2 1 0 0 0,0 0 0 0 0,0 1 0 0 0,1 0 1 0 0,1 0-1 0 0,0 1 0 0 0,1 0 0 0 0,-10 23 0 0 0,18-37-215 0 0,0 0 0 0 0,-1 1 1 0 0,1-1-1 0 0,0 0 0 0 0,0 1 1 0 0,-1-1-1 0 0,1 0 0 0 0,0 1 1 0 0,0-1-1 0 0,0 0 0 0 0,0 1 1 0 0,0-1-1 0 0,-1 1 0 0 0,1-1 0 0 0,0 1 1 0 0,0-1-1 0 0,0 0 0 0 0,0 1 1 0 0,0-1-1 0 0,0 1 0 0 0,0-1 1 0 0,0 0-1 0 0,1 1 0 0 0,-1-1 0 0 0,0 1 1 0 0,0-1-1 0 0,0 0 0 0 0,0 1 1 0 0,0-1-1 0 0,1 1 0 0 0,-1-1 1 0 0,0 0-1 0 0,0 1 0 0 0,1-1 0 0 0,-1 0 1 0 0,0 1-1 0 0,0-1 0 0 0,1 0 1 0 0,15-8-179 0 0,16-22-14 0 0,21-43 937 0 0,-41 55 111 0 0,0-1 1 0 0,2 2-1 0 0,0 0 0 0 0,0 1 1 0 0,2 0-1 0 0,25-20 1 0 0,-38 34-683 0 0,-1 0 1 0 0,1 1-1 0 0,0-1 1 0 0,-1 1-1 0 0,1 0 1 0 0,0 0-1 0 0,0 0 1 0 0,0 0-1 0 0,0 1 1 0 0,0-1-1 0 0,0 1 1 0 0,0-1-1 0 0,0 1 1 0 0,0 0-1 0 0,0 0 1 0 0,0 1-1 0 0,0-1 1 0 0,4 1-1 0 0,-2 1-78 0 0,0 0 0 0 0,-1 0 0 0 0,1 1-1 0 0,-1-1 1 0 0,1 1 0 0 0,-1 0 0 0 0,0 0 0 0 0,0 0-1 0 0,0 0 1 0 0,3 5 0 0 0,6 7-45 0 0,-1 1 0 0 0,-1 0-1 0 0,0 0 1 0 0,13 29 0 0 0,77 185-2291 0 0,-85-185-5274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8.17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204 308 3225 0 0,'-6'1'344'0'0,"-1"1"0"0"0,1-1 0 0 0,0 1 0 0 0,0 1 0 0 0,0-1 0 0 0,0 1 0 0 0,1 0 0 0 0,-6 3 0 0 0,-17 8 810 0 0,27-13-1114 0 0,-8 3 580 0 0,0-1 1 0 0,0 0-1 0 0,-1 0 0 0 0,-11 1 0 0 0,19-3-465 0 0,1-1-1 0 0,-1 0 1 0 0,0 1 0 0 0,1-1-1 0 0,-1 0 1 0 0,0 0 0 0 0,0 0-1 0 0,1-1 1 0 0,-1 1 0 0 0,0 0-1 0 0,1-1 1 0 0,-1 1 0 0 0,0-1 0 0 0,1 1-1 0 0,-1-1 1 0 0,0 0 0 0 0,1 0-1 0 0,-1 0 1 0 0,1 0 0 0 0,0 0-1 0 0,-1 0 1 0 0,1 0 0 0 0,0 0-1 0 0,0-1 1 0 0,-1 1 0 0 0,1 0 0 0 0,0-1-1 0 0,0 1 1 0 0,0-1 0 0 0,1 1-1 0 0,-2-3 1 0 0,-1-5-23 0 0,1 0 0 0 0,0 0 0 0 0,1-1 0 0 0,0 1 0 0 0,0 0 0 0 0,1-1 0 0 0,0 1 0 0 0,0-1 0 0 0,1 1-1 0 0,1 0 1 0 0,0-1 0 0 0,0 1 0 0 0,1 0 0 0 0,0 0 0 0 0,0 1 0 0 0,7-13 0 0 0,-3 7 73 0 0,1 0 0 0 0,0 0-1 0 0,2 1 1 0 0,-1 0 0 0 0,2 1 0 0 0,-1 0 0 0 0,2 1-1 0 0,23-19 1 0 0,-29 25-225 0 0,1 1 0 0 0,0 0-1 0 0,-1 0 1 0 0,2 1 0 0 0,-1-1-1 0 0,0 1 1 0 0,1 1 0 0 0,-1 0-1 0 0,1 0 1 0 0,0 0-1 0 0,15 0 1 0 0,-20 2 9 0 0,1 0 0 0 0,-1 0 0 0 0,1 1-1 0 0,-1-1 1 0 0,1 1 0 0 0,-1 0 0 0 0,0 0 0 0 0,1 0 0 0 0,-1 0-1 0 0,0 1 1 0 0,0 0 0 0 0,1-1 0 0 0,-1 1 0 0 0,-1 0 0 0 0,1 0-1 0 0,0 1 1 0 0,0-1 0 0 0,-1 1 0 0 0,1-1 0 0 0,-1 1-1 0 0,0 0 1 0 0,0 0 0 0 0,0 0 0 0 0,0 0 0 0 0,-1 0 0 0 0,1 0-1 0 0,-1 0 1 0 0,2 5 0 0 0,1 6-147 0 0,-1 0 0 0 0,0 1 0 0 0,-1-1 1 0 0,-1 0-1 0 0,0 1 0 0 0,-1-1 0 0 0,0 0 0 0 0,-3 17 0 0 0,-25 115-952 0 0,24-130 1017 0 0,-4 17-106 0 0,-1 0 74 0 0,2 0 0 0 0,1 0 0 0 0,-2 48 0 0 0,8-74 132 0 0,-1 0 0 0 0,2 1-1 0 0,-1-1 1 0 0,1 0 0 0 0,0 1-1 0 0,0-1 1 0 0,1 0-1 0 0,0 0 1 0 0,0 0 0 0 0,1 0-1 0 0,0-1 1 0 0,0 1 0 0 0,1-1-1 0 0,0 1 1 0 0,0-1 0 0 0,0 0-1 0 0,1-1 1 0 0,-1 1-1 0 0,2-1 1 0 0,-1 0 0 0 0,9 7-1 0 0,-12-11 37 0 0,-1 0-1 0 0,1 0 1 0 0,-1 1-1 0 0,1-2 1 0 0,0 1-1 0 0,-1 0 0 0 0,1 0 1 0 0,0-1-1 0 0,0 1 1 0 0,0-1-1 0 0,0 1 0 0 0,0-1 1 0 0,-1 0-1 0 0,1 1 1 0 0,0-1-1 0 0,0 0 1 0 0,0-1-1 0 0,0 1 0 0 0,0 0 1 0 0,0 0-1 0 0,0-1 1 0 0,-1 1-1 0 0,1-1 1 0 0,2-1-1 0 0,-1 0 51 0 0,0 0 0 0 0,0 0-1 0 0,-1 0 1 0 0,1-1 0 0 0,-1 1 0 0 0,0-1 0 0 0,0 1 0 0 0,0-1-1 0 0,0 0 1 0 0,0 0 0 0 0,-1 0 0 0 0,3-5 0 0 0,0-4 145 0 0,0 0 0 0 0,-1 0 0 0 0,0 0-1 0 0,0 0 1 0 0,-2 0 0 0 0,1-20 0 0 0,-2 20-101 0 0,-1 0 0 0 0,0-1 0 0 0,-1 1 0 0 0,-1 0 0 0 0,0 1-1 0 0,0-1 1 0 0,-1 0 0 0 0,-1 1 0 0 0,0 0 0 0 0,0 0 0 0 0,-1 0 0 0 0,-1 1 0 0 0,0 0-1 0 0,0 0 1 0 0,-14-14 0 0 0,11 15-123 0 0,0 0 0 0 0,-1 1-1 0 0,0 0 1 0 0,0 1 0 0 0,0 0-1 0 0,-1 1 1 0 0,0 0 0 0 0,0 1-1 0 0,-1 0 1 0 0,0 1 0 0 0,0 1-1 0 0,0 0 1 0 0,0 0 0 0 0,-16 0-1 0 0,14 2-548 0 0,0 0 0 0 0,0 1-1 0 0,-1 0 1 0 0,1 1-1 0 0,-23 5 1 0 0,21 0-756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8.56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86 8754 0 0,'0'-2'242'0'0,"-1"0"-1"0"0,1-1 1 0 0,0 1 0 0 0,0 0-1 0 0,0-1 1 0 0,1 1 0 0 0,-1 0 0 0 0,1-1-1 0 0,-1 1 1 0 0,1 0 0 0 0,0-1 0 0 0,-1 1-1 0 0,1 0 1 0 0,0 0 0 0 0,2-2-1 0 0,-3 3-61 0 0,1 1-1 0 0,-1-1 0 0 0,1 1 0 0 0,-1-1 0 0 0,1 1 0 0 0,-1-1 0 0 0,1 1 0 0 0,-1 0 0 0 0,1-1 0 0 0,-1 1 0 0 0,1 0 0 0 0,0-1 0 0 0,-1 1 1 0 0,1 0-1 0 0,-1 0 0 0 0,1 0 0 0 0,0 0 0 0 0,-1-1 0 0 0,1 1 0 0 0,0 0 0 0 0,1 0 0 0 0,-1 1 23 0 0,0-1 0 0 0,1 1 0 0 0,-1-1 0 0 0,1 1 0 0 0,-1-1 0 0 0,0 1 0 0 0,0 0 0 0 0,1 0 0 0 0,-1 0 0 0 0,0 0 0 0 0,0 0 0 0 0,0 0 0 0 0,2 2 0 0 0,77 99 2719 0 0,0 2-2476 0 0,-70-93-404 0 0,1 0-1 0 0,0-1 0 0 0,1 0 0 0 0,0-1 0 0 0,0-1 1 0 0,21 12-1 0 0,-33-20-33 0 0,1 1 1 0 0,-1-1 0 0 0,1 1-1 0 0,-1-1 1 0 0,1 1-1 0 0,0-1 1 0 0,-1 0-1 0 0,1 1 1 0 0,0-1-1 0 0,-1 0 1 0 0,1 1-1 0 0,0-1 1 0 0,0 0 0 0 0,-1 0-1 0 0,1 0 1 0 0,0 0-1 0 0,0 0 1 0 0,-1 0-1 0 0,1 0 1 0 0,0 0-1 0 0,0 0 1 0 0,-1 0 0 0 0,1 0-1 0 0,0 0 1 0 0,-1 0-1 0 0,1-1 1 0 0,0 1-1 0 0,0 0 1 0 0,-1-1-1 0 0,1 1 1 0 0,0 0-1 0 0,-1-1 1 0 0,1 1 0 0 0,-1-1-1 0 0,1 1 1 0 0,0-1-1 0 0,-1 1 1 0 0,1-1-1 0 0,-1 1 1 0 0,0-1-1 0 0,1 0 1 0 0,-1 1 0 0 0,1-1-1 0 0,-1 0 1 0 0,0 1-1 0 0,1-1 1 0 0,-1 0-1 0 0,0 1 1 0 0,0-1-1 0 0,0 0 1 0 0,0 0-1 0 0,1 1 1 0 0,-1-1 0 0 0,0 0-1 0 0,0 0 1 0 0,0 1-1 0 0,0-1 1 0 0,-1 0-1 0 0,1-1 1 0 0,-1-9 64 0 0,-1 0 0 0 0,1 0 0 0 0,-6-14 0 0 0,4 12-29 0 0,-25-134-535 0 0,23 83-5977 0 0,4 24-781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09.8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1 9674 0 0,'-4'7'3694'0'0,"2"16"-2397"0"0,2-19-797 0 0,0 26 861 0 0,2 0 1 0 0,11 56 0 0 0,-2-17-592 0 0,11 205 727 0 0,14 89-917 0 0,-36-362-580 0 0,10 65-842 0 0,-10-22-2693 0 0,-3-25-3023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0.0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30 103 2761 0 0,'-1'0'95'0'0,"1"0"0"0"0,-1 1 1 0 0,0-1-1 0 0,0 0 0 0 0,0 0 1 0 0,1 1-1 0 0,-1-1 0 0 0,0 0 1 0 0,0 0-1 0 0,0 0 0 0 0,1 0 1 0 0,-1 0-1 0 0,0 0 0 0 0,0 0 1 0 0,0 0-1 0 0,1 0 1 0 0,-1-1-1 0 0,0 1 0 0 0,0 0 1 0 0,0 0-1 0 0,1-1 0 0 0,-1 1 1 0 0,0-1-1 0 0,1 1 0 0 0,-1 0 1 0 0,-1-2-1 0 0,1 1 101 0 0,1 1 1 0 0,-1-1-1 0 0,0 0 0 0 0,1 1 0 0 0,-1-1 1 0 0,1 0-1 0 0,-1 0 0 0 0,1 0 0 0 0,-1 0 1 0 0,1 1-1 0 0,0-1 0 0 0,-1 0 0 0 0,1 0 1 0 0,0 0-1 0 0,0 0 0 0 0,-1 0 0 0 0,1 0 1 0 0,0 0-1 0 0,0 0 0 0 0,0 0 0 0 0,0 0 1 0 0,0 0-1 0 0,1 0 0 0 0,-1 0 0 0 0,0 0 1 0 0,0 0-1 0 0,1 0 0 0 0,-1 1 0 0 0,0-1 1 0 0,1 0-1 0 0,-1 0 0 0 0,1 0 0 0 0,-1 0 1 0 0,1 1-1 0 0,0-1 0 0 0,-1 0 0 0 0,1 0 1 0 0,0 1-1 0 0,-1-1 0 0 0,1 0 0 0 0,0 1 1 0 0,0-1-1 0 0,-1 1 0 0 0,1-1 0 0 0,0 1 1 0 0,0 0-1 0 0,0-1 0 0 0,0 1 1 0 0,0 0-1 0 0,0-1 0 0 0,0 1 0 0 0,0 0 1 0 0,0 0-1 0 0,0 0 0 0 0,0 0 0 0 0,0 0 1 0 0,0 0-1 0 0,-1 0 0 0 0,3 1 0 0 0,6 0 335 0 0,0 0-1 0 0,-1 1 1 0 0,1 1-1 0 0,0-1 1 0 0,-1 1-1 0 0,1 1 1 0 0,-1 0-1 0 0,13 7 1 0 0,34 15 285 0 0,-39-21-653 0 0,-7-2 25 0 0,0 0-1 0 0,0 0 1 0 0,18 2 0 0 0,-25-5-155 0 0,0 0 0 0 0,0 0 0 0 0,0 0 1 0 0,0 0-1 0 0,0 0 0 0 0,0 0 0 0 0,0-1 0 0 0,-1 1 1 0 0,1-1-1 0 0,0 1 0 0 0,0-1 0 0 0,0 0 1 0 0,0 0-1 0 0,-1 1 0 0 0,1-1 0 0 0,0 0 0 0 0,-1-1 1 0 0,1 1-1 0 0,-1 0 0 0 0,1 0 0 0 0,-1-1 1 0 0,0 1-1 0 0,1-1 0 0 0,0-2 0 0 0,51-88-345 0 0,-38 67-24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1.0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65 294 11058 0 0,'-14'-14'2240'0'0,"0"1"0"0"0,-22-16-1 0 0,49 62 239 0 0,65 175-969 0 0,9 20-740 0 0,-75-201-722 0 0,2 0 0 0 0,1-1-1 0 0,1-1 1 0 0,2 0 0 0 0,0-2 0 0 0,22 23 0 0 0,-35-41-30 0 0,1 0 1 0 0,-1 0-1 0 0,1 0 0 0 0,0-1 0 0 0,0 0 1 0 0,0 0-1 0 0,1-1 0 0 0,0 0 1 0 0,-1 0-1 0 0,1 0 0 0 0,0-1 1 0 0,0 0-1 0 0,12 2 0 0 0,-14-4 8 0 0,0 0-1 0 0,-1 0 0 0 0,1 0 1 0 0,0 0-1 0 0,0-1 0 0 0,0 0 0 0 0,-1 0 1 0 0,1-1-1 0 0,-1 1 0 0 0,1-1 1 0 0,-1 0-1 0 0,1 0 0 0 0,-1 0 1 0 0,0-1-1 0 0,0 1 0 0 0,0-1 1 0 0,0 0-1 0 0,-1 0 0 0 0,1-1 1 0 0,-1 1-1 0 0,5-7 0 0 0,3-6 63 0 0,0 0 0 0 0,-2 0 0 0 0,0-1-1 0 0,0 0 1 0 0,-2-1 0 0 0,0 0-1 0 0,5-24 1 0 0,22-136 330 0 0,-31 159-377 0 0,19-176 66 0 0,-16 119-1403 0 0,3 1 0 0 0,35-134 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1.33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15 10594 0 0,'2'-1'195'0'0,"-1"-1"0"0"0,0 1 0 0 0,0 0 0 0 0,1 0 0 0 0,-1 0 0 0 0,1 0 0 0 0,-1 0 0 0 0,1 0 0 0 0,0 0 0 0 0,-1 1-1 0 0,1-1 1 0 0,0 0 0 0 0,-1 1 0 0 0,1 0 0 0 0,0-1 0 0 0,0 1 0 0 0,-1 0 0 0 0,1 0 0 0 0,0 0 0 0 0,0 0 0 0 0,-1 0 0 0 0,4 1 0 0 0,-1 0 149 0 0,-1 0 1 0 0,0 1 0 0 0,1-1 0 0 0,-1 1 0 0 0,0 0 0 0 0,0 0 0 0 0,0 0 0 0 0,0 0 0 0 0,0 0 0 0 0,3 5 0 0 0,4 4 287 0 0,-1 1 0 0 0,0 0-1 0 0,-1 0 1 0 0,10 21 0 0 0,6 19 85 0 0,34 112-1 0 0,-17-15-2602 0 0,-32-116 739 0 0,-3-11-6241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1.8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1 273 6913 0 0,'8'-2'-114'0'0,"0"1"-1"0"0,1-1 1 0 0,-1-1-1 0 0,0 1 1 0 0,0-1-1 0 0,-1-1 1 0 0,14-6-1 0 0,2-2 383 0 0,99-47 849 0 0,-66 27-2730 0 0,60-46 1 0 0,-107 72 1586 0 0,46-33 1342 0 0,-16 20 3559 0 0,-38 19-4607 0 0,1 0 0 0 0,-1-1 0 0 0,0 1 0 0 0,1 1 0 0 0,-1-1 0 0 0,1 0 0 0 0,-1 0 0 0 0,1 0 0 0 0,-1 1 0 0 0,0-1 0 0 0,1 1 0 0 0,-1-1 0 0 0,0 1 0 0 0,1 0 0 0 0,-1-1 0 0 0,0 1 0 0 0,0 0 0 0 0,0 0 0 0 0,1 0 0 0 0,-1 0 0 0 0,0 0 1 0 0,0 0-1 0 0,-1 0 0 0 0,1 0 0 0 0,0 0 0 0 0,0 0 0 0 0,0 1 0 0 0,-1-1 0 0 0,1 0 0 0 0,0 3 0 0 0,18 43 1673 0 0,-6 6-1186 0 0,-3-13-295 0 0,25 67 0 0 0,-30-96-440 0 0,0 0 0 0 0,0-1 0 0 0,1 1-1 0 0,1-1 1 0 0,0 0 0 0 0,0-1 0 0 0,1 1-1 0 0,0-2 1 0 0,0 1 0 0 0,15 11 0 0 0,-21-19-39 0 0,0 1 1 0 0,0-1 0 0 0,0 1-1 0 0,0-1 1 0 0,0 0 0 0 0,0 0-1 0 0,0 0 1 0 0,0 0 0 0 0,0 0-1 0 0,1 0 1 0 0,-1-1 0 0 0,0 1-1 0 0,1-1 1 0 0,-1 0-1 0 0,0 1 1 0 0,1-1 0 0 0,-1 0-1 0 0,0 0 1 0 0,1-1 0 0 0,-1 1-1 0 0,1 0 1 0 0,-1-1 0 0 0,0 0-1 0 0,0 1 1 0 0,1-1 0 0 0,-1 0-1 0 0,0 0 1 0 0,3-2-1 0 0,-1-1-55 0 0,0 1 0 0 0,1-1 0 0 0,-2-1 0 0 0,1 1 0 0 0,-1-1 0 0 0,1 1 0 0 0,-1-1 0 0 0,0 0 0 0 0,-1 0 0 0 0,5-10 0 0 0,21-60 129 0 0,32-68 1001 0 0,-60 141-1033 0 0,1 1 0 0 0,-1 0 0 0 0,1 0 0 0 0,-1 0 0 0 0,1 0 0 0 0,-1 0 0 0 0,1 0 0 0 0,0 0 0 0 0,-1 0 0 0 0,1 0 0 0 0,0 0 0 0 0,0 0 0 0 0,0 0 0 0 0,0 1 0 0 0,0-1 0 0 0,0 0 0 0 0,0 1 0 0 0,0-1 0 0 0,0 1 0 0 0,0-1 0 0 0,0 1 0 0 0,0-1 0 0 0,1 1 0 0 0,-1 0 0 0 0,0-1 0 0 0,2 1 0 0 0,-1 0-4 0 0,0 1 1 0 0,-1 0 0 0 0,1-1 0 0 0,0 1 0 0 0,-1 0 0 0 0,1 0-1 0 0,0 0 1 0 0,-1 0 0 0 0,1 0 0 0 0,-1 0 0 0 0,0 1 0 0 0,1-1-1 0 0,-1 0 1 0 0,0 1 0 0 0,2 1 0 0 0,5 9 13 0 0,0 1 0 0 0,-1 0 0 0 0,8 18 0 0 0,-13-27-32 0 0,2 7-354 0 0,2-1-1 0 0,-1 1 1 0 0,2-1 0 0 0,-1 0 0 0 0,1-1 0 0 0,12 12 0 0 0,-13-14-702 0 0,2-1 1 0 0,-1 0-1 0 0,1 0 1 0 0,-1-1-1 0 0,11 5 0 0 0,2-1-4475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18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7 276 6913 0 0,'12'-12'1007'0'0,"0"-1"-1"0"0,-1-1 0 0 0,0 0 0 0 0,-1 0 0 0 0,15-31 0 0 0,-21 36-865 0 0,0 0-1 0 0,-1-1 1 0 0,0 1-1 0 0,0-1 1 0 0,-1 1 0 0 0,0-1-1 0 0,-1 0 1 0 0,0 0-1 0 0,0 0 1 0 0,-1 0 0 0 0,-1 0-1 0 0,-1-10 1 0 0,2 19-118 0 0,0-1 1 0 0,0 1-1 0 0,-1 0 1 0 0,1-1-1 0 0,0 1 1 0 0,0 0-1 0 0,-1 0 1 0 0,1-1-1 0 0,-1 1 1 0 0,1 0-1 0 0,-1 0 1 0 0,0 0-1 0 0,0 0 1 0 0,1 0-1 0 0,-1-1 1 0 0,0 1-1 0 0,0 1 1 0 0,0-1-1 0 0,0 0 1 0 0,0 0-1 0 0,0 0 1 0 0,0 0-1 0 0,-2 0 1 0 0,2 1 37 0 0,-1-1 1 0 0,1 1-1 0 0,-1 0 1 0 0,1 0-1 0 0,-1 0 1 0 0,1 1-1 0 0,-1-1 1 0 0,1 0-1 0 0,-1 1 1 0 0,1-1-1 0 0,0 0 1 0 0,-1 1-1 0 0,1 0 1 0 0,0-1 0 0 0,-1 1-1 0 0,1 0 1 0 0,-2 1-1 0 0,-2 2 158 0 0,-1 0-1 0 0,1 1 1 0 0,0 0 0 0 0,0 0 0 0 0,1 0-1 0 0,-1 1 1 0 0,-5 10 0 0 0,6-9-131 0 0,1 1 0 0 0,0-1 0 0 0,1 1 0 0 0,0 0 0 0 0,0 0 1 0 0,1 0-1 0 0,0 0 0 0 0,0 0 0 0 0,1 0 0 0 0,0 0 0 0 0,0 0 0 0 0,1 0 1 0 0,0 0-1 0 0,0 0 0 0 0,1 0 0 0 0,0 0 0 0 0,1 0 0 0 0,0-1 1 0 0,0 1-1 0 0,0-1 0 0 0,1 0 0 0 0,0 0 0 0 0,0 0 0 0 0,1 0 1 0 0,0-1-1 0 0,0 1 0 0 0,1-2 0 0 0,-1 1 0 0 0,1 0 0 0 0,1-1 1 0 0,-1 0-1 0 0,1-1 0 0 0,0 1 0 0 0,0-1 0 0 0,0-1 0 0 0,0 1 0 0 0,13 3 1 0 0,36 8-3202 0 0,-37-12-3616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44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1 101 4145 0 0,'0'-3'245'0'0,"1"0"0"0"0,0 0 0 0 0,0 0 1 0 0,0-1-1 0 0,0 1 0 0 0,0 0 0 0 0,1 0 0 0 0,6-7 1545 0 0,-8 10-1635 0 0,0 0-1 0 0,1 0 1 0 0,-1 0-1 0 0,0 0 1 0 0,1 0-1 0 0,-1 0 1 0 0,1 0-1 0 0,-1 0 1 0 0,0 0-1 0 0,1 0 1 0 0,-1 0-1 0 0,0 0 1 0 0,1 0-1 0 0,-1 0 1 0 0,1 0-1 0 0,-1 0 1 0 0,0 0-1 0 0,1 0 1 0 0,14 16 4546 0 0,13 36-329 0 0,-19-32-3408 0 0,22 32 1 0 0,-27-47-893 0 0,0 1 0 0 0,0-1 1 0 0,1 0-1 0 0,0-1 0 0 0,0 1 0 0 0,0-1 1 0 0,0 0-1 0 0,1 0 0 0 0,-1 0 1 0 0,7 2-1 0 0,-11-5-69 0 0,0-1 1 0 0,0 1 0 0 0,1 0-1 0 0,-1-1 1 0 0,0 1-1 0 0,0-1 1 0 0,1 1 0 0 0,-1-1-1 0 0,0 0 1 0 0,0 0-1 0 0,1 1 1 0 0,-1-1 0 0 0,0 0-1 0 0,1 0 1 0 0,-1 0-1 0 0,0 0 1 0 0,1-1-1 0 0,-1 1 1 0 0,0 0 0 0 0,1 0-1 0 0,-1-1 1 0 0,0 1-1 0 0,0-1 1 0 0,1 1 0 0 0,-1-1-1 0 0,0 0 1 0 0,0 1-1 0 0,0-1 1 0 0,0 0 0 0 0,0 0-1 0 0,0 0 1 0 0,0 0-1 0 0,0 0 1 0 0,0 0-1 0 0,0 0 1 0 0,-1 0 0 0 0,1 0-1 0 0,0 0 1 0 0,-1 0-1 0 0,1 0 1 0 0,-1-1 0 0 0,1 1-1 0 0,-1 0 1 0 0,1 0-1 0 0,-1-3 1 0 0,2-7 31 0 0,0 0 0 0 0,-1-1 0 0 0,0 1 0 0 0,-1-17 0 0 0,0 7-15 0 0,4-37-1572 0 0,6 0-3353 0 0,-3 31-2201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7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84 10138 0 0,'15'-19'7897'0'0,"15"-18"-6978"0"0,-27 33-1573 0 0,-1 1-1 0 0,2 0 1 0 0,-1 0-1 0 0,0 1 1 0 0,1-1-1 0 0,-1 1 1 0 0,1-1 0 0 0,4-1-1 0 0,-7 4 595 0 0,0 0-1 0 0,-1 0 1 0 0,1 0-1 0 0,0 0 1 0 0,0 0-1 0 0,0 0 0 0 0,-1 1 1 0 0,1-1-1 0 0,0 0 1 0 0,0 0-1 0 0,-1 1 1 0 0,1-1-1 0 0,0 0 1 0 0,0 1-1 0 0,-1-1 1 0 0,1 1-1 0 0,0-1 1 0 0,-1 1-1 0 0,1-1 1 0 0,-1 1-1 0 0,1-1 1 0 0,-1 1-1 0 0,1 0 1 0 0,-1-1-1 0 0,1 1 1 0 0,-1 0-1 0 0,1-1 1 0 0,-1 1-1 0 0,0 0 1 0 0,1 0-1 0 0,-1-1 0 0 0,0 1 1 0 0,0 0-1 0 0,0 0 1 0 0,0 0-1 0 0,1-1 1 0 0,-1 1-1 0 0,0 0 1 0 0,0 0-1 0 0,-1 0 1 0 0,1 1-1 0 0,-2 4-11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2.8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86 3225 0 0,'0'1'65'0'0,"0"-1"-1"0"0,0 1 1 0 0,0-1 0 0 0,0 1 0 0 0,-1 0 0 0 0,1-1 0 0 0,1 1-1 0 0,-1-1 1 0 0,0 1 0 0 0,0 0 0 0 0,0-1 0 0 0,0 1 0 0 0,0-1-1 0 0,0 1 1 0 0,1 0 0 0 0,-1-1 0 0 0,0 1 0 0 0,0-1 0 0 0,1 1-1 0 0,-1-1 1 0 0,0 1 0 0 0,1-1 0 0 0,-1 0 0 0 0,1 1 0 0 0,-1-1-1 0 0,1 1 1 0 0,-1-1 0 0 0,0 0 0 0 0,1 1 0 0 0,0-1 0 0 0,-1 0 0 0 0,1 1-1 0 0,-1-1 1 0 0,1 0 0 0 0,-1 0 0 0 0,2 1 0 0 0,1-1 338 0 0,0 0 0 0 0,1 1-1 0 0,-1-1 1 0 0,0 0 0 0 0,1-1 0 0 0,-1 1 0 0 0,6-2 0 0 0,4-1 878 0 0,0-1 0 0 0,23-9-1 0 0,-12 1-1135 0 0,-2-1-1 0 0,37-25 1 0 0,-38 19-145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3.4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103 340 6449 0 0,'-5'-1'233'0'0,"-1"-1"1"0"0,1 1-1 0 0,0-1 0 0 0,0-1 0 0 0,0 1 0 0 0,0-1 0 0 0,0 0 0 0 0,0 0 0 0 0,1 0 1 0 0,0-1-1 0 0,-1 1 0 0 0,1-1 0 0 0,1 0 0 0 0,-1 0 0 0 0,0-1 0 0 0,1 1 0 0 0,0-1 0 0 0,0 0 1 0 0,1 0-1 0 0,-1 0 0 0 0,1 0 0 0 0,0 0 0 0 0,0 0 0 0 0,1-1 0 0 0,-1 1 0 0 0,0-6 1 0 0,1 3 10 0 0,0 1 1 0 0,0 0-1 0 0,1 0 1 0 0,0-1 0 0 0,0 1-1 0 0,1 0 1 0 0,0-1-1 0 0,0 1 1 0 0,1 0 0 0 0,-1 0-1 0 0,2 0 1 0 0,-1 0-1 0 0,1 0 1 0 0,0 1 0 0 0,0-1-1 0 0,1 1 1 0 0,0-1 0 0 0,0 1-1 0 0,8-8 1 0 0,-2 4-118 0 0,0 1 0 0 0,1 1 0 0 0,0 0 0 0 0,1 0 0 0 0,0 1 0 0 0,0 0 0 0 0,0 1 0 0 0,1 1 0 0 0,14-5 0 0 0,-23 8-115 0 0,-1 1 1 0 0,1 0-1 0 0,0 0 1 0 0,0 1 0 0 0,-1-1-1 0 0,1 1 1 0 0,0 0-1 0 0,0-1 1 0 0,0 2 0 0 0,-1-1-1 0 0,1 0 1 0 0,0 1-1 0 0,0 0 1 0 0,-1 0 0 0 0,1 0-1 0 0,0 0 1 0 0,-1 1 0 0 0,1-1-1 0 0,-1 1 1 0 0,1 0-1 0 0,-1 0 1 0 0,0 0 0 0 0,0 0-1 0 0,0 1 1 0 0,0-1-1 0 0,-1 1 1 0 0,1 0 0 0 0,0 0-1 0 0,-1 0 1 0 0,0 0-1 0 0,0 0 1 0 0,0 0 0 0 0,0 1-1 0 0,0-1 1 0 0,-1 0 0 0 0,3 8-1 0 0,-1 0-150 0 0,0 1 0 0 0,-1-1 1 0 0,0 1-1 0 0,0-1 0 0 0,-1 1 0 0 0,-1 0 0 0 0,0 0 0 0 0,-2 13 0 0 0,-3 10-805 0 0,-14 47-1 0 0,12-60 668 0 0,2 0 0 0 0,0 1 0 0 0,2 0-1 0 0,0 0 1 0 0,1 40 0 0 0,3-55 269 0 0,0 1-1 0 0,1-1 1 0 0,0 1 0 0 0,0-1-1 0 0,1 0 1 0 0,0 0 0 0 0,0 0-1 0 0,1 0 1 0 0,0 0 0 0 0,0-1-1 0 0,1 0 1 0 0,0 0 0 0 0,1 0-1 0 0,-1-1 1 0 0,1 1 0 0 0,10 7-1 0 0,-11-10 28 0 0,-1-1 0 0 0,1 0-1 0 0,0 0 1 0 0,0-1 0 0 0,0 1-1 0 0,0-1 1 0 0,0 0 0 0 0,1-1-1 0 0,-1 1 1 0 0,1-1-1 0 0,-1 0 1 0 0,1 0 0 0 0,-1-1-1 0 0,1 0 1 0 0,-1 0 0 0 0,1 0-1 0 0,-1 0 1 0 0,1-1-1 0 0,-1 0 1 0 0,1 0 0 0 0,-1-1-1 0 0,1 1 1 0 0,-1-1 0 0 0,0 0-1 0 0,0-1 1 0 0,7-4 0 0 0,-5 3 180 0 0,0-1 0 0 0,0 0 0 0 0,-1 0 0 0 0,0-1 0 0 0,0 0 0 0 0,0 0 0 0 0,-1 0 0 0 0,1-1 0 0 0,-2 0 0 0 0,1 0 0 0 0,-1 0 0 0 0,0-1 0 0 0,0 1 0 0 0,4-16 0 0 0,-6 18-33 0 0,-1 0-1 0 0,0 0 1 0 0,0-1 0 0 0,0 1-1 0 0,-1 0 1 0 0,1-1 0 0 0,-1 1 0 0 0,-1 0-1 0 0,1-1 1 0 0,-1 1 0 0 0,0 0-1 0 0,0 0 1 0 0,0 0 0 0 0,-1-1 0 0 0,1 1-1 0 0,-2 1 1 0 0,1-1 0 0 0,0 0-1 0 0,-1 0 1 0 0,0 1 0 0 0,0-1 0 0 0,0 1-1 0 0,0 0 1 0 0,-6-5 0 0 0,0 2-79 0 0,-1 0 1 0 0,1 0-1 0 0,-1 1 0 0 0,0 1 1 0 0,0-1-1 0 0,-1 2 0 0 0,1-1 1 0 0,-1 2-1 0 0,0-1 1 0 0,-14-1-1 0 0,-18-2-195 0 0,-61-3-1 0 0,25 4-519 0 0,19-2-2561 0 0,47 6-518 0 0,-6 0-2921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3.8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1 229 14747 0 0,'29'34'3936'0'0,"-7"-12"-3221"0"0,-1 1 0 0 0,-1 1 0 0 0,-2 1 0 0 0,0 0 0 0 0,17 34 0 0 0,-25-39-699 0 0,-1-3 60 0 0,20 32 0 0 0,-26-45-70 0 0,0-1 1 0 0,0 1-1 0 0,0 0 1 0 0,0-1-1 0 0,1 0 1 0 0,0 0-1 0 0,-1 0 1 0 0,1 0-1 0 0,0 0 1 0 0,1-1-1 0 0,-1 0 1 0 0,0 0-1 0 0,5 2 1 0 0,-8-4-8 0 0,1 0 1 0 0,-1 0-1 0 0,0 1 0 0 0,0-1 1 0 0,0-1-1 0 0,0 1 1 0 0,0 0-1 0 0,0 0 1 0 0,1 0-1 0 0,-1-1 1 0 0,0 1-1 0 0,0 0 1 0 0,0-1-1 0 0,0 1 0 0 0,0-1 1 0 0,0 1-1 0 0,0-1 1 0 0,0 0-1 0 0,0 1 1 0 0,0-1-1 0 0,-1 0 1 0 0,1 0-1 0 0,0 1 1 0 0,0-1-1 0 0,0 0 0 0 0,-1 0 1 0 0,1 0-1 0 0,-1 0 1 0 0,1 0-1 0 0,-1 0 1 0 0,1 0-1 0 0,-1 0 1 0 0,1 0-1 0 0,-1-2 1 0 0,11-42 202 0 0,-10 40-179 0 0,8-51 116 0 0,32-157 67 0 0,-31 175-643 0 0,1 1 0 0 0,2 0 0 0 0,26-52 0 0 0,-24 61-626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4.4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5768 0 10594 0 0,'5'5'1544'0'0,"-1"0"-1"0"0,0 1 0 0 0,0-1 1 0 0,-1 1-1 0 0,5 9 0 0 0,14 42 1604 0 0,6 69-3719 0 0,-20-87 1467 0 0,23 113-518 0 0,118 479-225 0 0,-116-532-145 0 0,-11-39-90 0 0,-4 1 0 0 0,-2 0 1 0 0,9 66-1 0 0,-24-122 73 0 0,-1-1 0 0 0,1 1 0 0 0,-1 0 0 0 0,0 0 0 0 0,0 0 0 0 0,0 0 0 0 0,0 0 0 0 0,-1-1 0 0 0,0 1 0 0 0,0 0 0 0 0,-1 0 0 0 0,1-1 0 0 0,-1 1 0 0 0,0-1 0 0 0,0 1 0 0 0,0-1 0 0 0,-1 0 0 0 0,1 0 0 0 0,-1 0 0 0 0,0 0 0 0 0,-1 0 0 0 0,1-1 0 0 0,0 1 0 0 0,-1-1 0 0 0,0 0 0 0 0,0 0 1 0 0,0 0-1 0 0,0-1 0 0 0,0 1 0 0 0,-1-1 0 0 0,1 0 0 0 0,-6 2 0 0 0,-29 10 162 0 0,0-1 1 0 0,-1-1 0 0 0,-60 9-1 0 0,-128 5 648 0 0,143-18-701 0 0,-1616 225-771 0 0,905-127 460 0 0,-3-42 72 0 0,370-31 132 0 0,-163 10-26 0 0,-1-40-25 0 0,329-20 85 0 0,89 6-1957 0 0,60 4-3543 0 0,38 5-1505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4.7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18 11058 0 0,'10'-16'1109'0'0,"-9"16"-1068"0"0,-1 0-1 0 0,0 0 0 0 0,1 0 0 0 0,-1-1 1 0 0,0 1-1 0 0,1 0 0 0 0,-1 0 1 0 0,0 0-1 0 0,1 0 0 0 0,-1 0 0 0 0,1 0 1 0 0,-1 0-1 0 0,0 0 0 0 0,1 0 0 0 0,-1 0 1 0 0,1 0-1 0 0,-1 0 0 0 0,0 0 1 0 0,1 0-1 0 0,-1 0 0 0 0,0 0 0 0 0,1 0 1 0 0,-1 0-1 0 0,0 0 0 0 0,1 0 1 0 0,0 1-1 0 0,0 0 110 0 0,1 1 0 0 0,-1-1 1 0 0,1 1-1 0 0,-1 0 0 0 0,0 0 1 0 0,0-1-1 0 0,1 1 0 0 0,-1 0 1 0 0,0 0-1 0 0,-1 0 0 0 0,1 0 1 0 0,0 0-1 0 0,0 3 0 0 0,13 57 1323 0 0,-3-1 1 0 0,6 105-1 0 0,-6-47-940 0 0,13 110-254 0 0,34 277 310 0 0,-4-170-3245 0 0,-38-256-4065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15.0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0 254 6913 0 0,'1'-2'53'0'0,"0"0"-1"0"0,0 0 0 0 0,0 0 0 0 0,0-1 0 0 0,0 1 0 0 0,1 0 1 0 0,-1 0-1 0 0,0 1 0 0 0,1-1 0 0 0,0 0 0 0 0,-1 0 0 0 0,1 1 1 0 0,0-1-1 0 0,0 1 0 0 0,0 0 0 0 0,0-1 0 0 0,0 1 0 0 0,0 0 1 0 0,3-1-1 0 0,49-13 1099 0 0,-34 10-664 0 0,110-19 2355 0 0,251-14 0 0 0,-211 26-1999 0 0,1137-45 1979 0 0,2 71-2555 0 0,205 2 670 0 0,-435-86-3142 0 0,-915 42-71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4.20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61 2304 0 0,'-8'-15'747'0'0,"6"9"50"0"0,-1 1-1 0 0,0-1 1 0 0,0 1-1 0 0,0 0 1 0 0,0 0 0 0 0,-9-8-1 0 0,15 26 3839 0 0,1 27-3545 0 0,-3-23-403 0 0,48 596 5065 0 0,-18-191-4652 0 0,-25-370-3440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4.6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1 146 7834 0 0,'0'-4'136'0'0,"-1"0"0"0"0,1 0 0 0 0,0 0-1 0 0,0 0 1 0 0,0 0 0 0 0,1 0 0 0 0,0 0 0 0 0,-1 0 0 0 0,1 0 0 0 0,1 1 0 0 0,-1-1 0 0 0,0 0 0 0 0,1 1 0 0 0,0-1 0 0 0,3-5 0 0 0,1 0 351 0 0,0 0 0 0 0,0 0 1 0 0,0 0-1 0 0,14-12 0 0 0,-17 18-263 0 0,-1 1-1 0 0,1 0 1 0 0,0 0-1 0 0,0 1 1 0 0,0-1-1 0 0,0 0 0 0 0,0 1 1 0 0,0 0-1 0 0,0 0 1 0 0,0 0-1 0 0,0 0 1 0 0,1 0-1 0 0,-1 1 1 0 0,0-1-1 0 0,1 1 1 0 0,4 0-1 0 0,-2 0 31 0 0,1 1-1 0 0,-1 0 1 0 0,1 1-1 0 0,-1 0 1 0 0,0 0-1 0 0,1 0 1 0 0,-1 0-1 0 0,6 4 1 0 0,1 2 46 0 0,0 0-1 0 0,-1 1 1 0 0,0 0-1 0 0,0 1 1 0 0,-1 0-1 0 0,17 20 1 0 0,-19-19-251 0 0,-1 1 0 0 0,0 0-1 0 0,-1 0 1 0 0,0 1 0 0 0,-1 0-1 0 0,0 0 1 0 0,-1 0 0 0 0,-1 1 0 0 0,0 0-1 0 0,-1 0 1 0 0,0 0 0 0 0,0 24 0 0 0,-2-27-83 0 0,-1 0 1 0 0,-1 0 0 0 0,0 0-1 0 0,-1 0 1 0 0,0 0-1 0 0,0 0 1 0 0,-2 0 0 0 0,1 0-1 0 0,-1-1 1 0 0,0 0 0 0 0,-1 0-1 0 0,-1 0 1 0 0,1 0 0 0 0,-1-1-1 0 0,-1 0 1 0 0,-12 14 0 0 0,4-9-182 0 0,1 0 0 0 0,-2-1 0 0 0,-31 21 0 0 0,42-31 186 0 0,0 0-1 0 0,0 0 1 0 0,0 0-1 0 0,-1-1 1 0 0,1 1-1 0 0,-1-1 1 0 0,0-1-1 0 0,1 1 1 0 0,-1-1-1 0 0,0 0 1 0 0,0 0-1 0 0,0-1 0 0 0,0 1 1 0 0,0-1-1 0 0,0-1 1 0 0,0 1-1 0 0,-9-3 1 0 0,15 3 75 0 0,-1 0 0 0 0,0 0 0 0 0,0 0 0 0 0,0 0 0 0 0,1 0 0 0 0,-1 0 0 0 0,0-1 0 0 0,0 1 1 0 0,1 0-1 0 0,-1-1 0 0 0,0 1 0 0 0,0 0 0 0 0,1-1 0 0 0,-1 1 0 0 0,0-1 0 0 0,1 1 0 0 0,-1-1 0 0 0,1 1 0 0 0,-1-1 1 0 0,1 0-1 0 0,-1 1 0 0 0,1-1 0 0 0,-1 0 0 0 0,1 1 0 0 0,-1-1 0 0 0,1 0 0 0 0,0 1 0 0 0,0-1 0 0 0,-1-1 0 0 0,2 1 12 0 0,-1 0-1 0 0,1 0 1 0 0,0 0-1 0 0,0 0 0 0 0,0 1 1 0 0,0-1-1 0 0,0 0 0 0 0,0 0 1 0 0,0 1-1 0 0,0-1 0 0 0,0 0 1 0 0,0 1-1 0 0,0-1 1 0 0,0 1-1 0 0,3-1 0 0 0,51-12 477 0 0,-40 10-477 0 0,1 1 0 0 0,0 1 0 0 0,0 1 0 0 0,0 0 0 0 0,-1 1 0 0 0,30 6 0 0 0,-35-5-48 0 0,-1 1 0 0 0,1 0 1 0 0,-1 0-1 0 0,0 1 0 0 0,-1 1 1 0 0,1 0-1 0 0,-1 0 0 0 0,1 0 1 0 0,-2 1-1 0 0,1 0 0 0 0,-1 0 1 0 0,10 12-1 0 0,2 4-904 0 0,26 39 0 0 0,-31-37-6573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5.27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0 250 3225 0 0,'3'1'664'0'0,"0"1"0"0"0,0-1 0 0 0,1 0 0 0 0,-1 0 1 0 0,0 0-1 0 0,1 0 0 0 0,-1 0 0 0 0,0-1 0 0 0,7 1 1 0 0,-6 0 130 0 0,9 1-37 0 0,0-1 0 0 0,0 0-1 0 0,0-1 1 0 0,0 0 0 0 0,0-1 0 0 0,14-2-1 0 0,-22 2-534 0 0,0 0-1 0 0,-1-1 0 0 0,1 1 1 0 0,0-1-1 0 0,-1 0 0 0 0,1 0 0 0 0,-1 0 1 0 0,0 0-1 0 0,0-1 0 0 0,0 0 1 0 0,0 0-1 0 0,0 0 0 0 0,0 0 1 0 0,-1 0-1 0 0,1-1 0 0 0,-1 0 0 0 0,0 0 1 0 0,0 0-1 0 0,2-5 0 0 0,0 4-336 0 0,0 0 0 0 0,1 1 0 0 0,-1-1 0 0 0,1 1 0 0 0,0 0 0 0 0,9-4 0 0 0,4-1-992 0 0,-17 8 1097 0 0,1 1 0 0 0,0-1 0 0 0,-1 0 1 0 0,1 0-1 0 0,0-1 0 0 0,-1 1 0 0 0,1 0 0 0 0,-1-1 0 0 0,0 0 0 0 0,1 1 0 0 0,-1-1 0 0 0,0 0 0 0 0,0 0 0 0 0,0 0 0 0 0,0-1 0 0 0,-1 1 0 0 0,1 0 0 0 0,-1-1 1 0 0,1 1-1 0 0,-1-1 0 0 0,0 1 0 0 0,0-1 0 0 0,0 0 0 0 0,0 1 0 0 0,0-1 0 0 0,-1 0 0 0 0,1 0 0 0 0,-1-3 0 0 0,1 0 129 0 0,-1 1 0 0 0,0-1-1 0 0,0 0 1 0 0,0 1-1 0 0,-1-1 1 0 0,0 1 0 0 0,0-1-1 0 0,0 1 1 0 0,-1 0 0 0 0,0 0-1 0 0,-4-9 1 0 0,5 12-72 0 0,0 0 0 0 0,-1 1 1 0 0,1-1-1 0 0,-1 0 0 0 0,1 1 0 0 0,-1-1 1 0 0,0 1-1 0 0,0 0 0 0 0,1 0 0 0 0,-1-1 1 0 0,0 1-1 0 0,0 0 0 0 0,0 0 0 0 0,0 1 0 0 0,0-1 1 0 0,-1 0-1 0 0,1 1 0 0 0,0-1 0 0 0,0 1 1 0 0,0 0-1 0 0,-1 0 0 0 0,1 0 0 0 0,0 0 0 0 0,0 0 1 0 0,0 0-1 0 0,-1 0 0 0 0,1 1 0 0 0,0-1 1 0 0,0 1-1 0 0,0 0 0 0 0,0-1 0 0 0,-3 3 1 0 0,0-1-42 0 0,0 0 1 0 0,0 0-1 0 0,1 0 1 0 0,-1 1-1 0 0,1 0 1 0 0,0 0-1 0 0,0 0 1 0 0,0 0-1 0 0,0 1 1 0 0,0-1-1 0 0,1 1 1 0 0,-1 0-1 0 0,1 0 1 0 0,0 0-1 0 0,-4 9 1 0 0,3-5 18 0 0,1-1 0 0 0,1 1 1 0 0,-1 0-1 0 0,1 0 1 0 0,1 0-1 0 0,-1 0 0 0 0,2 0 1 0 0,-1 0-1 0 0,1 14 1 0 0,1-11-2 0 0,0 0 1 0 0,0 0-1 0 0,1 1 1 0 0,1-1 0 0 0,0-1-1 0 0,0 1 1 0 0,1 0-1 0 0,1-1 1 0 0,0 0 0 0 0,0 0-1 0 0,1 0 1 0 0,0 0-1 0 0,0-1 1 0 0,16 16 0 0 0,-17-21-272 0 0,0 0 1 0 0,1 0 0 0 0,0 0-1 0 0,0-1 1 0 0,0 0-1 0 0,0-1 1 0 0,0 1 0 0 0,1-1-1 0 0,-1 0 1 0 0,1 0-1 0 0,-1-1 1 0 0,1 0 0 0 0,-1 0-1 0 0,1-1 1 0 0,0 0 0 0 0,0 0-1 0 0,-1 0 1 0 0,1-1-1 0 0,0 0 1 0 0,-1 0 0 0 0,9-3-1 0 0,5-4-5958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5.49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 0 6449 0 0,'-1'1'312'0'0,"0"0"0"0"0,0 0 0 0 0,1 0 0 0 0,-1 0-1 0 0,0 0 1 0 0,1 0 0 0 0,-1 0 0 0 0,1 0 0 0 0,0 0 0 0 0,-1 0-1 0 0,1 0 1 0 0,0 0 0 0 0,-1 0 0 0 0,1 0 0 0 0,0 0 0 0 0,0 0-1 0 0,0 0 1 0 0,0 0 0 0 0,0 0 0 0 0,0 0 0 0 0,0 0-1 0 0,0 1 1 0 0,1 0 0 0 0,2 30 1998 0 0,4 10 187 0 0,20 61-1 0 0,24 36-1618 0 0,-34-105-1302 0 0,2 5-4794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5.71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89 456 0 0,'0'-4'640'0'0,"0"0"1"0"0,1-1-1 0 0,-1 1 0 0 0,1 0 0 0 0,0 0 1 0 0,0 0-1 0 0,0 0 0 0 0,1 0 0 0 0,0 0 0 0 0,-1 1 1 0 0,1-1-1 0 0,0 0 0 0 0,1 1 0 0 0,-1-1 1 0 0,1 1-1 0 0,-1 0 0 0 0,1 0 0 0 0,6-5 1 0 0,-7 6-406 0 0,0 1-1 0 0,1 0 1 0 0,-1-1 0 0 0,1 1 0 0 0,-1 0 0 0 0,1 0 0 0 0,-1 0 0 0 0,1 1 0 0 0,-1-1-1 0 0,1 0 1 0 0,0 1 0 0 0,-1 0 0 0 0,1 0 0 0 0,0 0 0 0 0,-1 0 0 0 0,1 0 0 0 0,0 0-1 0 0,-1 1 1 0 0,1-1 0 0 0,0 1 0 0 0,-1 0 0 0 0,1-1 0 0 0,-1 1 0 0 0,1 1-1 0 0,-1-1 1 0 0,0 0 0 0 0,1 1 0 0 0,-1-1 0 0 0,4 4 0 0 0,4 4-79 0 0,0 1 0 0 0,0 0 0 0 0,-1 1 1 0 0,-1 0-1 0 0,0 1 0 0 0,0-1 0 0 0,-1 1 0 0 0,-1 1 1 0 0,0-1-1 0 0,5 16 0 0 0,-4-10 12 0 0,-2-1 1 0 0,0 0-1 0 0,-1 1 1 0 0,-1 0-1 0 0,-1 0 1 0 0,-1 0-1 0 0,0 25 1 0 0,-1-38-543 0 0,0 1 1 0 0,-1-1-1 0 0,0 0 1 0 0,0 0-1 0 0,0 0 1 0 0,-1 0-1 0 0,1 0 1 0 0,-1 0-1 0 0,0 0 1 0 0,0-1-1 0 0,-1 1 1 0 0,0-1-1 0 0,0 1 1 0 0,0-1-1 0 0,0 0 0 0 0,0 0 1 0 0,-1-1-1 0 0,0 1 1 0 0,0-1-1 0 0,0 1 1 0 0,0-1-1 0 0,0 0 1 0 0,-8 3-1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6.10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36 10594 0 0,'6'-35'11649'0'0,"-1"55"-10575"0"0,23 191-185 0 0,-23-152-890 0 0,2 0 0 0 0,30 114 1 0 0,-9-96-931 0 0,-14-45-5177 0 0,-3-9-1271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6.56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161 27 2761 0 0,'-2'-2'337'0'0,"1"1"0"0"0,0-1 0 0 0,0 0 0 0 0,-1 0 1 0 0,1 1-1 0 0,-1-1 0 0 0,1 0 0 0 0,-1 1 1 0 0,0 0-1 0 0,0-1 0 0 0,1 1 0 0 0,-1 0 0 0 0,0 0 1 0 0,0 0-1 0 0,0 0 0 0 0,0 0 0 0 0,-1 1 0 0 0,1-1 1 0 0,0 1-1 0 0,0-1 0 0 0,0 1 0 0 0,0 0 1 0 0,-1-1-1 0 0,1 1 0 0 0,0 0 0 0 0,0 1 0 0 0,0-1 1 0 0,-1 0-1 0 0,1 1 0 0 0,0-1 0 0 0,0 1 1 0 0,0 0-1 0 0,0 0 0 0 0,0-1 0 0 0,0 1 0 0 0,0 1 1 0 0,0-1-1 0 0,0 0 0 0 0,0 0 0 0 0,1 1 0 0 0,-4 2 1 0 0,-1 2 57 0 0,0 1-1 0 0,0-1 1 0 0,1 1 0 0 0,0 0 0 0 0,0 1 0 0 0,0-1 0 0 0,1 1 0 0 0,1 0 0 0 0,-6 14-1 0 0,2 1 126 0 0,-7 46-1 0 0,13-60-495 0 0,0 0 0 0 0,1 1 0 0 0,0-1 0 0 0,0 0 0 0 0,1 1 0 0 0,0-1 0 0 0,0 0 0 0 0,4 10 0 0 0,-5-18-84 0 0,0 1 0 0 0,1-1 0 0 0,-1 1 0 0 0,1-1-1 0 0,-1 1 1 0 0,1-1 0 0 0,-1 1 0 0 0,1-1-1 0 0,0 0 1 0 0,0 0 0 0 0,0 1 0 0 0,0-1 0 0 0,0 0-1 0 0,0 0 1 0 0,0 0 0 0 0,0 0 0 0 0,0 0-1 0 0,0 0 1 0 0,0 0 0 0 0,1 0 0 0 0,-1 0 0 0 0,0-1-1 0 0,1 1 1 0 0,-1 0 0 0 0,1-1 0 0 0,-1 1-1 0 0,1-1 1 0 0,-1 0 0 0 0,1 1 0 0 0,-1-1 0 0 0,1 0-1 0 0,-1 0 1 0 0,1 0 0 0 0,-1 0 0 0 0,1 0-1 0 0,-1-1 1 0 0,1 1 0 0 0,-1 0 0 0 0,1-1 0 0 0,-1 1-1 0 0,1-1 1 0 0,-1 1 0 0 0,0-1 0 0 0,1 0-1 0 0,-1 1 1 0 0,0-1 0 0 0,1 0 0 0 0,0-1 0 0 0,3-2-392 0 0,0 1 0 0 0,0-1 0 0 0,-1 0 0 0 0,0 0 1 0 0,0-1-1 0 0,0 1 0 0 0,0-1 0 0 0,-1 0 0 0 0,1 0 1 0 0,-1 0-1 0 0,3-7 0 0 0,-3-1 134 0 0,0 1 1 0 0,0-1 0 0 0,1-17-1 0 0,-3 18 1263 0 0,1 0 1 0 0,0 0-1 0 0,8-23 1735 0 0,-9 35-2598 0 0,-1 0 1 0 0,0 0 0 0 0,0 0-1 0 0,0 0 1 0 0,1 0-1 0 0,-1 0 1 0 0,0 0 0 0 0,0 0-1 0 0,0 0 1 0 0,1 0-1 0 0,-1 0 1 0 0,0 0 0 0 0,0 0-1 0 0,1 0 1 0 0,-1 0-1 0 0,0 0 1 0 0,0 0 0 0 0,0 0-1 0 0,1 0 1 0 0,-1 0-1 0 0,0 0 1 0 0,0 0 0 0 0,0 0-1 0 0,1 1 1 0 0,10 10 1361 0 0,9 22-1221 0 0,-18-29 55 0 0,13 23-204 0 0,-6-11-159 0 0,0 0 0 0 0,19 24-1 0 0,-24-34-416 0 0,1-1 1 0 0,1 1-1 0 0,-1-1 0 0 0,1-1 0 0 0,11 8 1 0 0,6 0-6379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6.8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123 57 3225 0 0,'1'-2'280'0'0,"-1"-1"1"0"0,0 1-1 0 0,0 0 1 0 0,0 0-1 0 0,-1 0 0 0 0,1 0 1 0 0,0-1-1 0 0,-1 1 1 0 0,0 0-1 0 0,1 0 1 0 0,-1 0-1 0 0,0 0 1 0 0,0 0-1 0 0,0 0 1 0 0,0 1-1 0 0,0-1 1 0 0,-1 0-1 0 0,1 0 0 0 0,-1 1 1 0 0,1-1-1 0 0,-1 1 1 0 0,1-1-1 0 0,-1 1 1 0 0,0 0-1 0 0,0-1 1 0 0,1 1-1 0 0,-1 0 1 0 0,0 0-1 0 0,0 1 1 0 0,0-1-1 0 0,0 0 0 0 0,-1 1 1 0 0,1-1-1 0 0,0 1 1 0 0,0-1-1 0 0,0 1 1 0 0,0 0-1 0 0,0 0 1 0 0,-1 0-1 0 0,1 0 1 0 0,0 0-1 0 0,0 1 1 0 0,0-1-1 0 0,0 1 0 0 0,0-1 1 0 0,0 1-1 0 0,0 0 1 0 0,0 0-1 0 0,0 0 1 0 0,0 0-1 0 0,0 0 1 0 0,-2 2-1 0 0,-1 3-38 0 0,0 0 0 0 0,1 0 0 0 0,0 0 0 0 0,1 1 0 0 0,-1 0 0 0 0,1-1 0 0 0,0 1 0 0 0,1 0 0 0 0,-1 1 0 0 0,2-1 0 0 0,-1 0-1 0 0,1 0 1 0 0,0 1 0 0 0,0 9 0 0 0,0-2-68 0 0,1 0 0 0 0,1 0 0 0 0,1 0 0 0 0,0 0 0 0 0,1 0 0 0 0,5 16 0 0 0,-7-25-245 0 0,1-1 1 0 0,0 1 0 0 0,1-1 0 0 0,-1 0 0 0 0,1 1-1 0 0,0-1 1 0 0,0-1 0 0 0,1 1 0 0 0,-1 0-1 0 0,1-1 1 0 0,0 0 0 0 0,0 0 0 0 0,1 0 0 0 0,-1 0-1 0 0,1-1 1 0 0,0 1 0 0 0,0-1 0 0 0,0-1 0 0 0,0 1-1 0 0,0-1 1 0 0,1 1 0 0 0,-1-2 0 0 0,1 1 0 0 0,0 0-1 0 0,-1-1 1 0 0,1 0 0 0 0,0-1 0 0 0,0 1 0 0 0,-1-1-1 0 0,8-1 1 0 0,8-1-7406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7.1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1 379 3225 0 0,'14'-3'1275'0'0,"0"0"0"0"0,-1-1 0 0 0,1-1 0 0 0,-1 0 0 0 0,25-14 0 0 0,-25 11-708 0 0,0 0 0 0 0,0-1-1 0 0,-1-1 1 0 0,-1 0 0 0 0,19-20 0 0 0,-24 23-501 0 0,0 1 0 0 0,-1-1 0 0 0,1 0 0 0 0,-2-1 0 0 0,1 1 0 0 0,-1-1 0 0 0,0 0 0 0 0,-1 0 0 0 0,0 0 0 0 0,0 0 0 0 0,-1-1 0 0 0,0 1 0 0 0,0-1 0 0 0,-1 0 0 0 0,0 1 0 0 0,-1-1 0 0 0,0 0 0 0 0,0 0 0 0 0,0 1 0 0 0,-2-1 0 0 0,1 0 0 0 0,-1 1 0 0 0,0-1 0 0 0,-5-11 0 0 0,6 17-12 0 0,0 0-1 0 0,0 1 1 0 0,0-1 0 0 0,-1 0-1 0 0,1 0 1 0 0,-1 1 0 0 0,0-1-1 0 0,0 1 1 0 0,0 0 0 0 0,0-1-1 0 0,0 1 1 0 0,-1 0 0 0 0,1 0-1 0 0,-1 0 1 0 0,1 1 0 0 0,-1-1-1 0 0,1 1 1 0 0,-1-1 0 0 0,0 1-1 0 0,0 0 1 0 0,0 0 0 0 0,0 0-1 0 0,0 0 1 0 0,0 1 0 0 0,0-1-1 0 0,0 1 1 0 0,0 0 0 0 0,0-1-1 0 0,0 2 1 0 0,0-1 0 0 0,0 0-1 0 0,0 0 1 0 0,-1 1 0 0 0,1 0-1 0 0,1 0 1 0 0,-1 0 0 0 0,0 0-1 0 0,0 0 1 0 0,-5 3 0 0 0,3-1 102 0 0,0 0 0 0 0,-1 0 1 0 0,1 0-1 0 0,0 1 0 0 0,1 0 1 0 0,-1 0-1 0 0,1 0 0 0 0,-1 1 1 0 0,1-1-1 0 0,1 1 0 0 0,-1 0 1 0 0,1 0-1 0 0,0 1 0 0 0,0-1 1 0 0,0 1-1 0 0,1-1 0 0 0,-1 1 1 0 0,1 0-1 0 0,-1 10 0 0 0,2-11-87 0 0,0 1 0 0 0,1 0 0 0 0,0 0 0 0 0,1 0 0 0 0,-1-1 0 0 0,1 1 0 0 0,0 0 0 0 0,0 0-1 0 0,1-1 1 0 0,0 1 0 0 0,0-1 0 0 0,0 1 0 0 0,0-1 0 0 0,1 0 0 0 0,0 0 0 0 0,6 8 0 0 0,-3-7-32 0 0,0 0-1 0 0,0-1 1 0 0,0 1 0 0 0,0-1-1 0 0,1-1 1 0 0,0 1 0 0 0,0-1-1 0 0,1 0 1 0 0,-1-1 0 0 0,15 5 0 0 0,-4-3-107 0 0,0 0 1 0 0,0-2-1 0 0,1 0 1 0 0,-1-1 0 0 0,1-1-1 0 0,0-1 1 0 0,0 0-1 0 0,-1-2 1 0 0,34-5 0 0 0,-31 1-1288 0 0,1-1 0 0 0,23-11 1 0 0,-17 5-179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7.7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18 2304 0 0,'-1'-2'480'0'0,"-1"1"-1"0"0,0-1 0 0 0,1 1 0 0 0,-1 0 0 0 0,0-1 0 0 0,1 1 0 0 0,-1 0 0 0 0,0 0 1 0 0,0 0-1 0 0,0 0 0 0 0,0 0 0 0 0,0 1 0 0 0,0-1 0 0 0,0 1 0 0 0,0-1 0 0 0,-4 1 0 0 0,5 0-326 0 0,0 0 0 0 0,-1 1-1 0 0,1-1 1 0 0,0 1-1 0 0,0-1 1 0 0,0 1 0 0 0,0-1-1 0 0,0 1 1 0 0,0 0-1 0 0,0-1 1 0 0,0 1 0 0 0,1 0-1 0 0,-1 0 1 0 0,0 0 0 0 0,0 0-1 0 0,1 0 1 0 0,-1 0-1 0 0,0 0 1 0 0,1 0 0 0 0,-1 0-1 0 0,1 0 1 0 0,-1 0-1 0 0,1 0 1 0 0,0 0 0 0 0,-1 0-1 0 0,1 0 1 0 0,0 1-1 0 0,0-1 1 0 0,0 0 0 0 0,0 0-1 0 0,0 0 1 0 0,0 1-1 0 0,0 0 1 0 0,1 22 793 0 0,1 0-1 0 0,0 0 1 0 0,2 0 0 0 0,11 39-1 0 0,-3-17-339 0 0,10 68 108 0 0,-9-45-1391 0 0,31 101-1 0 0,-28-124-6618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8.95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94 5985 0 0,'-11'-47'1680'0'0,"5"12"1760"0"0,3 48 1104 0 0,0 29-2222 0 0,2-16-1710 0 0,1 9 35 0 0,1 1 0 0 0,10 64 1 0 0,-10-92-686 0 0,1 1 0 0 0,0-1 0 0 0,0 1 0 0 0,1-1 1 0 0,0 0-1 0 0,1 0 0 0 0,0-1 0 0 0,0 1 0 0 0,1-1 1 0 0,0 0-1 0 0,0 0 0 0 0,0 0 0 0 0,1-1 0 0 0,0 1 1 0 0,0-2-1 0 0,1 1 0 0 0,9 6 0 0 0,-12-10 37 0 0,0 0 0 0 0,0 0 0 0 0,0 0 0 0 0,0 0 0 0 0,1-1 0 0 0,-1 1 0 0 0,1-1 0 0 0,-1 0 0 0 0,1 0 0 0 0,-1-1 0 0 0,1 0 0 0 0,0 0-1 0 0,-1 0 1 0 0,1 0 0 0 0,0 0 0 0 0,-1-1 0 0 0,1 0 0 0 0,-1 0 0 0 0,1 0 0 0 0,-1-1 0 0 0,0 0 0 0 0,1 1 0 0 0,-1-1 0 0 0,0-1 0 0 0,0 1 0 0 0,0-1 0 0 0,-1 1 0 0 0,1-1-1 0 0,0 0 1 0 0,5-7 0 0 0,-3 3 51 0 0,0 0-1 0 0,-1 0 1 0 0,0 0 0 0 0,0-1-1 0 0,0 1 1 0 0,-1-1-1 0 0,0 0 1 0 0,-1-1-1 0 0,0 1 1 0 0,0 0 0 0 0,-1-1-1 0 0,0 0 1 0 0,-1 1-1 0 0,1-1 1 0 0,-1-12-1 0 0,-2 9-52 0 0,0 0 0 0 0,0 1 0 0 0,-2-1 0 0 0,1 0 0 0 0,-1 1 0 0 0,-1 0 0 0 0,0 0 0 0 0,0 0 0 0 0,-1 0 0 0 0,-1 0 0 0 0,0 1 0 0 0,-11-14 0 0 0,12 17-18 0 0,-1 0 0 0 0,0 1 1 0 0,-1-1-1 0 0,1 2 0 0 0,-1-1 0 0 0,0 1 0 0 0,-1 0 0 0 0,1 0 0 0 0,-1 1 1 0 0,0 0-1 0 0,0 0 0 0 0,-1 1 0 0 0,1 0 0 0 0,0 1 0 0 0,-1 0 0 0 0,0 0 1 0 0,-12-1-1 0 0,19 3-109 0 0,-1 0-1 0 0,0 0 1 0 0,0 0 0 0 0,0 0 0 0 0,0 0 0 0 0,0 1 0 0 0,0-1 0 0 0,1 1-1 0 0,-1 0 1 0 0,0 0 0 0 0,0 0 0 0 0,1 0 0 0 0,-1 0 0 0 0,1 1 0 0 0,-1-1 0 0 0,1 1-1 0 0,-1 0 1 0 0,1 0 0 0 0,0 0 0 0 0,0 0 0 0 0,0 0 0 0 0,0 0 0 0 0,-3 4 0 0 0,3-2-207 0 0,0 1 0 0 0,0-1 1 0 0,0 0-1 0 0,1 1 0 0 0,-1-1 1 0 0,1 1-1 0 0,0 0 0 0 0,0-1 1 0 0,1 1-1 0 0,-1 0 0 0 0,1-1 1 0 0,0 1-1 0 0,1 8 0 0 0,1 2 227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9.3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22 29 11979 0 0,'-8'-13'946'0'0,"-5"-3"4178"0"0,16 33-3653 0 0,8 22-809 0 0,2 0 0 0 0,17 38 0 0 0,-25-67-644 0 0,0 0-1 0 0,0 0 1 0 0,1 0-1 0 0,0-1 1 0 0,1 0-1 0 0,0 0 1 0 0,0-1-1 0 0,1 0 1 0 0,0 0-1 0 0,0-1 1 0 0,1 0-1 0 0,0-1 1 0 0,10 6-1 0 0,-17-10-80 0 0,0-1-1 0 0,0 0 1 0 0,0-1 0 0 0,0 1-1 0 0,0 0 1 0 0,0 0-1 0 0,1-1 1 0 0,-1 0 0 0 0,0 1-1 0 0,0-1 1 0 0,1 0-1 0 0,-1 0 1 0 0,0 0-1 0 0,0 0 1 0 0,1 0 0 0 0,-1-1-1 0 0,0 1 1 0 0,0-1-1 0 0,1 0 1 0 0,-1 1 0 0 0,2-2-1 0 0,-1-1-26 0 0,0 1 0 0 0,0 0-1 0 0,0 0 1 0 0,0-1 0 0 0,-1 0 0 0 0,1 0-1 0 0,-1 1 1 0 0,0-1 0 0 0,0 0 0 0 0,0-1-1 0 0,3-5 1 0 0,1-7-68 0 0,-1 1 0 0 0,0-1 1 0 0,-1 0-1 0 0,3-28 0 0 0,-5 5 50 0 0,-2 31 313 0 0,-1 0-1 0 0,2 0 1 0 0,0 0 0 0 0,0 0-1 0 0,3-11 1 0 0,15 56 2700 0 0,-12-23-2909 0 0,0 0-1 0 0,1 0 1 0 0,1 0 0 0 0,11 12 0 0 0,11 1-6619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49.67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37 8290 0 0,'2'-1'456'0'0,"1"0"0"0"0,-1 0 0 0 0,1 0 0 0 0,0 0 0 0 0,-1 0-1 0 0,1 1 1 0 0,0-1 0 0 0,-1 1 0 0 0,1 0 0 0 0,0 0 0 0 0,0 0 0 0 0,-1 0 0 0 0,1 0 0 0 0,4 2 0 0 0,-3-1-97 0 0,1 0 0 0 0,-1 1 0 0 0,0 0 0 0 0,0 0-1 0 0,0 0 1 0 0,0 1 0 0 0,0-1 0 0 0,4 5 0 0 0,5 6-19 0 0,1 1-1 0 0,-2 0 1 0 0,17 24-1 0 0,-6-7 451 0 0,-16-22-539 0 0,27 30 85 0 0,-23-29 347 0 0,-9-10-13 0 0,-4-6 295 0 0,-1-1-1146 0 0,-1-1 0 0 0,1-1 0 0 0,1 1 0 0 0,-1 0 0 0 0,2-1 0 0 0,-1 1 0 0 0,1-1 0 0 0,0 1 0 0 0,1-1 0 0 0,0 0 0 0 0,0 1 0 0 0,1-1 0 0 0,0 1 0 0 0,0-1 0 0 0,1 1 0 0 0,0-1 1 0 0,1 1-1 0 0,0 0 0 0 0,0 0 0 0 0,1 0 0 0 0,7-11 0 0 0,4-3-6887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0.33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185 0 10594 0 0,'-17'9'750'0'0,"0"0"-1"0"0,1 0 0 0 0,0 2 1 0 0,0 0-1 0 0,1 1 0 0 0,1 0 1 0 0,0 1-1 0 0,-16 20 0 0 0,27-29-573 0 0,-1 0-1 0 0,1 0 1 0 0,1 0-1 0 0,-1 0 0 0 0,0 0 1 0 0,1 1-1 0 0,0-1 1 0 0,0 1-1 0 0,1-1 0 0 0,-3 10 1 0 0,4-12-140 0 0,0 0 0 0 0,0 0 1 0 0,0 0-1 0 0,0 0 0 0 0,0 0 0 0 0,1 0 1 0 0,-1-1-1 0 0,1 1 0 0 0,-1 0 0 0 0,1 0 1 0 0,0 0-1 0 0,0-1 0 0 0,0 1 1 0 0,0 0-1 0 0,0-1 0 0 0,0 1 0 0 0,0-1 1 0 0,0 1-1 0 0,1-1 0 0 0,-1 0 0 0 0,1 0 1 0 0,-1 1-1 0 0,1-1 0 0 0,-1 0 0 0 0,1 0 1 0 0,-1 0-1 0 0,1 0 0 0 0,0-1 1 0 0,0 1-1 0 0,0 0 0 0 0,2 0 0 0 0,63 19-203 0 0,-45-14 89 0 0,1 1 1 0 0,-1 1 0 0 0,39 19-1 0 0,-56-24 70 0 0,0 0-1 0 0,0 0 0 0 0,0 1 0 0 0,0 0 0 0 0,-1 0 1 0 0,1 0-1 0 0,-1 0 0 0 0,0 1 0 0 0,0 0 0 0 0,-1 0 0 0 0,1 0 1 0 0,-1 0-1 0 0,0 0 0 0 0,-1 1 0 0 0,1-1 0 0 0,-1 1 0 0 0,0 0 1 0 0,0-1-1 0 0,1 12 0 0 0,-2-13 34 0 0,-1 0 0 0 0,1-1 0 0 0,-1 1 0 0 0,0 0 0 0 0,0 0 0 0 0,0 0 0 0 0,-1 0 0 0 0,1 0 0 0 0,-1 0 0 0 0,0 0 0 0 0,0 0 0 0 0,-1-1 0 0 0,1 1 0 0 0,-1 0 0 0 0,1-1 0 0 0,-1 1 0 0 0,0-1 0 0 0,0 0 0 0 0,-1 1 0 0 0,1-1 0 0 0,-1 0 0 0 0,0 0 0 0 0,0-1 0 0 0,1 1 0 0 0,-2-1 0 0 0,1 1 0 0 0,0-1 0 0 0,0 0 0 0 0,-1 0 0 0 0,1 0 0 0 0,-7 1 0 0 0,-2 1-241 0 0,0 0 0 0 0,-1-2 0 0 0,0 1 0 0 0,1-2 0 0 0,-1 0 0 0 0,0 0 1 0 0,1-1-1 0 0,-20-2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0.7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43 50 10594 0 0,'-2'0'253'0'0,"0"1"1"0"0,-1-1-1 0 0,1 1 0 0 0,0 0 0 0 0,0 0 1 0 0,0 0-1 0 0,0 1 0 0 0,0-1 0 0 0,0 0 1 0 0,0 1-1 0 0,0-1 0 0 0,1 1 0 0 0,-1 0 1 0 0,0-1-1 0 0,1 1 0 0 0,-1 0 0 0 0,1 0 0 0 0,0 0 1 0 0,0 0-1 0 0,0 0 0 0 0,0 0 0 0 0,0 0 1 0 0,0 1-1 0 0,0-1 0 0 0,1 0 0 0 0,-1 1 1 0 0,1-1-1 0 0,0 0 0 0 0,-1 1 0 0 0,1-1 0 0 0,0 0 1 0 0,0 1-1 0 0,1 3 0 0 0,0 1-67 0 0,1 0-1 0 0,-1 0 1 0 0,1 0-1 0 0,0 0 1 0 0,1 0-1 0 0,0-1 1 0 0,0 1-1 0 0,0-1 1 0 0,1 0-1 0 0,5 7 1 0 0,-1-3-106 0 0,1-1 1 0 0,0 1-1 0 0,0-2 1 0 0,1 0-1 0 0,0 0 1 0 0,1-1-1 0 0,12 8 1 0 0,-19-13-87 0 0,-1 0 1 0 0,0-1-1 0 0,0 1 1 0 0,1 0-1 0 0,0-1 1 0 0,-1 0-1 0 0,1 0 1 0 0,-1 0-1 0 0,1 0 1 0 0,0-1 0 0 0,0 1-1 0 0,-1-1 1 0 0,1 0-1 0 0,0 0 1 0 0,0 0-1 0 0,0-1 1 0 0,-1 1-1 0 0,1-1 1 0 0,0 0-1 0 0,-1 0 1 0 0,1 0-1 0 0,-1-1 1 0 0,1 1-1 0 0,-1-1 1 0 0,1 0-1 0 0,-1 0 1 0 0,0 0-1 0 0,4-4 1 0 0,-5 4-26 0 0,0 0 0 0 0,0-1 0 0 0,0 1-1 0 0,-1-1 1 0 0,1 1 0 0 0,-1-1 0 0 0,1 1 0 0 0,-1-1 0 0 0,0 0 0 0 0,0 0 0 0 0,0 0-1 0 0,-1 1 1 0 0,1-1 0 0 0,-1 0 0 0 0,1-5 0 0 0,-1 2-15 0 0,-1-1 1 0 0,1 1-1 0 0,-1-1 0 0 0,-1 1 1 0 0,1 0-1 0 0,-5-12 0 0 0,1 5 25 0 0,-1 0-1 0 0,-1 0 1 0 0,0 1-1 0 0,-1 0 1 0 0,-17-21-1 0 0,18 25-276 0 0,-1 1 0 0 0,0 0 1 0 0,0 0-1 0 0,0 0 0 0 0,-14-7 0 0 0,0 2-6527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1.1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101 1 4609 0 0,'-8'2'513'0'0,"0"0"-1"0"0,0 1 1 0 0,0 0 0 0 0,1 0 0 0 0,-1 1-1 0 0,1 0 1 0 0,-12 9 0 0 0,16-11-264 0 0,0 1 0 0 0,1-1 0 0 0,0 1 0 0 0,0 0 0 0 0,0 0 0 0 0,0 0-1 0 0,0 0 1 0 0,0 0 0 0 0,1 1 0 0 0,0-1 0 0 0,0 0 0 0 0,0 1 0 0 0,0-1 0 0 0,0 1 0 0 0,0-1 0 0 0,1 1 0 0 0,0-1 0 0 0,0 1 0 0 0,0-1 0 0 0,1 7 0 0 0,0 4 346 0 0,1-1 0 0 0,0 0 0 0 0,1 1 0 0 0,1-1 0 0 0,0 0 0 0 0,1-1 0 0 0,11 23 0 0 0,-14-31-606 0 0,0 0 1 0 0,0 0 0 0 0,1 0 0 0 0,0 0-1 0 0,0-1 1 0 0,0 1 0 0 0,0-1-1 0 0,1 1 1 0 0,-1-1 0 0 0,1 0-1 0 0,0-1 1 0 0,-1 1 0 0 0,1-1-1 0 0,1 1 1 0 0,-1-1 0 0 0,0 0-1 0 0,0-1 1 0 0,1 1 0 0 0,-1-1-1 0 0,1 0 1 0 0,-1 0 0 0 0,1 0-1 0 0,0-1 1 0 0,-1 1 0 0 0,1-1-1 0 0,5-1 1 0 0,-7 1-148 0 0,0-1 1 0 0,0 0 0 0 0,0 0-1 0 0,0 0 1 0 0,0 0-1 0 0,0-1 1 0 0,-1 1-1 0 0,1-1 1 0 0,0 0-1 0 0,-1 0 1 0 0,1 1-1 0 0,-1-2 1 0 0,0 1-1 0 0,0 0 1 0 0,0 0 0 0 0,0-1-1 0 0,0 1 1 0 0,0-1-1 0 0,-1 1 1 0 0,1-1-1 0 0,-1 0 1 0 0,1 0-1 0 0,-1 0 1 0 0,0 0-1 0 0,0 0 1 0 0,-1 0 0 0 0,1 0-1 0 0,0-5 1 0 0,1-10-137 0 0,0 0 0 0 0,-1-1 0 0 0,-2-28 0 0 0,0 32 644 0 0,1 5-138 0 0,-1 4 67 0 0,0 0 0 0 0,1-1-1 0 0,0 1 1 0 0,1-1 0 0 0,-1 1-1 0 0,1-1 1 0 0,1 1 0 0 0,-1 0 0 0 0,4-10-1 0 0,-5 16-218 0 0,0 0-1 0 0,0-1 0 0 0,0 1 0 0 0,1 0 0 0 0,-1 0 0 0 0,0 0 0 0 0,0-1 0 0 0,0 1 1 0 0,0 0-1 0 0,0 0 0 0 0,0 0 0 0 0,1 0 0 0 0,-1 0 0 0 0,0 0 0 0 0,0-1 0 0 0,0 1 1 0 0,0 0-1 0 0,1 0 0 0 0,-1 0 0 0 0,0 0 0 0 0,0 0 0 0 0,0 0 0 0 0,1 0 0 0 0,-1 0 0 0 0,0 0 1 0 0,0 0-1 0 0,0 0 0 0 0,1 0 0 0 0,-1 0 0 0 0,0 0 0 0 0,0 0 0 0 0,0 0 0 0 0,1 0 1 0 0,-1 0-1 0 0,0 0 0 0 0,0 0 0 0 0,0 0 0 0 0,1 0 0 0 0,-1 0 0 0 0,0 0 0 0 0,0 0 1 0 0,0 1-1 0 0,1-1 0 0 0,-1 0 0 0 0,0 0 0 0 0,0 0 0 0 0,0 1 0 0 0,10 12 1298 0 0,2 17-296 0 0,-12-30-1045 0 0,7 20 304 0 0,1 0 0 0 0,0 0 0 0 0,2-1 0 0 0,15 24 0 0 0,-18-34-688 0 0,0 0-1 0 0,1 0 1 0 0,14 12 0 0 0,-13-13-1409 0 0,0-1 1 0 0,1 0 0 0 0,20 10-1 0 0,-14-9-4397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1.6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1 223 10594 0 0,'0'-1'124'0'0,"0"0"0"0"0,0 0 0 0 0,0 0-1 0 0,0 0 1 0 0,1 0 0 0 0,-1 0 0 0 0,0 0 0 0 0,1 0-1 0 0,-1 0 1 0 0,1 0 0 0 0,-1 0 0 0 0,1 0 0 0 0,-1 0-1 0 0,1 0 1 0 0,0 0 0 0 0,-1 1 0 0 0,1-1-1 0 0,0 0 1 0 0,0 1 0 0 0,0-1 0 0 0,0 0 0 0 0,0 0-1 0 0,22-17 2287 0 0,-21 17-2258 0 0,0 0-1 0 0,0 0 0 0 0,0 1 0 0 0,0-1 0 0 0,0 0 1 0 0,0 1-1 0 0,0 0 0 0 0,0-1 0 0 0,1 1 0 0 0,-1 0 1 0 0,0 0-1 0 0,0 0 0 0 0,0 1 0 0 0,0-1 1 0 0,0 0-1 0 0,0 1 0 0 0,0-1 0 0 0,0 1 0 0 0,0 0 1 0 0,0 0-1 0 0,0 0 0 0 0,0 0 0 0 0,0 0 0 0 0,0 0 1 0 0,-1 0-1 0 0,1 1 0 0 0,0-1 0 0 0,-1 0 0 0 0,3 4 1 0 0,5 5 193 0 0,0 0 0 0 0,-1 1 1 0 0,12 20-1 0 0,-8-12 19 0 0,1 3-204 0 0,-2-4 337 0 0,-13-39 62 0 0,-1 6-481 0 0,1-1 0 0 0,0 0 0 0 0,1 0 0 0 0,1 0 0 0 0,1 0 0 0 0,3-24 0 0 0,1 10-952 0 0,2-1 1 0 0,14-39-1 0 0,-10 39-6805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1.9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139 4 13763 0 0,'-2'-1'279'0'0,"-1"1"-1"0"0,1-1 1 0 0,0 1 0 0 0,0-1-1 0 0,-1 1 1 0 0,1 0 0 0 0,0 0-1 0 0,-1 0 1 0 0,1 0 0 0 0,0 0-1 0 0,0 1 1 0 0,-1-1 0 0 0,1 0-1 0 0,0 1 1 0 0,0 0 0 0 0,-1 0-1 0 0,1 0 1 0 0,-2 1-1 0 0,0 0-55 0 0,1 1-1 0 0,-1 0 0 0 0,1 0 0 0 0,0 0 0 0 0,0 0 0 0 0,0 0 0 0 0,0 1 1 0 0,0-1-1 0 0,-2 5 0 0 0,-4 9-133 0 0,1 1 0 0 0,0 0 1 0 0,-8 28-1 0 0,11-31 16 0 0,2-4-49 0 0,0 1 0 0 0,0-1 1 0 0,1 1-1 0 0,1 0 0 0 0,0-1 1 0 0,0 1-1 0 0,3 22 1 0 0,-2-29-64 0 0,0-1 0 0 0,1 0 0 0 0,0 1 0 0 0,0-1 0 0 0,0 0 0 0 0,1 0 0 0 0,-1 0 0 0 0,1 0 0 0 0,0 0 0 0 0,0 0 0 0 0,1 0 0 0 0,-1 0 0 0 0,1-1 0 0 0,0 1 0 0 0,0-1 0 0 0,0 0 1 0 0,0 0-1 0 0,0 0 0 0 0,1 0 0 0 0,-1-1 0 0 0,1 1 0 0 0,0-1 0 0 0,0 0 0 0 0,6 3 0 0 0,2-2-1672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2.22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1 339 6913 0 0,'1'2'280'0'0,"1"-1"-1"0"0,0 0 0 0 0,0 0 1 0 0,0 0-1 0 0,1 0 0 0 0,-1-1 0 0 0,0 1 1 0 0,0 0-1 0 0,0-1 0 0 0,1 0 0 0 0,-1 1 1 0 0,0-1-1 0 0,0 0 0 0 0,1 0 0 0 0,-1 0 1 0 0,0 0-1 0 0,1-1 0 0 0,-1 1 0 0 0,0-1 1 0 0,0 1-1 0 0,4-2 0 0 0,47-21 2784 0 0,-51 22-3036 0 0,10-5 171 0 0,-1-1-1 0 0,0 0 1 0 0,0-1-1 0 0,-1 0 0 0 0,0 0 1 0 0,0-1-1 0 0,-1-1 0 0 0,0 0 1 0 0,-1 0-1 0 0,0-1 1 0 0,10-17-1 0 0,-14 21-160 0 0,-1 1-1 0 0,0-1 1 0 0,0 0 0 0 0,0-1 0 0 0,-1 1-1 0 0,0 0 1 0 0,0-1 0 0 0,-1 1 0 0 0,0-1-1 0 0,0 1 1 0 0,-1-1 0 0 0,0 1 0 0 0,0-1-1 0 0,-1 0 1 0 0,0 1 0 0 0,0-1-1 0 0,-1 1 1 0 0,0 0 0 0 0,0-1 0 0 0,-1 1-1 0 0,-5-10 1 0 0,8 15-18 0 0,-1 1 1 0 0,0-1-1 0 0,0 1 0 0 0,0-1 1 0 0,0 0-1 0 0,0 1 0 0 0,0 0 0 0 0,0-1 1 0 0,0 1-1 0 0,0 0 0 0 0,-1-1 0 0 0,1 1 1 0 0,-1 0-1 0 0,1 0 0 0 0,-1 0 1 0 0,1 0-1 0 0,-1 0 0 0 0,1 1 0 0 0,-1-1 1 0 0,0 0-1 0 0,1 1 0 0 0,-1-1 0 0 0,0 1 1 0 0,0-1-1 0 0,0 1 0 0 0,1 0 1 0 0,-1 0-1 0 0,0 0 0 0 0,0 0 0 0 0,0 0 1 0 0,1 0-1 0 0,-1 1 0 0 0,0-1 1 0 0,0 1-1 0 0,1-1 0 0 0,-1 1 0 0 0,0 0 1 0 0,1-1-1 0 0,-1 1 0 0 0,0 0 0 0 0,1 0 1 0 0,-2 1-1 0 0,-2 2 105 0 0,1 0 0 0 0,-1-1 0 0 0,1 1 0 0 0,0 1-1 0 0,0-1 1 0 0,1 1 0 0 0,-1-1 0 0 0,1 1 0 0 0,0 0 0 0 0,1 0 0 0 0,-1 0-1 0 0,-2 8 1 0 0,3-5-35 0 0,-1 0 0 0 0,2 0-1 0 0,-1 0 1 0 0,1 1 0 0 0,1-1-1 0 0,-1 0 1 0 0,1 1-1 0 0,1-1 1 0 0,-1 0 0 0 0,1 1-1 0 0,1-1 1 0 0,0 0 0 0 0,5 14-1 0 0,-5-16-151 0 0,2 1-1 0 0,-1-1 0 0 0,1 0 1 0 0,0 0-1 0 0,0 0 0 0 0,0 0 1 0 0,1-1-1 0 0,0 0 0 0 0,0 0 1 0 0,1 0-1 0 0,-1-1 0 0 0,1 0 1 0 0,0 0-1 0 0,0 0 0 0 0,0 0 1 0 0,11 3-1 0 0,8 2-1822 0 0,1 0-5379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2.8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27 7 4145 0 0,'10'-6'12141'0'0,"-12"10"-10710"0"0,-5 16-1025 0 0,0 1-1 0 0,1 1 1 0 0,1-1-1 0 0,1 1 1 0 0,1 0-1 0 0,1 0 1 0 0,1 0-1 0 0,1 0 1 0 0,1 0-1 0 0,1 0 1 0 0,1 0-1 0 0,8 30 1 0 0,-9-44-450 0 0,1-1 1 0 0,0 0-1 0 0,0 0 1 0 0,1 0-1 0 0,-1 0 1 0 0,2-1-1 0 0,-1 0 1 0 0,11 12-1 0 0,-14-17 29 0 0,1 1-1 0 0,-1-1 0 0 0,1 0 0 0 0,-1 0 0 0 0,1 1 0 0 0,0-1 0 0 0,0 0 0 0 0,0 0 1 0 0,-1-1-1 0 0,1 1 0 0 0,0 0 0 0 0,0-1 0 0 0,0 1 0 0 0,0-1 0 0 0,0 0 0 0 0,0 1 1 0 0,0-1-1 0 0,0 0 0 0 0,1 0 0 0 0,-1 0 0 0 0,0-1 0 0 0,0 1 0 0 0,0 0 0 0 0,0-1 0 0 0,0 1 1 0 0,0-1-1 0 0,-1 0 0 0 0,1 0 0 0 0,0 0 0 0 0,0 0 0 0 0,0 0 0 0 0,-1 0 0 0 0,1 0 1 0 0,0 0-1 0 0,-1-1 0 0 0,1 1 0 0 0,1-3 0 0 0,2-1-316 0 0,0 0 0 0 0,0-1 0 0 0,-1 0 0 0 0,1 0 0 0 0,-1 0 0 0 0,-1 0 0 0 0,1-1 0 0 0,-1 0 0 0 0,4-12 0 0 0,-1-1-625 0 0,-2 0 0 0 0,3-22-1 0 0,1-8 415 0 0,-8 50 559 0 0,0 0 0 0 0,0 0 0 0 0,0 0 0 0 0,0 0 0 0 0,0 0 0 0 0,0 1 0 0 0,0-1-1 0 0,0 0 1 0 0,0 0 0 0 0,0 0 0 0 0,0 0 0 0 0,0 0 0 0 0,0 0 0 0 0,0 0 0 0 0,0 0 0 0 0,0 0 0 0 0,0 1 0 0 0,0-1-1 0 0,0 0 1 0 0,0 0 0 0 0,0 0 0 0 0,0 0 0 0 0,0 0 0 0 0,0 0 0 0 0,1 0 0 0 0,-1 0 0 0 0,0 0 0 0 0,0 0-1 0 0,0 0 1 0 0,0 0 0 0 0,0 0 0 0 0,0 0 0 0 0,0 0 0 0 0,0 0 0 0 0,0 0 0 0 0,1 0 0 0 0,-1 0 0 0 0,0 0 0 0 0,0 0-1 0 0,0 0 1 0 0,0 0 0 0 0,0 0 0 0 0,0 0 0 0 0,0 0 0 0 0,0 0 0 0 0,0 0 0 0 0,1 0 0 0 0,-1 0 0 0 0,0 0-1 0 0,0 0 1 0 0,0 0 0 0 0,0 0 0 0 0,0 0 0 0 0,0 0 0 0 0,0 0 0 0 0,0 0 0 0 0,0 0 0 0 0,0 0 0 0 0,0-1-1 0 0,0 1 1 0 0,1 0 0 0 0,-1 0 0 0 0,0 0 0 0 0,0 0 0 0 0,0 0 0 0 0,0 0 0 0 0,7 14 776 0 0,5 15 391 0 0,-10-24-1065 0 0,0 0 0 0 0,0 0 0 0 0,0 0 0 0 0,1-1 0 0 0,0 1 0 0 0,0-1 0 0 0,0 0 0 0 0,0 0 0 0 0,1 0 0 0 0,0 0 0 0 0,-1 0 0 0 0,1-1 0 0 0,1 0 0 0 0,-1 1 0 0 0,0-2 0 0 0,1 1 0 0 0,0 0 0 0 0,8 2 0 0 0,-9-3-90 0 0,1-1 1 0 0,-1 0-1 0 0,1-1 1 0 0,-1 1 0 0 0,1-1-1 0 0,0 0 1 0 0,-1 0 0 0 0,1 0-1 0 0,-1-1 1 0 0,1 1-1 0 0,0-1 1 0 0,-1 0 0 0 0,0 0-1 0 0,1-1 1 0 0,-1 0-1 0 0,0 1 1 0 0,1-1 0 0 0,-1-1-1 0 0,0 1 1 0 0,-1-1 0 0 0,7-4-1 0 0,-3 1-48 0 0,-1 1-1 0 0,0-1 0 0 0,0 0 1 0 0,-1-1-1 0 0,0 1 0 0 0,0-1 1 0 0,0 0-1 0 0,-1 0 0 0 0,6-12 1 0 0,-9 15-751 0 0,0 0 1 0 0,1 0 0 0 0,-1 0 0 0 0,-1-1 0 0 0,1 1 0 0 0,-1 0-1 0 0,0-7 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0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6449 0 0,'3'7'1539'0'0,"-1"-1"0"0"0,1 0 0 0 0,0 0 0 0 0,0 0 0 0 0,0 0-1 0 0,8 8 1 0 0,7 13 739 0 0,24 72 624 0 0,-31-70-3329 0 0,2 0 0 0 0,0-1-1 0 0,21 31 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24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0 7834 0 0,'-2'2'696'0'0,"1"-1"-560"0"0,2 0-136 0 0,1 2 0 0 0,0 1 1712 0 0,0 0-768 0 0,-1 2 9 0 0,3 2-425 0 0,2 3-80 0 0,2 3-24 0 0,-1-2 0 0 0,1 2-1240 0 0,2-1-248 0 0,2 2-57 0 0,-1-2 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5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10594 0 0,'8'0'4571'0'0,"-8"1"-4453"0"0,7 11 3025 0 0,5 25-203 0 0,-8-26-2524 0 0,16 47 908 0 0,52 177 725 0 0,-65-209-2352 0 0,-2 1 0 0 0,-1-1 0 0 0,-2 1 0 0 0,0-1 0 0 0,-4 53 0 0 0,-1-60-637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3.9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0 291 6449 0 0,'44'-39'1125'0'0,"2"2"0"0"0,77-49 0 0 0,-64 46-1075 0 0,-38 26-131 0 0,1 1-1 0 0,0 0 0 0 0,1 2 1 0 0,0 0-1 0 0,1 2 1 0 0,25-7-1 0 0,-46 15 373 0 0,-1 1-1 0 0,0 0 0 0 0,0 0 1 0 0,0 0-1 0 0,0 0 0 0 0,0 0 1 0 0,0 1-1 0 0,0-1 0 0 0,0 1 1 0 0,0-1-1 0 0,0 1 0 0 0,0 0 0 0 0,0 0 1 0 0,0 0-1 0 0,0 0 0 0 0,0 0 1 0 0,0 0-1 0 0,-1 0 0 0 0,1 1 1 0 0,-1-1-1 0 0,1 1 0 0 0,-1-1 1 0 0,1 1-1 0 0,-1-1 0 0 0,0 1 1 0 0,0 0-1 0 0,1 0 0 0 0,-1 0 1 0 0,-1 0-1 0 0,1-1 0 0 0,1 4 1 0 0,4 9 270 0 0,-1 0 0 0 0,-1 0 0 0 0,4 19 0 0 0,-5-21-280 0 0,9 38-114 0 0,22 82 563 0 0,-28-116-666 0 0,0-1-1 0 0,0 0 1 0 0,2 0-1 0 0,-1 0 1 0 0,2-1-1 0 0,11 14 1 0 0,-19-26-84 0 0,0-1 0 0 0,0 0 0 0 0,0 1 0 0 0,0-1 0 0 0,0 0 1 0 0,0 0-1 0 0,1 0 0 0 0,-1 0 0 0 0,0 0 0 0 0,1 0 0 0 0,-1 0 0 0 0,1 0 1 0 0,-1 0-1 0 0,1-1 0 0 0,-1 1 0 0 0,1-1 0 0 0,0 1 0 0 0,-1-1 0 0 0,1 1 1 0 0,0-1-1 0 0,-1 0 0 0 0,1 0 0 0 0,0 0 0 0 0,-1 0 0 0 0,1 0 0 0 0,0 0 0 0 0,-1-1 1 0 0,1 1-1 0 0,0 0 0 0 0,-1-1 0 0 0,1 1 0 0 0,-1-1 0 0 0,1 0 0 0 0,0 0 1 0 0,-1 1-1 0 0,0-1 0 0 0,1 0 0 0 0,-1 0 0 0 0,0 0 0 0 0,1-1 0 0 0,-1 1 1 0 0,0 0-1 0 0,2-2 0 0 0,5-7-199 0 0,1-1 1 0 0,-1 0-1 0 0,-1 0 1 0 0,9-18 0 0 0,-9 16 175 0 0,66-135 1194 0 0,-73 147-1098 0 0,1 0-1 0 0,0-1 1 0 0,0 1-1 0 0,0 0 1 0 0,0 0-1 0 0,0 0 1 0 0,0 0-1 0 0,0 0 1 0 0,0 0-1 0 0,1 0 1 0 0,-1 0-1 0 0,0 0 1 0 0,0 0-1 0 0,1 1 1 0 0,-1-1-1 0 0,1 0 1 0 0,-1 1-1 0 0,0-1 1 0 0,1 1-1 0 0,-1 0 1 0 0,3-1-1 0 0,-1 1-6 0 0,0 0 0 0 0,0 1 0 0 0,0-1 0 0 0,0 1 0 0 0,0 0 0 0 0,0-1 0 0 0,0 1 0 0 0,0 0 1 0 0,0 1-1 0 0,3 1 0 0 0,7 5-35 0 0,0 1 1 0 0,-1 0-1 0 0,17 17 1 0 0,-21-19-25 0 0,36 31-2228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4.4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25 233 3225 0 0,'4'-9'780'0'0,"0"0"0"0"0,0 0-1 0 0,1 0 1 0 0,0 0 0 0 0,1 1 0 0 0,11-14 0 0 0,12-19 1700 0 0,-25 33-1921 0 0,0 0-1 0 0,0-1 1 0 0,-1 0 0 0 0,4-15 0 0 0,-6 22-414 0 0,-1-1 0 0 0,1 1 1 0 0,0 0-1 0 0,-1-1 0 0 0,0 1 0 0 0,0 0 0 0 0,1-1 0 0 0,-2 1 0 0 0,1 0 0 0 0,0-1 0 0 0,0 1 1 0 0,-1 0-1 0 0,1 0 0 0 0,-1-1 0 0 0,1 1 0 0 0,-1 0 0 0 0,0 0 0 0 0,0 0 0 0 0,0 0 1 0 0,0 0-1 0 0,-1 0 0 0 0,1 0 0 0 0,-3-3 0 0 0,3 4-58 0 0,0 1 0 0 0,-1 0 0 0 0,1-1 0 0 0,0 1 0 0 0,0 0 1 0 0,0 0-1 0 0,0 0 0 0 0,-1 0 0 0 0,1 0 0 0 0,0 0 0 0 0,0 0 0 0 0,0 0 0 0 0,0 0 0 0 0,0 1 0 0 0,-1-1 0 0 0,1 0 0 0 0,0 1 0 0 0,0-1 0 0 0,0 1 1 0 0,0-1-1 0 0,0 1 0 0 0,0-1 0 0 0,0 1 0 0 0,0 0 0 0 0,0 0 0 0 0,0-1 0 0 0,1 1 0 0 0,-1 0 0 0 0,0 0 0 0 0,0 1 0 0 0,-23 29 1068 0 0,16-17-951 0 0,0 1-1 0 0,1 1 0 0 0,1-1 1 0 0,0 1-1 0 0,1 0 1 0 0,1 1-1 0 0,-4 30 0 0 0,8-42-196 0 0,0 1 0 0 0,0-1 0 0 0,0 1 0 0 0,1-1 0 0 0,-1 1 0 0 0,1-1-1 0 0,0 1 1 0 0,1-1 0 0 0,0 0 0 0 0,0 1 0 0 0,5 8 0 0 0,-5-10-9 0 0,1-1-1 0 0,-1 1 1 0 0,1-1 0 0 0,0 0 0 0 0,0 0 0 0 0,0-1-1 0 0,1 1 1 0 0,-1-1 0 0 0,1 1 0 0 0,-1-1-1 0 0,1 0 1 0 0,0 0 0 0 0,0-1 0 0 0,0 1 0 0 0,0-1-1 0 0,0 0 1 0 0,7 1 0 0 0,-6-1-25 0 0,0 0 0 0 0,0-1 1 0 0,-1 0-1 0 0,1 0 0 0 0,0 0 0 0 0,0-1 1 0 0,0 0-1 0 0,-1 0 0 0 0,1 0 0 0 0,0 0 1 0 0,-1-1-1 0 0,1 1 0 0 0,-1-1 0 0 0,0 0 1 0 0,1-1-1 0 0,-1 1 0 0 0,0-1 1 0 0,0 0-1 0 0,-1 0 0 0 0,1 0 0 0 0,3-5 1 0 0,7-7-191 0 0,0-1 1 0 0,-2-1 0 0 0,19-32-1 0 0,5-6-180 0 0,-35 53 429 0 0,0 1 0 0 0,0 0 0 0 0,0-1 1 0 0,0 1-1 0 0,0 0 0 0 0,0 0 0 0 0,0 0 0 0 0,1 0 1 0 0,-1 0-1 0 0,0 0 0 0 0,1 0 0 0 0,-1 1 0 0 0,1-1 1 0 0,-1 0-1 0 0,1 1 0 0 0,-1-1 0 0 0,1 1 0 0 0,-1 0 1 0 0,1-1-1 0 0,-1 1 0 0 0,1 0 0 0 0,0 0 0 0 0,-1 0 1 0 0,1 0-1 0 0,0 0 0 0 0,-1 0 0 0 0,1 1 0 0 0,2 0 1 0 0,-1 0-13 0 0,0 1 1 0 0,0-1 0 0 0,0 1 0 0 0,-1 0-1 0 0,1 0 1 0 0,-1 0 0 0 0,1 0 0 0 0,-1 0-1 0 0,0 1 1 0 0,0-1 0 0 0,0 1 0 0 0,0 0-1 0 0,2 3 1 0 0,3 6-298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5.28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244 9 12611 0 0,'-2'-1'106'0'0,"1"0"1"0"0,-1 0-1 0 0,0 0 1 0 0,1 0 0 0 0,-1 0-1 0 0,0 1 1 0 0,0-1-1 0 0,0 1 1 0 0,1-1 0 0 0,-1 1-1 0 0,0 0 1 0 0,0-1-1 0 0,0 1 1 0 0,0 0 0 0 0,0 0-1 0 0,0 0 1 0 0,1 1-1 0 0,-1-1 1 0 0,0 0 0 0 0,0 1-1 0 0,0-1 1 0 0,-2 2-1 0 0,-46 20 2265 0 0,38-16-1789 0 0,-3 2-188 0 0,0 0 0 0 0,1 1 1 0 0,0 0-1 0 0,-13 12 0 0 0,22-17-318 0 0,0 0 0 0 0,1 1 0 0 0,0-1 0 0 0,0 1 0 0 0,0-1 0 0 0,0 1 0 0 0,1 0-1 0 0,0 1 1 0 0,0-1 0 0 0,0 1 0 0 0,1-1 0 0 0,0 1 0 0 0,0 0 0 0 0,-2 9 0 0 0,4-11-68 0 0,0-1 0 0 0,0 0 0 0 0,1 1 0 0 0,0-1 0 0 0,-1 0 0 0 0,1 1 0 0 0,0-1 0 0 0,0 0 0 0 0,1 0 0 0 0,-1 0 0 0 0,1 0 0 0 0,0 0 0 0 0,-1 0 0 0 0,1-1 0 0 0,0 1 0 0 0,1-1 0 0 0,-1 1 0 0 0,0-1 0 0 0,1 0 0 0 0,-1 1 0 0 0,1-1 0 0 0,0-1 0 0 0,0 1 0 0 0,4 2 0 0 0,8 5 32 0 0,1-1 0 0 0,1-1-1 0 0,17 6 1 0 0,-32-13-39 0 0,68 19-122 0 0,-55-17 71 0 0,-1 1 0 0 0,1 1-1 0 0,-1 0 1 0 0,0 1 0 0 0,0 1 0 0 0,24 13-1 0 0,-36-17 36 0 0,0-1 0 0 0,0 1 0 0 0,0 0 0 0 0,0-1 0 0 0,0 1-1 0 0,-1 0 1 0 0,1 0 0 0 0,-1 0 0 0 0,1 0 0 0 0,-1 0-1 0 0,1 1 1 0 0,-1-1 0 0 0,0 0 0 0 0,0 1 0 0 0,0-1-1 0 0,-1 1 1 0 0,1-1 0 0 0,0 1 0 0 0,-1-1 0 0 0,0 1-1 0 0,1 2 1 0 0,-2 0 31 0 0,1-1-1 0 0,-1 1 1 0 0,0-1 0 0 0,0 1-1 0 0,-1-1 1 0 0,1 0-1 0 0,-1 1 1 0 0,0-1 0 0 0,0 0-1 0 0,0 0 1 0 0,-3 4-1 0 0,-4 3 144 0 0,0 0-1 0 0,-1 0 0 0 0,0 0 0 0 0,0-1 0 0 0,-1-1 1 0 0,-19 13-1 0 0,23-18-88 0 0,1 0 1 0 0,0-1-1 0 0,-1 0 1 0 0,1 0 0 0 0,-1 0-1 0 0,0-1 1 0 0,-9 2-1 0 0,13-4-184 0 0,0 1-1 0 0,0-1 0 0 0,0 0 1 0 0,-1 0-1 0 0,1 0 1 0 0,0 0-1 0 0,0-1 0 0 0,-1 1 1 0 0,1-1-1 0 0,0 0 0 0 0,0 0 1 0 0,0 0-1 0 0,0 0 0 0 0,0-1 1 0 0,0 1-1 0 0,0-1 0 0 0,1 0 1 0 0,-4-2-1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5.7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0 15203 0 0,'-1'1'190'0'0,"1"0"0"0"0,-1 0 0 0 0,1 0 0 0 0,-1 1 0 0 0,1-1 0 0 0,0 0 0 0 0,0 0 0 0 0,0 0 0 0 0,-1 0 0 0 0,1 1-1 0 0,0-1 1 0 0,0 0 0 0 0,1 0 0 0 0,-1 0 0 0 0,0 1 0 0 0,0-1 0 0 0,1 1 0 0 0,7 29 1554 0 0,-4-18-1259 0 0,23 114 1424 0 0,19 79-1112 0 0,-33-160-655 0 0,2 0 0 0 0,30 61-1 0 0,4 7-1502 0 0,-49-129 653 0 0,1 0 1 0 0,0 0 0 0 0,5-16-1 0 0,-3 10 441 0 0,2-8 253 0 0,0 1-1 0 0,2 1 1 0 0,17-44-1 0 0,-19 58 279 0 0,1 1 1 0 0,0-1-1 0 0,1 2 0 0 0,0-1 0 0 0,1 1 1 0 0,0 0-1 0 0,0 0 0 0 0,1 1 0 0 0,18-16 1 0 0,-25 25-227 0 0,-1-1 0 0 0,1 1 0 0 0,-1 0 0 0 0,1 0 0 0 0,0 0 1 0 0,-1 0-1 0 0,1 0 0 0 0,0 0 0 0 0,0 0 0 0 0,-1 1 0 0 0,1-1 0 0 0,0 0 0 0 0,0 1 1 0 0,0 0-1 0 0,0-1 0 0 0,0 1 0 0 0,0 0 0 0 0,0 0 0 0 0,0 0 0 0 0,0 0 1 0 0,0 1-1 0 0,0-1 0 0 0,0 0 0 0 0,0 1 0 0 0,-1-1 0 0 0,1 1 0 0 0,0 0 1 0 0,0 0-1 0 0,0 0 0 0 0,-1 0 0 0 0,1 0 0 0 0,0 0 0 0 0,-1 0 0 0 0,1 0 0 0 0,-1 1 1 0 0,1-1-1 0 0,-1 0 0 0 0,0 1 0 0 0,0-1 0 0 0,0 1 0 0 0,1 0 0 0 0,0 2 1 0 0,5 9 54 0 0,-1 0 0 0 0,0 0 0 0 0,0 1 0 0 0,5 24 0 0 0,-3-13 44 0 0,-3-12-131 0 0,1 1 1 0 0,0-1 0 0 0,1 0 0 0 0,1 0 0 0 0,0-1 0 0 0,0 0-1 0 0,1-1 1 0 0,1 0 0 0 0,0 0 0 0 0,16 13 0 0 0,-17-17-1492 0 0,1 0 0 0 0,0 0 1 0 0,1-1-1 0 0,15 7 0 0 0,-8-6-5835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05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81 104 3225 0 0,'-13'8'15767'0'0,"8"1"-15627"0"0,1 0 1 0 0,-1 0-1 0 0,1 0 0 0 0,1 1 1 0 0,0 0-1 0 0,0-1 0 0 0,1 1 1 0 0,0 0-1 0 0,1 0 0 0 0,0 0 1 0 0,1 0-1 0 0,0 0 1 0 0,0 1-1 0 0,1-1 0 0 0,3 11 1 0 0,-3-14-31 0 0,0 0 1 0 0,1-1 0 0 0,0 1 0 0 0,1-1 0 0 0,0 0 0 0 0,0 1 0 0 0,0-1-1 0 0,0-1 1 0 0,1 1 0 0 0,7 8 0 0 0,-7-10-80 0 0,-1-1 1 0 0,1 0-1 0 0,0 0 0 0 0,0 0 0 0 0,0 0 1 0 0,0-1-1 0 0,0 0 0 0 0,0 1 1 0 0,1-2-1 0 0,-1 1 0 0 0,1 0 0 0 0,0-1 1 0 0,-1 0-1 0 0,1 0 0 0 0,0 0 1 0 0,6-1-1 0 0,-5 0-41 0 0,0 0 0 0 0,-1 0 0 0 0,1-1 0 0 0,-1 0 0 0 0,1 0 0 0 0,-1 0 0 0 0,0-1 0 0 0,1 0-1 0 0,-1 0 1 0 0,0 0 0 0 0,0 0 0 0 0,0-1 0 0 0,-1 0 0 0 0,1 0 0 0 0,0 0 0 0 0,-1-1 0 0 0,0 0 0 0 0,0 0 0 0 0,0 0 0 0 0,-1 0 0 0 0,7-8 0 0 0,-6 5-2 0 0,0 0 0 0 0,-1 1 0 0 0,1-1 0 0 0,-2 0 0 0 0,1-1 0 0 0,-1 1 0 0 0,0 0 0 0 0,0-1 0 0 0,0 1 0 0 0,-1-1 1 0 0,-1 0-1 0 0,1 1 0 0 0,-1-1 0 0 0,-1 0 0 0 0,-1-9 0 0 0,0 5 26 0 0,-1 0 0 0 0,0 1 0 0 0,-1-1 0 0 0,-1 1 0 0 0,1 0 0 0 0,-2 1 0 0 0,1-1 0 0 0,-2 1 1 0 0,1 0-1 0 0,-1 0 0 0 0,-1 1 0 0 0,0 0 0 0 0,-14-12 0 0 0,16 15-250 0 0,0 2 1 0 0,0-1-1 0 0,-1 1 0 0 0,1 0 1 0 0,-1 0-1 0 0,0 1 0 0 0,0 0 1 0 0,0 0-1 0 0,-1 1 0 0 0,1 0 1 0 0,-1 0-1 0 0,0 0 0 0 0,1 1 1 0 0,-1 0-1 0 0,0 1 0 0 0,1 0 0 0 0,-1 0 1 0 0,0 1-1 0 0,0 0 0 0 0,1 0 1 0 0,-16 5-1 0 0,6 0-1447 0 0,4 2-12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3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95 1376 0 0,'23'24'1765'0'0,"25"36"0"0"0,13 33 13691 0 0,-68-101-13664 0 0,-7-14-1116 0 0,11 15-674 0 0,1-1 0 0 0,0 0 0 0 0,1 0 0 0 0,-1 1 0 0 0,2-1 0 0 0,-1 0 0 0 0,1 0 0 0 0,0 0-1 0 0,1 0 1 0 0,0 0 0 0 0,0 0 0 0 0,3-9 0 0 0,2-2-371 0 0,1 0 0 0 0,0 1 0 0 0,18-31 0 0 0,-9 23-118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6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18316 0 0,'23'40'1369'0'0,"-1"1"0"0"0,-3 0 0 0 0,21 66 1 0 0,29 61-971 0 0,-16-79-474 0 0,7 14-1172 0 0,-53-88-105 0 0,-1-1 0 0 0,8 30-1 0 0,-10-22-5585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5:56.8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26 86 9674 0 0,'-6'-1'308'0'0,"5"0"-247"0"0,-1 1 1 0 0,0 0 0 0 0,1-1-1 0 0,-1 0 1 0 0,1 1 0 0 0,-1-1 0 0 0,1 0-1 0 0,-1 1 1 0 0,1-1 0 0 0,-1 0 0 0 0,0-2-1 0 0,29-6 7022 0 0,44-4-3962 0 0,78-16-3046 0 0,-68 13-2307 0 0,-42 8 1067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3.50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21 200 5985 0 0,'13'-52'2812'0'0,"-6"26"-865"0"0,-1 0-1 0 0,-1 0 1 0 0,2-43 0 0 0,-9 79 2274 0 0,-8 54-3236 0 0,18 1008-576 0 0,9-300-417 0 0,-21-473 87 0 0,3 406 679 0 0,-3-484-297 0 0,0-187-377 0 0,-1-1 0 0 0,-1 0 0 0 0,-2 0 0 0 0,-18 49 0 0 0,26-81-212 0 0,-1 0 0 0 0,1 0 0 0 0,0 0-1 0 0,-1 0 1 0 0,1 0 0 0 0,-1 0 0 0 0,0 0 0 0 0,1 0 0 0 0,-1 0-1 0 0,0 0 1 0 0,0 0 0 0 0,0 0 0 0 0,1 0 0 0 0,-1-1-1 0 0,0 1 1 0 0,0 0 0 0 0,-2 0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4.2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3 305 4609 0 0,'-3'-3'4080'0'0,"9"-4"-2505"0"0,7-2-1293 0 0,-2 2 83 0 0,0 0-1 0 0,0 1 0 0 0,1 0 1 0 0,0 1-1 0 0,0 0 0 0 0,0 1 1 0 0,1 1-1 0 0,23-4 0 0 0,8 1 22 0 0,52 1 0 0 0,-79 4-296 0 0,727-66 111 0 0,-452 34-82 0 0,-287 33-116 0 0,1238-112 4379 0 0,-649 103-3258 0 0,-476 7-422 0 0,12 1 109 0 0,-130 1-814 0 0,1 0-16 0 0,1 0 0 0 0,0 0 0 0 0,-1 0 0 0 0,1 0 0 0 0,-1 0 0 0 0,1 1 0 0 0,0-1 0 0 0,-1 1 0 0 0,1-1 0 0 0,-1 1 0 0 0,1-1 0 0 0,-1 1 0 0 0,1 0 0 0 0,-1-1 0 0 0,0 1 0 0 0,1 0 0 0 0,-1 0 0 0 0,0 0 0 0 0,2 2 0 0 0,-1 0-390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4.6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136 1 8754 0 0,'-3'1'397'0'0,"-1"1"0"0"0,1 0 0 0 0,0 0 1 0 0,0 1-1 0 0,1-1 0 0 0,-1 1 0 0 0,0-1 0 0 0,1 1 1 0 0,-1 0-1 0 0,1 0 0 0 0,0 0 0 0 0,0 0 0 0 0,0 0 1 0 0,0 0-1 0 0,1 1 0 0 0,-1-1 0 0 0,1 1 0 0 0,0-1 1 0 0,-1 7-1 0 0,-2 9 846 0 0,0 1 1 0 0,0 32-1 0 0,2-16-353 0 0,-32 167 718 0 0,20-138-1447 0 0,3 0-1 0 0,3 1 1 0 0,0 79 0 0 0,13-88-792 0 0,6-21-4462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5.23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187 0 6761 0 0,'-13'0'1140'0'0,"1"1"0"0"0,-1 1 0 0 0,1 0-1 0 0,0 0 1 0 0,0 1 0 0 0,-16 6 0 0 0,21-6-592 0 0,0 0 1 0 0,0 0 0 0 0,0 1 0 0 0,0 0-1 0 0,0 0 1 0 0,1 1 0 0 0,0 0 0 0 0,0 0-1 0 0,0 1 1 0 0,1-1 0 0 0,-7 9 0 0 0,12-14-534 0 0,0 1 0 0 0,-1 0 0 0 0,1-1-1 0 0,0 1 1 0 0,0 0 0 0 0,0 0 0 0 0,-1-1 0 0 0,1 1 0 0 0,0 0 0 0 0,0 0 0 0 0,0 0 0 0 0,0-1 0 0 0,0 1 0 0 0,1 0 0 0 0,-1 0 0 0 0,0-1 0 0 0,0 1 0 0 0,0 0 0 0 0,1 0 0 0 0,-1-1 0 0 0,0 1 0 0 0,1 0 0 0 0,-1-1 0 0 0,0 1 0 0 0,1 0 0 0 0,-1-1 0 0 0,1 1 0 0 0,-1-1 0 0 0,1 1 0 0 0,-1-1 0 0 0,1 1 0 0 0,0-1 0 0 0,-1 1 0 0 0,1-1 0 0 0,0 1 0 0 0,-1-1 0 0 0,1 0 0 0 0,0 1 0 0 0,0-1 0 0 0,-1 0 0 0 0,1 0 0 0 0,1 1 0 0 0,40 12-444 0 0,-36-11 434 0 0,-4-2 4 0 0,15 5-101 0 0,0 0 0 0 0,29 14-1 0 0,-43-18 54 0 0,0 1-1 0 0,0-1 0 0 0,0 1 1 0 0,0-1-1 0 0,-1 1 0 0 0,1 0 0 0 0,-1 0 1 0 0,1 0-1 0 0,-1 0 0 0 0,0 1 1 0 0,1-1-1 0 0,-1 1 0 0 0,-1-1 0 0 0,1 1 1 0 0,0 0-1 0 0,0 0 0 0 0,-1 0 1 0 0,0-1-1 0 0,0 2 0 0 0,0-1 0 0 0,0 0 1 0 0,0 0-1 0 0,0 4 0 0 0,-2-1 4 0 0,0 0-1 0 0,0 0 1 0 0,-1 0 0 0 0,0-1-1 0 0,0 1 1 0 0,-1 0-1 0 0,1-1 1 0 0,-1 1-1 0 0,-1-1 1 0 0,1 0-1 0 0,-1 0 1 0 0,1 0-1 0 0,-2 0 1 0 0,-7 7-1 0 0,7-8 6 0 0,1 0-1 0 0,0 1 0 0 0,0-1 0 0 0,0 1 0 0 0,0 0 1 0 0,1 0-1 0 0,0 0 0 0 0,0 1 0 0 0,0-1 0 0 0,1 1 0 0 0,0 0 1 0 0,0-1-1 0 0,0 1 0 0 0,-1 11 0 0 0,3-15 29 0 0,0-1 0 0 0,0 1 0 0 0,1-1 0 0 0,-1 1 0 0 0,0-1 0 0 0,1 1 0 0 0,-1-1 1 0 0,1 0-1 0 0,0 1 0 0 0,0-1 0 0 0,-1 1 0 0 0,1-1 0 0 0,0 0 0 0 0,0 0 0 0 0,0 0 0 0 0,0 1 0 0 0,0-1 0 0 0,0 0 0 0 0,1 0 0 0 0,-1 0 0 0 0,0-1 0 0 0,1 1 0 0 0,-1 0 0 0 0,0 0 0 0 0,1-1 0 0 0,-1 1 0 0 0,1-1 0 0 0,-1 1 1 0 0,1-1-1 0 0,-1 0 0 0 0,1 1 0 0 0,-1-1 0 0 0,1 0 0 0 0,-1 0 0 0 0,1 0 0 0 0,-1 0 0 0 0,3-1 0 0 0,9 1-36 0 0,0-1 0 0 0,0-1 0 0 0,18-4-1 0 0,-20 4 26 0 0,18-6-51 0 0,-23 6 45 0 0,1 0-1 0 0,-1 0 1 0 0,0 1 0 0 0,1-1-1 0 0,-1 1 1 0 0,0 1 0 0 0,1-1-1 0 0,-1 1 1 0 0,1 0 0 0 0,-1 1-1 0 0,9 1 1 0 0,-15-2 20 0 0,1 0 0 0 0,-1 0 0 0 0,0 1-1 0 0,1-1 1 0 0,-1 0 0 0 0,0 0 0 0 0,1 1 0 0 0,-1-1 0 0 0,0 0 0 0 0,1 0-1 0 0,-1 1 1 0 0,0-1 0 0 0,0 0 0 0 0,0 1 0 0 0,1-1 0 0 0,-1 0 0 0 0,0 1-1 0 0,0-1 1 0 0,0 0 0 0 0,0 1 0 0 0,0-1 0 0 0,1 1 0 0 0,-1-1 0 0 0,0 0-1 0 0,0 1 1 0 0,0-1 0 0 0,0 0 0 0 0,0 1 0 0 0,0-1 0 0 0,0 1 0 0 0,-1 0-1 0 0,-5 17-7 0 0,-14 11 10 0 0,19-29-2 0 0,-136 159 235 0 0,134-156-519 0 0,1 1 1 0 0,0-1-1 0 0,-1 1 1 0 0,2-1-1 0 0,-1 1 0 0 0,0 0 1 0 0,1 0-1 0 0,-2 5 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5.6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6681 0 0,'9'2'11377'0'0,"-1"14"-8103"0"0,2 22-1556 0 0,1 51-796 0 0,-2 108-1 0 0,-4 28-1364 0 0,-2-153 338 0 0,-4-49-44 0 0,0 0-1 0 0,-8 39 1 0 0,4-37-157 0 0,-1 47 0 0 0,6-71 263 0 0,0-1-1 0 0,0 1 1 0 0,0-1 0 0 0,0 0-1 0 0,0 1 1 0 0,0-1 0 0 0,0 0-1 0 0,0 1 1 0 0,0-1 0 0 0,0 1-1 0 0,0-1 1 0 0,0 0 0 0 0,1 1 0 0 0,-1-1-1 0 0,0 0 1 0 0,0 1 0 0 0,0-1-1 0 0,1 0 1 0 0,-1 1 0 0 0,0-1-1 0 0,0 0 1 0 0,1 1 0 0 0,-1-1-1 0 0,0 0 1 0 0,1 0 0 0 0,-1 1-1 0 0,3-1-938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6.4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99 156 6449 0 0,'-1'0'224'0'0,"0"1"-1"0"0,1-1 0 0 0,-1 1 0 0 0,1 0 0 0 0,-1-1 0 0 0,1 1 1 0 0,-1 0-1 0 0,1-1 0 0 0,0 1 0 0 0,-1 0 0 0 0,1 0 1 0 0,0 0-1 0 0,-1-1 0 0 0,1 1 0 0 0,0 0 0 0 0,0 0 0 0 0,0 0 1 0 0,0-1-1 0 0,0 1 0 0 0,0 0 0 0 0,0 0 0 0 0,0 0 1 0 0,0 0-1 0 0,0-1 0 0 0,0 1 0 0 0,1 0 0 0 0,-1 1 0 0 0,1 0 74 0 0,1 0 0 0 0,-1 0-1 0 0,0 0 1 0 0,1 0 0 0 0,-1 0-1 0 0,1-1 1 0 0,0 1 0 0 0,-1-1-1 0 0,1 1 1 0 0,2 1 0 0 0,1 0 165 0 0,0 0 0 0 0,0 0 0 0 0,0-1 0 0 0,1 1 0 0 0,-1-1 1 0 0,0 0-1 0 0,11 2 0 0 0,-15-4-431 0 0,1 0-1 0 0,-1 0 1 0 0,0 1-1 0 0,1-1 1 0 0,-1 0 0 0 0,1 0-1 0 0,-1 0 1 0 0,1 0 0 0 0,-1 0-1 0 0,0-1 1 0 0,1 1-1 0 0,-1 0 1 0 0,0-1 0 0 0,1 1-1 0 0,-1-1 1 0 0,0 1 0 0 0,1-1-1 0 0,-1 0 1 0 0,0 1 0 0 0,0-1-1 0 0,0 0 1 0 0,0 0-1 0 0,0 0 1 0 0,0 0 0 0 0,0 0-1 0 0,0 0 1 0 0,0 0 0 0 0,0 0-1 0 0,0-1 1 0 0,-1 1 0 0 0,1 0-1 0 0,0 0 1 0 0,-1-1-1 0 0,1 1 1 0 0,-1 0 0 0 0,1-1-1 0 0,-1 1 1 0 0,0 0 0 0 0,0-1-1 0 0,0 1 1 0 0,0-1 0 0 0,0 1-1 0 0,0-2 1 0 0,0-1-57 0 0,-1-1 1 0 0,0 1 0 0 0,0 0-1 0 0,0-1 1 0 0,0 1-1 0 0,-1 0 1 0 0,1 0 0 0 0,-1 0-1 0 0,0 0 1 0 0,-1 0-1 0 0,1 1 1 0 0,-6-7-1 0 0,0 2-63 0 0,0-1-1 0 0,-1 2 0 0 0,-1-1 1 0 0,1 2-1 0 0,-16-10 0 0 0,21 14 68 0 0,1 0 0 0 0,0 0 0 0 0,-1 1 0 0 0,1 0 0 0 0,-1-1 0 0 0,0 1 0 0 0,1 0 0 0 0,-1 0-1 0 0,0 1 1 0 0,0-1 0 0 0,0 1 0 0 0,1 0 0 0 0,-1 0 0 0 0,0 0 0 0 0,0 1 0 0 0,0-1 0 0 0,1 1 0 0 0,-1 0-1 0 0,0 0 1 0 0,1 0 0 0 0,-5 2 0 0 0,6-2 21 0 0,0 0-1 0 0,1 0 1 0 0,-1 1 0 0 0,0-1-1 0 0,1 1 1 0 0,-1-1 0 0 0,1 1-1 0 0,-1-1 1 0 0,1 1-1 0 0,0 0 1 0 0,-1 0 0 0 0,1-1-1 0 0,0 1 1 0 0,0 0 0 0 0,1 0-1 0 0,-1 0 1 0 0,0 0 0 0 0,1 1-1 0 0,-1-1 1 0 0,1 0-1 0 0,-1 0 1 0 0,1 0 0 0 0,0 0-1 0 0,0 0 1 0 0,0 1 0 0 0,0-1-1 0 0,1 0 1 0 0,-1 0-1 0 0,0 0 1 0 0,1 0 0 0 0,-1 0-1 0 0,1 0 1 0 0,0 0 0 0 0,1 2-1 0 0,0 0 0 0 0,-1 0-1 0 0,1-1 1 0 0,1 0-1 0 0,-1 1 1 0 0,0-1-1 0 0,1 0 1 0 0,-1 0-1 0 0,1 0 0 0 0,0-1 1 0 0,0 1-1 0 0,0-1 1 0 0,0 1-1 0 0,1-1 1 0 0,-1 0-1 0 0,1 0 1 0 0,-1 0-1 0 0,1-1 1 0 0,3 2-1 0 0,0-2 133 0 0,0 0 1 0 0,-1 0-1 0 0,1 0 0 0 0,0-1 0 0 0,0 0 1 0 0,0 0-1 0 0,-1-1 0 0 0,8-1 0 0 0,-12 2-100 0 0,-1 0-1 0 0,1-1 0 0 0,-1 1 0 0 0,0 0 0 0 0,1-1 0 0 0,-1 0 0 0 0,1 1 0 0 0,-1-1 1 0 0,0 0-1 0 0,0 1 0 0 0,1-1 0 0 0,-1 0 0 0 0,0 0 0 0 0,0 0 0 0 0,0 0 0 0 0,0 0 1 0 0,0-1-1 0 0,0 1 0 0 0,0 0 0 0 0,-1 0 0 0 0,1 0 0 0 0,0-1 0 0 0,-1 1 0 0 0,1-1 0 0 0,-1 1 1 0 0,1 0-1 0 0,-1-1 0 0 0,0 1 0 0 0,1-1 0 0 0,-1 1 0 0 0,0-1 0 0 0,0 1 0 0 0,0-1 1 0 0,0 1-1 0 0,0-1 0 0 0,0 1 0 0 0,-1 0 0 0 0,1-1 0 0 0,0 1 0 0 0,-1-1 0 0 0,1 1 1 0 0,-2-2-1 0 0,-2-10 88 0 0,-2 1 1 0 0,1 0-1 0 0,-1 0 1 0 0,-15-21-1 0 0,17 28-114 0 0,0 0 0 0 0,0 0-1 0 0,0 1 1 0 0,-1-1-1 0 0,1 1 1 0 0,-1 0 0 0 0,0 0-1 0 0,0 0 1 0 0,0 1-1 0 0,-1 0 1 0 0,1 0 0 0 0,-10-4-1 0 0,-1 8-863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7.14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22 6913 0 0,'0'0'1'0'0,"-23"24"1276"0"0,22-24-1228 0 0,1 1 1 0 0,0-1-1 0 0,0 0 1 0 0,0 1-1 0 0,0-1 1 0 0,0 0-1 0 0,0 1 0 0 0,0-1 1 0 0,-1 0-1 0 0,1 1 1 0 0,0-1-1 0 0,0 0 1 0 0,0 1-1 0 0,0-1 1 0 0,0 0-1 0 0,0 1 1 0 0,0-1-1 0 0,1 0 0 0 0,-1 1 1 0 0,0-1-1 0 0,0 0 1 0 0,0 0-1 0 0,0 1 1 0 0,0-1-1 0 0,0 0 1 0 0,1 1-1 0 0,-1-1 0 0 0,0 0 1 0 0,0 0-1 0 0,1 1 1 0 0,18 4 2109 0 0,8-4-278 0 0,0-2 0 0 0,31-5 0 0 0,-29 3-1050 0 0,51 0 0 0 0,28 9-398 0 0,338 4 1080 0 0,-314-17-893 0 0,2-2-18 0 0,237 15-1 0 0,-285-2-364 0 0,0-4 0 0 0,168-21 0 0 0,-147 9-37 0 0,-47 10-51 0 0,-42 2-382 0 0,-1 0 0 0 0,0-1 0 0 0,25-6 0 0 0,-1-9-5906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7.53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61 155 656 0 0,'-21'-10'2540'0'0,"18"7"-1342"0"0,2 3-798 0 0,1-1-1 0 0,-1 0 1 0 0,-1 0-1 0 0,1 1 1 0 0,0-1-1 0 0,0 0 1 0 0,0 1-1 0 0,0-1 1 0 0,0 1-1 0 0,0 0 1 0 0,-1-1-1 0 0,1 1 1 0 0,0 0 0 0 0,0 0-1 0 0,-1 0 1 0 0,1 0-1 0 0,0 0 1 0 0,0 0-1 0 0,-1 0 1 0 0,1 0-1 0 0,0 0 1 0 0,0 0-1 0 0,-1 1 1 0 0,1-1-1 0 0,-2 2 1 0 0,2-2-294 0 0,1 1 0 0 0,-1-1 0 0 0,1 1-1 0 0,0 0 1 0 0,-1-1 0 0 0,1 1 0 0 0,0 0 0 0 0,0-1 0 0 0,0 1 0 0 0,-1 0 0 0 0,1-1 0 0 0,0 1 0 0 0,0 0-1 0 0,0 0 1 0 0,0-1 0 0 0,0 1 0 0 0,0 0 0 0 0,0-1 0 0 0,0 1 0 0 0,0 0 0 0 0,1 0 0 0 0,-1-1 0 0 0,0 1 0 0 0,0 0-1 0 0,1-1 1 0 0,-1 1 0 0 0,0 0 0 0 0,1-1 0 0 0,-1 1 0 0 0,0-1 0 0 0,1 1 0 0 0,-1-1 0 0 0,1 1 0 0 0,-1-1-1 0 0,1 1 1 0 0,0-1 0 0 0,-1 1 0 0 0,1-1 0 0 0,-1 1 0 0 0,1-1 0 0 0,0 0 0 0 0,-1 0 0 0 0,1 1 0 0 0,0-1 0 0 0,-1 0-1 0 0,2 1 1 0 0,1 0 97 0 0,0 1-1 0 0,1-1 0 0 0,-1 1 1 0 0,0-1-1 0 0,1 0 1 0 0,-1 0-1 0 0,0-1 0 0 0,6 1 1 0 0,-6-1-163 0 0,0 0 1 0 0,0 0 0 0 0,0-1 0 0 0,0 1 0 0 0,0-1-1 0 0,-1 0 1 0 0,1 0 0 0 0,0 0 0 0 0,0 0 0 0 0,0 0-1 0 0,-1-1 1 0 0,1 1 0 0 0,-1-1 0 0 0,1 0 0 0 0,-1 1-1 0 0,0-1 1 0 0,1-1 0 0 0,-1 1 0 0 0,0 0-1 0 0,0 0 1 0 0,-1-1 0 0 0,3-2 0 0 0,-3 1-37 0 0,1 1-1 0 0,-1-1 1 0 0,-1 0 0 0 0,1 1-1 0 0,0-1 1 0 0,-1 1 0 0 0,0-1-1 0 0,0 0 1 0 0,0 0 0 0 0,0 1-1 0 0,0-1 1 0 0,-1 0 0 0 0,0 1-1 0 0,1-1 1 0 0,-1 1 0 0 0,-1-1-1 0 0,1 1 1 0 0,-2-4 0 0 0,2 6-2 0 0,-21-42 69 0 0,21 41-69 0 0,0 1 0 0 0,0-1 0 0 0,0 1 0 0 0,0-1 0 0 0,0 1 0 0 0,0-1 0 0 0,-1 1 0 0 0,1 0 0 0 0,0 0 0 0 0,-1-1 0 0 0,1 1 0 0 0,-1 0 0 0 0,1 0 0 0 0,-1 1-1 0 0,0-1 1 0 0,1 0 0 0 0,-1 0 0 0 0,0 1 0 0 0,0-1 0 0 0,1 1 0 0 0,-1 0 0 0 0,0-1 0 0 0,-2 1 0 0 0,3 1-14 0 0,0-1 0 0 0,0 1-1 0 0,0-1 1 0 0,0 1 0 0 0,1 0 0 0 0,-1 0 0 0 0,0-1-1 0 0,1 1 1 0 0,-1 0 0 0 0,0 0 0 0 0,1 0 0 0 0,-1 0 0 0 0,1 0-1 0 0,-1 0 1 0 0,1 0 0 0 0,0 0 0 0 0,-1 0 0 0 0,1 0 0 0 0,0 0-1 0 0,0 0 1 0 0,-1 0 0 0 0,1 0 0 0 0,0 2 0 0 0,-1 5-296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8.3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25 456 0 0,'2'-24'17032'0'0,"5"40"-15900"0"0,5 32-132 0 0,-2 1 0 0 0,-3 0 0 0 0,3 81 0 0 0,-15 152-1058 0 0,0-166 152 0 0,6 147 172 0 0,-1-253-425 0 0,0 4-1004 0 0,2-4-3157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8.9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214 56 3225 0 0,'2'-2'491'0'0,"-1"0"0"0"0,1-1 1 0 0,-1 1-1 0 0,0-1 0 0 0,0 1 0 0 0,0-1 1 0 0,0 0-1 0 0,0 1 0 0 0,0-1 0 0 0,-1 0 1 0 0,1 0-1 0 0,-1 0 0 0 0,0 1 0 0 0,0-1 1 0 0,-1-6-1 0 0,1 9-376 0 0,-1-1 0 0 0,0 0 0 0 0,0 1 0 0 0,1-1 1 0 0,-1 0-1 0 0,0 1 0 0 0,0-1 0 0 0,0 1 0 0 0,0-1 0 0 0,0 1 0 0 0,0 0 0 0 0,0-1 0 0 0,0 1 0 0 0,0 0 0 0 0,0 0 1 0 0,0-1-1 0 0,0 1 0 0 0,0 0 0 0 0,0 0 0 0 0,0 0 0 0 0,0 0 0 0 0,0 1 0 0 0,0-1 0 0 0,0 0 0 0 0,-2 1 0 0 0,-30 8 1907 0 0,27-7-1659 0 0,-8 2-22 0 0,1 0 0 0 0,0 1-1 0 0,0 1 1 0 0,0 1 0 0 0,1 0 0 0 0,-22 15-1 0 0,30-18-249 0 0,0-1-1 0 0,0 0 0 0 0,0 1 1 0 0,1 0-1 0 0,-1 0 0 0 0,1 0 1 0 0,0 0-1 0 0,1 0 0 0 0,-1 1 0 0 0,1-1 1 0 0,-1 1-1 0 0,1 0 0 0 0,1 0 1 0 0,-1-1-1 0 0,1 1 0 0 0,0 0 1 0 0,0 0-1 0 0,0 1 0 0 0,1-1 1 0 0,-1 0-1 0 0,1 0 0 0 0,2 8 0 0 0,-2-9-91 0 0,2-1 0 0 0,-1 0-1 0 0,0 1 1 0 0,1-1-1 0 0,0 0 1 0 0,-1 0-1 0 0,1 0 1 0 0,0 0-1 0 0,1 0 1 0 0,-1 0 0 0 0,0-1-1 0 0,1 1 1 0 0,0-1-1 0 0,-1 1 1 0 0,1-1-1 0 0,0 0 1 0 0,0 0-1 0 0,1-1 1 0 0,-1 1 0 0 0,0-1-1 0 0,0 1 1 0 0,1-1-1 0 0,4 1 1 0 0,10 4-12 0 0,1-2 1 0 0,36 5 0 0 0,-51-8 11 0 0,49 1 1 0 0,-63 7-29 0 0,4-1-146 0 0,0 0 0 0 0,0 0 0 0 0,1 1 0 0 0,0 0 0 0 0,1 0 1 0 0,-1 0-1 0 0,2 0 0 0 0,-1 1 0 0 0,2-1 0 0 0,-1 1 0 0 0,-1 11 0 0 0,4-20 174 0 0,0 0-1 0 0,1 0 1 0 0,-1 0 0 0 0,0 0-1 0 0,0-1 1 0 0,0 1 0 0 0,0 0-1 0 0,1 0 1 0 0,-1 0 0 0 0,0-1-1 0 0,1 1 1 0 0,-1 0 0 0 0,1 0-1 0 0,-1-1 1 0 0,1 1 0 0 0,-1 0-1 0 0,1-1 1 0 0,-1 1 0 0 0,1 0-1 0 0,-1-1 1 0 0,1 1 0 0 0,0-1-1 0 0,0 1 1 0 0,-1-1 0 0 0,1 0-1 0 0,1 2 1 0 0,1-2-4 0 0,0 1-1 0 0,0 0 1 0 0,0 0 0 0 0,0-1-1 0 0,0 0 1 0 0,0 0 0 0 0,0 0-1 0 0,3 0 1 0 0,6-1-10 0 0,-1-1 0 0 0,1 0 0 0 0,11-4 0 0 0,-11 2 126 0 0,-8 2-31 0 0,0 0-1 0 0,-1 1 1 0 0,1-1-1 0 0,0 1 1 0 0,0 0-1 0 0,0 0 0 0 0,0 1 1 0 0,0-1-1 0 0,0 1 1 0 0,0 0-1 0 0,0 0 1 0 0,6 1-1 0 0,-9-1-70 0 0,-1 1 0 0 0,1 0-1 0 0,-1-1 1 0 0,1 1 0 0 0,-1-1-1 0 0,0 1 1 0 0,1 0 0 0 0,-1-1-1 0 0,0 1 1 0 0,0 0 0 0 0,1-1 0 0 0,-1 1-1 0 0,0 0 1 0 0,0 0 0 0 0,0-1-1 0 0,0 1 1 0 0,0 0 0 0 0,0-1-1 0 0,0 1 1 0 0,0 0 0 0 0,0 0-1 0 0,0-1 1 0 0,-1 1 0 0 0,1 0-1 0 0,0-1 1 0 0,0 1 0 0 0,-1 0 0 0 0,1-1-1 0 0,0 1 1 0 0,-1 0 0 0 0,0 0-1 0 0,-15 27 102 0 0,13-23-186 0 0,-4 7-1252 0 0,0 1-1 0 0,1 0 0 0 0,0 0 0 0 0,1 0 1 0 0,-7 28-1 0 0,10-29-3221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9.31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0 3225 0 0,'-4'11'10186'0'0,"-4"19"-6752"0"0,-6 48 1 0 0,1 99-1289 0 0,8-99-1703 0 0,-4 39-96 0 0,6 0-1 0 0,18 188 1 0 0,-11-275-351 0 0,2 14-65 0 0,0 48-1 0 0,-7-80-317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19.9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3578 51 4145 0 0,'-6'4'559'0'0,"0"0"0"0"0,0 0 1 0 0,0-1-1 0 0,-1 1 0 0 0,1-1 1 0 0,-1-1-1 0 0,1 0 0 0 0,-1 1 0 0 0,0-2 1 0 0,-9 2-1 0 0,-31 11 1437 0 0,36-9-1515 0 0,1 0 0 0 0,0-1 0 0 0,-1 0 0 0 0,0-1 0 0 0,0 0 0 0 0,0-1 0 0 0,0 0 0 0 0,-1-1-1 0 0,1 0 1 0 0,0-1 0 0 0,-1 0 0 0 0,1 0 0 0 0,0-1 0 0 0,-15-4 0 0 0,-20-3-598 0 0,0 2 0 0 0,0 3 0 0 0,0 1 0 0 0,-54 5 1 0 0,-91-5-235 0 0,17-24 588 0 0,109 14-23 0 0,-88-4-1 0 0,-223-11 435 0 0,331 23-866 0 0,-59-1-170 0 0,-148 13 0 0 0,-7 1-26 0 0,-119-34 1700 0 0,353 22-1244 0 0,-44 0 526 0 0,-96 8-1 0 0,-18 0-141 0 0,129-5-86 0 0,1 2 0 0 0,-101 17 0 0 0,126-12-281 0 0,0 1 1 0 0,1 2-1 0 0,-39 19 0 0 0,-32 11-12 0 0,97-40-63 0 0,1 0 1 0 0,-1 0-1 0 0,0 0 0 0 0,0 0 1 0 0,0 1-1 0 0,0-2 0 0 0,1 1 1 0 0,-1 0-1 0 0,0 0 0 0 0,0 0 1 0 0,0 0-1 0 0,0 0 1 0 0,1-1-1 0 0,-1 1 0 0 0,0 0 1 0 0,0-1-1 0 0,1 1 0 0 0,-2-2 1 0 0,1 2-32 0 0,1 0 1 0 0,-1 0 0 0 0,1-1-1 0 0,0 1 1 0 0,-1 0 0 0 0,1 0 0 0 0,-1-1-1 0 0,1 1 1 0 0,-1 0 0 0 0,1 0-1 0 0,0 0 1 0 0,-1 0 0 0 0,1 0 0 0 0,-1 0-1 0 0,1 0 1 0 0,-1 0 0 0 0,1 0-1 0 0,-1 0 1 0 0,1 0 0 0 0,-1 0-1 0 0,1 0 1 0 0,-1 0 0 0 0,0 0 0 0 0,-5-1-492 0 0,5 0 527 0 0,-4-3-9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0.4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66 0 1376 0 0,'-1'22'3000'0'0,"-8"39"-1"0"0,0 17-148 0 0,8 164 3004 0 0,8 0-3896 0 0,-4 299-714 0 0,-7-494-409 0 0,-3 0 0 0 0,-15 59-1 0 0,13-69-612 0 0,9-34-218 0 0,-4 9 14 0 0,1 1 0 0 0,1-1 0 0 0,0 1 1 0 0,1-1-1 0 0,0 1 0 0 0,1 0 0 0 0,2 23 0 0 0,0-32-1502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2.99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90 148 920 0 0,'-4'3'311'0'0,"-1"1"1"0"0,1 0-1 0 0,0-1 0 0 0,1 1 1 0 0,-6 7-1 0 0,-4 4 319 0 0,-2-2-2 0 0,11-9-212 0 0,-1 0 1 0 0,0 0 0 0 0,1 0-1 0 0,0 1 1 0 0,-7 9-1 0 0,50-24 8458 0 0,-30 9-8296 0 0,138-27 2655 0 0,159-26-1314 0 0,-75 19-1028 0 0,162-17-266 0 0,-174 45-503 0 0,-67 4-27 0 0,-25-3 205 0 0,153-29 0 0 0,-263 32-295 0 0,-1 0-1 0 0,1 2 0 0 0,-1 0 0 0 0,1 0 0 0 0,0 2 0 0 0,-1 0 0 0 0,1 1 1 0 0,0 0-1 0 0,-1 2 0 0 0,0 0 0 0 0,0 1 0 0 0,0 0 0 0 0,-1 1 0 0 0,1 1 1 0 0,-1 0-1 0 0,-1 2 0 0 0,16 10 0 0 0,-19-13-2713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3.6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23 47 3225 0 0,'-1'1'410'0'0,"-1"1"0"0"0,1-1 0 0 0,0 1 0 0 0,-1-1 0 0 0,1 1 1 0 0,0 0-1 0 0,0-1 0 0 0,0 1 0 0 0,0 0 0 0 0,0 0 0 0 0,0 0 1 0 0,1 0-1 0 0,-1-1 0 0 0,1 1 0 0 0,-1 0 0 0 0,1 0 0 0 0,0 0 1 0 0,0 0-1 0 0,-1 1 0 0 0,1-1 0 0 0,1 0 0 0 0,-1 0 0 0 0,0 0 1 0 0,1 0-1 0 0,-1 0 0 0 0,1 0 0 0 0,0 3 0 0 0,3 2 257 0 0,0-1 0 0 0,0 1 0 0 0,1 0 0 0 0,0-1 0 0 0,10 10 0 0 0,7 11 1522 0 0,-35-90-2381 0 0,8 49 36 0 0,-1 0-1 0 0,0 1 0 0 0,-1-1 0 0 0,-17-23 0 0 0,24 37 148 0 0,0 0 0 0 0,0 0 0 0 0,0 0-1 0 0,0-1 1 0 0,0 1 0 0 0,0 0 0 0 0,0 0-1 0 0,0 0 1 0 0,0 0 0 0 0,0 0 0 0 0,0 0 0 0 0,-1 0-1 0 0,1-1 1 0 0,0 1 0 0 0,0 0 0 0 0,0 0 0 0 0,0 0-1 0 0,0 0 1 0 0,0 0 0 0 0,0 0 0 0 0,-1 0-1 0 0,1 0 1 0 0,0 0 0 0 0,0 0 0 0 0,0 0 0 0 0,0 0-1 0 0,0 0 1 0 0,0 0 0 0 0,-1 0 0 0 0,1 0-1 0 0,0 0 1 0 0,0 0 0 0 0,0 0 0 0 0,0 0 0 0 0,0 0-1 0 0,-1 0 1 0 0,1 0 0 0 0,0 0 0 0 0,0 0-1 0 0,0 0 1 0 0,0 0 0 0 0,0 0 0 0 0,0 0 0 0 0,-1 0-1 0 0,1 0 1 0 0,0 0 0 0 0,0 0 0 0 0,0 0-1 0 0,0 1 1 0 0,0-1 0 0 0,0 0 0 0 0,0 0 0 0 0,0 0-1 0 0,0 0 1 0 0,0 0 0 0 0,-1 0 0 0 0,1 0-1 0 0,0 1 1 0 0,0-1 0 0 0,0 0 0 0 0,0 0 0 0 0,-1 15-372 0 0,3 17-339 0 0,0-20 478 0 0,0-1 1 0 0,1 0 0 0 0,1 0-1 0 0,5 12 1 0 0,-9-20 269 0 0,1-1 0 0 0,0 0 0 0 0,0 0 0 0 0,0 0 1 0 0,0 0-1 0 0,0 0 0 0 0,1 0 0 0 0,-1 0 0 0 0,0-1 0 0 0,1 1 1 0 0,-1 0-1 0 0,1-1 0 0 0,0 1 0 0 0,0-1 0 0 0,-1 0 0 0 0,1 1 0 0 0,0-1 1 0 0,0 0-1 0 0,0 0 0 0 0,0 0 0 0 0,1 0 0 0 0,-1-1 0 0 0,0 1 0 0 0,0-1 1 0 0,0 1-1 0 0,1-1 0 0 0,-1 0 0 0 0,4 1 0 0 0,-4-2 82 0 0,0 0-1 0 0,-1 0 1 0 0,1 0-1 0 0,-1 0 1 0 0,1 0-1 0 0,-1 0 1 0 0,1 0-1 0 0,-1-1 1 0 0,0 1-1 0 0,0 0 1 0 0,1-1-1 0 0,-1 1 1 0 0,0-1-1 0 0,0 0 1 0 0,0 1-1 0 0,-1-1 1 0 0,1 0-1 0 0,0 1 1 0 0,-1-1-1 0 0,1 0 1 0 0,-1 0-1 0 0,1 1 1 0 0,-1-1-1 0 0,0 0 1 0 0,0 0-1 0 0,0-3 1 0 0,1-3 43 0 0,-1 1 0 0 0,0-1-1 0 0,0 0 1 0 0,-1 0 0 0 0,-2-9 0 0 0,1 11-127 0 0,0 0 0 0 0,-1 0-1 0 0,1 0 1 0 0,-2 0 0 0 0,1 1 0 0 0,0-1-1 0 0,-6-5 1 0 0,8 9-26 0 0,0 1-1 0 0,-1-1 1 0 0,1 0 0 0 0,-1 0-1 0 0,0 1 1 0 0,1-1 0 0 0,-1 0-1 0 0,0 1 1 0 0,0 0-1 0 0,0-1 1 0 0,0 1 0 0 0,0 0-1 0 0,0 0 1 0 0,0 0 0 0 0,0 1-1 0 0,-1-1 1 0 0,1 0 0 0 0,0 1-1 0 0,-1-1 1 0 0,1 1-1 0 0,0 0 1 0 0,-5 0 0 0 0,6 1-7 0 0,0-1 1 0 0,0 1-1 0 0,0 0 1 0 0,0 0-1 0 0,0 0 0 0 0,0 0 1 0 0,0-1-1 0 0,0 1 1 0 0,1 1-1 0 0,-1-1 1 0 0,0 0-1 0 0,1 0 1 0 0,-1 0-1 0 0,1 0 1 0 0,-1 0-1 0 0,1 0 1 0 0,-1 1-1 0 0,1-1 0 0 0,0 0 1 0 0,0 0-1 0 0,-1 1 1 0 0,1-1-1 0 0,0 0 1 0 0,0 1-1 0 0,0-1 1 0 0,1 0-1 0 0,-1 0 1 0 0,0 1-1 0 0,0-1 1 0 0,1 0-1 0 0,0 2 1 0 0,11 40-377 0 0,-11-41 415 0 0,0 0-1 0 0,1 0 1 0 0,-1 1 0 0 0,1-1 0 0 0,0 0 0 0 0,0 0 0 0 0,0-1 0 0 0,0 1 0 0 0,0 0 0 0 0,0-1 0 0 0,0 1 0 0 0,3 0 0 0 0,-4-1-95 0 0,-1-1 1 0 0,1 0-1 0 0,0 1 1 0 0,-1-1-1 0 0,1 0 1 0 0,0 1-1 0 0,-1-1 1 0 0,1 0-1 0 0,0 0 1 0 0,0 0-1 0 0,-1 0 1 0 0,1 0-1 0 0,0 0 1 0 0,0 0-1 0 0,-1 0 0 0 0,1 0 1 0 0,0 0-1 0 0,0 0 1 0 0,-1-1-1 0 0,1 1 1 0 0,0 0-1 0 0,-1 0 1 0 0,2-1-1 0 0,4-13-4875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4.71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30 1 10594 0 0,'-24'528'10442'0'0,"22"-506"-10463"0"0,1-11-22 0 0,-1-1-1 0 0,2 1 0 0 0,-1-1 1 0 0,1 1-1 0 0,1-1 1 0 0,0 1-1 0 0,1 0 0 0 0,0-1 1 0 0,6 19-1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0 110 8290 0 0,'6'-11'917'0'0,"0"-1"0"0"0,0 1 1 0 0,1 1-1 0 0,0-1 1 0 0,1 1-1 0 0,13-13 0 0 0,-19 21-715 0 0,0 0 1 0 0,1 0-1 0 0,-1 0 0 0 0,1 0 0 0 0,0 1 0 0 0,-1-1 1 0 0,1 1-1 0 0,0-1 0 0 0,0 1 0 0 0,0 0 0 0 0,0 0 1 0 0,0 0-1 0 0,0 1 0 0 0,1-1 0 0 0,-1 1 0 0 0,0 0 0 0 0,0 0 1 0 0,0 0-1 0 0,0 0 0 0 0,1 0 0 0 0,-1 1 0 0 0,0-1 1 0 0,0 1-1 0 0,0 0 0 0 0,0 0 0 0 0,0 0 0 0 0,0 0 1 0 0,0 1-1 0 0,0-1 0 0 0,4 4 0 0 0,10 7-101 0 0,0 1 0 0 0,-1 0 0 0 0,-1 2 0 0 0,0-1 0 0 0,-1 2 0 0 0,-1 0 0 0 0,20 31 0 0 0,66 137 886 0 0,-49-82-772 0 0,-49-101-215 0 0,26 40 33 0 0,-26-39-117 0 0,0-1 0 0 0,0 0 0 0 0,0 0 1 0 0,0 1-1 0 0,1-1 0 0 0,-1 0 0 0 0,0 0 0 0 0,1 0 1 0 0,-1-1-1 0 0,0 1 0 0 0,1 0 0 0 0,-1-1 0 0 0,1 1 1 0 0,0 0-1 0 0,-1-1 0 0 0,1 0 0 0 0,-1 1 0 0 0,1-1 1 0 0,0 0-1 0 0,-1 0 0 0 0,1 0 0 0 0,0 0 0 0 0,-1 0 1 0 0,1 0-1 0 0,-1 0 0 0 0,4-1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5.2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0 136 3225 0 0,'19'-18'3118'0'0,"1"1"-1013"0"0,65-45 3986 0 0,-76 56-5887 0 0,0 1 0 0 0,1 0 0 0 0,-1 1-1 0 0,1 0 1 0 0,0 0 0 0 0,0 1 0 0 0,19-4 0 0 0,-26 7-551 0 0,0 0 0 0 0,0 0-1 0 0,0 0 1 0 0,0 0 0 0 0,0 0-1 0 0,0 1 1 0 0,0-1 0 0 0,0 1 0 0 0,0 0-1 0 0,0-1 1 0 0,0 1 0 0 0,0 1 0 0 0,-1-1-1 0 0,1 0 1 0 0,0 1 0 0 0,-1 0-1 0 0,1-1 1 0 0,-1 1 0 0 0,3 3 0 0 0,4 9-2117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5.8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32 26 9674 0 0,'-31'-26'11178'0'0,"39"47"-9463"0"0,10 24-1560 0 0,-2 2-1 0 0,-2 0 0 0 0,-2 0 1 0 0,-3 1-1 0 0,5 54 0 0 0,-12-85-681 0 0,-1 0 0 0 0,-1 0 0 0 0,-3 27 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6.2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0 232 3225 0 0,'5'-20'1113'0'0,"0"0"1"0"0,2 1-1 0 0,16-36 1 0 0,-17 43-172 0 0,0 1 1 0 0,0 0-1 0 0,2 0 0 0 0,-1 1 1 0 0,1 0-1 0 0,1 0 1 0 0,13-12-1 0 0,-19 20-702 0 0,-1 0 1 0 0,1 0-1 0 0,0 0 1 0 0,-1 0-1 0 0,1 0 1 0 0,0 1-1 0 0,0-1 0 0 0,0 1 1 0 0,0 0-1 0 0,1 0 1 0 0,-1 0-1 0 0,0 1 1 0 0,0-1-1 0 0,1 1 1 0 0,-1-1-1 0 0,0 1 0 0 0,1 0 1 0 0,-1 1-1 0 0,0-1 1 0 0,6 1-1 0 0,-6 1-161 0 0,-1-1 0 0 0,1 0 0 0 0,0 1 0 0 0,-1-1 0 0 0,1 1 0 0 0,-1 0-1 0 0,0-1 1 0 0,0 1 0 0 0,0 0 0 0 0,1 1 0 0 0,-2-1 0 0 0,1 0 0 0 0,0 1 0 0 0,0-1 0 0 0,-1 1 0 0 0,1-1-1 0 0,-1 1 1 0 0,0 0 0 0 0,0-1 0 0 0,0 1 0 0 0,0 0 0 0 0,-1 0 0 0 0,2 4 0 0 0,1 16-29 0 0,-1 0 0 0 0,-1 1-1 0 0,-3 31 1 0 0,2 32 43 0 0,0-86-94 0 0,0-1-1 0 0,-1 1 1 0 0,1 0 0 0 0,0-1 0 0 0,0 1-1 0 0,0-1 1 0 0,0 1 0 0 0,0-1 0 0 0,0 1 0 0 0,0 0-1 0 0,1-1 1 0 0,-1 1 0 0 0,0-1 0 0 0,0 1 0 0 0,0-1-1 0 0,0 1 1 0 0,1-1 0 0 0,-1 1 0 0 0,0-1-1 0 0,1 1 1 0 0,-1-1 0 0 0,0 1 0 0 0,1-1 0 0 0,-1 0-1 0 0,0 1 1 0 0,1-1 0 0 0,-1 1 0 0 0,1-1 0 0 0,-1 0-1 0 0,1 0 1 0 0,-1 1 0 0 0,1-1 0 0 0,-1 0-1 0 0,1 0 1 0 0,-1 1 0 0 0,1-1 0 0 0,-1 0 0 0 0,1 0-1 0 0,0 0 1 0 0,-1 0 0 0 0,1 0 0 0 0,-1 0-1 0 0,1 0 1 0 0,-1 0 0 0 0,1 0 0 0 0,-1 0 0 0 0,1 0-1 0 0,0 0 1 0 0,-1 0 0 0 0,1-1 0 0 0,-1 1 0 0 0,1 0-1 0 0,-1 0 1 0 0,1-1 0 0 0,-1 1 0 0 0,1 0-1 0 0,-1-1 1 0 0,1 1 0 0 0,-1 0 0 0 0,0-1 0 0 0,1 1-1 0 0,0-1 1 0 0,35-34-146 0 0,-23 21 84 0 0,-6 9 41 0 0,-1 0 0 0 0,1 0 0 0 0,0 1 0 0 0,0 0 0 0 0,0 0 0 0 0,0 1 0 0 0,10-3 0 0 0,-13 4 15 0 0,0 1 0 0 0,1 0 0 0 0,-1 0 0 0 0,0 1 0 0 0,0-1 0 0 0,0 1 0 0 0,1 0 0 0 0,-1 0-1 0 0,0 0 1 0 0,0 1 0 0 0,1-1 0 0 0,-1 1 0 0 0,0 0 0 0 0,0 1 0 0 0,6 1 0 0 0,-9-2 10 0 0,1 0 0 0 0,-1 1 0 0 0,1-1 1 0 0,-1 0-1 0 0,0 1 0 0 0,0-1 1 0 0,1 0-1 0 0,-1 1 0 0 0,0 0 0 0 0,0-1 1 0 0,-1 1-1 0 0,1 0 0 0 0,0-1 0 0 0,0 1 1 0 0,-1 0-1 0 0,1 0 0 0 0,-1 0 0 0 0,1-1 1 0 0,-1 1-1 0 0,0 0 0 0 0,0 0 1 0 0,0 0-1 0 0,0 0 0 0 0,0 0 0 0 0,0 0 1 0 0,-2 3-1 0 0,0 7 45 0 0,0 0 0 0 0,-9 23 1 0 0,7-25-26 0 0,-8 24 67 0 0,-2 0 1 0 0,-27 47 0 0 0,5-21-6259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7.5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0 12931 0 0,'-6'1'2719'0'0,"6"-1"-2657"0"0,0 0 0 0 0,0 0 0 0 0,0 1 0 0 0,0-1-1 0 0,0 0 1 0 0,0 0 0 0 0,0 0 0 0 0,0 0 0 0 0,0 1-1 0 0,0-1 1 0 0,0 0 0 0 0,0 0 0 0 0,0 0 0 0 0,0 1 0 0 0,4 15 1857 0 0,9 17-592 0 0,26 40 27 0 0,30 67-303 0 0,-39-56-504 0 0,-15-42-1629 0 0,0-1-4402 0 0,-2-10-1476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7.82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6913 0 0,'3'18'6906'0'0,"5"3"-3362"0"0,29 41-1794 0 0,-29-48-821 0 0,113 198 1418 0 0,-115-201-2710 0 0,0-1 0 0 0,0 0 0 0 0,0 0 0 0 0,1-1 0 0 0,13 14 0 0 0,-13-18-1308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8.09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103 6 6913 0 0,'-2'-5'2526'0'0,"1"5"-2456"0"0,1 0 1 0 0,0 0-1 0 0,0 0 0 0 0,0 0 0 0 0,0 0 0 0 0,-1 0 0 0 0,1-1 1 0 0,0 1-1 0 0,0 0 0 0 0,0 0 0 0 0,-1 0 0 0 0,-8 7 1846 0 0,-7 12-86 0 0,2 13-989 0 0,1 0 0 0 0,1 1 0 0 0,2 1 0 0 0,-8 48 0 0 0,16-75-657 0 0,1-1 0 0 0,0 1 0 0 0,0-1 0 0 0,1 1 0 0 0,0 0-1 0 0,0-1 1 0 0,1 8 0 0 0,0-13-120 0 0,-1 0 0 0 0,0 1 0 0 0,0-1 0 0 0,1 0 0 0 0,-1 0 0 0 0,1 0 0 0 0,-1 0 0 0 0,1 0 0 0 0,-1 0 0 0 0,1-1 0 0 0,0 1 0 0 0,-1 0 0 0 0,1 0 0 0 0,0 0-1 0 0,0 0 1 0 0,0-1 0 0 0,0 1 0 0 0,-1 0 0 0 0,3 0 0 0 0,-2-1-2 0 0,1 1 0 0 0,0-1 0 0 0,-1 0 0 0 0,1 1 0 0 0,0-1-1 0 0,0 0 1 0 0,-1 0 0 0 0,1 0 0 0 0,0-1 0 0 0,-1 1 0 0 0,1 0 0 0 0,0-1 0 0 0,0 1-1 0 0,-1-1 1 0 0,1 1 0 0 0,2-2 0 0 0,79-41 1053 0 0,-14 7-1951 0 0,-19 17-4976 0 0,-32 15-1287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8.8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 65 5985 0 0,'-4'-7'1350'0'0,"1"0"-1"0"0,-1-1 0 0 0,1 0 0 0 0,1 1 1 0 0,0-1-1 0 0,4-12 5202 0 0,6 34-5758 0 0,0 11-610 0 0,-1 1 1 0 0,-2 1-1 0 0,0-1 1 0 0,-2 1-1 0 0,-1 0 0 0 0,-1 33 1 0 0,0-20-192 0 0,9 67 0 0 0,-9-103 13 0 0,-1 0 0 0 0,1-1 0 0 0,0 1 0 0 0,0 0 0 0 0,0-1 0 0 0,1 1 0 0 0,0-1 0 0 0,-1 1 0 0 0,1-1 0 0 0,0 0 0 0 0,0 1 0 0 0,1-1 0 0 0,-1 0 0 0 0,1-1 0 0 0,-1 1 0 0 0,1 0 0 0 0,0-1 0 0 0,0 0 0 0 0,5 4 0 0 0,-2-4 3 0 0,-1 0 1 0 0,1 0-1 0 0,0 0 0 0 0,0-1 1 0 0,0 0-1 0 0,1 0 0 0 0,-1 0 1 0 0,0-1-1 0 0,0 0 0 0 0,0 0 1 0 0,8-2-1 0 0,4 1-308 0 0,0-1 1 0 0,0-1-1 0 0,-1 0 1 0 0,0-2-1 0 0,1 0 1 0 0,-2-1-1 0 0,1 0 1 0 0,-1-1-1 0 0,0-1 1 0 0,0-1-1 0 0,19-14 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9.14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 0 7370 0 0,'-11'11'681'0'0,"4"5"4848"0"0,8 2 187 0 0,3-2-4701 0 0,30 152 2130 0 0,-21-97-3820 0 0,38 122-1 0 0,-45-175-401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9.4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 14 4609 0 0,'-12'-13'12326'0'0,"22"38"-6320"0"0,-2-5-6405 0 0,22 72 908 0 0,59 150-216 0 0,-81-226-423 0 0,-1 1-497 0 0,1-2-1 0 0,0 1 1 0 0,15 20-1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29.70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79 0 5985 0 0,'-20'46'1886'0'0,"-24"83"0"0"0,42-121-1868 0 0,-1 1 533 0 0,1 0 0 0 0,-1 0 0 0 0,2 0-1 0 0,-1 0 1 0 0,1 16 0 0 0,1-23-403 0 0,0 0 0 0 0,0 0 0 0 0,1-1 0 0 0,-1 1 0 0 0,1 0 0 0 0,-1 0 0 0 0,1-1 0 0 0,0 1 0 0 0,-1 0 0 0 0,1-1 0 0 0,0 1 0 0 0,0 0 0 0 0,0-1 0 0 0,0 1 0 0 0,1-1 0 0 0,-1 0 0 0 0,0 1 0 0 0,1-1 0 0 0,-1 0 0 0 0,0 0 0 0 0,1 0 0 0 0,0 0 0 0 0,-1 0 0 0 0,1 0 0 0 0,-1 0 0 0 0,1-1 0 0 0,0 1 0 0 0,0-1 0 0 0,0 1 0 0 0,-1-1 0 0 0,1 1 0 0 0,0-1 0 0 0,0 0 0 0 0,2 0 0 0 0,7 0 226 0 0,0 0 0 0 0,0 0 0 0 0,0-1 0 0 0,0-1 0 0 0,0 1 0 0 0,18-7 0 0 0,62-27-351 0 0,-89 34-48 0 0,18-7-191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7.7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 14 10594 0 0,'-4'-13'1892'0'0,"10"22"88"0"0,9 23 102 0 0,4 34-611 0 0,-3 1 1 0 0,14 135-1 0 0,-24-153-1286 0 0,13 153 535 0 0,11 71-3844 0 0,-26-246-3712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8.41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88 15 4145 0 0,'1'-1'82'0'0,"0"0"0"0"0,0-1 0 0 0,0 1 0 0 0,1 0 1 0 0,-1 0-1 0 0,1 0 0 0 0,-1 0 0 0 0,1 0 0 0 0,-1 0 0 0 0,1 0 0 0 0,-1 0 1 0 0,1 1-1 0 0,0-1 0 0 0,1 0 0 0 0,-2 1 83 0 0,0 1 1 0 0,0-1-1 0 0,-1 1 0 0 0,1-1 1 0 0,0 1-1 0 0,0-1 1 0 0,-1 1-1 0 0,1 0 0 0 0,-1-1 1 0 0,1 1-1 0 0,-1 0 0 0 0,1-1 1 0 0,-1 1-1 0 0,1 0 1 0 0,-1 0-1 0 0,0-1 0 0 0,1 1 1 0 0,-1 0-1 0 0,0 0 0 0 0,0 0 1 0 0,1 0-1 0 0,-1-1 1 0 0,0 1-1 0 0,0 0 0 0 0,0 0 1 0 0,0 0-1 0 0,0 0 0 0 0,0 0 1 0 0,0 0-1 0 0,-1-1 1 0 0,1 1-1 0 0,0 1 0 0 0,-1 2-195 0 0,0-1-1 0 0,0 1 0 0 0,0 0 1 0 0,-1-1-1 0 0,1 1 0 0 0,-1-1 0 0 0,0 0 1 0 0,0 0-1 0 0,0 1 0 0 0,0-1 1 0 0,-1 0-1 0 0,1-1 0 0 0,-1 1 0 0 0,0 0 1 0 0,1-1-1 0 0,-1 0 0 0 0,-5 4 1 0 0,-1 0-250 0 0,-1 1 0 0 0,1-2 0 0 0,-1 1 0 0 0,-19 6 0 0 0,16-9 3292 0 0,20-9 8 0 0,21-10-900 0 0,-12 11-1647 0 0,1 0-1 0 0,0 1 0 0 0,0 1 0 0 0,0 1 1 0 0,0 0-1 0 0,30 1 0 0 0,-23 2-304 0 0,1 1 0 0 0,-1 1 0 0 0,0 2 0 0 0,28 8 1 0 0,-46-12-168 0 0,1 1 1 0 0,-1 0-1 0 0,0 1 1 0 0,0-1 0 0 0,-1 1-1 0 0,1 1 1 0 0,-1-1 0 0 0,1 1-1 0 0,-1 0 1 0 0,0 0 0 0 0,0 0-1 0 0,-1 1 1 0 0,1-1-1 0 0,-1 1 1 0 0,0 0 0 0 0,0 1-1 0 0,-1-1 1 0 0,1 1 0 0 0,-1-1-1 0 0,0 1 1 0 0,-1 0 0 0 0,0 0-1 0 0,0 1 1 0 0,0-1 0 0 0,0 0-1 0 0,-1 0 1 0 0,0 1-1 0 0,-1-1 1 0 0,1 1 0 0 0,-1-1-1 0 0,0 1 1 0 0,-1-1 0 0 0,0 1-1 0 0,0-1 1 0 0,0 0 0 0 0,-1 1-1 0 0,0-1 1 0 0,-2 7 0 0 0,-6 9-36 0 0,0 1 0 0 0,-1-1 1 0 0,-2-1-1 0 0,0 0 1 0 0,-1-1-1 0 0,-1-1 0 0 0,-1 0 1 0 0,0 0-1 0 0,-28 22 0 0 0,22-28 693 0 0,23-13-275 0 0,10-4-240 0 0,43-18 10 0 0,-31 12-55 0 0,1 1 0 0 0,1 1 0 0 0,28-6 0 0 0,-46 14-363 0 0,1 0 0 0 0,0 0 0 0 0,-1 1 0 0 0,1 0 0 0 0,-1 1 0 0 0,1 0 0 0 0,-1 0 0 0 0,0 0 0 0 0,0 1 0 0 0,0 0 0 0 0,12 7 0 0 0,35 12-3684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8.7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 0 5985 0 0,'-2'14'13975'0'0,"-13"110"-11293"0"0,7-68-2906 0 0,2 0-1 0 0,2 1 0 0 0,5 70 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8.95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52 1840 0 0,'1'-4'1116'0'0,"0"0"0"0"0,0 0 0 0 0,1 1 0 0 0,-1-1 0 0 0,1 0 0 0 0,0 1 0 0 0,0-1 0 0 0,0 1 0 0 0,0-1 0 0 0,3-3 0 0 0,-4 7-791 0 0,0-1 1 0 0,0 0-1 0 0,0 0 0 0 0,0 1 0 0 0,0-1 0 0 0,0 0 0 0 0,1 1 1 0 0,-1-1-1 0 0,0 1 0 0 0,0-1 0 0 0,0 1 0 0 0,0 0 0 0 0,1 0 0 0 0,-1-1 1 0 0,0 1-1 0 0,0 0 0 0 0,1 0 0 0 0,1 0 0 0 0,18 8 456 0 0,-4 4-498 0 0,0 1 1 0 0,-1 0-1 0 0,-1 1 0 0 0,0 0 1 0 0,24 31-1 0 0,-7-2-411 0 0,27 49 0 0 0,-38-53-3335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1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0 112 6913 0 0,'0'-2'197'0'0,"0"0"0"0"0,0-1-1 0 0,0 1 1 0 0,1 0-1 0 0,-1-1 1 0 0,0 1-1 0 0,1 0 1 0 0,0-1 0 0 0,-1 1-1 0 0,1 0 1 0 0,0 0-1 0 0,0 0 1 0 0,0 0-1 0 0,0 0 1 0 0,1 0 0 0 0,-1 0-1 0 0,1 0 1 0 0,-1 0-1 0 0,1 0 1 0 0,-1 1-1 0 0,1-1 1 0 0,0 1-1 0 0,0-1 1 0 0,3-1 0 0 0,7-6 730 0 0,1 2 0 0 0,21-12 0 0 0,-28 16-1036 0 0,34-13-236 0 0,-28 10 345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36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10594 0 0,'6'12'9338'0'0,"12"47"-8140"0"0,-2 1-1 0 0,15 108 1 0 0,-30-148-1839 0 0,-1-14-394 0 0,1 1 1 0 0,-1-1-1 0 0,1 0 1 0 0,1 0-1 0 0,2 9 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7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26 5985 0 0,'1'-2'102'0'0,"0"1"-1"0"0,0-1 0 0 0,1 0 1 0 0,-1 1-1 0 0,0-1 1 0 0,1 1-1 0 0,-1-1 0 0 0,1 1 1 0 0,-1 0-1 0 0,1-1 1 0 0,0 1-1 0 0,-1 0 1 0 0,1 0-1 0 0,0 0 0 0 0,0 0 1 0 0,0 1-1 0 0,0-1 1 0 0,0 0-1 0 0,0 1 0 0 0,0 0 1 0 0,0-1-1 0 0,4 1 1 0 0,-3 0 252 0 0,0 1 0 0 0,0 0 0 0 0,0-1 0 0 0,0 1 1 0 0,0 1-1 0 0,0-1 0 0 0,-1 0 0 0 0,1 1 1 0 0,0-1-1 0 0,-1 1 0 0 0,1 0 0 0 0,-1 0 1 0 0,5 4-1 0 0,-1-1 297 0 0,-1 2 0 0 0,1-1-1 0 0,-1 1 1 0 0,-1 0 0 0 0,1 0 0 0 0,-1 0 0 0 0,0 0 0 0 0,-1 1 0 0 0,1 0 0 0 0,3 14-1 0 0,-5 42-709 0 0,1 6-54 0 0,-3-66 107 0 0,1 1 0 0 0,0-1 0 0 0,0 1 0 0 0,0 0-1 0 0,1-1 1 0 0,0 0 0 0 0,0 1 0 0 0,0-1 0 0 0,0 0 0 0 0,0 0 0 0 0,5 5 0 0 0,-2-4 2 0 0,1-1 0 0 0,-1 1 0 0 0,1-1 0 0 0,0-1 0 0 0,0 1 0 0 0,1-1 0 0 0,-1 0 0 0 0,1 0 0 0 0,-1-1 0 0 0,12 3 0 0 0,-11-4 1 0 0,-1 1 1 0 0,0 0 0 0 0,0 0-1 0 0,0 0 1 0 0,0 1 0 0 0,0 0-1 0 0,0 0 1 0 0,-1 1 0 0 0,1-1-1 0 0,-1 1 1 0 0,0 0 0 0 0,5 6-1 0 0,-9-7 20 0 0,1-1-1 0 0,-1 1 0 0 0,0 1 0 0 0,0-1 1 0 0,0 0-1 0 0,0 0 0 0 0,-1 0 0 0 0,1 0 0 0 0,-1 1 1 0 0,0-1-1 0 0,0 0 0 0 0,0 1 0 0 0,0-1 1 0 0,0 0-1 0 0,-1 0 0 0 0,0 1 0 0 0,1-1 1 0 0,-1 0-1 0 0,0 0 0 0 0,-1 0 0 0 0,1 0 1 0 0,-1 0-1 0 0,1 0 0 0 0,-3 3 0 0 0,-5 8-421 0 0,0 1-1 0 0,-1-1 1 0 0,-13 14-1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49.9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3225 0 0,'14'6'8305'0'0,"-7"-3"-7159"0"0,13 3-2180 0 0,-17-6 1034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50.1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85 4609 0 0,'8'0'1166'0'0,"1"-1"0"0"0,-1 0 0 0 0,0 0 0 0 0,1-1 1 0 0,-1 0-1 0 0,0-1 0 0 0,9-3 0 0 0,52-30 1160 0 0,-23 10-4339 0 0,-33 20-3148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50.49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40 8754 0 0,'10'-6'1144'0'0,"1"0"0"0"0,-1 0 0 0 0,1 1 0 0 0,0 1 0 0 0,22-7 0 0 0,-30 11-992 0 0,-1-1-1 0 0,1 1 0 0 0,0 0 1 0 0,0-1-1 0 0,-1 1 0 0 0,1 0 0 0 0,0 1 1 0 0,-1-1-1 0 0,1 0 0 0 0,0 1 0 0 0,-1-1 1 0 0,1 1-1 0 0,-1 0 0 0 0,1 0 0 0 0,-1 0 1 0 0,1 0-1 0 0,-1 1 0 0 0,0-1 1 0 0,1 1-1 0 0,-1-1 0 0 0,0 1 0 0 0,0 0 1 0 0,0 0-1 0 0,0 0 0 0 0,0 0 0 0 0,-1 0 1 0 0,1 0-1 0 0,-1 0 0 0 0,1 0 1 0 0,-1 1-1 0 0,2 4 0 0 0,2 5 23 0 0,0 0-1 0 0,-1 1 1 0 0,-1 0 0 0 0,0 0 0 0 0,-1 0-1 0 0,1 15 1 0 0,-3 81 146 0 0,-1-83-304 0 0,0-1 0 0 0,2 1 0 0 0,0 0-1 0 0,8 37 1 0 0,-8-61-8 0 0,0 1 0 0 0,-1 0 0 0 0,1-1 0 0 0,0 1 0 0 0,0-1 0 0 0,0 1 0 0 0,1-1-1 0 0,-1 1 1 0 0,1-1 0 0 0,-1 0 0 0 0,1 0 0 0 0,0 0 0 0 0,0 0 0 0 0,0 0 0 0 0,0 0 0 0 0,0 0 0 0 0,0-1 0 0 0,0 1 0 0 0,1-1 0 0 0,-1 1-1 0 0,1-1 1 0 0,-1 0 0 0 0,1 0 0 0 0,3 1 0 0 0,3 0-474 0 0,-1-1 0 0 0,0-1 0 0 0,0 0 0 0 0,1 0 0 0 0,-1 0 0 0 0,16-4-1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6:50.6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11979 0 0,'2'16'528'0'0,"-1"-8"112"0"0,1 1-512 0 0,-1-4-128 0 0,2-2 0 0 0,-2-2 0 0 0,0 2 264 0 0,4-2 24 0 0,3 1 8 0 0,0-5 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8.6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46 17 13363 0 0,'-13'-10'264'0'0,"2"3"4597"0"0,10 26-1810 0 0,8 80-3191 0 0,-4 0 0 0 0,-4-1 0 0 0,-20 138 0 0 0,17-209-4977 0 0,0 0-1703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8.9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62 6913 0 0,'2'-4'318'0'0,"0"0"0"0"0,0 0 0 0 0,0 0 0 0 0,0 1 0 0 0,1-1 0 0 0,-1 1-1 0 0,1 0 1 0 0,0 0 0 0 0,0 0 0 0 0,1 0 0 0 0,-1 0 0 0 0,0 0 0 0 0,1 1-1 0 0,0 0 1 0 0,-1 0 0 0 0,1 0 0 0 0,0 0 0 0 0,0 1 0 0 0,0-1 0 0 0,0 1-1 0 0,1 0 1 0 0,-1 0 0 0 0,0 0 0 0 0,0 1 0 0 0,1 0 0 0 0,-1-1 0 0 0,0 2-1 0 0,0-1 1 0 0,1 0 0 0 0,-1 1 0 0 0,0 0 0 0 0,0 0 0 0 0,1 0 0 0 0,-1 0-1 0 0,0 1 1 0 0,0 0 0 0 0,-1 0 0 0 0,1 0 0 0 0,0 0 0 0 0,-1 0 0 0 0,1 1-1 0 0,-1-1 1 0 0,6 6 0 0 0,26 36 507 0 0,-1 1 0 0 0,30 53 0 0 0,-17-25-515 0 0,115 195-526 0 0,-152-254-303 0 0,0-3-145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9.1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46 7370 0 0,'40'-7'7488'0'0,"1"-8"-3475"0"0,-32 11-3880 0 0,0 0 0 0 0,1 1-1 0 0,-1 0 1 0 0,1 0-1 0 0,-1 1 1 0 0,1 0 0 0 0,18-1-1 0 0,-26 4-390 0 0,0-1-1 0 0,0 0 1 0 0,0 1-1 0 0,-1-1 1 0 0,1 1-1 0 0,0 0 1 0 0,0-1-1 0 0,0 1 1 0 0,-1 0-1 0 0,4 2 1 0 0,2 3-1228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1.73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84 0 2304 0 0,'-26'23'189'0'0,"19"-17"-387"0"0,0 2 0 0 0,0-1 1 0 0,1 1-1 0 0,0-1 1 0 0,-6 11-1 0 0,10-15 143 0 0,1 0 0 0 0,-1 0 1 0 0,1 0-1 0 0,-1 0 0 0 0,1 1 0 0 0,0-1 0 0 0,1 0 0 0 0,-1 1 0 0 0,0-1 0 0 0,1 0 0 0 0,0 1 0 0 0,0-1 0 0 0,0 1 1 0 0,0-1-1 0 0,0 0 0 0 0,1 1 0 0 0,-1-1 0 0 0,9 11 3884 0 0,-8-27 509 0 0,-1 13-4365 0 0,-5-39 4486 0 0,5 38-4131 0 0,0-1 0 0 0,0 1 0 0 0,-1-1 0 0 0,1 1 0 0 0,1-1 0 0 0,-1 0 0 0 0,0 1-1 0 0,0-1 1 0 0,0 1 0 0 0,1-1 0 0 0,-1 1 0 0 0,1-1 0 0 0,-1 1 0 0 0,1 0 0 0 0,0-1 0 0 0,0 1 0 0 0,-1 0 0 0 0,1-1 0 0 0,0 1 0 0 0,0 0 0 0 0,0 0 0 0 0,0 0 0 0 0,1-1 0 0 0,-1 1 0 0 0,0 1 0 0 0,2-2 0 0 0,-3 2-273 0 0,1 0 0 0 0,-1 0 0 0 0,1 0 0 0 0,-1 1 0 0 0,1-1 1 0 0,-1 0-1 0 0,1 1 0 0 0,-1-1 0 0 0,1 0 0 0 0,-1 1 0 0 0,1-1 1 0 0,-1 1-1 0 0,0-1 0 0 0,1 0 0 0 0,-1 1 0 0 0,0-1 0 0 0,1 1 0 0 0,-1-1 1 0 0,0 1-1 0 0,0-1 0 0 0,1 1 0 0 0,-1 0 0 0 0,0-1 0 0 0,0 1 1 0 0,0-1-1 0 0,0 1 0 0 0,0 0 0 0 0,5 19 40 0 0,7 65 138 0 0,-3 0 1 0 0,-3 1-1 0 0,-5 0 1 0 0,-3 0 0 0 0,-17 110-1 0 0,8-118-199 0 0,3 0 0 0 0,6 138 0 0 0,1-196-324 0 0,1 17-486 0 0,7-19-2563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2.44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1 3225 0 0,'-10'4'-368'0'0,"-25"12"6798"0"0,34-15-6235 0 0,1-1 0 0 0,-1 0-1 0 0,0 0 1 0 0,1 1 0 0 0,-1-1-1 0 0,0 0 1 0 0,1 1 0 0 0,-1-1-1 0 0,1 1 1 0 0,-1-1 0 0 0,1 1-1 0 0,-1-1 1 0 0,1 1 0 0 0,-1 0-1 0 0,1-1 1 0 0,-1 1 0 0 0,1-1-1 0 0,0 1 1 0 0,-1 0 0 0 0,1-1-1 0 0,0 1 1 0 0,0 0 0 0 0,0-1-1 0 0,-1 1 1 0 0,1 0 0 0 0,0 0 0 0 0,0-1-1 0 0,0 1 1 0 0,0 0 0 0 0,0 0-1 0 0,0-1 1 0 0,0 1 0 0 0,0 0-1 0 0,1-1 1 0 0,-1 1 0 0 0,0 0-1 0 0,0-1 1 0 0,1 1 0 0 0,0 1-1 0 0,0 0 11 0 0,1-1 0 0 0,0 1 0 0 0,0 0 0 0 0,0-1 0 0 0,0 0 0 0 0,0 1 0 0 0,0-1 0 0 0,0 0 0 0 0,0 0 0 0 0,1 0 0 0 0,-1 0 0 0 0,0-1 0 0 0,4 1 0 0 0,38 5 1126 0 0,-21-3-899 0 0,1 1-322 0 0,-1 1 0 0 0,23 9 0 0 0,-39-12-91 0 0,-1 1 1 0 0,1-1-1 0 0,-1 1 0 0 0,0 1 1 0 0,0-1-1 0 0,0 1 0 0 0,0 0 1 0 0,-1 1-1 0 0,0-1 0 0 0,1 1 0 0 0,6 8 1 0 0,-11-11-20 0 0,-1 0 0 0 0,1 0 0 0 0,0 0 0 0 0,-1 0 0 0 0,1 0 0 0 0,-1 0 0 0 0,0 0 0 0 0,0 0 0 0 0,1 0 0 0 0,-1 0 0 0 0,-1 0 0 0 0,1 0 0 0 0,0 0 0 0 0,0 0 0 0 0,-1 0 0 0 0,1 0 0 0 0,-1 0 0 0 0,0 0 0 0 0,1 0 0 0 0,-1 0 0 0 0,0 0 0 0 0,0 0 0 0 0,0-1 0 0 0,-3 4 0 0 0,-4 6 0 0 0,0 0 0 0 0,-15 16 0 0 0,16-20 0 0 0,-9 9 7 0 0,3-2 13 0 0,0 0 0 0 0,1 1 1 0 0,0 0-1 0 0,1 1 0 0 0,-9 18 0 0 0,20-33-19 0 0,-1 0 1 0 0,1-1-1 0 0,0 1 0 0 0,0 0 1 0 0,0 0-1 0 0,-1-1 1 0 0,1 1-1 0 0,0 0 1 0 0,0 0-1 0 0,0 0 0 0 0,0-1 1 0 0,0 1-1 0 0,0 0 1 0 0,1 0-1 0 0,-1 0 0 0 0,0-1 1 0 0,0 1-1 0 0,0 0 1 0 0,1 0-1 0 0,-1-1 1 0 0,0 1-1 0 0,1 0 0 0 0,-1-1 1 0 0,1 1-1 0 0,-1 0 1 0 0,1-1-1 0 0,-1 1 0 0 0,1-1 1 0 0,-1 1-1 0 0,1-1 1 0 0,0 1-1 0 0,-1-1 1 0 0,1 1-1 0 0,0-1 0 0 0,-1 1 1 0 0,1-1-1 0 0,0 0 1 0 0,0 0-1 0 0,-1 1 1 0 0,1-1-1 0 0,0 0 0 0 0,0 0 1 0 0,0 0-1 0 0,-1 0 1 0 0,1 0-1 0 0,0 0 0 0 0,0 0 1 0 0,0 0-1 0 0,50 1 110 0 0,-39-2-90 0 0,-1 1 4 0 0,0 1 0 0 0,0 0 0 0 0,0 0 0 0 0,0 1 0 0 0,16 5 0 0 0,-26-7-25 0 0,1 1 1 0 0,0-1-1 0 0,-1 1 0 0 0,1-1 0 0 0,-1 1 0 0 0,1 0 1 0 0,-1-1-1 0 0,1 1 0 0 0,-1 0 0 0 0,0 0 0 0 0,1 0 0 0 0,-1 0 1 0 0,0 0-1 0 0,0 0 0 0 0,0 0 0 0 0,1 1 0 0 0,-1-1 1 0 0,0 0-1 0 0,-1 1 0 0 0,1-1 0 0 0,0 0 0 0 0,0 1 0 0 0,-1-1 1 0 0,1 1-1 0 0,-1-1 0 0 0,1 1 0 0 0,-1 0 0 0 0,1-1 1 0 0,-1 1-1 0 0,0-1 0 0 0,0 1 0 0 0,0 0 0 0 0,0-1 0 0 0,0 1 1 0 0,0 0-1 0 0,-1-1 0 0 0,1 1 0 0 0,0-1 0 0 0,-1 1 1 0 0,1 0-1 0 0,-1-1 0 0 0,0 1 0 0 0,1-1 0 0 0,-1 0 0 0 0,0 1 1 0 0,-1 1-1 0 0,-10 15 0 0 0,-1-1 0 0 0,-17 19 0 0 0,20-26 0 0 0,1 0 0 0 0,0 1 0 0 0,1 0 0 0 0,0 0 0 0 0,1 1 0 0 0,0 0 0 0 0,1 0 0 0 0,-7 17 0 0 0,12-26 0 0 0,1-1 0 0 0,-1 0 1 0 0,1 1-1 0 0,-1-1 0 0 0,1 0 0 0 0,0 1 0 0 0,0-1 1 0 0,0 0-1 0 0,0 1 0 0 0,0-1 0 0 0,0 0 1 0 0,1 1-1 0 0,-1-1 0 0 0,1 0 0 0 0,0 0 1 0 0,0 1-1 0 0,0-1 0 0 0,0 0 0 0 0,0 0 0 0 0,0 0 1 0 0,0 0-1 0 0,1 0 0 0 0,-1 0 0 0 0,1 0 1 0 0,-1-1-1 0 0,1 1 0 0 0,3 2 0 0 0,4 2-29 0 0,0-2 0 0 0,0 1 0 0 0,0-1 0 0 0,0 0-1 0 0,16 3 1 0 0,-17-5-710 0 0,0 1 1 0 0,0 0-1 0 0,0 0 0 0 0,0 0 1 0 0,-1 1-1 0 0,12 8 0 0 0,-12-6-730 0 0,-5-4 1108 0 0,-1 0-1 0 0,0-1 0 0 0,1 0 1 0 0,-1 1-1 0 0,1-1 0 0 0,-1 0 1 0 0,1 1-1 0 0,-1-1 0 0 0,1 0 1 0 0,0 0-1 0 0,0-1 0 0 0,0 1 1 0 0,3 1-1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2.7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43 1 3681 0 0,'0'2'576'0'0,"0"1"1"0"0,0 0 0 0 0,0 0-1 0 0,1-1 1 0 0,-1 1 0 0 0,1 0-1 0 0,0 0 1 0 0,0-1 0 0 0,0 1-1 0 0,0-1 1 0 0,0 1 0 0 0,0-1-1 0 0,1 1 1 0 0,-1-1 0 0 0,1 0-1 0 0,0 1 1 0 0,0-1 0 0 0,-1 0-1 0 0,1 0 1 0 0,4 2 0 0 0,-3-1 135 0 0,0 1 0 0 0,0-1 0 0 0,0 1 1 0 0,0-1-1 0 0,0 1 0 0 0,-1 0 0 0 0,0 0 1 0 0,3 7-1 0 0,-3 3-504 0 0,0-1 0 0 0,-1 1-1 0 0,-1-1 1 0 0,0 1 0 0 0,-1-1 0 0 0,-1 1 0 0 0,0-1 0 0 0,-4 14 0 0 0,-2 19 133 0 0,-12 89 293 0 0,7-63-533 0 0,3 0 0 0 0,0 133-1 0 0,15-7 57 0 0,-7-153-185 0 0,-2-1 0 0 0,-12 63-1 0 0,14-99-213 0 0,-1 5-777 0 0,0-1 0 0 0,0 25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3.3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80 0 14283 0 0,'-2'32'4714'0'0,"-23"45"-2450"0"0,-13 49-887 0 0,34-107-1195 0 0,0 1 0 0 0,1 0 1 0 0,1-1-1 0 0,1 30 0 0 0,1-45-136 0 0,0 1 1 0 0,1-1-1 0 0,-1 0 0 0 0,1 0 1 0 0,0 1-1 0 0,1-1 0 0 0,-1 0 1 0 0,1 0-1 0 0,-1 0 0 0 0,1 0 1 0 0,1 0-1 0 0,-1 0 0 0 0,0-1 1 0 0,1 1-1 0 0,0-1 0 0 0,0 0 1 0 0,3 4-1 0 0,0-3-2 0 0,-1 0 0 0 0,1 0 1 0 0,0-1-1 0 0,0 0 0 0 0,0 0 1 0 0,1 0-1 0 0,-1-1 0 0 0,1 0 0 0 0,-1 0 1 0 0,8 1-1 0 0,6 0-44 0 0,0-2 0 0 0,0 0 0 0 0,0-1 0 0 0,0 0-1 0 0,-1-2 1 0 0,34-7 0 0 0,-37 5-622 0 0,0 0 0 0 0,0-1 0 0 0,-1-1 0 0 0,0 0 0 0 0,20-11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3.5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 1 11522 0 0,'-14'13'10551'0'0,"14"-12"-10282"0"0,8 20 276 0 0,-2 0 1 0 0,-1 1-1 0 0,0 0 0 0 0,-2 0 0 0 0,2 26 0 0 0,-6 118 72 0 0,-2-116-1796 0 0,2 1 1 0 0,11 84-1 0 0,-6-111-6992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3.9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 5985 0 0,'5'-8'16276'0'0,"3"20"-16012"0"0,-1 0 0 0 0,-1 0 1 0 0,0 1-1 0 0,-1 0 0 0 0,0 0 0 0 0,-1 0 1 0 0,-1 1-1 0 0,0-1 0 0 0,2 25 1 0 0,-2 6 79 0 0,-7 78 1 0 0,0 22-477 0 0,5-126 121 0 0,0-1 1 0 0,2-1-1 0 0,0 1 0 0 0,1 0 1 0 0,0-1-1 0 0,10 22 1 0 0,-14-37-38 0 0,1 2-253 0 0,0 0-1 0 0,1-1 1 0 0,-1 1 0 0 0,1 0 0 0 0,-1-1 0 0 0,1 1 0 0 0,0-1 0 0 0,0 0 0 0 0,3 4-1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4.1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101 15 4033 0 0,'-1'-1'292'0'0,"-1"0"0"0"0,1-1 0 0 0,-1 1 1 0 0,1 0-1 0 0,-1 0 0 0 0,0 0 0 0 0,0 0 0 0 0,1 0 1 0 0,-1 0-1 0 0,0 0 0 0 0,0 1 0 0 0,0-1 0 0 0,0 1 0 0 0,0-1 1 0 0,0 1-1 0 0,0 0 0 0 0,0 0 0 0 0,0 0 0 0 0,0 0 1 0 0,0 0-1 0 0,0 0 0 0 0,0 0 0 0 0,0 1 0 0 0,0-1 0 0 0,0 1 1 0 0,0 0-1 0 0,0-1 0 0 0,1 1 0 0 0,-1 0 0 0 0,0 0 1 0 0,0 0-1 0 0,1 0 0 0 0,-1 0 0 0 0,0 1 0 0 0,1-1 0 0 0,-3 3 1 0 0,1-1 108 0 0,0 0 0 0 0,0 1 1 0 0,0-1-1 0 0,1 0 1 0 0,-1 1-1 0 0,1 0 0 0 0,0-1 1 0 0,0 1-1 0 0,1 0 1 0 0,-1 0-1 0 0,1 0 0 0 0,0 0 1 0 0,0 0-1 0 0,0 1 1 0 0,0-1-1 0 0,1 0 0 0 0,-1 5 1 0 0,2-7-323 0 0,0 0 0 0 0,-1 0 0 0 0,1 0 1 0 0,0 0-1 0 0,0 0 0 0 0,1 0 0 0 0,-1 0 0 0 0,0-1 1 0 0,1 1-1 0 0,-1 0 0 0 0,0-1 0 0 0,1 1 1 0 0,0-1-1 0 0,-1 1 0 0 0,1-1 0 0 0,0 0 0 0 0,0 0 1 0 0,0 0-1 0 0,0 0 0 0 0,0 0 0 0 0,3 1 0 0 0,47 13 653 0 0,-38-12-638 0 0,0-1 0 0 0,0-1 0 0 0,0 0 0 0 0,0 0 0 0 0,0-2 1 0 0,1 0-1 0 0,21-4 0 0 0,-25 2-1966 0 0,0 0 0 0 0,-1 0 0 0 0,14-7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5.2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97 320 6913 0 0,'-8'1'384'0'0,"-1"-1"0"0"0,0 0-1 0 0,1 0 1 0 0,-18-3-1 0 0,-10-8 4834 0 0,48 11-1412 0 0,19-4-3198 0 0,-16 1-359 0 0,81-11 1029 0 0,48-4 23 0 0,38 11-704 0 0,238 22 0 0 0,-271-8-596 0 0,0-6 0 0 0,190-23 0 0 0,125-42 15 0 0,-364 49 34 0 0,214-35 132 0 0,192-28 190 0 0,36 24-67 0 0,-513 56-587 0 0,-29-2 269 0 0,0 0-1 0 0,0 0 1 0 0,0 0-1 0 0,0 0 1 0 0,0 0-1 0 0,0 0 1 0 0,0 0-1 0 0,0 0 1 0 0,1 0-1 0 0,-1 0 1 0 0,0 0-1 0 0,0 0 1 0 0,0 0 0 0 0,0 0-1 0 0,0 0 1 0 0,0 0-1 0 0,0 0 1 0 0,0 0-1 0 0,0 0 1 0 0,0 0-1 0 0,0 0 1 0 0,1 0-1 0 0,-1 0 1 0 0,0 0-1 0 0,0 0 1 0 0,0 1-1 0 0,0-1 1 0 0,0 0-1 0 0,0 0 1 0 0,0 0-1 0 0,0 0 1 0 0,0 0-1 0 0,0 0 1 0 0,0 0 0 0 0,0 0-1 0 0,0 0 1 0 0,0 0-1 0 0,0 0 1 0 0,0 1-1 0 0,0-1 1 0 0,0 0-1 0 0,0 0 1 0 0,0 0-1 0 0,0 0 1 0 0,0 0-1 0 0,0 0 1 0 0,0 0-1 0 0,0 0 1 0 0,0 0-1 0 0,0 0 1 0 0,0 1-1 0 0,0-1 1 0 0,0 0-1 0 0,0 0 1 0 0,0 0-1 0 0,0 0 1 0 0,0 0 0 0 0,0 0-1 0 0,0 0 1 0 0,0 0-1 0 0,0 0 1 0 0,0 0-1 0 0,0 0 1 0 0,-1 0-1 0 0,-14 5-1552 0 0,-38 12-6298 0 0,8-2 3102 0 0,14-12 6308 0 0,29-3-1203 0 0,1 0 0 0 0,-1 0-1 0 0,1 0 1 0 0,-1 0 0 0 0,1 0-1 0 0,-1 0 1 0 0,1 1 0 0 0,0-1-1 0 0,-1 0 1 0 0,1 1 0 0 0,-1-1-1 0 0,1 1 1 0 0,0-1 0 0 0,-1 1-1 0 0,1 0 1 0 0,0 0 0 0 0,0-1-1 0 0,-1 1 1 0 0,1 0 0 0 0,0 0-1 0 0,0 0 1 0 0,0 0 0 0 0,0 0-1 0 0,0 1 1 0 0,0-1 0 0 0,1 0-1 0 0,-1 0 1 0 0,0 0-1 0 0,1 1 1 0 0,-2 1 0 0 0,1 2-78 0 0,1 0 0 0 0,0-1 0 0 0,-1 1 0 0 0,1 0 0 0 0,1-1 0 0 0,-1 1 0 0 0,1 0 0 0 0,1 7 0 0 0,1 1-194 0 0,1 0-1 0 0,0-1 1 0 0,0 1-1 0 0,1-1 1 0 0,1 0-1 0 0,0 0 1 0 0,1-1-1 0 0,13 19 1 0 0,-16-25-49 0 0,0 0 0 0 0,0-1 0 0 0,0 0 0 0 0,1 0 0 0 0,0 0 1 0 0,-1 0-1 0 0,1-1 0 0 0,1 1 0 0 0,-1-1 0 0 0,0-1 0 0 0,1 1 1 0 0,0-1-1 0 0,-1 0 0 0 0,1 0 0 0 0,0 0 0 0 0,0-1 1 0 0,0 0-1 0 0,0 0 0 0 0,0-1 0 0 0,0 0 0 0 0,8 0 0 0 0,-12 0 6 0 0,1-1 0 0 0,0 1 0 0 0,-1-1 0 0 0,1 1 0 0 0,-1-1 1 0 0,1 0-1 0 0,-1 0 0 0 0,0 0 0 0 0,1 0 0 0 0,-1 0 0 0 0,0-1 0 0 0,0 1 0 0 0,1-1 0 0 0,-1 1 0 0 0,0-1 0 0 0,-1 0 0 0 0,1 0 0 0 0,0 0 0 0 0,0 0 0 0 0,1-2 0 0 0,-1-1 23 0 0,0 0 0 0 0,0 0 1 0 0,0 1-1 0 0,0-1 0 0 0,-1 0 0 0 0,0 0 0 0 0,0-1 1 0 0,0 1-1 0 0,0-9 0 0 0,-2-5 48 0 0,0 0 0 0 0,-1 1 0 0 0,-1-1 0 0 0,-8-27-1 0 0,9 39-89 0 0,0 1-1 0 0,0 0 1 0 0,-1 0-1 0 0,0 1 1 0 0,0-1-1 0 0,0 0 1 0 0,0 1-1 0 0,-6-6 1 0 0,8 9-46 0 0,0 1 0 0 0,0 0 0 0 0,-1-1 0 0 0,1 1 0 0 0,0 0 0 0 0,-1 0 0 0 0,1 0 0 0 0,-1 0 0 0 0,0 0 0 0 0,1 0 0 0 0,-1 0 0 0 0,0 1 1 0 0,0-1-1 0 0,1 1 0 0 0,-1-1 0 0 0,0 1 0 0 0,0 0 0 0 0,0-1 0 0 0,1 1 0 0 0,-1 0 0 0 0,0 0 0 0 0,0 0 0 0 0,0 1 0 0 0,0-1 0 0 0,0 0 1 0 0,1 1-1 0 0,-1-1 0 0 0,0 1 0 0 0,0-1 0 0 0,1 1 0 0 0,-1 0 0 0 0,-1 1 0 0 0,-15 9-442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6.2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12 197 8754 0 0,'-11'-6'7099'0'0,"23"10"-6851"0"0,1 0 0 0 0,-1-1 1 0 0,1-1-1 0 0,0 1 0 0 0,0-2 1 0 0,0 0-1 0 0,0-1 0 0 0,17-1 1 0 0,111-19 271 0 0,-63 6-353 0 0,137-6 1537 0 0,262 8 1 0 0,-49 4-1044 0 0,140-32-57 0 0,-6-34 551 0 0,-523 66-1092 0 0,1 3-1 0 0,0 1 1 0 0,0 2 0 0 0,0 1-1 0 0,0 3 1 0 0,0 1 0 0 0,0 1-1 0 0,0 3 1 0 0,-1 1 0 0 0,50 18-1 0 0,-36-1-59 0 0,10 3-227 0 0,-58-26 74 0 0,1-1 0 0 0,-1 0 0 0 0,1 0 0 0 0,0 0 0 0 0,0-1-1 0 0,0 1 1 0 0,-1-2 0 0 0,1 1 0 0 0,0 0 0 0 0,5-2 0 0 0,49-15-2967 0 0,-36 6-3903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6.6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72 130 7834 0 0,'-18'-4'342'0'0,"14"3"138"0"0,0 0 1 0 0,1 0-1 0 0,-1 1 0 0 0,0 0 0 0 0,0-1 1 0 0,1 1-1 0 0,-7 1 0 0 0,9-1-322 0 0,0 1 0 0 0,0-1 0 0 0,0 1-1 0 0,0-1 1 0 0,0 1 0 0 0,0-1 0 0 0,0 1 0 0 0,0 0-1 0 0,1-1 1 0 0,-1 1 0 0 0,0 0 0 0 0,0 0 0 0 0,1 0-1 0 0,-1 0 1 0 0,0-1 0 0 0,1 1 0 0 0,-1 0 0 0 0,1 0-1 0 0,0 0 1 0 0,-1 0 0 0 0,1 0 0 0 0,0 0 0 0 0,-1 0-1 0 0,1 1 1 0 0,0-1 0 0 0,0 0 0 0 0,0 0-1 0 0,0 0 1 0 0,0 0 0 0 0,0 0 0 0 0,0 2 0 0 0,1 7 222 0 0,0-1 1 0 0,1 1-1 0 0,0-1 1 0 0,0 1-1 0 0,1-1 1 0 0,0 0-1 0 0,0 0 1 0 0,1 0-1 0 0,0 0 1 0 0,1-1-1 0 0,0 0 1 0 0,1 0-1 0 0,-1 0 1 0 0,13 13-1 0 0,-13-16-318 0 0,0 1-1 0 0,1-1 1 0 0,-1-1-1 0 0,1 1 1 0 0,0-1-1 0 0,0 0 1 0 0,1 0-1 0 0,-1 0 1 0 0,1-1-1 0 0,0 0 1 0 0,0-1-1 0 0,0 1 1 0 0,0-1-1 0 0,0-1 1 0 0,0 1-1 0 0,1-1 1 0 0,-1-1-1 0 0,0 1 1 0 0,15-2-1 0 0,-17 0-40 0 0,-1 0 1 0 0,1-1-1 0 0,0 0 0 0 0,-1 0 0 0 0,1 0 0 0 0,-1 0 1 0 0,0-1-1 0 0,0 0 0 0 0,0 1 0 0 0,0-2 0 0 0,0 1 1 0 0,-1 0-1 0 0,0-1 0 0 0,1 1 0 0 0,-1-1 0 0 0,0 0 1 0 0,-1 0-1 0 0,1 0 0 0 0,-1-1 0 0 0,0 1 0 0 0,0-1 1 0 0,0 1-1 0 0,0-1 0 0 0,1-7 0 0 0,1-5 55 0 0,0 1 0 0 0,-2-1-1 0 0,1 0 1 0 0,-2 0 0 0 0,-1-31-1 0 0,-1 41-150 0 0,0-1-1 0 0,0 0 0 0 0,0 1 0 0 0,-1-1 1 0 0,0 1-1 0 0,-1-1 0 0 0,0 1 0 0 0,0 0 1 0 0,0 0-1 0 0,-1 0 0 0 0,0 0 1 0 0,0 1-1 0 0,-6-7 0 0 0,8 11 40 0 0,-1-1-1 0 0,1 1 1 0 0,-1-1-1 0 0,0 1 1 0 0,0 0 0 0 0,0 0-1 0 0,0 0 1 0 0,0 0-1 0 0,-1 1 1 0 0,1-1 0 0 0,0 1-1 0 0,-1 0 1 0 0,1 0-1 0 0,-1 0 1 0 0,1 0 0 0 0,-1 1-1 0 0,1-1 1 0 0,-1 1-1 0 0,0 0 1 0 0,1 0 0 0 0,-1 1-1 0 0,0-1 1 0 0,1 1-1 0 0,-1-1 1 0 0,1 1-1 0 0,-1 0 1 0 0,1 0 0 0 0,0 1-1 0 0,-6 2 1 0 0,2-1-133 0 0,0 1 0 0 0,-1-1 0 0 0,2 2 0 0 0,-1-1 0 0 0,0 1 0 0 0,1 0-1 0 0,0 0 1 0 0,0 0 0 0 0,0 1 0 0 0,1 0 0 0 0,0 1 0 0 0,-5 6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7.8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 8930 0 0,'16'13'2307'0'0,"-13"-11"-1780"0"0,-1 1 0 0 0,1-1 0 0 0,-1 0-1 0 0,1 1 1 0 0,-1-1 0 0 0,0 1 0 0 0,0-1-1 0 0,0 1 1 0 0,2 4 0 0 0,-3-5-227 0 0,0-1-1 0 0,0 1 1 0 0,1-1 0 0 0,-1 1 0 0 0,0-1 0 0 0,1 0-1 0 0,-1 0 1 0 0,1 1 0 0 0,-1-1 0 0 0,1 0 0 0 0,-1 0-1 0 0,4 1 1 0 0,-5-2-324 0 0,1 0 1 0 0,-1 0-1 0 0,1 1 0 0 0,-1-1 0 0 0,0 0 0 0 0,1 0 0 0 0,-1 0 0 0 0,1 0 0 0 0,-1 0 1 0 0,1 0-1 0 0,-1 0 0 0 0,1 0 0 0 0,-1 0 0 0 0,1 0 0 0 0,-1 0 0 0 0,0 0 1 0 0,1 0-1 0 0,-1 0 0 0 0,1 0 0 0 0,-1 0 0 0 0,1 0 0 0 0,-1-1 0 0 0,1 1 0 0 0,-1 0 1 0 0,0 0-1 0 0,1-1 0 0 0,-1 1 0 0 0,0 0 0 0 0,1 0 0 0 0,-1-1 0 0 0,1 1 0 0 0,-1 0 1 0 0,0-1-1 0 0,0 1 0 0 0,1-1 0 0 0,-1 1 0 0 0,0 0 0 0 0,0-1 0 0 0,0 1 1 0 0,1-1-1 0 0,-1 1 0 0 0,0-1 0 0 0,0 1 0 0 0,0-1 0 0 0,0 1 0 0 0,0 0 0 0 0,0-1 1 0 0,0 1-1 0 0,0-1 0 0 0,0 1 0 0 0,0-1 0 0 0,0 1 0 0 0,0-1 0 0 0,1-3-260 0 0,0 1 0 0 0,1 0-1 0 0,-1 1 1 0 0,1-1-1 0 0,0 0 1 0 0,-1 0 0 0 0,1 1-1 0 0,4-5 1 0 0,8-12-1411 0 0,-12 12 515 0 0,-13 26-1127 0 0,7-10 2385 0 0,1-2 93 0 0,0 0 0 0 0,0-1 0 0 0,1 1 0 0 0,0 0 0 0 0,0 0 1 0 0,0 1-1 0 0,0 10 0 0 0,2-17-218 0 0,0-1 1 0 0,0 0-1 0 0,0 1 1 0 0,1-1 0 0 0,-1 0-1 0 0,0 1 1 0 0,0-1-1 0 0,0 0 1 0 0,1 1-1 0 0,-1-1 1 0 0,0 0-1 0 0,0 1 1 0 0,1-1 0 0 0,-1 0-1 0 0,0 0 1 0 0,1 1-1 0 0,-1-1 1 0 0,0 0-1 0 0,1 0 1 0 0,-1 1-1 0 0,0-1 1 0 0,1 0 0 0 0,-1 0-1 0 0,0 0 1 0 0,1 0-1 0 0,-1 0 1 0 0,1 0-1 0 0,-1 0 1 0 0,0 0-1 0 0,1 0 1 0 0,-1 0 0 0 0,0 0-1 0 0,1 0 1 0 0,-1 0-1 0 0,1 0 1 0 0,-1 0-1 0 0,0 0 1 0 0,1 0-1 0 0,-1 0 1 0 0,1 0 0 0 0,-1 0-1 0 0,0-1 1 0 0,1 1-1 0 0,-1 0 1 0 0,0 0-1 0 0,1-1 1 0 0,-1 1-1 0 0,0 0 1 0 0,0 0 0 0 0,1-1-1 0 0,-1 1 1 0 0,0 0-1 0 0,0-1 1 0 0,1 1-1 0 0,-1 0 1 0 0,0-1-1 0 0,0 1 1 0 0,0 0 0 0 0,1-1-1 0 0,-1 0-183 0 0,1 0-1 0 0,0 0 1 0 0,-1 1 0 0 0,1-1-1 0 0,0 0 1 0 0,-1 0-1 0 0,1 0 1 0 0,-1 1 0 0 0,1-1-1 0 0,-1 0 1 0 0,0 0 0 0 0,1 0-1 0 0,-1 0 1 0 0,0 0 0 0 0,0 0-1 0 0,0 0 1 0 0,1 0-1 0 0,-1 0 1 0 0,0 0 0 0 0,0 0-1 0 0,0 0 1 0 0,-1 0 0 0 0,1 0-1 0 0,0 0 1 0 0,0 0-1 0 0,0 0 1 0 0,-1 0 0 0 0,0-1-1 0 0,-8-8 140 0 0,8 9 98 0 0,0 0-1 0 0,0 1 0 0 0,0-1 1 0 0,0 0-1 0 0,0 0 0 0 0,1 0 1 0 0,-1 0-1 0 0,0 0 0 0 0,0 0 0 0 0,1 0 1 0 0,-1 0-1 0 0,0 0 0 0 0,1 0 1 0 0,0-1-1 0 0,-1 1 0 0 0,1 0 1 0 0,-1 0-1 0 0,1 0 0 0 0,0-1 1 0 0,0 1-1 0 0,0 0 0 0 0,0 0 0 0 0,0-1 1 0 0,0 1-1 0 0,0 0 0 0 0,0 0 1 0 0,0-1-1 0 0,1 1 0 0 0,-1 0 1 0 0,0 0-1 0 0,1 0 0 0 0,-1 0 1 0 0,1-1-1 0 0,0 1 0 0 0,-1 0 1 0 0,1 0-1 0 0,0 0 0 0 0,-1 0 0 0 0,2-1 1 0 0,2-2-7 0 0,-5 8 0 0 0,0 0 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8.08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2 6449 0 0,'-9'-1'12627'0'0,"9"5"-11824"0"0,-4 96 2470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09.7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32 1 12443 0 0,'-1'0'177'0'0,"0"0"0"0"0,0-1 1 0 0,0 1-1 0 0,0 0 0 0 0,0 0 1 0 0,0 0-1 0 0,-1 0 0 0 0,1 0 1 0 0,0 1-1 0 0,0-1 0 0 0,0 0 1 0 0,0 0-1 0 0,0 1 0 0 0,0-1 1 0 0,0 1-1 0 0,0-1 0 0 0,0 1 1 0 0,0-1-1 0 0,0 1 0 0 0,0 0 1 0 0,1-1-1 0 0,-1 1 0 0 0,0 0 1 0 0,0 0-1 0 0,1-1 0 0 0,-1 1 1 0 0,0 0-1 0 0,1 0 0 0 0,-1 0 1 0 0,1 0-1 0 0,-1 0 0 0 0,1 0 1 0 0,-1 0-1 0 0,1 0 0 0 0,0 0 0 0 0,-1 0 1 0 0,1 0-1 0 0,0 0 0 0 0,0 0 1 0 0,0 1-1 0 0,0-1 0 0 0,0 0 1 0 0,0 0-1 0 0,0 0 0 0 0,0 0 1 0 0,1 2-1 0 0,1 5 161 0 0,1 0 0 0 0,0 0 0 0 0,0 0 0 0 0,8 14-1 0 0,-4-9-63 0 0,7 22-101 0 0,0 1 1 0 0,-3 0-1 0 0,11 58 1 0 0,8 115 405 0 0,-30-209-579 0 0,1 17-585 0 0,0 1 1 0 0,0-1-1 0 0,-4 20 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0.3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38 456 0 0,'2'-1'13424'0'0,"18"-9"-10039"0"0,31-10-1551 0 0,-39 18-1663 0 0,0 0 0 0 0,0 0 0 0 0,0 1 0 0 0,1 1 0 0 0,-1 0 0 0 0,0 1 0 0 0,0 0 0 0 0,0 1 1 0 0,0 0-1 0 0,0 1 0 0 0,0 1 0 0 0,12 4 0 0 0,-18-5-100 0 0,-1-1 0 0 0,0 1 0 0 0,1 0 1 0 0,-1 1-1 0 0,0-1 0 0 0,0 1 0 0 0,-1 0 0 0 0,1 0 0 0 0,-1 1 0 0 0,0-1 1 0 0,0 1-1 0 0,0 0 0 0 0,-1 0 0 0 0,0 0 0 0 0,0 1 0 0 0,0-1 1 0 0,-1 1-1 0 0,1-1 0 0 0,-1 1 0 0 0,-1 0 0 0 0,1 0 0 0 0,-1 0 0 0 0,0 0 1 0 0,0 0-1 0 0,-1 12 0 0 0,-1-3-71 0 0,0-1 0 0 0,-1 1 0 0 0,-1 0 0 0 0,-6 17 0 0 0,-5 35 0 0 0,14-66-1 0 0,0-1-1 0 0,0 1 1 0 0,0 0-1 0 0,0-1 1 0 0,0 1-1 0 0,0-1 1 0 0,0 1-1 0 0,1 0 1 0 0,-1-1-1 0 0,0 1 1 0 0,0-1 0 0 0,1 1-1 0 0,-1 0 1 0 0,0-1-1 0 0,1 1 1 0 0,-1-1-1 0 0,1 1 1 0 0,-1-1-1 0 0,0 0 1 0 0,1 1 0 0 0,-1-1-1 0 0,1 1 1 0 0,-1-1-1 0 0,1 0 1 0 0,0 1-1 0 0,-1-1 1 0 0,1 0-1 0 0,-1 0 1 0 0,1 1 0 0 0,0-1-1 0 0,-1 0 1 0 0,1 0-1 0 0,-1 0 1 0 0,1 0-1 0 0,0 0 1 0 0,-1 0-1 0 0,1 0 1 0 0,0 0 0 0 0,-1 0-1 0 0,2 0 1 0 0,39-4-104 0 0,-12 0 61 0 0,-22 5 44 0 0,-1-1-1 0 0,0 1 1 0 0,0 0-1 0 0,0 0 1 0 0,0 1 0 0 0,0-1-1 0 0,0 1 1 0 0,-1 1-1 0 0,9 3 1 0 0,-12-4 1 0 0,0-1-1 0 0,0 1 1 0 0,0-1 0 0 0,-1 1 0 0 0,1 0 0 0 0,0 0-1 0 0,-1 0 1 0 0,1 0 0 0 0,-1 0 0 0 0,1 0-1 0 0,-1 0 1 0 0,0 1 0 0 0,0-1 0 0 0,0 0-1 0 0,0 1 1 0 0,-1-1 0 0 0,1 0 0 0 0,-1 1 0 0 0,1-1-1 0 0,-1 1 1 0 0,0-1 0 0 0,0 1 0 0 0,0-1-1 0 0,0 1 1 0 0,-1 3 0 0 0,-5 31 163 0 0,-2 0 0 0 0,-1 0 0 0 0,-2-1 0 0 0,-1-1 0 0 0,-21 42 0 0 0,31-71-140 0 0,-1-1 0 0 0,0 0 0 0 0,0 0-1 0 0,0 0 1 0 0,-1-1 0 0 0,0 1 0 0 0,1-1 0 0 0,-2 0 0 0 0,-6 6-1 0 0,-15 3-6858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4.6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1989 1 3225 0 0,'1'0'-72'0'0,"-1"0"0"0"0,1 0 0 0 0,0 1 0 0 0,0-1 1 0 0,0 1-1 0 0,-1-1 0 0 0,1 0 0 0 0,0 1 0 0 0,-1-1 0 0 0,1 1 1 0 0,0 0-1 0 0,-1-1 0 0 0,1 1 0 0 0,0-1 0 0 0,-1 1 0 0 0,1 0 1 0 0,-1 0-1 0 0,1-1 0 0 0,-1 1 0 0 0,0 0 0 0 0,1 0 1 0 0,-1-1-1 0 0,0 1 0 0 0,0 0 0 0 0,1 0 0 0 0,-1 1 0 0 0,0 1 14 0 0,0-1 0 0 0,0 0-1 0 0,-1 0 1 0 0,1 1 0 0 0,-1-1-1 0 0,1 0 1 0 0,-1 0 0 0 0,0 0-1 0 0,0 0 1 0 0,-1 3 0 0 0,-1 0 173 0 0,0 0 1 0 0,0 0-1 0 0,-1 0 1 0 0,0 0 0 0 0,0-1-1 0 0,0 1 1 0 0,-6 4-1 0 0,8-8 562 0 0,0 0 0 0 0,1-1 1 0 0,-1 1-1 0 0,0 0 0 0 0,0-1 0 0 0,0 0 0 0 0,1 1 0 0 0,-1-1 0 0 0,0 0 0 0 0,0 0 0 0 0,0 0 0 0 0,0 0 0 0 0,1 0 0 0 0,-1-1 0 0 0,-3 0 1 0 0,-34-11 3188 0 0,1 1-2850 0 0,-14 8-276 0 0,-79 6-1 0 0,50 1-41 0 0,-502 43-21 0 0,347-7-753 0 0,-32 3 2 0 0,150-29 226 0 0,-62 4 377 0 0,147-16-445 0 0,0-2 0 0 0,1-1 1 0 0,-48-9-1 0 0,64 8 12 0 0,16 2-123 0 0,0 0 1 0 0,0 0-1 0 0,-1 0 0 0 0,1 0 0 0 0,0 0 1 0 0,-1 0-1 0 0,1-1 0 0 0,0 1 0 0 0,-1 0 1 0 0,1 0-1 0 0,0 0 0 0 0,0 0 0 0 0,-1 1 1 0 0,1-1-1 0 0,0 0 0 0 0,-1 0 0 0 0,1 0 1 0 0,0 0-1 0 0,0 0 0 0 0,-1 0 0 0 0,1 0 1 0 0,0 0-1 0 0,0 1 0 0 0,-1-1 0 0 0,1 0 1 0 0,0 0-1 0 0,0 0 0 0 0,-1 1 0 0 0,1-1 1 0 0,0 0-1 0 0,0 0 0 0 0,0 1 0 0 0,0-1 1 0 0,-1 0-1 0 0,1 0 0 0 0,0 1 0 0 0,0-1 1 0 0,0 1-1 0 0,1 3-924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4.9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29 0 10594 0 0,'-6'7'3748'0'0,"6"-7"-3540"0"0,0 1 0 0 0,-1-1 1 0 0,1 1-1 0 0,0-1 0 0 0,0 1 0 0 0,0-1 1 0 0,0 1-1 0 0,0-1 0 0 0,0 1 0 0 0,0 0 0 0 0,-6 24 1594 0 0,6-24-1788 0 0,-6 36 631 0 0,1 0-1 0 0,2 0 1 0 0,2 0 0 0 0,3 38-1 0 0,25 148 546 0 0,-14-162-1075 0 0,3-1 0 0 0,3 0 0 0 0,51 109 0 0 0,-30-75-123 0 0,-35-82-26 0 0,-1-1 0 0 0,0 1 0 0 0,-1 0 0 0 0,2 20-1 0 0,-5 3-7148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5.7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93 1 6305 0 0,'-1'2'197'0'0,"-1"0"-1"0"0,0 0 1 0 0,1 0-1 0 0,-1 0 1 0 0,0-1-1 0 0,0 1 1 0 0,0-1-1 0 0,0 1 1 0 0,-1-1-1 0 0,1 0 1 0 0,0 1-1 0 0,-1-1 1 0 0,-3 1-1 0 0,-19 12 1589 0 0,21-11-1416 0 0,0 1 1 0 0,1 0-1 0 0,-1 0 0 0 0,1 0 1 0 0,0 1-1 0 0,0-1 0 0 0,1 1 1 0 0,-1 0-1 0 0,-2 7 0 0 0,5-11-266 0 0,0 0 0 0 0,-1 0 0 0 0,1 1-1 0 0,0-1 1 0 0,-1 0 0 0 0,1 0 0 0 0,0 1-1 0 0,0-1 1 0 0,0 0 0 0 0,0 1 0 0 0,0-1-1 0 0,1 0 1 0 0,-1 1 0 0 0,0-1 0 0 0,1 0 0 0 0,-1 0-1 0 0,0 1 1 0 0,1-1 0 0 0,0 0 0 0 0,-1 0-1 0 0,1 0 1 0 0,0 0 0 0 0,-1 0 0 0 0,1 0 0 0 0,0 0-1 0 0,0 0 1 0 0,0 0 0 0 0,0 0 0 0 0,0 0-1 0 0,0 0 1 0 0,0 0 0 0 0,0-1 0 0 0,0 1 0 0 0,1-1-1 0 0,-1 1 1 0 0,0-1 0 0 0,0 1 0 0 0,0-1-1 0 0,1 1 1 0 0,-1-1 0 0 0,2 0 0 0 0,144 36 2219 0 0,-102-29-2322 0 0,-32-6-35 0 0,0 1 0 0 0,-1 1-1 0 0,0 0 1 0 0,13 4-1 0 0,-24-6 35 0 0,0-1-1 0 0,0 1 1 0 0,0 0 0 0 0,0-1-1 0 0,-1 1 1 0 0,1 0-1 0 0,0-1 1 0 0,0 1-1 0 0,-1 0 1 0 0,1 0-1 0 0,0 0 1 0 0,-1-1-1 0 0,1 1 1 0 0,0 0-1 0 0,-1 0 1 0 0,0 0-1 0 0,1 0 1 0 0,-1 0-1 0 0,1 0 1 0 0,-1 0-1 0 0,0 0 1 0 0,0 1-1 0 0,0-1 1 0 0,0 0-1 0 0,0 0 1 0 0,0 0-1 0 0,0 0 1 0 0,0 0-1 0 0,0 0 1 0 0,0 0-1 0 0,0 0 1 0 0,-1 0-1 0 0,1 0 1 0 0,0 0-1 0 0,-1 0 1 0 0,1 0-1 0 0,-1 0 1 0 0,1 0-1 0 0,-1 0 1 0 0,0 0-1 0 0,1 0 1 0 0,-2 0-1 0 0,-3 8-17 0 0,-1 0-1 0 0,-1-1 1 0 0,-8 10 0 0 0,11-14 16 0 0,-88 84-100 0 0,71-71 95 0 0,1 1 0 0 0,0 2 0 0 0,1 0 0 0 0,1 0 0 0 0,1 2 0 0 0,-16 27-1 0 0,32-48 9 0 0,1 0-1 0 0,-1 0 1 0 0,1-1-1 0 0,-1 1 1 0 0,1 0-1 0 0,0 0 0 0 0,-1 0 1 0 0,1 0-1 0 0,0 0 1 0 0,-1 0-1 0 0,1 0 0 0 0,0 0 1 0 0,0 0-1 0 0,0 0 1 0 0,0 0-1 0 0,0 0 0 0 0,0 1 1 0 0,0-1-1 0 0,1 0 1 0 0,-1 0-1 0 0,0 0 1 0 0,1 0-1 0 0,-1 0 0 0 0,0-1 1 0 0,1 2-1 0 0,0 0 10 0 0,1-1-1 0 0,-1 0 1 0 0,0 0-1 0 0,0 0 1 0 0,1 0-1 0 0,-1-1 1 0 0,1 1-1 0 0,-1 0 1 0 0,1-1-1 0 0,-1 1 1 0 0,1 0-1 0 0,-1-1 1 0 0,1 0-1 0 0,2 1 1 0 0,8 0 93 0 0,1 0 1 0 0,-1-1-1 0 0,19-1 1 0 0,-20 0-21 0 0,12-1 114 0 0,35-2 247 0 0,-55 4-429 0 0,-1 0-1 0 0,0 0 1 0 0,1 1 0 0 0,-1-1 0 0 0,0 1-1 0 0,1-1 1 0 0,-1 1 0 0 0,0 0-1 0 0,1-1 1 0 0,-1 1 0 0 0,0 0 0 0 0,0 1-1 0 0,0-1 1 0 0,0 0 0 0 0,0 1 0 0 0,0-1-1 0 0,0 1 1 0 0,2 2 0 0 0,-4-3-7 0 0,1 0 0 0 0,-1 0 0 0 0,0 0 1 0 0,0 0-1 0 0,0 0 0 0 0,0 0 0 0 0,0 0 0 0 0,0-1 0 0 0,0 1 1 0 0,0 0-1 0 0,0 0 0 0 0,-1 0 0 0 0,1 0 0 0 0,0 0 1 0 0,0-1-1 0 0,-1 1 0 0 0,1 0 0 0 0,-1 0 0 0 0,1 0 1 0 0,-1-1-1 0 0,1 1 0 0 0,-1 1 0 0 0,-16 19 146 0 0,12-15-138 0 0,-13 16 9 0 0,-26 37 86 0 0,40-54-102 0 0,1 1-1 0 0,0 0 1 0 0,0 0 0 0 0,1 0-1 0 0,-1 0 1 0 0,1 1 0 0 0,1-1-1 0 0,-3 11 1 0 0,4-15-107 0 0,1-1 0 0 0,-1 0 0 0 0,0 1 0 0 0,0-1 0 0 0,0 0-1 0 0,1 1 1 0 0,-1-1 0 0 0,1 0 0 0 0,-1 0 0 0 0,1 0 0 0 0,-1 1 0 0 0,1-1 0 0 0,0 0 0 0 0,-1 0 0 0 0,1 0 0 0 0,0 0 0 0 0,0 0 0 0 0,0 0 0 0 0,0 0 0 0 0,0-1-1 0 0,0 1 1 0 0,0 0 0 0 0,0 0 0 0 0,0-1 0 0 0,0 1 0 0 0,1 0 0 0 0,-1-1 0 0 0,0 0 0 0 0,0 1 0 0 0,1-1 0 0 0,-1 0 0 0 0,2 1 0 0 0,7 1-1261 0 0,1 0 1 0 0,0 0-1 0 0,12-1 0 0 0,2 1-210 0 0,-6 1-1442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6.3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0 1368 0 0,'-35'24'14825'0'0,"35"-24"-14638"0"0,-1 1-1 0 0,1 0 1 0 0,0 0-1 0 0,0 0 1 0 0,0-1-1 0 0,0 1 1 0 0,0 0 0 0 0,0 0-1 0 0,0 0 1 0 0,0 0-1 0 0,0-1 1 0 0,0 1-1 0 0,0 0 1 0 0,0 0-1 0 0,0-1 1 0 0,1 1 0 0 0,-1 0-1 0 0,0 0 1 0 0,1-1-1 0 0,-1 1 1 0 0,1 0-1 0 0,-1 0 1 0 0,1-1-1 0 0,-1 1 1 0 0,1-1 0 0 0,-1 1-1 0 0,1 0 1 0 0,0 0-1 0 0,5 6 118 0 0,0 1 0 0 0,-1 0 0 0 0,-1 1 0 0 0,1-1 0 0 0,-1 1 0 0 0,-1 0 0 0 0,5 15-1 0 0,11 72 117 0 0,-11-55-271 0 0,-7-32-130 0 0,64 283 244 0 0,-11-15-199 0 0,-42-201-56 0 0,0-8 3 0 0,-3-21 12 0 0,-2 1 0 0 0,2 93 0 0 0,-8-121 7 0 0,0-1-1 0 0,1 0 1 0 0,1 0-1 0 0,9 30 1 0 0,5 32 46 0 0,-13-26-23 0 0,-4-43-54 0 0,0-1 0 0 0,1 0-1 0 0,0 1 1 0 0,1-1 0 0 0,0 0 0 0 0,1 0 0 0 0,0 0 0 0 0,0-1 0 0 0,2 1 0 0 0,7 15-1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6.9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36 35 3225 0 0,'-3'3'481'0'0,"1"-1"-1"0"0,-1 0 1 0 0,1 0 0 0 0,-1 1 0 0 0,1 0 0 0 0,0-1 0 0 0,0 1 0 0 0,0 0 0 0 0,0 0 0 0 0,-2 6-1 0 0,2-7-124 0 0,1 0-1 0 0,0 1 0 0 0,0-1 0 0 0,1 0 0 0 0,-1 0 0 0 0,0 1 0 0 0,1-1 0 0 0,-1 0 0 0 0,1 1 0 0 0,0-1 1 0 0,0 1-1 0 0,0-1 0 0 0,0 1 0 0 0,0-1 0 0 0,0 0 0 0 0,1 4 0 0 0,0-5-279 0 0,0 0 0 0 0,0 0-1 0 0,0-1 1 0 0,-1 1 0 0 0,1 0 0 0 0,0 0-1 0 0,0-1 1 0 0,0 1 0 0 0,0-1 0 0 0,0 1-1 0 0,1-1 1 0 0,-1 1 0 0 0,0-1 0 0 0,0 0-1 0 0,0 1 1 0 0,0-1 0 0 0,0 0 0 0 0,1 0-1 0 0,-1 0 1 0 0,0 0 0 0 0,0 0 0 0 0,0 0-1 0 0,3 0 1 0 0,32-7 558 0 0,-27 5-313 0 0,23-2 46 0 0,45-1 0 0 0,-46 4 72 0 0,56-9 0 0 0,-12-5-95 0 0,1 3 0 0 0,1 3-1 0 0,98 1 1 0 0,-103 8-19 0 0,-1-4 0 0 0,116-22 0 0 0,-145 19-112 0 0,0 1-1 0 0,1 2 1 0 0,-1 1-1 0 0,1 3 1 0 0,0 2 0 0 0,71 11-1 0 0,-74-7 10 0 0,-1-1 1 0 0,1-3-1 0 0,0-1 0 0 0,55-5 0 0 0,-88 4-253 0 0,12-2-198 0 0,-18 2 221 0 0,-1 0-1 0 0,1 0 0 0 0,-1 0 0 0 0,1 0 0 0 0,-1 0 0 0 0,1-1 0 0 0,-1 1 0 0 0,1 0 0 0 0,-1 0 0 0 0,0 0 0 0 0,1-1 0 0 0,-1 1 1 0 0,1 0-1 0 0,-1 0 0 0 0,0-1 0 0 0,1 1 0 0 0,-1 0 0 0 0,0-1 0 0 0,1 1 0 0 0,-1-1 0 0 0,0 1 0 0 0,1 0 0 0 0,-1-1 0 0 0,0 1 1 0 0,0-1-1 0 0,0 1 0 0 0,1-1 0 0 0,-1 1 0 0 0,0 0 0 0 0,0-2 0 0 0,0-1-367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8.64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 15 7370 0 0,'-20'-15'10488'0'0,"27"34"-7474"0"0,20 44-1349 0 0,-2-8-1263 0 0,35 114 0 0 0,-46-102-456 0 0,10 38 154 0 0,-20-95-275 0 0,-1 1 0 0 0,1-1-1 0 0,1 1 1 0 0,0-1 0 0 0,1-1 0 0 0,0 1 0 0 0,7 9 0 0 0,-6-11-823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8.9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39 0 3209 0 0,'-39'13'13207'0'0,"40"-12"-12992"0"0,7 13 802 0 0,33 46 1703 0 0,-15-24-1820 0 0,34 63 1 0 0,-45-71-961 0 0,53 118 806 0 0,-57-119-1560 0 0,-1 1 0 0 0,-2 0 1 0 0,8 42-1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19.2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96 18 2304 0 0,'-10'-18'8245'0'0,"-1"25"-5843"0"0,2 7-1929 0 0,0-1-1 0 0,1 1 1 0 0,0 1 0 0 0,1-1 0 0 0,1 1 0 0 0,0 1 0 0 0,1-1-1 0 0,1 1 1 0 0,0 0 0 0 0,1 0 0 0 0,1 0 0 0 0,-1 24-1 0 0,3-37-312 0 0,0 0-1 0 0,0 0 1 0 0,0 0-1 0 0,1 1 1 0 0,-1-1-1 0 0,1 0 0 0 0,-1 0 1 0 0,1 0-1 0 0,0 0 1 0 0,0 0-1 0 0,1 0 1 0 0,-1 0-1 0 0,1 0 0 0 0,-1 0 1 0 0,1-1-1 0 0,0 1 1 0 0,0-1-1 0 0,0 1 1 0 0,0-1-1 0 0,4 3 1 0 0,-3-3-120 0 0,0-1 1 0 0,0 1 0 0 0,0-1 0 0 0,0 0-1 0 0,0 0 1 0 0,1 0 0 0 0,-1 0 0 0 0,0-1-1 0 0,1 0 1 0 0,-1 1 0 0 0,0-1 0 0 0,1 0 0 0 0,-1 0-1 0 0,1-1 1 0 0,-1 1 0 0 0,0-1 0 0 0,1 0-1 0 0,-1 0 1 0 0,4-1 0 0 0,105-45 306 0 0,-78 31-1977 0 0,62-20-1 0 0,-78 31 664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4.5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21 13827 0 0,'-3'-21'5379'0'0,"7"29"-2874"0"0,9 30-1662 0 0,9 64-510 0 0,-5 1 0 0 0,-4 1 0 0 0,-1 137 0 0 0,-25-4-8185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4.94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1 360 8754 0 0,'0'-27'859'0'0,"2"0"1"0"0,0 0 0 0 0,2 1-1 0 0,10-38 1 0 0,-9 49-164 0 0,-1 1-1 0 0,2 0 1 0 0,0 0 0 0 0,1 1 0 0 0,0-1 0 0 0,1 1-1 0 0,0 1 1 0 0,1 0 0 0 0,15-17 0 0 0,-19 25-561 0 0,0 0 0 0 0,0 0 1 0 0,0 0-1 0 0,1 1 0 0 0,0 0 1 0 0,-1 0-1 0 0,1 1 1 0 0,0-1-1 0 0,0 1 0 0 0,0 0 1 0 0,0 1-1 0 0,9-2 0 0 0,-13 3-127 0 0,-1 0-1 0 0,1-1 0 0 0,0 1 0 0 0,0 0 0 0 0,0 0 0 0 0,0 0 0 0 0,-1 1 0 0 0,1-1 0 0 0,0 0 0 0 0,0 1 0 0 0,0-1 0 0 0,-1 1 1 0 0,1-1-1 0 0,0 1 0 0 0,-1 0 0 0 0,1 0 0 0 0,-1 0 0 0 0,1 0 0 0 0,-1 0 0 0 0,1 0 0 0 0,-1 0 0 0 0,1 1 0 0 0,-1-1 0 0 0,0 0 1 0 0,0 1-1 0 0,0-1 0 0 0,0 1 0 0 0,0-1 0 0 0,0 1 0 0 0,0 0 0 0 0,0-1 0 0 0,-1 1 0 0 0,1 0 0 0 0,-1-1 0 0 0,1 1 1 0 0,-1 0-1 0 0,0 0 0 0 0,1 0 0 0 0,-1 0 0 0 0,0-1 0 0 0,0 1 0 0 0,0 0 0 0 0,-1 0 0 0 0,1 0 0 0 0,-1 2 0 0 0,-1 9 7 0 0,-1-1-1 0 0,0 0 0 0 0,-1 0 0 0 0,-1 0 0 0 0,0-1 0 0 0,0 1 0 0 0,-1-1 0 0 0,0-1 0 0 0,-16 20 1 0 0,9-11 99 0 0,-16 33 0 0 0,28-50-93 0 0,0 1 0 0 0,0-1 0 0 0,0 1 0 0 0,1 0-1 0 0,-1-1 1 0 0,1 1 0 0 0,-1 0 0 0 0,1 0 0 0 0,0-1 0 0 0,0 1 0 0 0,1 0 0 0 0,-1-1 0 0 0,0 1 0 0 0,1 0 0 0 0,0-1 0 0 0,-1 1 0 0 0,1 0-1 0 0,0-1 1 0 0,0 1 0 0 0,1-1 0 0 0,-1 0 0 0 0,0 1 0 0 0,1-1 0 0 0,-1 0 0 0 0,1 0 0 0 0,0 0 0 0 0,0 0 0 0 0,3 3 0 0 0,7 5 134 0 0,0-1 1 0 0,0 0-1 0 0,1-1 1 0 0,14 7 0 0 0,-5-3-82 0 0,18 14-193 0 0,-28-17-303 0 0,1 0 1 0 0,-1-1 0 0 0,1-1-1 0 0,1 0 1 0 0,0-1-1 0 0,0 0 1 0 0,15 3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3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91 111 2304 0 0,'-8'-50'4356'0'0,"8"43"-2805"0"0,0 0 0 0 0,-1 0-1 0 0,0 0 1 0 0,-1 0 0 0 0,0 0 0 0 0,-4-12 0 0 0,1 30 2665 0 0,-1 22-3513 0 0,-51 297 347 0 0,56-318-1182 0 0,0-1 0 0 0,0 1 0 0 0,1 0 0 0 0,3 21 0 0 0,-3-29-34 0 0,1 0 0 0 0,0 0 0 0 0,0 0 0 0 0,0-1 0 0 0,1 1 0 0 0,-1 0 0 0 0,1 0 0 0 0,0-1 0 0 0,0 1 0 0 0,0-1 0 0 0,1 0 0 0 0,-1 1 0 0 0,1-1 0 0 0,-1 0 0 0 0,1-1 0 0 0,0 1 1 0 0,5 3-1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5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58 456 0 0,'0'-5'-801'0'0,"20"-47"19735"0"0,-18 52-18522 0 0,19 2 577 0 0,-13 0-711 0 0,0 2-1 0 0,0-1 1 0 0,-1 1 0 0 0,1 0 0 0 0,-1 1 0 0 0,0-1 0 0 0,0 2 0 0 0,0-1 0 0 0,9 10 0 0 0,6 9 59 0 0,22 28 1 0 0,-27-30-291 0 0,0 1-1 0 0,-2 1 1 0 0,24 47 0 0 0,-34-57-829 0 0,0 0 1 0 0,6 25-1 0 0,-7-20-6885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7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2 153 2761 0 0,'-2'-12'6131'0'0,"3"11"-5945"0"0,14-12 3019 0 0,27-6-917 0 0,-37 17-1710 0 0,1 0-293 0 0,185-85 640 0 0,-162 71-937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5.9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 1 11058 0 0,'-1'1'158'0'0,"1"0"-1"0"0,-1 0 0 0 0,1 0 0 0 0,-1 0 0 0 0,1 0 0 0 0,0 0 0 0 0,-1 1 1 0 0,1-1-1 0 0,0 0 0 0 0,0 0 0 0 0,0 0 0 0 0,-1 0 0 0 0,1 1 0 0 0,1-1 1 0 0,-1 0-1 0 0,0 0 0 0 0,0 0 0 0 0,0 0 0 0 0,1 3 0 0 0,10 28 3181 0 0,-5-16-2310 0 0,4 23 1058 0 0,8 71 0 0 0,-8 42-5275 0 0,-9-132-3902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6.35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0 127 4609 0 0,'2'-5'265'0'0,"0"0"-1"0"0,0 0 1 0 0,0-1 0 0 0,0 2-1 0 0,1-1 1 0 0,0 0 0 0 0,0 0 0 0 0,0 1-1 0 0,0 0 1 0 0,1 0 0 0 0,0 0-1 0 0,0 0 1 0 0,0 0 0 0 0,0 1-1 0 0,10-6 1 0 0,-2 1 442 0 0,0 1-1 0 0,1 0 0 0 0,-1 0 1 0 0,2 2-1 0 0,13-5 1 0 0,-22 8-383 0 0,0 1 0 0 0,1 0 1 0 0,-1 0-1 0 0,1 0 0 0 0,-1 1 0 0 0,1-1 1 0 0,-1 1-1 0 0,1 1 0 0 0,-1-1 0 0 0,11 3 1 0 0,-14-3-207 0 0,-1 1 0 0 0,0-1 0 0 0,1 1 1 0 0,-1 0-1 0 0,0-1 0 0 0,1 1 1 0 0,-1 0-1 0 0,0 0 0 0 0,0 0 0 0 0,0 0 1 0 0,0 0-1 0 0,0 0 0 0 0,0 0 1 0 0,0 0-1 0 0,0 0 0 0 0,0 1 0 0 0,1 1 1 0 0,-2 0-56 0 0,1-1 0 0 0,-1 0 0 0 0,1 1 0 0 0,-1-1 0 0 0,0 1 0 0 0,0-1 0 0 0,0 0 0 0 0,0 1 0 0 0,0-1 0 0 0,0 1 0 0 0,-1-1 0 0 0,1 0 0 0 0,-1 1 0 0 0,-1 2 0 0 0,-4 12-312 0 0,-2-1 0 0 0,0 1 0 0 0,-15 22 0 0 0,12-22-83 0 0,2 0 0 0 0,-12 27 0 0 0,21-43 324 0 0,-1 0 0 0 0,0 0 1 0 0,1 0-1 0 0,0 1 0 0 0,-1-1 1 0 0,1 0-1 0 0,0 0 0 0 0,0 1 1 0 0,0-1-1 0 0,0 0 0 0 0,0 1 1 0 0,0-1-1 0 0,0 0 0 0 0,0 1 1 0 0,0-1-1 0 0,0 0 1 0 0,1 0-1 0 0,-1 1 0 0 0,1-1 1 0 0,-1 0-1 0 0,1 0 0 0 0,-1 0 1 0 0,1 0-1 0 0,0 1 0 0 0,-1-1 1 0 0,1 0-1 0 0,0 0 0 0 0,0 0 1 0 0,0 0-1 0 0,0-1 0 0 0,0 1 1 0 0,0 0-1 0 0,0 0 0 0 0,0-1 1 0 0,0 1-1 0 0,0 0 0 0 0,1-1 1 0 0,-1 1-1 0 0,0-1 0 0 0,0 1 1 0 0,1-1-1 0 0,1 1 0 0 0,7 1 81 0 0,1-1-1 0 0,-1 0 1 0 0,1 0-1 0 0,14-2 0 0 0,-8 1 72 0 0,11 0-8 0 0,43 3 435 0 0,-66-2-544 0 0,-1 0 0 0 0,1 0-1 0 0,-1 0 1 0 0,1 0 0 0 0,-1 1 0 0 0,0 0 0 0 0,1-1 0 0 0,-1 2 0 0 0,0-1-1 0 0,0 0 1 0 0,-1 1 0 0 0,6 4 0 0 0,-7-5 6 0 0,0 0 0 0 0,-1 1 1 0 0,0-1-1 0 0,1 0 0 0 0,-1 1 0 0 0,0-1 0 0 0,0 1 0 0 0,0-1 1 0 0,-1 1-1 0 0,1-1 0 0 0,-1 1 0 0 0,1 0 0 0 0,-1-1 1 0 0,0 1-1 0 0,0 0 0 0 0,0-1 0 0 0,0 1 0 0 0,-1 0 0 0 0,1-1 1 0 0,-1 1-1 0 0,1-1 0 0 0,-1 1 0 0 0,0-1 0 0 0,0 1 1 0 0,0-1-1 0 0,0 1 0 0 0,-1-1 0 0 0,-1 3 0 0 0,-4 7 253 0 0,0 0-1 0 0,-1-1 1 0 0,-18 20 0 0 0,-114 115 850 0 0,128-126-2098 0 0,9-11-29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6.65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 24 7834 0 0,'-9'7'1680'0'0,"19"-4"2197"0"0,21-4-310 0 0,-3-11-2665 0 0,16-6-946 0 0,-43 17-212 0 0,1 1 0 0 0,0-1 0 0 0,0 1-1 0 0,0 0 1 0 0,-1 0 0 0 0,1-1 0 0 0,0 2 0 0 0,0-1-1 0 0,0 0 1 0 0,0 0 0 0 0,2 1 0 0 0,-3-1 243 0 0,-1 1 0 0 0,1-1 0 0 0,-1 1 1 0 0,1-1-1 0 0,-1 0 0 0 0,1 1 0 0 0,-1-1 1 0 0,1 1-1 0 0,-1-1 0 0 0,0 1 0 0 0,1-1 0 0 0,-1 1 1 0 0,0 0-1 0 0,1-1 0 0 0,-1 1 0 0 0,0-1 0 0 0,0 1 1 0 0,0 0-1 0 0,1-1 0 0 0,-1 1 0 0 0,0 0 0 0 0,0-1 1 0 0,0 1-1 0 0,0-1 0 0 0,0 1 0 0 0,0 0 1 0 0,0-1-1 0 0,-1 1 0 0 0,1 0 0 0 0,0-1 0 0 0,0 1 1 0 0,0 0-1 0 0,-1 0 0 0 0,-2 5 13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6.7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34 2304 0 0,'2'5'8423'0'0,"-2"-4"-8299"0"0,19-3 4138 0 0,23-8-1829 0 0,27-13-4709 0 0,-53 19 1985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0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14 14747 0 0,'0'-1'166'0'0,"0"1"1"0"0,0-1-1 0 0,0 1 0 0 0,0-1 0 0 0,0 1 0 0 0,0 0 1 0 0,-1-1-1 0 0,1 1 0 0 0,5-9 3490 0 0,-4 9-3489 0 0,8 9 1819 0 0,7 22-1245 0 0,-4 7-519 0 0,-2-1 1 0 0,-2 2-1 0 0,-2-1 1 0 0,4 64-1 0 0,7 50-194 0 0,7-41-192 0 0,-4-38-6433 0 0,-5-30-781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37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 3 8754 0 0,'-8'-3'11084'0'0,"12"8"-10271"0"0,8 13-624 0 0,-1 0 0 0 0,0 1 0 0 0,-1 0 0 0 0,-1 1 1 0 0,-1 0-1 0 0,9 36 0 0 0,21 139 1410 0 0,-21-97-1296 0 0,47 179-8542 0 0,-58-260 1499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6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270 5 2761 0 0,'-3'-1'613'0'0,"1"0"1"0"0,0 1-1 0 0,0-1 1 0 0,-1 0-1 0 0,1 1 1 0 0,0 0-1 0 0,-1-1 1 0 0,1 1-1 0 0,-1 0 1 0 0,1 0-1 0 0,0 0 1 0 0,-5 1-1 0 0,-31 13 3083 0 0,20-3-2834 0 0,1 0 0 0 0,-18 15 0 0 0,29-21-374 0 0,-7 5-217 0 0,0 1-1 0 0,1 0 1 0 0,0 0-1 0 0,1 1 1 0 0,0 0-1 0 0,1 1 0 0 0,0 1 1 0 0,-12 22-1 0 0,21-33-211 0 0,0-1-1 0 0,0 1 1 0 0,0-1-1 0 0,0 1 0 0 0,1-1 1 0 0,-1 1-1 0 0,1-1 1 0 0,-1 1-1 0 0,1-1 1 0 0,0 1-1 0 0,0 0 1 0 0,0-1-1 0 0,1 1 0 0 0,-1-1 1 0 0,1 1-1 0 0,-1 0 1 0 0,1-1-1 0 0,2 5 1 0 0,-1-3-5 0 0,0-1 1 0 0,1 1 0 0 0,-1-1 0 0 0,1 1-1 0 0,0-1 1 0 0,0 0 0 0 0,0 0 0 0 0,0 0-1 0 0,1-1 1 0 0,5 4 0 0 0,2 1-12 0 0,1-1 1 0 0,0-1-1 0 0,0 0 0 0 0,0 0 1 0 0,1-1-1 0 0,17 3 1 0 0,28 0-768 0 0,-38-6-81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8.98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19 14283 0 0,'-13'-18'4495'0'0,"19"33"-423"0"0,0 14-3629 0 0,6 58 0 0 0,-3-9-257 0 0,6 20-224 0 0,-10-54-364 0 0,2 0 1 0 0,2-1-1 0 0,1 0 1 0 0,28 67 0 0 0,-25-80-7457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29.2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3681 0 0,'2'8'10889'0'0,"0"11"-5187"0"0,12 113-3491 0 0,-5 189-902 0 0,0 2-3252 0 0,-4-276-5887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0.70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21 8290 0 0,'0'-1'193'0'0,"0"1"1"0"0,0-1 0 0 0,0 0 0 0 0,0 1-1 0 0,0-1 1 0 0,0 0 0 0 0,0 1-1 0 0,0-1 1 0 0,0 0 0 0 0,0 1 0 0 0,1-1-1 0 0,-1 0 1 0 0,0 1 0 0 0,0-1-1 0 0,1 1 1 0 0,-1-1 0 0 0,0 0 0 0 0,1 1-1 0 0,-1-1 1 0 0,1 1 0 0 0,-1-1-1 0 0,1 1 1 0 0,-1-1 0 0 0,1 1 0 0 0,-1 0-1 0 0,1-1 1 0 0,0 0 0 0 0,0 1-104 0 0,-1 0 0 0 0,0-1-1 0 0,1 1 1 0 0,-1-1 0 0 0,1 1 0 0 0,-1 0 0 0 0,1 0 0 0 0,-1-1 0 0 0,1 1 0 0 0,0 0 0 0 0,-1 0 0 0 0,1 0-1 0 0,-1-1 1 0 0,1 1 0 0 0,-1 0 0 0 0,1 0 0 0 0,0 0 0 0 0,-1 0 0 0 0,1 0 0 0 0,-1 0 0 0 0,1 0 0 0 0,0 0 0 0 0,-1 1-1 0 0,1-1 1 0 0,-1 0 0 0 0,1 0 0 0 0,-1 0 0 0 0,1 1 0 0 0,-1-1 0 0 0,1 0 0 0 0,-1 0 0 0 0,1 1 0 0 0,-1-1 0 0 0,1 1-1 0 0,-1-1 1 0 0,1 0 0 0 0,-1 1 0 0 0,1-1 0 0 0,-1 1 0 0 0,0-1 0 0 0,1 1 0 0 0,-1 0 0 0 0,2 3 209 0 0,0 1 1 0 0,0 0 0 0 0,0 0 0 0 0,-1 0-1 0 0,0 0 1 0 0,0 0 0 0 0,0 0-1 0 0,0 0 1 0 0,-1 0 0 0 0,0 0-1 0 0,-1 7 1 0 0,-10 60 561 0 0,7-53-672 0 0,-6 32-80 0 0,-10 66 282 0 0,18-103-353 0 0,1 0 1 0 0,1 1-1 0 0,0 0 1 0 0,1-1-1 0 0,6 28 1 0 0,-6-39-36 0 0,-1 0-1 0 0,1 0 1 0 0,0 0 0 0 0,0 0 0 0 0,0-1 0 0 0,1 1-1 0 0,-1 0 1 0 0,1-1 0 0 0,-1 1 0 0 0,1-1-1 0 0,0 0 1 0 0,0 0 0 0 0,0 1 0 0 0,0-1-1 0 0,0 0 1 0 0,1-1 0 0 0,-1 1 0 0 0,1 0-1 0 0,3 1 1 0 0,-2-1 7 0 0,0-1 0 0 0,1 1 0 0 0,-1-1 0 0 0,1-1 0 0 0,0 1 0 0 0,-1-1 0 0 0,1 1 0 0 0,0-1 0 0 0,-1 0 0 0 0,1-1 0 0 0,5 0 0 0 0,10-4 20 0 0,0-1 1 0 0,0 0-1 0 0,-1-2 1 0 0,25-12-1 0 0,-43 20-30 0 0,81-45-469 0 0,-29 12-3051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0.91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56 1 2761 0 0,'-17'-1'568'0'0,"16"2"-151"0"0,0-1 1 0 0,-1 0 0 0 0,1 1-1 0 0,0-1 1 0 0,0 1-1 0 0,0 0 1 0 0,-1-1-1 0 0,1 1 1 0 0,0 0-1 0 0,0-1 1 0 0,0 1 0 0 0,0 0-1 0 0,-1 1 1 0 0,-8 18 5453 0 0,5-4-5258 0 0,2-3 159 0 0,1 0 0 0 0,1 0 0 0 0,0 0 0 0 0,1 0-1 0 0,1 0 1 0 0,3 23 0 0 0,22 81 681 0 0,-16-79-1122 0 0,5 35-692 0 0,-10-41-5522 0 0,-2-10-1237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1.25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0 11522 0 0,'6'8'7288'0'0,"22"30"-4933"0"0,-15-20-2015 0 0,-1 1 1 0 0,-1 1-1 0 0,0 0 1 0 0,-2 0-1 0 0,0 1 0 0 0,-2 0 1 0 0,6 25-1 0 0,21 157 185 0 0,-5-20-1245 0 0,-23-158-536 0 0,2-2-4333 0 0,1-5-1665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1.5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202 8 7370 0 0,'-1'-7'3244'0'0,"1"7"-3175"0"0,0 0 0 0 0,0 0 0 0 0,-1 0 0 0 0,1 0 0 0 0,0 0 0 0 0,0 0 0 0 0,0 0 0 0 0,0 0 0 0 0,-1 0 0 0 0,1 0 0 0 0,0 0 0 0 0,0 0 0 0 0,0 0 0 0 0,0 0 0 0 0,-1 0 0 0 0,1 0 1 0 0,0 0-1 0 0,0 0 0 0 0,-1 0 0 0 0,-17 11 3005 0 0,-21 23-241 0 0,19-13-2141 0 0,1 1-1 0 0,1 0 1 0 0,1 2-1 0 0,-15 27 1 0 0,27-42-567 0 0,1-1-1 0 0,-1 1 1 0 0,2 0 0 0 0,-1 0 0 0 0,1 1 0 0 0,0-1-1 0 0,1 1 1 0 0,0-1 0 0 0,1 1 0 0 0,0 0 0 0 0,0 0 0 0 0,1 0-1 0 0,1-1 1 0 0,-1 1 0 0 0,4 16 0 0 0,-2-21-77 0 0,0 0-1 0 0,0-1 1 0 0,1 1-1 0 0,-1-1 1 0 0,1 1-1 0 0,0-1 1 0 0,0 0-1 0 0,0 0 1 0 0,0 0-1 0 0,1-1 1 0 0,0 1 0 0 0,0-1-1 0 0,0 0 1 0 0,0 0-1 0 0,0 0 1 0 0,0-1-1 0 0,1 1 1 0 0,0-1-1 0 0,-1 0 1 0 0,1 0-1 0 0,0-1 1 0 0,0 1 0 0 0,0-1-1 0 0,0 0 1 0 0,6 0-1 0 0,14 1 12 0 0,1 0 0 0 0,0-2 0 0 0,44-5 0 0 0,-44 3-101 0 0,-5 0-495 0 0,20-2-43 0 0,-18 11-9047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00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10 7498 0 0,'8'-10'0'0'0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1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 43 5985 0 0,'0'0'106'0'0,"-1"0"0"0"0,1 0 0 0 0,0 0 0 0 0,0 0 0 0 0,-1 0 0 0 0,1 0 0 0 0,-2 2 637 0 0,2-2-637 0 0,0 0 0 0 0,0 1 0 0 0,0-1 0 0 0,-1 0 0 0 0,1 0 0 0 0,0 1 0 0 0,0-1 0 0 0,0 0 0 0 0,0 1 0 0 0,0-1 0 0 0,0 0 0 0 0,0 1 0 0 0,0-1 0 0 0,0 0 0 0 0,0 1 0 0 0,0-1 0 0 0,0 0 0 0 0,0 1 0 0 0,0-1 0 0 0,0 0 0 0 0,0 0 0 0 0,0 1 0 0 0,0-1 0 0 0,0 0 0 0 0,0 1 0 0 0,0-1 0 0 0,0 0 0 0 0,1 1 0 0 0,0 0 636 0 0,-1-1-636 0 0,0 1 0 0 0,1-1 0 0 0,-1 0 0 0 0,0 0 0 0 0,1 0 0 0 0,-1 0 0 0 0,0 1 0 0 0,0-1 0 0 0,1 0 0 0 0,-1 0 0 0 0,0 0 0 0 0,1 0 0 0 0,-1 0 1 0 0,0 0-1 0 0,1 0 0 0 0,-1 0 0 0 0,0 0 0 0 0,1 0 0 0 0,24 3 3821 0 0,-9-5-3097 0 0,0-2 1 0 0,-1 0-1 0 0,1-1 1 0 0,20-10-1 0 0,-21 9-1194 0 0,0 0 0 0 0,0 1-1 0 0,0 1 1 0 0,26-5 0 0 0,-34 9-1135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3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82 3225 0 0,'0'1'41'0'0,"0"-1"1"0"0,0 1 0 0 0,0-1-1 0 0,1 0 1 0 0,-1 1-1 0 0,0-1 1 0 0,1 0 0 0 0,-1 1-1 0 0,0-1 1 0 0,0 0 0 0 0,1 0-1 0 0,-1 1 1 0 0,1-1-1 0 0,-1 0 1 0 0,0 0 0 0 0,1 1-1 0 0,-1-1 1 0 0,0 0 0 0 0,1 0-1 0 0,-1 0 1 0 0,1 0-1 0 0,-1 0 1 0 0,1 0 0 0 0,-1 0-1 0 0,0 0 1 0 0,1 0 0 0 0,-1 0-1 0 0,1 0 1 0 0,-1 0-1 0 0,1 0 1 0 0,-1 0 0 0 0,0 0-1 0 0,1 0 1 0 0,22-4 2350 0 0,-15 3-1938 0 0,16-3 1088 0 0,-1-1 0 0 0,0 0 0 0 0,36-15 1 0 0,24-14-4939 0 0,-63 26 728 0 0,-8 1 686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2.95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82 10 6913 0 0,'-29'-2'1625'0'0,"-24"-5"7285"0"0,75 10-6666 0 0,39 3 0 0 0,-3-1-1841 0 0,321 59 870 0 0,-268-50-1014 0 0,254 23-277 0 0,-261-40-1669 0 0,-58-2-6252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3.44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34 47 3225 0 0,'-34'-47'15547'0'0,"35"63"-14171"0"0,5 324 2199 0 0,5 57-5160 0 0,-7-346-6342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3.8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6 11058 0 0,'-10'-6'10433'0'0,"17"25"-9891"0"0,10 39 97 0 0,53 198 846 0 0,-60-209-1550 0 0,-2 0 1 0 0,-3 1-1 0 0,0 73 0 0 0,-6-96-316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14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0 169 2304 0 0,'2'-5'505'0'0,"0"-1"0"0"0,1 1 0 0 0,0 0 0 0 0,0 0 0 0 0,0 0 0 0 0,0 0 0 0 0,1 1 0 0 0,0-1 0 0 0,8-7 0 0 0,43-34 2185 0 0,-51 43-2550 0 0,9-6 447 0 0,1 0 1 0 0,0 0-1 0 0,0 1 1 0 0,0 1 0 0 0,23-7-1 0 0,-33 12-444 0 0,0 1-1 0 0,1 0 0 0 0,-1 0 1 0 0,1 0-1 0 0,-1 1 0 0 0,1 0 0 0 0,-1 0 1 0 0,1 0-1 0 0,-1 0 0 0 0,9 2 1 0 0,-11-1-76 0 0,0 0 0 0 0,1 0 0 0 0,-1 0 0 0 0,0 0 0 0 0,0 0 0 0 0,0 0 0 0 0,0 1 0 0 0,0-1 0 0 0,0 1 0 0 0,0 0 0 0 0,-1-1 0 0 0,1 1 0 0 0,-1 0 0 0 0,1 0 0 0 0,-1 0 0 0 0,1 0 0 0 0,-1 0 0 0 0,0 0 0 0 0,0 0 0 0 0,0 1 0 0 0,1 2 0 0 0,-1 0-12 0 0,0 1 1 0 0,-1-1-1 0 0,1 0 0 0 0,-1 0 1 0 0,0 1-1 0 0,0-1 0 0 0,0 0 1 0 0,-1 0-1 0 0,0 0 1 0 0,0 1-1 0 0,0-1 0 0 0,-4 8 1 0 0,-3 9 204 0 0,-18 32 1 0 0,9-20 121 0 0,13-26-292 0 0,-18 48 842 0 0,21-52-785 0 0,0-1 0 0 0,0 1-1 0 0,1-1 1 0 0,-1 1 0 0 0,1-1 0 0 0,0 1-1 0 0,0-1 1 0 0,0 1 0 0 0,0-1 0 0 0,1 1-1 0 0,-1-1 1 0 0,1 1 0 0 0,0-1 0 0 0,2 5-1 0 0,-2-6-54 0 0,1 1 1 0 0,0-1-1 0 0,-1 0 0 0 0,1 0 0 0 0,0 0 0 0 0,1 0 1 0 0,-1-1-1 0 0,0 1 0 0 0,0-1 0 0 0,1 1 0 0 0,-1-1 1 0 0,5 2-1 0 0,39 13-182 0 0,-24-9-419 0 0,10 6-2087 0 0,-15-8-4536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34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92 3225 0 0,'32'-38'713'0'0,"-6"-3"6781"0"0,-19 29-4027 0 0,-19 43 2639 0 0,-3 28-5307 0 0,9-28-336 0 0,0-10-369 0 0,-16 82 12 0 0,20-91-111 0 0,1 0 1 0 0,0 0 0 0 0,1 0 0 0 0,0 0-1 0 0,1 1 1 0 0,2 15 0 0 0,3-16-105 0 0,-6-12 54 0 0,0 1 0 0 0,0-1 1 0 0,0 0-1 0 0,1 0 1 0 0,-1 0-1 0 0,0 0 1 0 0,0 1-1 0 0,0-1 0 0 0,1 0 1 0 0,-1 0-1 0 0,0 0 1 0 0,0 0-1 0 0,0 1 1 0 0,1-1-1 0 0,-1 0 1 0 0,0 0-1 0 0,0 0 0 0 0,1 0 1 0 0,-1 0-1 0 0,0 0 1 0 0,0 0-1 0 0,1 0 1 0 0,-1 0-1 0 0,0 0 0 0 0,1 0 1 0 0,-1 0-1 0 0,0 0 1 0 0,0 0-1 0 0,1 0 1 0 0,-1 0-1 0 0,0 0 0 0 0,0 0 1 0 0,1 0-1 0 0,-1-1 1 0 0,0 1-1 0 0,0 0 1 0 0,0 0-1 0 0,1 0 0 0 0,-1 0 1 0 0,0-1-1 0 0,0 1 1 0 0,0 0-1 0 0,1 0 1 0 0,-1 0-1 0 0,0 0 0 0 0,0-1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50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91 6449 0 0,'3'-13'75'0'0,"15"-38"1241"0"0,-18 50-1095 0 0,1-1 1 0 0,0 0 0 0 0,-1 1 0 0 0,1-1 0 0 0,0 1 0 0 0,0 0-1 0 0,0-1 1 0 0,0 1 0 0 0,0 0 0 0 0,0 0 0 0 0,1-1-1 0 0,-1 1 1 0 0,0 0 0 0 0,1 0 0 0 0,-1 0 0 0 0,1 0 0 0 0,-1 1-1 0 0,1-1 1 0 0,-1 0 0 0 0,1 1 0 0 0,-1-1 0 0 0,1 1-1 0 0,0-1 1 0 0,-1 1 0 0 0,4 0 0 0 0,-3 0-29 0 0,0 1 1 0 0,0-1-1 0 0,0 1 0 0 0,-1 0 1 0 0,1 0-1 0 0,0 0 1 0 0,0 0-1 0 0,-1 0 0 0 0,1 1 1 0 0,0-1-1 0 0,-1 0 1 0 0,0 1-1 0 0,1-1 0 0 0,-1 1 1 0 0,0 0-1 0 0,1-1 1 0 0,-1 1-1 0 0,0 0 0 0 0,0 0 1 0 0,0 2-1 0 0,19 46 1258 0 0,-15-36-983 0 0,43 109 1133 0 0,36 98-2033 0 0,-78-202 80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67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1 119 6913 0 0,'9'-4'5186'0'0,"9"-6"-3299"0"0,11-5-750 0 0,33-11-464 0 0,44-20-858 0 0,-76 28 249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4.8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0 12443 0 0,'-4'7'480'0'0,"1"0"0"0"0,0 0 1 0 0,1 0-1 0 0,0 0 1 0 0,0 0-1 0 0,0 1 0 0 0,1-1 1 0 0,0 0-1 0 0,1 12 1 0 0,5 74 2461 0 0,-1-49-1765 0 0,2 29-241 0 0,1 30-2246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5.21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85 6449 0 0,'0'-4'161'0'0,"0"1"-1"0"0,1-1 0 0 0,-1 0 0 0 0,1 1 0 0 0,0-1 0 0 0,0 1 1 0 0,0-1-1 0 0,0 1 0 0 0,1-1 0 0 0,0 1 0 0 0,-1 0 0 0 0,1 0 1 0 0,0-1-1 0 0,0 1 0 0 0,1 1 0 0 0,-1-1 0 0 0,1 0 0 0 0,-1 1 1 0 0,1-1-1 0 0,0 1 0 0 0,0 0 0 0 0,0 0 0 0 0,0 0 0 0 0,0 0 1 0 0,1 0-1 0 0,-1 1 0 0 0,0-1 0 0 0,1 1 0 0 0,-1 0 1 0 0,1 0-1 0 0,-1 1 0 0 0,1-1 0 0 0,0 1 0 0 0,-1-1 0 0 0,1 1 1 0 0,0 0-1 0 0,-1 1 0 0 0,7 0 0 0 0,-4 0-47 0 0,0 0-1 0 0,-1 1 1 0 0,1 0-1 0 0,-1 0 1 0 0,1 0 0 0 0,-1 1-1 0 0,0-1 1 0 0,0 1-1 0 0,0 0 1 0 0,0 1-1 0 0,-1-1 1 0 0,1 1 0 0 0,-1 0-1 0 0,0 0 1 0 0,0 1-1 0 0,0-1 1 0 0,-1 1-1 0 0,1 0 1 0 0,-1 0 0 0 0,0 0-1 0 0,-1 0 1 0 0,1 0-1 0 0,1 8 1 0 0,-1-5 29 0 0,-1 0 1 0 0,0 1-1 0 0,-1-1 0 0 0,0 1 1 0 0,0-1-1 0 0,-1 1 1 0 0,0 0-1 0 0,-1-1 0 0 0,0 1 1 0 0,0-1-1 0 0,-1 1 0 0 0,0-1 1 0 0,0 0-1 0 0,-1 0 0 0 0,-4 10 1 0 0,5-15-151 0 0,1 0 1 0 0,-1 0-1 0 0,1 0 1 0 0,0 1-1 0 0,0-1 0 0 0,0 1 1 0 0,0-1-1 0 0,0 7 1 0 0,1-9 5 0 0,0 0 0 0 0,1 0 0 0 0,-1 0 0 0 0,1 0-1 0 0,-1 0 1 0 0,1 0 0 0 0,0 0 0 0 0,-1 0 0 0 0,1 0 0 0 0,0-1 0 0 0,0 1 0 0 0,-1 0 0 0 0,1 0 0 0 0,0-1 0 0 0,0 1 0 0 0,0-1 0 0 0,0 1 0 0 0,0-1 0 0 0,0 1 0 0 0,0-1-1 0 0,0 1 1 0 0,0-1 0 0 0,0 0 0 0 0,0 0 0 0 0,0 0 0 0 0,0 1 0 0 0,0-1 0 0 0,1 0 0 0 0,-1 0 0 0 0,0 0 0 0 0,0-1 0 0 0,1 1 0 0 0,13 1-258 0 0,-8-1 509 0 0,1 0-1 0 0,0 1 0 0 0,0 0 1 0 0,-1 0-1 0 0,1 1 0 0 0,9 3 1 0 0,-16-5-196 0 0,0 1 0 0 0,0-1 1 0 0,0 1-1 0 0,0-1 1 0 0,-1 1-1 0 0,1 0 0 0 0,0-1 1 0 0,0 1-1 0 0,0 0 1 0 0,0 0-1 0 0,-1 0 0 0 0,1 0 1 0 0,0-1-1 0 0,-1 1 1 0 0,1 0-1 0 0,-1 0 0 0 0,1 0 1 0 0,-1 0-1 0 0,0 0 1 0 0,1 2-1 0 0,-1-1-39 0 0,0 0 0 0 0,0 0-1 0 0,0 0 1 0 0,0 0 0 0 0,-1 0 0 0 0,1 0 0 0 0,-1 0-1 0 0,1 0 1 0 0,-1 0 0 0 0,0 0 0 0 0,0 0 0 0 0,1 0-1 0 0,-1 0 1 0 0,-3 2 0 0 0,-16 21-2021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5.94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10594 0 0,'0'0'819'0'0,"24"10"6387"0"0,-17-4-6820 0 0,1 0 1 0 0,-1 1 0 0 0,-1 0 0 0 0,0 0-1 0 0,0 0 1 0 0,0 1 0 0 0,-1-1-1 0 0,0 2 1 0 0,0-1 0 0 0,-1 0 0 0 0,0 1-1 0 0,4 12 1 0 0,3 12-174 0 0,-2 1 0 0 0,5 34 0 0 0,11 145-1736 0 0,-23-148-6628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6.3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7 13363 0 0,'-10'-6'3967'0'0,"13"27"607"0"0,0-10-4947 0 0,23 145 2536 0 0,21 180-1033 0 0,-42-270-1545 0 0,4-1 0 0 0,32 120 1 0 0,-32-158-41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6.92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0 11058 0 0,'5'19'3317'0'0,"-1"-1"-1"0"0,2 23 0 0 0,6 112-2418 0 0,-7-81 10 0 0,-3-35-837 0 0,2-1-1 0 0,1 0 1 0 0,2 0 0 0 0,15 47-1 0 0,-14-62-263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7.16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254 1 8754 0 0,'-1'-1'148'0'0,"-1"1"1"0"0,1 0-1 0 0,0 0 0 0 0,-1 0 0 0 0,1 1 1 0 0,0-1-1 0 0,-1 0 0 0 0,1 0 1 0 0,0 1-1 0 0,0-1 0 0 0,-1 1 1 0 0,1-1-1 0 0,0 1 0 0 0,0-1 1 0 0,0 1-1 0 0,0 0 0 0 0,-1 0 1 0 0,1-1-1 0 0,-1 2 0 0 0,-22 22 1977 0 0,17-18-1832 0 0,-26 27 1243 0 0,-55 58 805 0 0,77-78-1975 0 0,0 0 0 0 0,1 0 0 0 0,1 1 1 0 0,0 1-1 0 0,-8 18 0 0 0,16-30-298 0 0,0-1 1 0 0,0 1-1 0 0,0-1 0 0 0,0 1 0 0 0,0 0 0 0 0,0 0 0 0 0,1 0 0 0 0,-1-1 0 0 0,1 1 0 0 0,0 0 0 0 0,0 0 1 0 0,0 0-1 0 0,0 0 0 0 0,0 0 0 0 0,1-1 0 0 0,-1 1 0 0 0,1 0 0 0 0,0 0 0 0 0,0 0 0 0 0,0-1 0 0 0,0 1 1 0 0,0-1-1 0 0,1 1 0 0 0,-1-1 0 0 0,1 1 0 0 0,0-1 0 0 0,-1 0 0 0 0,1 0 0 0 0,0 0 0 0 0,0 0 0 0 0,0 0 1 0 0,1 0-1 0 0,-1 0 0 0 0,0-1 0 0 0,6 3 0 0 0,0 0-51 0 0,1 0 0 0 0,-1-1 0 0 0,1-1 1 0 0,0 0-1 0 0,0 0 0 0 0,0 0 0 0 0,0-1 0 0 0,0 0 1 0 0,0-1-1 0 0,11-1 0 0 0,4-2-544 0 0,42-10 0 0 0,-35 5-564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5.6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4 7370 0 0,'0'0'154'0'0,"-5"3"1847"0"0,5-3-1847 0 0,0 1 0 0 0,0-1 0 0 0,-1 1 0 0 0,1-1 0 0 0,0 0 0 0 0,0 1 0 0 0,0-1 0 0 0,0 1 0 0 0,0-1-1 0 0,0 1 1 0 0,-1-1 0 0 0,1 0 0 0 0,0 1 0 0 0,0-1 0 0 0,0 1 0 0 0,0-1 0 0 0,0 1 0 0 0,1-1 0 0 0,-1 1 0 0 0,13 9 2750 0 0,24 0-119 0 0,132-5 1360 0 0,88-20-3414 0 0,-97 3-620 0 0,-16 3-801 0 0,-98 5 57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7.58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19 4609 0 0,'0'0'111'0'0,"0"1"-1"0"0,1-1 1 0 0,-1 1-1 0 0,1-1 1 0 0,-1 1-1 0 0,0-1 1 0 0,1 0-1 0 0,-1 1 1 0 0,1-1-1 0 0,-1 0 1 0 0,1 1 0 0 0,0-1-1 0 0,-1 0 1 0 0,1 0-1 0 0,-1 1 1 0 0,1-1-1 0 0,-1 0 1 0 0,1 0-1 0 0,0 0 1 0 0,-1 0 0 0 0,1 0-1 0 0,0 0 1 0 0,-1 0-1 0 0,1 0 1 0 0,0 0-1 0 0,22 3 1932 0 0,174-6 6077 0 0,1-13-8090 0 0,-153 12-1347 0 0,-7 0-4635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7.8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 1 6913 0 0,'-16'16'688'0'0,"16"-15"-567"0"0,-1-1 1 0 0,1 1 0 0 0,0-1 0 0 0,0 0 0 0 0,-1 1 0 0 0,1-1 0 0 0,0 1 0 0 0,0-1 0 0 0,0 1-1 0 0,0-1 1 0 0,0 1 0 0 0,0-1 0 0 0,0 0 0 0 0,0 1 0 0 0,0-1 0 0 0,0 1 0 0 0,0-1 0 0 0,0 1-1 0 0,0-1 1 0 0,0 1 0 0 0,1-1 0 0 0,-1 1 0 0 0,0-1 0 0 0,1 1 0 0 0,1 1 429 0 0,1 1 0 0 0,0-1 1 0 0,0 0-1 0 0,0 0 0 0 0,0-1 1 0 0,0 1-1 0 0,1-1 0 0 0,5 3 1 0 0,-6-3-567 0 0,31 11 1363 0 0,0-1-1 0 0,0-2 0 0 0,1-2 0 0 0,53 5 1 0 0,-25-7-824 0 0,107-7 1 0 0,-150 1-855 0 0,1-2-1 0 0,35-8 1 0 0,-17-4-6511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8.0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0 4145 0 0,'-1'1'327'0'0,"-1"1"0"0"0,1-1 0 0 0,0 0 0 0 0,-1 1 0 0 0,1-1 0 0 0,0 0 0 0 0,0 1 0 0 0,0-1 0 0 0,0 1 0 0 0,0 0 0 0 0,0-1 0 0 0,1 1 0 0 0,-1 0 1 0 0,1 0-1 0 0,-1-1 0 0 0,1 1 0 0 0,-1 0 0 0 0,1 0 0 0 0,0 0 0 0 0,0 3 0 0 0,-3 47 3214 0 0,3-49-3365 0 0,0 44 2263 0 0,2 0-1 0 0,17 91 1 0 0,-4-74-2018 0 0,3 0 0 0 0,2-1-1 0 0,38 80 1 0 0,-42-109-641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8.34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 12899 0 0,'1'0'53'0'0,"-1"0"-1"0"0,0 0 1 0 0,0 0 0 0 0,0 0 0 0 0,0 0-1 0 0,0 1 1 0 0,0-1 0 0 0,1 0 0 0 0,-1 0 0 0 0,0 0-1 0 0,0 0 1 0 0,0 0 0 0 0,0 0 0 0 0,0 0-1 0 0,1 0 1 0 0,-1 0 0 0 0,0 0 0 0 0,0 0 0 0 0,0 0-1 0 0,0 0 1 0 0,1 0 0 0 0,-1 0 0 0 0,0 0-1 0 0,0 0 1 0 0,0 0 0 0 0,1-1 527 0 0,0 0-527 0 0,-1 1 0 0 0,0 0 0 0 0,0 0 0 0 0,0 0-1 0 0,0 0 1 0 0,0 0 0 0 0,0-1 0 0 0,0 1-1 0 0,0 0 1 0 0,0 0 0 0 0,0 0 0 0 0,0 0 0 0 0,0 0-1 0 0,0-1 1 0 0,0 1 0 0 0,0 0 0 0 0,0 0-1 0 0,0 0 1 0 0,0 0 0 0 0,0-1 0 0 0,0 1 0 0 0,0 0-1 0 0,0 0 1 0 0,0 0 0 0 0,0 0 0 0 0,0 0-1 0 0,0-1 1 0 0,12 19 2156 0 0,8 29-135 0 0,-9-7-1244 0 0,-2 0 0 0 0,-2 1 0 0 0,2 57 0 0 0,-7 129-466 0 0,-2-60-2325 0 0,1-119-6059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8.6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1 131 6913 0 0,'23'-2'2758'0'0,"281"-34"7286"0"0,1 8-7005 0 0,148-16-3470 0 0,-369 31-2105 0 0,-48 6-4656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9.4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0 8290 0 0,'10'8'8503'0'0,"-2"5"-3539"0"0,4 22-2327 0 0,-1 39-3202 0 0,-6-4 947 0 0,23 197 1146 0 0,-30-309-2015 0 0,2 25-229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39.9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21 9674 0 0,'-1'1'233'0'0,"0"0"0"0"0,0-1 0 0 0,0 1-1 0 0,0 0 1 0 0,0 0 0 0 0,1 0 0 0 0,-1 0 0 0 0,0 0 0 0 0,1 0-1 0 0,-1 0 1 0 0,1 0 0 0 0,-1 0 0 0 0,1 0 0 0 0,-1 0 0 0 0,1 0-1 0 0,0 0 1 0 0,-1 1 0 0 0,1-1 0 0 0,0 0 0 0 0,0 0 0 0 0,0 0-1 0 0,0 1 1 0 0,0-1 0 0 0,0 0 0 0 0,0 0 0 0 0,0 0 0 0 0,1 0-1 0 0,-1 1 1 0 0,0-1 0 0 0,1 0 0 0 0,-1 0 0 0 0,1 0 0 0 0,-1 0-1 0 0,1 0 1 0 0,-1 0 0 0 0,1 0 0 0 0,0 0 0 0 0,0 0 0 0 0,-1 0-1 0 0,1 0 1 0 0,0-1 0 0 0,0 1 0 0 0,0 0 0 0 0,0 0 0 0 0,2 0-1 0 0,1 2-26 0 0,0-1 0 0 0,0 0-1 0 0,0 0 1 0 0,0 0-1 0 0,1-1 1 0 0,-1 0 0 0 0,0 0-1 0 0,1 0 1 0 0,-1 0-1 0 0,1 0 1 0 0,4-1 0 0 0,10-1-39 0 0,0-2 1 0 0,0 0-1 0 0,-1-1 1 0 0,30-10-1 0 0,69-35-3174 0 0,-94 39-4472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0.17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6913 0 0,'11'37'6192'0'0,"-4"-16"-4064"0"0,37 157 5263 0 0,72 244-4836 0 0,-107-395-4432 0 0,-2-1-6494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0.4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 7834 0 0,'5'17'7765'0'0,"0"7"-3375"0"0,2 67-2018 0 0,-4-44-1083 0 0,2 67-200 0 0,2 10-1273 0 0,4-44-6598 0 0,-7-62-853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0.6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226 0 4145 0 0,'1'4'11694'0'0,"-80"78"-8046"0"0,58-63-3349 0 0,1 0-1 0 0,1 2 1 0 0,0 0-1 0 0,2 0 0 0 0,-23 39 1 0 0,38-57-263 0 0,1-1 1 0 0,0 1-1 0 0,-1 0 0 0 0,1-1 1 0 0,0 1-1 0 0,0 0 1 0 0,0 0-1 0 0,1 0 0 0 0,-1 0 1 0 0,1-1-1 0 0,0 1 1 0 0,0 0-1 0 0,0 0 0 0 0,0 0 1 0 0,0 0-1 0 0,0 0 1 0 0,1 0-1 0 0,-1 0 0 0 0,1 0 1 0 0,0 0-1 0 0,0-1 1 0 0,0 1-1 0 0,0 0 0 0 0,1-1 1 0 0,-1 1-1 0 0,1-1 1 0 0,-1 1-1 0 0,1-1 0 0 0,0 1 1 0 0,0-1-1 0 0,0 0 0 0 0,0 0 1 0 0,1 0-1 0 0,-1-1 1 0 0,0 1-1 0 0,1 0 0 0 0,-1-1 1 0 0,6 3-1 0 0,4 1 63 0 0,0 0-1 0 0,0-1 1 0 0,1 0-1 0 0,-1-1 1 0 0,1 0-1 0 0,0-1 1 0 0,19 0-1 0 0,17-2-591 0 0,94-13 0 0 0,-129 11-232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1.33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91 6913 0 0,'0'0'135'0'0,"0"1"0"0"0,0 0 0 0 0,0-1 0 0 0,0 1 0 0 0,0 0 0 0 0,0-1-1 0 0,1 1 1 0 0,-1 0 0 0 0,0-1 0 0 0,0 1 0 0 0,1 0 0 0 0,-1-1 0 0 0,0 1-1 0 0,1-1 1 0 0,-1 1 0 0 0,1-1 0 0 0,-1 1 0 0 0,1-1 0 0 0,-1 1-1 0 0,1-1 1 0 0,-1 1 0 0 0,1-1 0 0 0,-1 0 0 0 0,1 1 0 0 0,-1-1 0 0 0,1 0-1 0 0,0 0 1 0 0,-1 1 0 0 0,1-1 0 0 0,-1 0 0 0 0,1 0 0 0 0,0 0-1 0 0,-1 0 1 0 0,1 1 0 0 0,0-1 0 0 0,-1 0 0 0 0,1 0 0 0 0,0-1 0 0 0,-1 1-1 0 0,1 0 1 0 0,1 0 0 0 0,38-2 3447 0 0,-31 1-2977 0 0,23-2 583 0 0,0-2 0 0 0,-1-1 0 0 0,47-16 1 0 0,35-17-3654 0 0,-61 20-1554 0 0,-29 11 1821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1.4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0 11058 0 0,'0'1'168'0'0,"-1"0"0"0"0,1 0 0 0 0,-1 0 0 0 0,1 0 0 0 0,0 0-1 0 0,0 0 1 0 0,-1 0 0 0 0,1 0 0 0 0,0 0 0 0 0,0 0 0 0 0,0 0 0 0 0,0 0-1 0 0,0 0 1 0 0,0 0 0 0 0,0 0 0 0 0,1 0 0 0 0,-1 0 0 0 0,0 0-1 0 0,0 0 1 0 0,1 0 0 0 0,-1 0 0 0 0,1-1 0 0 0,-1 1 0 0 0,1 0 0 0 0,-1 0-1 0 0,1 0 1 0 0,-1 0 0 0 0,1-1 0 0 0,1 2 0 0 0,0 0 73 0 0,0-1 1 0 0,1 1-1 0 0,-1-1 1 0 0,1 0-1 0 0,-1 0 0 0 0,1 0 1 0 0,0 0-1 0 0,0 0 1 0 0,-1-1-1 0 0,6 2 1 0 0,1-1-90 0 0,0-1 1 0 0,1 0-1 0 0,-1 0 1 0 0,0 0-1 0 0,1-1 1 0 0,10-3 0 0 0,44-20-2953 0 0,-37 12 1209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5.93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34 282 2304 0 0,'-3'-3'770'0'0,"0"-1"0"0"0,0 1-1 0 0,0 0 1 0 0,0-1-1 0 0,1 0 1 0 0,-1 0-1 0 0,1 0 1 0 0,0 0-1 0 0,0 0 1 0 0,1 0 0 0 0,-1 0-1 0 0,1 0 1 0 0,0-1-1 0 0,0 1 1 0 0,1-1-1 0 0,-1 1 1 0 0,1-7-1 0 0,0 5-406 0 0,1-1 0 0 0,0 1-1 0 0,1 0 1 0 0,-1 0 0 0 0,1 0-1 0 0,1-1 1 0 0,-1 2-1 0 0,1-1 1 0 0,0 0 0 0 0,0 1-1 0 0,5-7 1 0 0,1 1-287 0 0,0 0-1 0 0,1 0 1 0 0,0 0 0 0 0,1 1 0 0 0,0 1 0 0 0,1 0 0 0 0,0 1-1 0 0,0 0 1 0 0,1 1 0 0 0,15-7 0 0 0,-18 10-75 0 0,0 1-1 0 0,1 0 1 0 0,-1 1 0 0 0,1 0 0 0 0,0 1 0 0 0,0 0-1 0 0,0 0 1 0 0,13 2 0 0 0,-17 0-5 0 0,-1-1 0 0 0,0 1 0 0 0,0 0 0 0 0,1 1 0 0 0,-1-1 0 0 0,0 1 0 0 0,0 0 0 0 0,-1 1 0 0 0,1 0 0 0 0,0-1 0 0 0,-1 2 0 0 0,1-1 0 0 0,-1 1 0 0 0,0 0 0 0 0,6 6 0 0 0,-8-6 2 0 0,-1-1 0 0 0,0 1 1 0 0,0 0-1 0 0,0 0 1 0 0,-1 0-1 0 0,1 0 1 0 0,-1 1-1 0 0,0-1 0 0 0,0 0 1 0 0,0 0-1 0 0,-1 1 1 0 0,1-1-1 0 0,-1 1 1 0 0,0-1-1 0 0,0 0 0 0 0,-1 1 1 0 0,0-1-1 0 0,1 0 1 0 0,-1 1-1 0 0,-2 3 0 0 0,-3 13-9 0 0,-2 0-1 0 0,-15 32 0 0 0,20-47 17 0 0,-33 63 4 0 0,14-30 10 0 0,-16 45 1 0 0,33-72-18 0 0,1 0 1 0 0,0 0 0 0 0,1 1-1 0 0,1-1 1 0 0,0 1 0 0 0,0-1-1 0 0,2 1 1 0 0,0 18 0 0 0,0-29 1 0 0,0 0 1 0 0,0 1 0 0 0,1-1 0 0 0,-1 1 0 0 0,1-1 0 0 0,-1 0 0 0 0,1 0-1 0 0,0 1 1 0 0,0-1 0 0 0,0 0 0 0 0,0 0 0 0 0,0 0 0 0 0,1 0 0 0 0,-1 0 0 0 0,0 0-1 0 0,1 0 1 0 0,0-1 0 0 0,-1 1 0 0 0,1 0 0 0 0,0-1 0 0 0,0 0 0 0 0,0 1-1 0 0,3 1 1 0 0,-1-2 16 0 0,0 0-1 0 0,0 0 0 0 0,0 0 0 0 0,0 0 1 0 0,0-1-1 0 0,0 0 0 0 0,0 1 0 0 0,0-1 1 0 0,0-1-1 0 0,0 1 0 0 0,0-1 0 0 0,8-1 1 0 0,-4 0 13 0 0,0-1 0 0 0,0 0 0 0 0,0 0 0 0 0,0-1 0 0 0,0 1 1 0 0,0-2-1 0 0,-1 1 0 0 0,0-1 0 0 0,0 0 0 0 0,0-1 0 0 0,-1 1 1 0 0,11-13-1 0 0,-15 15-12 0 0,-1 0 1 0 0,1 0-1 0 0,-1 0 1 0 0,0 0-1 0 0,1 0 0 0 0,-1 0 1 0 0,-1-1-1 0 0,1 1 1 0 0,0 0-1 0 0,-1 0 1 0 0,0-1-1 0 0,0 1 1 0 0,0 0-1 0 0,0-1 0 0 0,-1-3 1 0 0,0 0 7 0 0,-1 1 0 0 0,0 0 0 0 0,0 0 0 0 0,0 0 0 0 0,-1 0 0 0 0,0 0 0 0 0,-5-7 0 0 0,-4-4 39 0 0,-1 1 0 0 0,-1 1 0 0 0,-29-26 0 0 0,27 26-32 0 0,-2 1 0 0 0,0 1 1 0 0,-36-21-1 0 0,47 31-182 0 0,-1-1-1 0 0,1 1 0 0 0,0 0 1 0 0,-1 0-1 0 0,0 1 1 0 0,0 0-1 0 0,0 0 1 0 0,0 1-1 0 0,0 0 1 0 0,0 1-1 0 0,0 0 0 0 0,0 0 1 0 0,0 0-1 0 0,-8 3 1 0 0,-4 2-1193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6.3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38 1 8290 0 0,'-11'6'6393'0'0,"2"9"-3589"0"0,1 15-462 0 0,8-29-2107 0 0,-4 24-15 0 0,1 0 0 0 0,1 0 0 0 0,1 0 0 0 0,1 0 1 0 0,2 0-1 0 0,0 0 0 0 0,2 0 0 0 0,0 0 0 0 0,2-1 0 0 0,1 0 0 0 0,1 0 0 0 0,18 38 0 0 0,-23-56-216 0 0,0 0 0 0 0,1 0 0 0 0,0-1 1 0 0,0 1-1 0 0,0-1 0 0 0,0 0 0 0 0,1 0 0 0 0,0-1 0 0 0,0 1 1 0 0,0-1-1 0 0,0 0 0 0 0,1-1 0 0 0,0 1 0 0 0,6 2 1 0 0,-8-5-2 0 0,0 1 0 0 0,0-1 1 0 0,1-1-1 0 0,-1 1 1 0 0,0 0-1 0 0,1-1 1 0 0,-1 0-1 0 0,0 0 0 0 0,1 0 1 0 0,-1-1-1 0 0,0 1 1 0 0,1-1-1 0 0,-1 0 0 0 0,0 0 1 0 0,0-1-1 0 0,0 1 1 0 0,0-1-1 0 0,0 0 1 0 0,0 0-1 0 0,0 0 0 0 0,-1-1 1 0 0,6-3-1 0 0,-2 0 16 0 0,0 1 0 0 0,-1-1-1 0 0,1-1 1 0 0,-1 1 0 0 0,-1-1 0 0 0,1 0-1 0 0,-1-1 1 0 0,0 1 0 0 0,-1-1-1 0 0,0 0 1 0 0,0 0 0 0 0,-1 0-1 0 0,0-1 1 0 0,0 1 0 0 0,-1-1 0 0 0,0 0-1 0 0,0 1 1 0 0,-1-1 0 0 0,0 0-1 0 0,-1 0 1 0 0,0 0 0 0 0,-2-14-1 0 0,1 12-32 0 0,-1 0 0 0 0,-1 1 0 0 0,0-1 0 0 0,0 1 0 0 0,-1 0 0 0 0,0 0 0 0 0,-1 0 0 0 0,0 0 0 0 0,-1 1 0 0 0,0 0 0 0 0,0 0 0 0 0,-1 0-1 0 0,0 1 1 0 0,-1 0 0 0 0,0 0 0 0 0,0 1 0 0 0,0 0 0 0 0,-11-6 0 0 0,18 13-93 0 0,-60-35 494 0 0,27 23-1542 0 0,1 10-4936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6.7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74 7370 0 0,'3'3'1470'0'0,"-2"-3"-1323"0"0,-1 1 0 0 0,0-1 0 0 0,0 1 0 0 0,1-1 0 0 0,-1 0 0 0 0,0 1 0 0 0,0-1 0 0 0,0 1 0 0 0,0-1 0 0 0,0 0 0 0 0,0 1 0 0 0,1-1 0 0 0,-1 1 0 0 0,0-1 0 0 0,0 1 0 0 0,0-1 0 0 0,0 0 0 0 0,-1 1 0 0 0,1-1 0 0 0,0 1 0 0 0,0-1 0 0 0,0 0 0 0 0,0 1 0 0 0,-1 0 0 0 0,1 21 1309 0 0,-18 66 1790 0 0,11-60-2662 0 0,1 0 1 0 0,-3 51 0 0 0,8-71-535 0 0,1 0-1 0 0,1 0 1 0 0,-1 0 0 0 0,2 0 0 0 0,-1 0 0 0 0,1-1-1 0 0,0 1 1 0 0,0 0 0 0 0,1-1 0 0 0,0 1-1 0 0,0-1 1 0 0,1 0 0 0 0,0 0 0 0 0,8 10 0 0 0,-10-15-11 0 0,0 1 1 0 0,0 0-1 0 0,1-1 1 0 0,-1 0 0 0 0,1 1-1 0 0,0-1 1 0 0,0 0-1 0 0,0 0 1 0 0,0-1 0 0 0,0 1-1 0 0,0-1 1 0 0,0 1 0 0 0,1-1-1 0 0,-1 0 1 0 0,0 0-1 0 0,1 0 1 0 0,5 0 0 0 0,-4-1 7 0 0,1 0 0 0 0,-1-1 1 0 0,0 1-1 0 0,0-1 1 0 0,1 0-1 0 0,-1-1 0 0 0,0 1 1 0 0,0-1-1 0 0,0 0 1 0 0,8-5-1 0 0,-4 2 26 0 0,-1 0 0 0 0,0 0 0 0 0,-1-1 0 0 0,1 0 0 0 0,-1-1 0 0 0,0 0 0 0 0,0 0 0 0 0,-1 0 0 0 0,0-1 0 0 0,-1 0 0 0 0,1 0 0 0 0,5-13 0 0 0,-8 13-64 0 0,-1 1 0 0 0,0-1 0 0 0,0 0 0 0 0,0 1 0 0 0,-1-1 0 0 0,0 0 1 0 0,-1 0-1 0 0,0 0 0 0 0,0 0 0 0 0,0 0 0 0 0,-1 0 0 0 0,-3-9 0 0 0,1 4 121 0 0,-1 1-1 0 0,0 0 1 0 0,-1 0-1 0 0,-1 1 1 0 0,0-1-1 0 0,0 1 1 0 0,-9-11-1 0 0,1 4-375 0 0,-1 0 0 0 0,-1 1 0 0 0,-21-19 0 0 0,14 17-2725 0 0,-44-28 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7:47.2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1 352 4145 0 0,'8'1'1077'0'0,"0"0"-1"0"0,0 1 1 0 0,0 0 0 0 0,-1 1 0 0 0,1 0 0 0 0,14 7-1 0 0,2 0 742 0 0,15 7 592 0 0,-21-8-1863 0 0,0-2 0 0 0,0 0 0 0 0,1-1 0 0 0,24 5 0 0 0,-38-10-523 0 0,-1-1 1 0 0,1 1 0 0 0,-1-1 0 0 0,1 0-1 0 0,-1 0 1 0 0,1 0 0 0 0,-1-1-1 0 0,0 0 1 0 0,1 0 0 0 0,-1 0 0 0 0,0 0-1 0 0,1 0 1 0 0,-1-1 0 0 0,0 0 0 0 0,0 0-1 0 0,0 0 1 0 0,0-1 0 0 0,-1 1-1 0 0,1-1 1 0 0,-1 0 0 0 0,1 0 0 0 0,-1 0-1 0 0,0 0 1 0 0,3-4 0 0 0,-3 2-28 0 0,-1 0 0 0 0,1 1 0 0 0,-1-1 0 0 0,0 0 0 0 0,0 0 0 0 0,-1 0 0 0 0,1-1 0 0 0,-1 1 0 0 0,-1 0 0 0 0,1-1 0 0 0,0 1 0 0 0,-1 0 0 0 0,0-1 1 0 0,-1 1-1 0 0,1 0 0 0 0,-1-1 0 0 0,-1-5 0 0 0,-4-13-30 0 0,-1 1-1 0 0,-14-34 1 0 0,10 28 23 0 0,5 15 52 0 0,1 2 130 0 0,0 0 0 0 0,1-1 0 0 0,1 1-1 0 0,0-1 1 0 0,0 0 0 0 0,1 0 0 0 0,0-22-1 0 0,2 34-116 0 0,1-1 0 0 0,0 0-1 0 0,0 0 1 0 0,0 0 0 0 0,0 1-1 0 0,0-1 1 0 0,0 1 0 0 0,0-1-1 0 0,1 1 1 0 0,-1-1 0 0 0,0 1-1 0 0,1 0 1 0 0,0-1 0 0 0,-1 1-1 0 0,1 0 1 0 0,-1 0 0 0 0,1 0-1 0 0,0 0 1 0 0,0 1 0 0 0,0-1-1 0 0,-1 0 1 0 0,1 1 0 0 0,0-1-1 0 0,0 1 1 0 0,0 0 0 0 0,0 0-1 0 0,0-1 1 0 0,3 2 0 0 0,8-3 17 0 0,0 2 0 0 0,24 1 0 0 0,-31-1-62 0 0,0 1 1 0 0,0 0-1 0 0,1 0 0 0 0,-1 0 0 0 0,0 1 1 0 0,-1 0-1 0 0,1 0 0 0 0,0 0 0 0 0,-1 1 0 0 0,1 0 1 0 0,7 5-1 0 0,-9-5-8 0 0,-1 1 1 0 0,1-1-1 0 0,-1 1 1 0 0,0 0-1 0 0,0 0 0 0 0,0 0 1 0 0,0 1-1 0 0,-1-1 0 0 0,1 1 1 0 0,-1-1-1 0 0,0 1 1 0 0,-1 0-1 0 0,1 0 0 0 0,0 7 1 0 0,1 10-210 0 0,0 0 1 0 0,-2 1-1 0 0,-2 31 1 0 0,0-35 37 0 0,0 0 0 0 0,2 0 0 0 0,0 0 0 0 0,1 0 0 0 0,6 23-1 0 0,-7-39 199 0 0,0 0-1 0 0,0-1 0 0 0,0 1 1 0 0,0-1-1 0 0,0 1 0 0 0,1-1 1 0 0,-1 1-1 0 0,1-1 0 0 0,0 0 1 0 0,0 1-1 0 0,0-1 0 0 0,0 0 0 0 0,0 0 1 0 0,0-1-1 0 0,0 1 0 0 0,1 0 1 0 0,-1-1-1 0 0,1 1 0 0 0,-1-1 1 0 0,1 0-1 0 0,-1 0 0 0 0,1 0 1 0 0,0 0-1 0 0,0 0 0 0 0,-1-1 1 0 0,1 1-1 0 0,0-1 0 0 0,0 0 0 0 0,0 0 1 0 0,0 0-1 0 0,0 0 0 0 0,-1 0 1 0 0,1 0-1 0 0,0-1 0 0 0,3-1 1 0 0,11-2 206 0 0,0 0 1 0 0,-1-2-1 0 0,0 0 0 0 0,24-12 1 0 0,4-7 72 0 0,43-30-1 0 0,-64 39-249 0 0,23-13-119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2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195 531 3681 0 0,'-25'-14'70'0'0,"-68"-42"3209"0"0,84 50-3062 0 0,1 0 0 0 0,-1-1 0 0 0,1 0 0 0 0,0-1 1 0 0,0 0-1 0 0,1 0 0 0 0,-8-13 0 0 0,14 20-211 0 0,0 0-1 0 0,1 0 1 0 0,-1 0-1 0 0,1 0 1 0 0,0 0-1 0 0,-1 0 1 0 0,1 0-1 0 0,0 0 1 0 0,-1 0 0 0 0,1 0-1 0 0,0 0 1 0 0,0 0-1 0 0,0 0 1 0 0,0 0-1 0 0,0 0 1 0 0,0 0-1 0 0,0 0 1 0 0,1 0-1 0 0,-1 0 1 0 0,0 0-1 0 0,0 0 1 0 0,1 0-1 0 0,-1 0 1 0 0,1 0-1 0 0,-1 0 1 0 0,1 0 0 0 0,-1 0-1 0 0,1 0 1 0 0,0 1-1 0 0,-1-1 1 0 0,1 0-1 0 0,0 0 1 0 0,0 1-1 0 0,-1-1 1 0 0,1 0-1 0 0,0 1 1 0 0,0-1-1 0 0,0 1 1 0 0,0-1-1 0 0,0 1 1 0 0,0-1 0 0 0,0 1-1 0 0,0 0 1 0 0,0 0-1 0 0,1-1 1 0 0,8-2 71 0 0,0 0 0 0 0,-1 1 0 0 0,19-2 0 0 0,-19 3-61 0 0,267-27-91 0 0,224-10 100 0 0,-421 34-31 0 0,331-7 213 0 0,-116 5 282 0 0,594-54-270 0 0,-97 3-88 0 0,701-16 383 0 0,753 12 633 0 0,-1014 95-415 0 0,-324 5-182 0 0,-664-29-531 0 0,101 7 1570 0 0,382 68 0 0 0,-652-70-4695 0 0,95 30 1 0 0,-153-39-1335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5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11989 0 8290 0 0,'1'0'60'0'0,"0"0"1"0"0,0 0 0 0 0,0 0-1 0 0,1 0 1 0 0,-1 0 0 0 0,0 1-1 0 0,0-1 1 0 0,0 0 0 0 0,0 1-1 0 0,0-1 1 0 0,0 0 0 0 0,0 1-1 0 0,0-1 1 0 0,0 1 0 0 0,-1-1-1 0 0,1 1 1 0 0,0 0 0 0 0,0-1-1 0 0,1 3 1 0 0,27 17-706 0 0,-19-11 610 0 0,-2 1 0 0 0,0 1 0 0 0,0-1 0 0 0,-1 1 0 0 0,0 1 1 0 0,-1-1-1 0 0,10 24 0 0 0,23 93 376 0 0,-31-98-203 0 0,72 371 735 0 0,-55-247-824 0 0,47 151 0 0 0,-56-251 191 0 0,219 783 3726 0 0,-147-480-3161 0 0,97 495-122 0 0,-114-447-155 0 0,183 593 1 0 0,-133-506-430 0 0,12 38-22 0 0,-118-486-75 0 0,159 520 220 0 0,-58-81-340 0 0,-37 48-223 0 0,-60-374 1592 0 0,-14-102-1013 0 0,-3 0 1 0 0,-3 1-1 0 0,-2-1 1 0 0,-16 92-1 0 0,17-133-221 0 0,2-8-7 0 0,-1-1 1 0 0,0 0-1 0 0,0 0 0 0 0,0 0 1 0 0,0-1-1 0 0,-1 1 0 0 0,0 0 0 0 0,-3 6 1 0 0,3-9-9 0 0,1-1 0 0 0,-1 1 0 0 0,0-1 0 0 0,1 1 0 0 0,-1-1 0 0 0,0 0 0 0 0,0 0 1 0 0,0 0-1 0 0,0 0 0 0 0,0 0 0 0 0,0-1 0 0 0,0 1 0 0 0,0 0 0 0 0,0-1 0 0 0,-1 0 0 0 0,1 1 0 0 0,0-1 1 0 0,0 0-1 0 0,0 0 0 0 0,-1 0 0 0 0,1-1 0 0 0,0 1 0 0 0,-3-1 0 0 0,-64-5-167 0 0,-103 6 1 0 0,-70 18-403 0 0,130-8 399 0 0,-586 74-236 0 0,56-4 1227 0 0,-31-17-370 0 0,507-47-488 0 0,-101 6-55 0 0,36-11-126 0 0,-157 4-1003 0 0,-473 14-1335 0 0,-167 30 4574 0 0,0 7-3844 0 0,61-57 4774 0 0,375 6-2671 0 0,318-2-323 0 0,12-11 150 0 0,-309-38 1 0 0,-258 8-2652 0 0,556 28 2828 0 0,-605-18 1419 0 0,458 28-1535 0 0,234-3-94 0 0,14-4 243 0 0,47-3 606 0 0,-188 26 0 0 0,270-19-655 0 0,-73 10-483 0 0,103-16 300 0 0,0-1 1 0 0,0 0 0 0 0,0-1-1 0 0,1-1 1 0 0,-1 0 0 0 0,-23-6-1 0 0,34 7-33 0 0,0 0 1 0 0,1 0-1 0 0,-1 0 0 0 0,0 0 0 0 0,0-1 0 0 0,1 1 1 0 0,-1-1-1 0 0,0 1 0 0 0,1-1 0 0 0,0 0 0 0 0,-1 1 0 0 0,1-1 1 0 0,0 0-1 0 0,0 0 0 0 0,0 0 0 0 0,0 0 0 0 0,0 0 1 0 0,0 0-1 0 0,1 0 0 0 0,-1 0 0 0 0,1 0 0 0 0,-1-3 1 0 0,-1-9-126 0 0,0 0 0 0 0,0-21 1 0 0,0-4-70 0 0,-48-202-539 0 0,8 46 219 0 0,-199-807 640 0 0,97 444-35 0 0,25-5-76 0 0,-177-1327-138 0 0,254 1573 382 0 0,-2-591 0 0 0,55 603-364 0 0,1-204-96 0 0,-45 118 96 0 0,17 257 44 0 0,13 95 10 0 0,2 0 0 0 0,1-1 0 0 0,3 1 0 0 0,0 0 0 0 0,3 0 0 0 0,10-39 1 0 0,5 5-5 0 0,3 1 0 0 0,38-78 0 0 0,-21 48-45 0 0,-23 53-42 0 0,49-91 0 0 0,-59 126 82 0 0,0 2 0 0 0,1-1-1 0 0,1 1 1 0 0,0 0 0 0 0,0 1 0 0 0,1 0 0 0 0,0 1-1 0 0,1 0 1 0 0,0 1 0 0 0,1 0 0 0 0,16-8 0 0 0,-24 14-15 0 0,-1 1 1 0 0,1 0 0 0 0,0 0-1 0 0,0 1 1 0 0,0-1 0 0 0,0 1 0 0 0,0 0-1 0 0,0 0 1 0 0,0 1 0 0 0,10 0-1 0 0,-12 0 7 0 0,0 1 0 0 0,1 0-1 0 0,-1-1 1 0 0,0 2 0 0 0,0-1-1 0 0,0 0 1 0 0,1 1 0 0 0,-1-1-1 0 0,-1 1 1 0 0,1 0 0 0 0,0 0-1 0 0,0 0 1 0 0,-1 0 0 0 0,1 1-1 0 0,-1-1 1 0 0,1 1 0 0 0,1 2-1 0 0,3 4-128 0 0,1-1-1 0 0,-1 0 1 0 0,1-1-1 0 0,1 1 1 0 0,0-2-1 0 0,0 1 0 0 0,0-1 1 0 0,1-1-1 0 0,-1 0 1 0 0,1 0-1 0 0,0-1 0 0 0,13 4 1 0 0,0-2-440 0 0,0-1-1 0 0,0-2 1 0 0,0 0 0 0 0,43 0-1 0 0,-1-5-785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39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151 650 14283 0 0,'-15'-2'56'0'0,"1"1"-1"0"0,-1 0 1 0 0,-22 2 0 0 0,21 0-135 0 0,0-1 0 0 0,-21-2 1 0 0,37 2 80 0 0,0-1 1 0 0,0 1 0 0 0,0 0 0 0 0,0 0-1 0 0,0 0 1 0 0,0 0 0 0 0,1 0 0 0 0,-1 0-1 0 0,0 0 1 0 0,0 0 0 0 0,0 0 0 0 0,0 0-1 0 0,0 0 1 0 0,0 0 0 0 0,0 0 0 0 0,0 0-1 0 0,0 0 1 0 0,0 0 0 0 0,0 0 0 0 0,0 0-1 0 0,0-1 1 0 0,0 1 0 0 0,0 0 0 0 0,0 0-1 0 0,0 0 1 0 0,0 0 0 0 0,0 0 0 0 0,0 0-1 0 0,0 0 1 0 0,0 0 0 0 0,0 0 0 0 0,0 0-1 0 0,0 0 1 0 0,0 0 0 0 0,0-1 0 0 0,0 1-1 0 0,0 0 1 0 0,0 0 0 0 0,0 0 0 0 0,0 0-1 0 0,0 0 1 0 0,0 0 0 0 0,0 0 0 0 0,0 0-1 0 0,0 0 1 0 0,0 0 0 0 0,0 0 0 0 0,0 0-1 0 0,0 0 1 0 0,0-1 0 0 0,0 1 0 0 0,0 0-1 0 0,0 0 1 0 0,-1 0 0 0 0,1 0-1 0 0,0 0 1 0 0,0 0 0 0 0,0 0 0 0 0,0 0-1 0 0,0 0 1 0 0,0 0 0 0 0,0 0 0 0 0,11-6 114 0 0,14-3 27 0 0,16 3 263 0 0,-1 3 0 0 0,1 1 0 0 0,-1 2 0 0 0,57 7 1 0 0,11-1 144 0 0,555-23 497 0 0,-2-42-1080 0 0,-591 52 10 0 0,2397-166-136 0 0,-368 41 965 0 0,-1158 69-160 0 0,1334-45 2281 0 0,-1866 90-2445 0 0,-223 8 55 0 0,-96 6-733 0 0,265-9-123 0 0,-331 9-719 0 0,-25 0-136 0 0,-14-1 218 0 0,-9-2-305 0 0,8 3 567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0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311 101 3457 0 0,'-1'-1'77'0'0,"0"0"0"0"0,0 0 1 0 0,1 0-1 0 0,-1 0 1 0 0,0 0-1 0 0,0 0 0 0 0,0 0 1 0 0,1-1-1 0 0,-1 1 1 0 0,0 0-1 0 0,1 0 0 0 0,0-1 1 0 0,-1 1-1 0 0,1 0 0 0 0,0-1 1 0 0,-1 1-1 0 0,1 0 1 0 0,0-1-1 0 0,0 1 0 0 0,0 0 1 0 0,0-1-1 0 0,0 1 0 0 0,0-1 1 0 0,1 1-1 0 0,-1 0 1 0 0,0-1-1 0 0,1 1 0 0 0,-1 0 1 0 0,1 0-1 0 0,-1-1 1 0 0,2 0-1 0 0,0-4 279 0 0,1 0 0 0 0,-1 1 0 0 0,1-1 0 0 0,0 1 1 0 0,7-9-1 0 0,7-4 2171 0 0,-25 26-1189 0 0,8-6-1274 0 0,-1-1 1 0 0,0 1-1 0 0,0-1 1 0 0,0 1 0 0 0,0-1-1 0 0,0 1 1 0 0,0-1 0 0 0,-1 0-1 0 0,1 0 1 0 0,0 1 0 0 0,-3 0-1 0 0,2 0 61 0 0,-11 14-12 0 0,0 1-1 0 0,2 1 1 0 0,0 0 0 0 0,-15 32 0 0 0,-24 83 444 0 0,11-28-126 0 0,-22 19 144 0 0,41-88-336 0 0,2 1 0 0 0,1 1 0 0 0,-19 65 0 0 0,35-100-225 0 0,0 1 0 0 0,0-1 0 0 0,1 1 0 0 0,-1 0 0 0 0,1-1 0 0 0,0 1 0 0 0,0 0 0 0 0,0-1 0 0 0,0 1 0 0 0,1 0 0 0 0,-1-1 0 0 0,1 1 0 0 0,0 0 0 0 0,2 4 0 0 0,-2-6 18 0 0,1 0 0 0 0,0 0 0 0 0,-1 0-1 0 0,1 0 1 0 0,0 0 0 0 0,0-1 0 0 0,0 1 0 0 0,1-1-1 0 0,-1 1 1 0 0,0-1 0 0 0,0 0 0 0 0,1 0-1 0 0,-1 0 1 0 0,1 0 0 0 0,-1 0 0 0 0,1 0-1 0 0,-1-1 1 0 0,1 1 0 0 0,0-1 0 0 0,4 0 0 0 0,45 4 1142 0 0,95-8 0 0 0,-32 0-122 0 0,268 26-240 0 0,-130 15-3319 0 0,-224-31-4167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1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71 10594 0 0,'-5'-8'248'0'0,"1"3"532"0"0,0 1 0 0 0,0-1 0 0 0,1-1 0 0 0,0 1 0 0 0,-5-11 0 0 0,8 15-692 0 0,0 1 0 0 0,-1-1 0 0 0,1 0 0 0 0,0 1-1 0 0,0-1 1 0 0,0 1 0 0 0,0-1 0 0 0,0 0 0 0 0,0 1 0 0 0,0-1-1 0 0,0 0 1 0 0,0 1 0 0 0,0-1 0 0 0,0 1 0 0 0,1-1-1 0 0,-1 0 1 0 0,0 1 0 0 0,0-1 0 0 0,1 1 0 0 0,-1-1 0 0 0,0 1-1 0 0,1-1 1 0 0,-1 1 0 0 0,0-1 0 0 0,2 0 0 0 0,-1 0-52 0 0,1 0 0 0 0,-1 1 1 0 0,1-1-1 0 0,-1 1 0 0 0,1-1 1 0 0,0 1-1 0 0,0-1 0 0 0,-1 1 1 0 0,1 0-1 0 0,0 0 1 0 0,-1 0-1 0 0,1 0 0 0 0,3 0 1 0 0,33 4 57 0 0,0 2 0 0 0,66 20 0 0 0,-26-6-95 0 0,10-1-36 0 0,200 55-156 0 0,-255-63 201 0 0,0 2 0 0 0,-2 0 0 0 0,0 3 0 0 0,0 0 0 0 0,-2 2-1 0 0,41 31 1 0 0,-69-48-4 0 0,5 3 42 0 0,-1 1 0 0 0,0-1 0 0 0,0 1 0 0 0,0 0 0 0 0,-1 1 0 0 0,6 7-1 0 0,-9-12-31 0 0,-1 0-1 0 0,1 0 0 0 0,-1 0 0 0 0,0 1 0 0 0,1-1 0 0 0,-1 0 0 0 0,0 0 0 0 0,0 0 0 0 0,0 0 0 0 0,0 0 1 0 0,1 0-1 0 0,-2 1 0 0 0,1-1 0 0 0,0 0 0 0 0,0 0 0 0 0,0 0 0 0 0,0 0 0 0 0,-1 2 0 0 0,0-2 6 0 0,0 1 1 0 0,0 0-1 0 0,0-1 0 0 0,-1 1 0 0 0,1-1 0 0 0,0 1 0 0 0,-1-1 0 0 0,1 1 0 0 0,-1-1 0 0 0,1 0 0 0 0,-1 0 1 0 0,0 0-1 0 0,-3 2 0 0 0,-120 54 271 0 0,78-37-260 0 0,-80 46 0 0 0,112-56 67 0 0,1 1 1 0 0,0 0 0 0 0,0 0-1 0 0,1 1 1 0 0,0 1 0 0 0,1 0 0 0 0,1 1-1 0 0,0 1 1 0 0,-9 16 0 0 0,2 3-330 0 0,2 1 1 0 0,2 1-1 0 0,1 0 1 0 0,-15 68-1 0 0,22-80-6765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8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1 172 456 0 0,'5'-63'1918'0'0,"-2"47"-493"0"0,-2 1 0 0 0,0 0 0 0 0,-1-25 0 0 0,6 18 5964 0 0,-5 22-7289 0 0,0 1 55 0 0,0 0 1 0 0,0 0 0 0 0,0 0-1 0 0,0 0 1 0 0,0 0 0 0 0,0 0-1 0 0,0 1 1 0 0,-1-1 0 0 0,1 0-1 0 0,0 0 1 0 0,-1 1 0 0 0,1-1-1 0 0,-1 0 1 0 0,1 1 0 0 0,-1-1-1 0 0,0 1 1 0 0,1-1 0 0 0,-1 0-1 0 0,0 3 1 0 0,3 134 2947 0 0,0-2-2377 0 0,116 659-15 0 0,-28-433-373 0 0,-87-348-375 0 0,4 13-2537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8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290 144 4145 0 0,'-145'18'1820'0'0,"1"-3"3417"0"0,143-15-5191 0 0,79 7 3237 0 0,-20-7-1939 0 0,101-15-1 0 0,58-23 1022 0 0,-130 21-1632 0 0,25-5 224 0 0,444-62 511 0 0,-531 82-1745 0 0,78-3 856 0 0,-91 5-1224 0 0,1 1 0 0 0,0 0 0 0 0,0 1-1 0 0,-1 0 1 0 0,22 7 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8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 4609 0 0,'2'7'4679'0'0,"-2"-7"-4603"0"0,26 2 3400 0 0,35-4 34 0 0,-3-3-1922 0 0,57-2-2705 0 0,-103 7 219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9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4145 0 0,'62'148'8082'0'0,"-17"8"-4443"0"0,19 164-991 0 0,-47-220-927 0 0,8 41-1024 0 0,8 166 0 0 0,-32-274-1257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49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12 266 456 0 0,'-1'-1'357'0'0,"0"0"1"0"0,0 0-1 0 0,0 1 1 0 0,0-1-1 0 0,1 0 0 0 0,-1 0 1 0 0,0 0-1 0 0,1 0 1 0 0,-1 0-1 0 0,0 0 0 0 0,1 0 1 0 0,-1-1-1 0 0,1 1 1 0 0,0 0-1 0 0,-1 0 0 0 0,1 0 1 0 0,0 0-1 0 0,0-1 1 0 0,-1 1-1 0 0,1 0 0 0 0,0 0 1 0 0,0 0-1 0 0,1-2 1 0 0,-1 1-105 0 0,1 1 1 0 0,0 0 0 0 0,0-1 0 0 0,0 1 0 0 0,0 0-1 0 0,0 0 1 0 0,0 0 0 0 0,0 0 0 0 0,0 0 0 0 0,0 0-1 0 0,0 0 1 0 0,0 0 0 0 0,1 0 0 0 0,-1 0 0 0 0,0 1-1 0 0,2-2 1 0 0,9-2 307 0 0,-1 0 0 0 0,0 1 0 0 0,22-3 0 0 0,-24 4-274 0 0,97-18 1870 0 0,292-41 925 0 0,-223 48-2713 0 0,257-14-111 0 0,-289 19-178 0 0,156-3 28 0 0,-274 11-181 0 0,1-1 1 0 0,0 0-1 0 0,-1-2 1 0 0,0-1-1 0 0,0-1 1 0 0,0-1-1 0 0,0-2 1 0 0,35-15 0 0 0,-34 14-3752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0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0 395 1376 0 0,'5'4'10380'0'0,"1"-8"-10235"0"0,0 1 0 0 0,1-1 1 0 0,-1 0-1 0 0,-1-1 0 0 0,1 1 0 0 0,-1-1 0 0 0,0 0 1 0 0,0-1-1 0 0,0 1 0 0 0,-1-1 0 0 0,1 0 1 0 0,-1 0-1 0 0,-1 0 0 0 0,1-1 0 0 0,-1 1 0 0 0,3-12 1 0 0,5-15 301 0 0,-2 0 0 0 0,8-47-1 0 0,0-3 1998 0 0,-3 48-1599 0 0,-13 34-827 0 0,-1 0 1 0 0,0 0-1 0 0,1 1 0 0 0,-1-1 0 0 0,0 0 0 0 0,1 0 0 0 0,0 0 0 0 0,-1 0 0 0 0,1 0 0 0 0,-1 0 0 0 0,1 1 1 0 0,0-1-1 0 0,0 0 0 0 0,-1 0 0 0 0,1 1 0 0 0,0-1 0 0 0,0 1 0 0 0,0-1 0 0 0,0 1 0 0 0,0-1 0 0 0,0 1 1 0 0,0-1-1 0 0,0 1 0 0 0,0 0 0 0 0,0-1 0 0 0,0 1 0 0 0,0 0 0 0 0,0 0 0 0 0,0 0 0 0 0,0 0 0 0 0,2 0 0 0 0,-1 3 59 0 0,0 0 0 0 0,0 0 0 0 0,0 0-1 0 0,0 0 1 0 0,0 1 0 0 0,-1-1-1 0 0,1 0 1 0 0,-1 1 0 0 0,0 0 0 0 0,0-1-1 0 0,1 6 1 0 0,1 3 181 0 0,2 2-191 0 0,1-1-1 0 0,1 1 1 0 0,0-1-1 0 0,14 20 0 0 0,-18-28-51 0 0,1-1-1 0 0,-1 1 0 0 0,1-1 0 0 0,0 0 0 0 0,0 0 0 0 0,1 0 0 0 0,-1 0 1 0 0,1-1-1 0 0,0 0 0 0 0,0 0 0 0 0,0 0 0 0 0,0 0 0 0 0,1-1 0 0 0,9 3 1 0 0,-14-5-15 0 0,0 0 0 0 0,0 0 0 0 0,0 1 0 0 0,0-2 0 0 0,0 1 0 0 0,0 0 0 0 0,1 0 0 0 0,-1 0 0 0 0,0 0 0 0 0,0-1 0 0 0,0 1 0 0 0,0 0 0 0 0,0-1 0 0 0,0 1 0 0 0,0-1 0 0 0,0 1 0 0 0,0-1 0 0 0,-1 0 0 0 0,1 1 0 0 0,0-1 0 0 0,0 0 0 0 0,0 1 0 0 0,-1-1 0 0 0,1 0 0 0 0,0 0 0 0 0,-1 0 0 0 0,1 0 0 0 0,0 0 0 0 0,0-1 0 0 0,12-38 0 0 0,-6 15 0 0 0,2 3 5 0 0,20-32 0 0 0,-26 48-2 0 0,1 0-1 0 0,0 1 0 0 0,0-1 1 0 0,1 1-1 0 0,-1 0 1 0 0,1 0-1 0 0,0 1 1 0 0,1-1-1 0 0,-1 1 0 0 0,7-4 1 0 0,-11 8-2 0 0,0-1 0 0 0,0 1 0 0 0,0 0 0 0 0,0 0 0 0 0,0 0 0 0 0,0-1 0 0 0,0 1 0 0 0,0 0 0 0 0,0 0 0 0 0,0 1 0 0 0,0-1 0 0 0,0 0 0 0 0,0 0 0 0 0,0 0 0 0 0,0 1 0 0 0,0-1 0 0 0,0 0 0 0 0,-1 1 0 0 0,1-1 0 0 0,0 1 0 0 0,0-1 0 0 0,0 1 0 0 0,0-1 0 0 0,-1 1 0 0 0,1 0 0 0 0,0-1 0 0 0,-1 1 0 0 0,1 0 0 0 0,0 0 1 0 0,-1-1-1 0 0,1 1 0 0 0,-1 0 0 0 0,1 0 0 0 0,-1 0 0 0 0,0 0 0 0 0,1 0 0 0 0,-1 0 0 0 0,1 1 0 0 0,12 44 32 0 0,-11-38-31 0 0,5 25 11 0 0,-2-9 27 0 0,0 0-1 0 0,13 30 1 0 0,-16-48-35 0 0,0-1 0 0 0,1 0 1 0 0,0 1-1 0 0,0-1 0 0 0,0 0 0 0 0,0-1 1 0 0,1 1-1 0 0,0-1 0 0 0,0 1 0 0 0,0-1 0 0 0,0 0 1 0 0,1-1-1 0 0,-1 1 0 0 0,1-1 0 0 0,6 4 1 0 0,-10-7-6 0 0,1 1 0 0 0,-1 0 0 0 0,1-1 0 0 0,-1 0 0 0 0,0 1 0 0 0,1-1 0 0 0,-1 0 0 0 0,1 1 0 0 0,-1-1 0 0 0,1 0 0 0 0,-1 0 0 0 0,1 0 0 0 0,-1 0 0 0 0,1-1 0 0 0,-1 1 0 0 0,0 0 0 0 0,1-1 0 0 0,-1 1 0 0 0,1 0 0 0 0,-1-1 0 0 0,3-1 0 0 0,-2 0 0 0 0,1 0 0 0 0,-1 0 0 0 0,0 0 0 0 0,0 0 0 0 0,0 0 0 0 0,0-1 0 0 0,0 1 0 0 0,-1-1 0 0 0,1 1 0 0 0,1-5 0 0 0,3-8 0 0 0,-1 0 0 0 0,0 0 0 0 0,4-22 0 0 0,-6 22 0 0 0,0 4 0 0 0,11-41 0 0 0,-13 49 0 0 0,0-1 0 0 0,0 1 0 0 0,1-1 0 0 0,-1 1 0 0 0,1 0 0 0 0,0 0 0 0 0,0 0 0 0 0,0 0 0 0 0,0 0 0 0 0,1 1 0 0 0,3-5 0 0 0,-4 6-2 0 0,0 0 1 0 0,0 1-1 0 0,-1-1 0 0 0,1 0 1 0 0,0 1-1 0 0,0-1 1 0 0,0 1-1 0 0,0 0 1 0 0,-1 0-1 0 0,1 0 1 0 0,0 0-1 0 0,0 0 1 0 0,0 0-1 0 0,0 0 0 0 0,0 0 1 0 0,0 1-1 0 0,0-1 1 0 0,-1 1-1 0 0,1-1 1 0 0,0 1-1 0 0,0 0 1 0 0,-1 0-1 0 0,1 0 1 0 0,0 0-1 0 0,-1 0 0 0 0,1 0 1 0 0,-1 0-1 0 0,1 0 1 0 0,-1 1-1 0 0,0-1 1 0 0,1 0-1 0 0,0 3 1 0 0,7 6-22 0 0,-2 0 1 0 0,1 0 0 0 0,9 18 0 0 0,-14-22 12 0 0,28 44-895 0 0,-8-18-2504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0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3225 0 0,'6'3'3717'0'0,"12"-1"-1716"0"0,136-30 4757 0 0,31-5-4391 0 0,207 8-1546 0 0,-44 5-258 0 0,-75 9-1899 0 0,-256 11 392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1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63 117 5529 0 0,'-21'-6'477'0'0,"19"4"161"0"0,-1 1 0 0 0,0 0 0 0 0,-1 0 0 0 0,1 0 0 0 0,0 1 0 0 0,0-1 0 0 0,0 1 0 0 0,-6 0 0 0 0,8 0-544 0 0,1 0 1 0 0,-1 0-1 0 0,1 0 0 0 0,0 1 0 0 0,-1-1 0 0 0,1 0 0 0 0,-1 0 1 0 0,1 1-1 0 0,-1-1 0 0 0,1 0 0 0 0,0 0 0 0 0,-1 1 1 0 0,1-1-1 0 0,0 0 0 0 0,-1 1 0 0 0,1-1 0 0 0,0 1 0 0 0,-1-1 1 0 0,1 0-1 0 0,0 1 0 0 0,0-1 0 0 0,0 1 0 0 0,-1-1 1 0 0,1 1-1 0 0,2 23 114 0 0,-1-20-72 0 0,1 0 0 0 0,0 0 0 0 0,1 0 0 0 0,-1-1 0 0 0,1 1 0 0 0,-1-1 1 0 0,1 1-1 0 0,0-1 0 0 0,0 0 0 0 0,1 0 0 0 0,-1 0 0 0 0,0 0 0 0 0,1-1 0 0 0,0 1 0 0 0,0-1 0 0 0,0 0 0 0 0,0 0 0 0 0,0-1 0 0 0,0 1 0 0 0,0-1 0 0 0,0 0 0 0 0,6 1 1 0 0,3 1 29 0 0,-1 0 0 0 0,1-2 0 0 0,0 1 0 0 0,0-2 1 0 0,0 1-1 0 0,19-3 0 0 0,-30 1-155 0 0,0 1 0 0 0,1 0-1 0 0,-1-1 1 0 0,0 1 0 0 0,1-1 0 0 0,-1 0 0 0 0,0 0 0 0 0,0 0-1 0 0,0 0 1 0 0,0 0 0 0 0,1 0 0 0 0,-2 0 0 0 0,1-1 0 0 0,0 1-1 0 0,0-1 1 0 0,0 1 0 0 0,-1-1 0 0 0,1 0 0 0 0,-1 0 0 0 0,1 0-1 0 0,-1 0 1 0 0,0 0 0 0 0,0 0 0 0 0,0 0 0 0 0,2-3 0 0 0,-2-2 58 0 0,0 1 1 0 0,0-1 0 0 0,0 1 0 0 0,-1-1 0 0 0,0 0 0 0 0,0 1-1 0 0,-2-14 1 0 0,1 15-33 0 0,1 0-1 0 0,-1 0 1 0 0,0 0 0 0 0,0 0-1 0 0,-1 0 1 0 0,0 0 0 0 0,0 0-1 0 0,0 1 1 0 0,0-1 0 0 0,-1 1-1 0 0,1-1 1 0 0,-1 1 0 0 0,0 0-1 0 0,-1 0 1 0 0,-4-5-1 0 0,4 6-27 0 0,-1 0-1 0 0,1 0 0 0 0,-1 1 0 0 0,0-1 0 0 0,0 1 0 0 0,0 0 0 0 0,0 1 0 0 0,0-1 0 0 0,-1 1 0 0 0,1 0 0 0 0,0 0 0 0 0,-1 1 0 0 0,1-1 0 0 0,-8 1 0 0 0,11 0-6 0 0,-8 0 40 0 0,0 0 0 0 0,0 1 1 0 0,0 0-1 0 0,-19 4 0 0 0,29-4-44 0 0,0-1-1 0 0,0 0 1 0 0,0 1-1 0 0,0-1 1 0 0,0 1-1 0 0,0-1 1 0 0,0 0-1 0 0,0 1 0 0 0,0-1 1 0 0,0 1-1 0 0,0-1 1 0 0,0 0-1 0 0,0 1 1 0 0,0-1-1 0 0,0 1 1 0 0,0-1-1 0 0,0 0 1 0 0,1 1-1 0 0,-1-1 0 0 0,0 0 1 0 0,0 1-1 0 0,0-1 1 0 0,1 0-1 0 0,-1 1 1 0 0,0-1-1 0 0,1 0 1 0 0,-1 1-1 0 0,0-1 1 0 0,0 0-1 0 0,1 0 1 0 0,-1 1-1 0 0,1-1 0 0 0,-1 0 1 0 0,0 0-1 0 0,1 0 1 0 0,-1 0-1 0 0,0 1 1 0 0,1-1-1 0 0,0 0 1 0 0,1 1-58 0 0,7 7-203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6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66 345 3225 0 0,'-3'0'248'0'0,"1"0"0"0"0,-1 0 0 0 0,1 0 1 0 0,-1 0-1 0 0,1-1 0 0 0,-1 1 0 0 0,1-1 0 0 0,-1 0 1 0 0,1 1-1 0 0,0-1 0 0 0,-1 0 0 0 0,1-1 1 0 0,0 1-1 0 0,0 0 0 0 0,0-1 0 0 0,-1 1 0 0 0,2-1 1 0 0,-1 1-1 0 0,0-1 0 0 0,0 0 0 0 0,-3-4 1 0 0,3 2-4 0 0,0 0 1 0 0,1 0-1 0 0,-1 0 1 0 0,1 0-1 0 0,0 0 0 0 0,0-1 1 0 0,0 1-1 0 0,0 0 1 0 0,1-1-1 0 0,-1 1 1 0 0,2-8-1 0 0,0-3 275 0 0,1 1-1 0 0,0-1 1 0 0,2 1-1 0 0,-1-1 0 0 0,2 1 1 0 0,9-21-1 0 0,-8 23-255 0 0,1 1-1 0 0,0 0 1 0 0,1 0-1 0 0,0 0 1 0 0,1 1 0 0 0,0 0-1 0 0,15-12 1 0 0,-19 17-159 0 0,0 1 0 0 0,1 0 0 0 0,-1 0 1 0 0,1 1-1 0 0,0-1 0 0 0,0 1 0 0 0,0 1 0 0 0,0-1 1 0 0,0 1-1 0 0,0 0 0 0 0,1 0 0 0 0,-1 1 0 0 0,1 0 1 0 0,0 0-1 0 0,-1 0 0 0 0,13 2 0 0 0,-17-1-106 0 0,0 1 0 0 0,-1-1 0 0 0,1 1 0 0 0,-1 0 0 0 0,1 0 0 0 0,0-1 0 0 0,-1 1 0 0 0,0 1 0 0 0,1-1 0 0 0,-1 0 1 0 0,1 0-1 0 0,-1 0 0 0 0,0 1 0 0 0,0-1 0 0 0,0 0 0 0 0,0 1 0 0 0,0-1 0 0 0,0 1 0 0 0,0 0 0 0 0,-1-1 0 0 0,1 1 0 0 0,0-1 0 0 0,-1 1 0 0 0,1 0 0 0 0,-1 0 0 0 0,0-1 0 0 0,1 1 0 0 0,-1 0 0 0 0,0 0 0 0 0,0 0 0 0 0,-1 3 0 0 0,1 7-7 0 0,-1 1 0 0 0,0-1-1 0 0,-4 16 1 0 0,4-26 8 0 0,-6 27-75 0 0,-17 40-1 0 0,13-40-37 0 0,2 0 0 0 0,-7 33-1 0 0,14-55 100 0 0,1 1-1 0 0,0 0 1 0 0,0 0-1 0 0,1 0 1 0 0,0 0-1 0 0,1-1 0 0 0,0 1 1 0 0,0 0-1 0 0,0 0 1 0 0,1-1-1 0 0,1 1 1 0 0,5 13-1 0 0,-6-16 9 0 0,1-1 0 0 0,0 0 0 0 0,0 0 0 0 0,1 0 1 0 0,-1 0-1 0 0,1 0 0 0 0,0-1 0 0 0,0 0 0 0 0,0 0 0 0 0,0 0 0 0 0,1 0 1 0 0,-1 0-1 0 0,1-1 0 0 0,0 0 0 0 0,0 0 0 0 0,0 0 0 0 0,-1-1 0 0 0,2 1 0 0 0,-1-1 1 0 0,0-1-1 0 0,0 1 0 0 0,0-1 0 0 0,0 1 0 0 0,0-1 0 0 0,1-1 0 0 0,-1 1 1 0 0,0-1-1 0 0,0 0 0 0 0,0 0 0 0 0,0-1 0 0 0,0 1 0 0 0,0-1 0 0 0,0 0 0 0 0,-1 0 1 0 0,1-1-1 0 0,-1 1 0 0 0,1-1 0 0 0,-1 0 0 0 0,0-1 0 0 0,0 1 0 0 0,0-1 1 0 0,-1 1-1 0 0,1-1 0 0 0,3-6 0 0 0,-6 8 35 0 0,0-1-1 0 0,0 0 1 0 0,0 1 0 0 0,-1-1-1 0 0,1 0 1 0 0,-1 0 0 0 0,0 0-1 0 0,0 0 1 0 0,0 1 0 0 0,0-1-1 0 0,0 0 1 0 0,0 0 0 0 0,-1 0 0 0 0,0 1-1 0 0,1-1 1 0 0,-1 0 0 0 0,0 0-1 0 0,0 1 1 0 0,-1-1 0 0 0,1 1-1 0 0,0-1 1 0 0,-1 1 0 0 0,0 0-1 0 0,-3-5 1 0 0,-6-6 227 0 0,0-1 0 0 0,-23-19 1 0 0,31 30-207 0 0,-19-16 18 0 0,-1 0 0 0 0,-1 1-1 0 0,-1 1 1 0 0,-1 2 0 0 0,0 0-1 0 0,0 2 1 0 0,-52-18 0 0 0,74 29-504 0 0,0 1 1 0 0,0 0-1 0 0,0 0 1 0 0,0 1 0 0 0,0-1-1 0 0,0 1 1 0 0,-4 0-1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7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0 237 1320 0 0,'3'-3'400'0'0,"-1"-1"-1"0"0,1 1 1 0 0,0 0-1 0 0,0-1 1 0 0,1 1 0 0 0,-1 1-1 0 0,0-1 1 0 0,1 0-1 0 0,0 1 1 0 0,-1 0-1 0 0,1 0 1 0 0,0 0-1 0 0,0 0 1 0 0,1 1-1 0 0,-1 0 1 0 0,0-1-1 0 0,0 1 1 0 0,1 1-1 0 0,-1-1 1 0 0,0 1 0 0 0,1 0-1 0 0,-1 0 1 0 0,0 0-1 0 0,1 0 1 0 0,-1 1-1 0 0,0 0 1 0 0,1-1-1 0 0,-1 2 1 0 0,0-1-1 0 0,0 0 1 0 0,0 1-1 0 0,0 0 1 0 0,6 4 0 0 0,61 65 3441 0 0,-57-55-3566 0 0,1-1 0 0 0,0 0 0 0 0,1 0 0 0 0,1-2 0 0 0,24 16 0 0 0,-36-26-163 0 0,0 0 0 0 0,0 0 0 0 0,1-1 0 0 0,-1 1-1 0 0,1-1 1 0 0,-1 0 0 0 0,1-1 0 0 0,0 0 0 0 0,7 1-1 0 0,-11-2-63 0 0,0 0-1 0 0,0 0 0 0 0,0-1 0 0 0,0 1 1 0 0,0-1-1 0 0,0 1 0 0 0,0-1 0 0 0,0 0 1 0 0,-1 0-1 0 0,1 0 0 0 0,0 0 0 0 0,0 0 1 0 0,-1 0-1 0 0,1 0 0 0 0,-1-1 0 0 0,1 1 0 0 0,-1 0 1 0 0,1-1-1 0 0,-1 0 0 0 0,0 1 0 0 0,0-1 1 0 0,0 0-1 0 0,0 1 0 0 0,0-1 0 0 0,0 0 1 0 0,0 0-1 0 0,0 0 0 0 0,-1 0 0 0 0,1-4 1 0 0,11-41 165 0 0,-2-1 0 0 0,6-70 0 0 0,-3 14-343 0 0,-9 79-1512 0 0,-1 3-6162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8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110 400 5985 0 0,'-5'-7'426'0'0,"0"0"0"0"0,0 0 0 0 0,1-1 0 0 0,1 0 0 0 0,-1 0 0 0 0,1 0 0 0 0,1 0 0 0 0,-1 0 0 0 0,0-10 0 0 0,-1 2-5 0 0,1 6-25 0 0,0 0 0 0 0,1 0 0 0 0,1 0-1 0 0,0 0 1 0 0,0 0 0 0 0,1-1-1 0 0,0 1 1 0 0,1 0 0 0 0,3-20 0 0 0,-1 22-186 0 0,0 0 1 0 0,0 0 0 0 0,0 1 0 0 0,1-1 0 0 0,0 1-1 0 0,1 0 1 0 0,-1 0 0 0 0,1 0 0 0 0,1 1-1 0 0,-1-1 1 0 0,1 1 0 0 0,12-9 0 0 0,-2 2-1 0 0,1 0 1 0 0,24-12 0 0 0,-35 21-167 0 0,0 1 1 0 0,0 0-1 0 0,1 0 0 0 0,-1 1 1 0 0,1 0-1 0 0,0 0 0 0 0,-1 0 1 0 0,1 1-1 0 0,0 0 1 0 0,13 0-1 0 0,-18 1-39 0 0,-1 1 0 0 0,0 0 0 0 0,1-1 0 0 0,-1 1 0 0 0,0 0 0 0 0,0-1 0 0 0,1 1 0 0 0,-1 0 0 0 0,0 0 0 0 0,0 0 0 0 0,0 0-1 0 0,0 0 1 0 0,0 0 0 0 0,0 0 0 0 0,-1 1 0 0 0,1-1 0 0 0,0 0 0 0 0,0 0 0 0 0,-1 1 0 0 0,1-1 0 0 0,-1 1 0 0 0,1-1 0 0 0,-1 0 0 0 0,0 1 0 0 0,1-1 0 0 0,-1 1 0 0 0,0-1 0 0 0,0 0 0 0 0,0 1 0 0 0,0-1 0 0 0,0 1 0 0 0,-1 2 0 0 0,1 5 60 0 0,-1 1 1 0 0,0 0-1 0 0,-4 14 0 0 0,-30 93 855 0 0,-7 26-731 0 0,38-122-286 0 0,0 0 0 0 0,1 0 0 0 0,1 0-1 0 0,2 39 1 0 0,0-57 90 0 0,0 1-1 0 0,1-1 1 0 0,0 1-1 0 0,0 0 1 0 0,0-1-1 0 0,0 1 1 0 0,0-1-1 0 0,1 0 0 0 0,-1 1 1 0 0,1-1-1 0 0,0 0 1 0 0,0 0-1 0 0,0 0 1 0 0,1 0-1 0 0,-1-1 1 0 0,1 1-1 0 0,-1-1 1 0 0,1 1-1 0 0,0-1 1 0 0,0 0-1 0 0,0 0 1 0 0,0 0-1 0 0,0 0 1 0 0,1-1-1 0 0,-1 1 1 0 0,0-1-1 0 0,1 0 1 0 0,-1 0-1 0 0,6 1 1 0 0,-4-1 43 0 0,-1-1 0 0 0,1 1 1 0 0,-1-1-1 0 0,1 0 1 0 0,0 0-1 0 0,-1-1 0 0 0,1 1 1 0 0,-1-1-1 0 0,1 0 1 0 0,-1 0-1 0 0,1-1 0 0 0,-1 1 1 0 0,0-1-1 0 0,1 0 1 0 0,-1 0-1 0 0,0-1 0 0 0,-1 1 1 0 0,1-1-1 0 0,0 0 1 0 0,-1 0-1 0 0,1 0 1 0 0,-1 0-1 0 0,4-5 0 0 0,-6 7-21 0 0,0-1 0 0 0,-1 0 0 0 0,1 1 0 0 0,0-1 0 0 0,-1 0 0 0 0,1 0 0 0 0,-1 1 0 0 0,1-1 0 0 0,-1 0-1 0 0,0 0 1 0 0,0 0 0 0 0,0 0 0 0 0,0 0 0 0 0,0 0 0 0 0,0 1 0 0 0,-1-1 0 0 0,1 0 0 0 0,-1 0 0 0 0,1 0 0 0 0,-1 1 0 0 0,1-1-1 0 0,-1 0 1 0 0,0 0 0 0 0,0 1 0 0 0,0-1 0 0 0,0 1 0 0 0,0-1 0 0 0,0 1 0 0 0,-1-1 0 0 0,1 1 0 0 0,0 0 0 0 0,-3-2 0 0 0,-3-3 29 0 0,0-1 1 0 0,0 1 0 0 0,-1 0 0 0 0,-15-8-1 0 0,-6 1-137 0 0,0 2-1 0 0,-1 1 0 0 0,0 1 0 0 0,0 2 0 0 0,-58-7 1 0 0,21 3-2529 0 0,42 7-3848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8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146 192 5985 0 0,'0'-1'20'0'0,"0"1"-1"0"0,0 0 0 0 0,0 0 1 0 0,0 0-1 0 0,0-1 0 0 0,0 1 1 0 0,0 0-1 0 0,0 0 1 0 0,0 0-1 0 0,0 0 0 0 0,0-1 1 0 0,0 1-1 0 0,0 0 0 0 0,0 0 1 0 0,-1 0-1 0 0,1-1 1 0 0,0 1-1 0 0,0 0 0 0 0,0 0 1 0 0,0 0-1 0 0,0 0 0 0 0,0 0 1 0 0,-1-1-1 0 0,1 1 1 0 0,0 0-1 0 0,0 0 0 0 0,0 0 1 0 0,0 0-1 0 0,-1 0 0 0 0,1 0 1 0 0,0 0-1 0 0,0 0 0 0 0,0 0 1 0 0,-1 0-1 0 0,1 0 1 0 0,0 0-1 0 0,0 0 0 0 0,0 0 1 0 0,-1 0-1 0 0,1 0 0 0 0,0 0 1 0 0,0 0-1 0 0,0 0 1 0 0,-1 0-1 0 0,-12 5 2051 0 0,-9 10 1228 0 0,10-5-2777 0 0,1 1-1 0 0,0 1 1 0 0,0 0-1 0 0,1 0 0 0 0,-12 21 1 0 0,18-27-430 0 0,1-1-1 0 0,-1 1 1 0 0,1 1 0 0 0,1-1 0 0 0,-1 0 0 0 0,1 1 0 0 0,0-1-1 0 0,1 1 1 0 0,-1 0 0 0 0,1-1 0 0 0,1 1 0 0 0,-1 0-1 0 0,1 0 1 0 0,0 0 0 0 0,2 8 0 0 0,0-11-51 0 0,-1 0 1 0 0,1 0-1 0 0,1 0 1 0 0,-1 0-1 0 0,0 0 1 0 0,1-1-1 0 0,0 1 1 0 0,0-1 0 0 0,0 0-1 0 0,0 0 1 0 0,1 0-1 0 0,-1 0 1 0 0,1 0-1 0 0,0-1 1 0 0,-1 1-1 0 0,1-1 1 0 0,8 3-1 0 0,-9-3-10 0 0,1-1 0 0 0,0 1 0 0 0,-1-1 0 0 0,1 0 0 0 0,0 0 0 0 0,0 0 0 0 0,0 0 0 0 0,0-1-1 0 0,0 1 1 0 0,0-1 0 0 0,0 0 0 0 0,-1 0 0 0 0,1-1 0 0 0,0 1 0 0 0,0-1 0 0 0,0 0 0 0 0,0 0 0 0 0,0 0 0 0 0,-1 0 0 0 0,7-4 0 0 0,-8 3-26 0 0,-1 1 1 0 0,1-1-1 0 0,0 0 1 0 0,-1 0-1 0 0,1 0 1 0 0,-1 0 0 0 0,0 0-1 0 0,0 0 1 0 0,0-1-1 0 0,0 1 1 0 0,0 0-1 0 0,0 0 1 0 0,-1-1-1 0 0,1 1 1 0 0,-1-1 0 0 0,1 1-1 0 0,-1-1 1 0 0,0 1-1 0 0,0 0 1 0 0,0-5-1 0 0,-10-57 117 0 0,5 39-100 0 0,0 0-14 0 0,2 0 1 0 0,1 1-1 0 0,3-49 0 0 0,-1 66-4 0 0,1 0-1 0 0,0 0 0 0 0,1 1 1 0 0,0-1-1 0 0,0 0 1 0 0,0 0-1 0 0,1 1 0 0 0,0 0 1 0 0,0-1-1 0 0,0 1 1 0 0,1 0-1 0 0,0 0 0 0 0,0 1 1 0 0,1-1-1 0 0,0 1 0 0 0,0 0 1 0 0,0 0-1 0 0,9-6 1 0 0,0 2 11 0 0,0 0 1 0 0,0 2-1 0 0,25-11 1 0 0,-36 17-16 0 0,1-1 1 0 0,-1 1 0 0 0,1 0 0 0 0,-1 0 0 0 0,1 0-1 0 0,-1 0 1 0 0,1 0 0 0 0,0 1 0 0 0,-1 0 0 0 0,1 0-1 0 0,0 0 1 0 0,-1 0 0 0 0,1 1 0 0 0,0-1 0 0 0,-1 1-1 0 0,1 0 1 0 0,-1 0 0 0 0,1 0 0 0 0,-1 0 0 0 0,1 1-1 0 0,-1-1 1 0 0,4 4 0 0 0,-5-3 0 0 0,0 0 0 0 0,0 1 0 0 0,0-1 0 0 0,-1 1 0 0 0,0-1 0 0 0,1 1 0 0 0,-1 0 0 0 0,0 0 0 0 0,0-1 0 0 0,0 1 0 0 0,-1 0 0 0 0,1 0 0 0 0,-1 0 0 0 0,1 0 0 0 0,-1 0 0 0 0,0 3 0 0 0,-5 56 0 0 0,2-30 0 0 0,3-22-7 0 0,0 1 0 0 0,1-1 1 0 0,0 0-1 0 0,0 0 0 0 0,1 0 0 0 0,1 0 0 0 0,-1 0 1 0 0,2 0-1 0 0,5 12 0 0 0,-8-19 5 0 0,1 0 0 0 0,0 0 0 0 0,0 0-1 0 0,0 0 1 0 0,0 0 0 0 0,0-1 0 0 0,0 1 0 0 0,1-1 0 0 0,-1 1 0 0 0,1-1 0 0 0,0 0-1 0 0,-1 0 1 0 0,1 0 0 0 0,0 0 0 0 0,0-1 0 0 0,0 1 0 0 0,1-1 0 0 0,-1 0 0 0 0,0 0-1 0 0,0 0 1 0 0,1 0 0 0 0,-1-1 0 0 0,1 1 0 0 0,-1-1 0 0 0,1 0 0 0 0,-1 0 0 0 0,0 0-1 0 0,1 0 1 0 0,-1-1 0 0 0,1 1 0 0 0,4-2 0 0 0,-5 0 20 0 0,0 1 0 0 0,1-1 0 0 0,-1 0 0 0 0,0 0 0 0 0,0 0 0 0 0,0 0 0 0 0,-1-1 0 0 0,1 1 0 0 0,-1-1 0 0 0,1 1 0 0 0,-1-1 0 0 0,0 0 0 0 0,0 0 0 0 0,0 0 0 0 0,0 0 0 0 0,0-1 0 0 0,-1 1-1 0 0,1 0 1 0 0,-1-1 0 0 0,0 1 0 0 0,0-1 0 0 0,-1 1 0 0 0,2-5 0 0 0,1-11 135 0 0,-1 0 0 0 0,0 0 0 0 0,-1-20 0 0 0,-1 31-35 0 0,0-1 1 0 0,-1 0 0 0 0,0 1-1 0 0,0-1 1 0 0,-1 1 0 0 0,0 0-1 0 0,-1-1 1 0 0,0 1 0 0 0,0 0-1 0 0,-7-12 1 0 0,8 16-176 0 0,-1 0 0 0 0,0 0 0 0 0,0 0-1 0 0,-1 1 1 0 0,1-1 0 0 0,-1 1 0 0 0,0 0 0 0 0,0 0 0 0 0,0 0 0 0 0,0 1 0 0 0,0-1-1 0 0,-1 1 1 0 0,1 0 0 0 0,-1 0 0 0 0,1 0 0 0 0,-1 1 0 0 0,0 0 0 0 0,1 0-1 0 0,-1 0 1 0 0,-6 0 0 0 0,-3 1-1762 0 0,-1 2-4640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9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0 496 6449 0 0,'5'-3'529'0'0,"0"0"0"0"0,1 1 0 0 0,-1 0-1 0 0,1 0 1 0 0,10-3 0 0 0,244-55 8652 0 0,-259 60-9167 0 0,-1 0 1 0 0,1 0 0 0 0,-1 0 0 0 0,1 0 0 0 0,-1 0-1 0 0,0 0 1 0 0,1 0 0 0 0,-1 0 0 0 0,1 0 0 0 0,-1-1-1 0 0,1 1 1 0 0,-1 0 0 0 0,1 0 0 0 0,-1 0-1 0 0,0-1 1 0 0,1 1 0 0 0,-1 0 0 0 0,0-1 0 0 0,1 1-1 0 0,-1 0 1 0 0,0-1 0 0 0,1 1 0 0 0,-1 0 0 0 0,0-1-1 0 0,0 1 1 0 0,1 0 0 0 0,-1-1 0 0 0,0 1-1 0 0,0-1 1 0 0,0 1 0 0 0,1-1 0 0 0,-9-12 69 0 0,1 2-68 0 0,-6-11 113 0 0,0-2 1 0 0,1 0-1 0 0,2 0 0 0 0,0-1 0 0 0,-9-38 0 0 0,17 53-93 0 0,1 0 0 0 0,0 0 0 0 0,0 0 0 0 0,1 0 0 0 0,0 0 0 0 0,0 0 0 0 0,4-17 0 0 0,-2 21-17 0 0,0 0 0 0 0,0-1-1 0 0,0 1 1 0 0,1 0 0 0 0,0 0-1 0 0,0 1 1 0 0,0-1 0 0 0,1 0-1 0 0,0 1 1 0 0,0 0-1 0 0,0 0 1 0 0,10-8 0 0 0,-11 10-10 0 0,1 0 0 0 0,-1 1 1 0 0,1-1-1 0 0,0 1 1 0 0,0 0-1 0 0,0 0 0 0 0,0 0 1 0 0,0 1-1 0 0,0-1 0 0 0,1 1 1 0 0,-1 0-1 0 0,0 0 0 0 0,1 1 1 0 0,-1-1-1 0 0,8 1 0 0 0,-9 0-7 0 0,-1 1 0 0 0,0-1 0 0 0,1 1-1 0 0,-1-1 1 0 0,1 1 0 0 0,-1 0 0 0 0,0 0 0 0 0,0 0-1 0 0,1 0 1 0 0,-1 0 0 0 0,0 0 0 0 0,0 1-1 0 0,0-1 1 0 0,0 1 0 0 0,-1 0 0 0 0,1-1-1 0 0,0 1 1 0 0,-1 0 0 0 0,1 0 0 0 0,-1 0 0 0 0,1 0-1 0 0,-1 0 1 0 0,0 0 0 0 0,0 1 0 0 0,0-1-1 0 0,0 0 1 0 0,-1 0 0 0 0,1 1 0 0 0,0 2-1 0 0,2 12-17 0 0,-2-1-1 0 0,0 1 0 0 0,-2 31 0 0 0,0-33 4 0 0,1 0 1 0 0,0 1-1 0 0,1-1 0 0 0,0 0 0 0 0,4 16 0 0 0,-4-28 23 0 0,-1-1 0 0 0,1 0-1 0 0,0 1 1 0 0,0-1-1 0 0,0 0 1 0 0,0 0 0 0 0,0 0-1 0 0,0 0 1 0 0,0 0-1 0 0,1 0 1 0 0,-1 0-1 0 0,1 0 1 0 0,-1 0 0 0 0,1 0-1 0 0,0-1 1 0 0,0 1-1 0 0,0-1 1 0 0,0 0-1 0 0,0 1 1 0 0,4 1 0 0 0,-3-2 22 0 0,1-1 0 0 0,-1 1 0 0 0,0-1 0 0 0,1 1 0 0 0,-1-1 1 0 0,1 0-1 0 0,-1 0 0 0 0,0-1 0 0 0,1 1 0 0 0,-1-1 0 0 0,0 0 1 0 0,0 0-1 0 0,5-1 0 0 0,6-4 89 0 0,0-1 0 0 0,0 0 1 0 0,-1-1-1 0 0,0-1 0 0 0,14-12 0 0 0,28-22 48 0 0,-15 12-6344 0 0,-18 14-736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00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120 100 6449 0 0,'-1'-99'10705'0'0,"-2"147"-10143"0"0,-2 0-1 0 0,-3 0 0 0 0,-21 76 0 0 0,16-76-77 0 0,2 0-1 0 0,2 1 0 0 0,-4 82 1 0 0,13-116-576 0 0,-2 36-1228 0 0,2-49 1197 0 0,-1 0-1 0 0,1 0 1 0 0,-1 0 0 0 0,1 0 0 0 0,-1-1-1 0 0,1 1 1 0 0,-1 0 0 0 0,0 0 0 0 0,0-1 0 0 0,0 1-1 0 0,0 0 1 0 0,0-1 0 0 0,0 1 0 0 0,-1-1-1 0 0,1 1 1 0 0,0-1 0 0 0,-1 0 0 0 0,1 0-1 0 0,-1 0 1 0 0,1 1 0 0 0,-1-1 0 0 0,-2 0-1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00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1840 0 0,'3'-12'1090'0'0,"-2"11"-473"0"0,-1-1 0 0 0,0 0-1 0 0,1 0 1 0 0,-1 1 0 0 0,1-1-1 0 0,0 0 1 0 0,0 1 0 0 0,0-1 0 0 0,0 0-1 0 0,0 1 1 0 0,0-1 0 0 0,1 0-1 0 0,-1 1-392 0 0,0 1 0 0 0,1 0 0 0 0,-1-1 0 0 0,0 1 0 0 0,0 0-1 0 0,0 0 1 0 0,1 0 0 0 0,-1 0 0 0 0,0 0 0 0 0,0 0 0 0 0,1 0-1 0 0,-1 1 1 0 0,0-1 0 0 0,0 0 0 0 0,0 1 0 0 0,0-1-1 0 0,1 1 1 0 0,-1-1 0 0 0,0 1 0 0 0,0-1 0 0 0,0 1 0 0 0,1 1-1 0 0,10 5 458 0 0,0 1 0 0 0,0 1 0 0 0,-1 0 0 0 0,0 1 0 0 0,0 0 0 0 0,15 20 0 0 0,51 77 619 0 0,-54-72-1068 0 0,169 211-1607 0 0,-176-227-3750 0 0,-4 0-1711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00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0 105 8754 0 0,'13'-12'1279'0'0,"1"0"0"0"0,0 1 0 0 0,0 1 1 0 0,20-11-1 0 0,-23 14-1752 0 0,1 2 1 0 0,0-1-1 0 0,0 2 0 0 0,1-1 1 0 0,-1 2-1 0 0,20-4 0 0 0,-13 5-606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2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6 2761 0 0,'-1'-1'55'0'0,"0"1"0"0"0,0-1 0 0 0,0 1 0 0 0,1-1 1 0 0,-1 1-1 0 0,0-1 0 0 0,0 1 0 0 0,0 0 0 0 0,0 0 0 0 0,0-1 1 0 0,0 1-1 0 0,1 0 0 0 0,-1 0 0 0 0,0 0 0 0 0,0 0 1 0 0,0 0-1 0 0,0 0 0 0 0,0 0 0 0 0,0 0 0 0 0,0 0 0 0 0,0 0 1 0 0,0 1-1 0 0,0-1 0 0 0,1 0 0 0 0,-1 1 0 0 0,0-1 1 0 0,0 0-1 0 0,0 1 0 0 0,0-1 0 0 0,1 1 0 0 0,-1 0 0 0 0,0-1 1 0 0,0 1-1 0 0,1-1 0 0 0,-1 1 0 0 0,1 0 0 0 0,-1 0 1 0 0,0 0-1 0 0,0 2 355 0 0,0-1 1 0 0,0 1 0 0 0,0 0-1 0 0,1-1 1 0 0,-1 1 0 0 0,1 0-1 0 0,0 0 1 0 0,0-1 0 0 0,0 1-1 0 0,0 0 1 0 0,1 3 0 0 0,16 373 3030 0 0,-12-131-361 0 0,0-184-2351 0 0,23 118 0 0 0,31 21 458 0 0,-3-12 859 0 0,-48-155-1770 0 0,-1 1 0 0 0,-2 1 0 0 0,0 50 0 0 0,-6-41-212 0 0,1 33-3126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2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1 478 5985 0 0,'33'-6'2409'0'0,"17"-9"-789"0"0,308-80 3820 0 0,-183 63-3658 0 0,226-36 366 0 0,667-46-447 0 0,-467 63-1520 0 0,300-20 70 0 0,-777 62-902 0 0,225-8-5925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8:53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50 920 0 0,'-4'0'650'0'0,"0"1"0"0"0,0-1 0 0 0,1 1 0 0 0,-1-1 0 0 0,0 1 0 0 0,1 1 1 0 0,-1-1-1 0 0,1 0 0 0 0,-1 1 0 0 0,1 0 0 0 0,0-1 0 0 0,0 1 0 0 0,-1 1 0 0 0,1-1 0 0 0,1 0 0 0 0,-6 5 0 0 0,5-2-354 0 0,-1-1-1 0 0,0 1 1 0 0,1-1-1 0 0,0 1 1 0 0,0 0 0 0 0,0 1-1 0 0,1-1 1 0 0,0 0-1 0 0,0 1 1 0 0,-2 8 0 0 0,3-10-272 0 0,0 0 0 0 0,0 0 0 0 0,1 0 0 0 0,-1 0-1 0 0,1 0 1 0 0,0 0 0 0 0,0 0 0 0 0,0 0 0 0 0,1 0 0 0 0,-1 0 0 0 0,1 0 0 0 0,0 0 0 0 0,0 0 0 0 0,0 0 0 0 0,1 0 0 0 0,-1-1 0 0 0,1 1 0 0 0,0 0 0 0 0,0-1 0 0 0,1 0 0 0 0,-1 1-1 0 0,0-1 1 0 0,1 0 0 0 0,0 0 0 0 0,0 0 0 0 0,0-1 0 0 0,0 1 0 0 0,0-1 0 0 0,1 0 0 0 0,-1 1 0 0 0,1-2 0 0 0,-1 1 0 0 0,1 0 0 0 0,5 1 0 0 0,-4-1 43 0 0,0-1 0 0 0,0 0 0 0 0,0 0 0 0 0,1 0 0 0 0,-1-1 0 0 0,0 1 0 0 0,1-1 0 0 0,-1 0 0 0 0,0-1 0 0 0,1 0 0 0 0,-1 1 0 0 0,9-4 0 0 0,-12 3-6 0 0,1 0 0 0 0,-1-1 1 0 0,0 1-1 0 0,1-1 0 0 0,-1 1 0 0 0,0-1 1 0 0,0 0-1 0 0,0 0 0 0 0,0 1 1 0 0,0-2-1 0 0,0 1 0 0 0,-1 0 0 0 0,1 0 1 0 0,-1-1-1 0 0,0 1 0 0 0,1 0 1 0 0,-1-1-1 0 0,0 1 0 0 0,0-1 1 0 0,-1 0-1 0 0,1 1 0 0 0,0-1 0 0 0,-1 0 1 0 0,0 1-1 0 0,0-1 0 0 0,0-3 1 0 0,1-7 69 0 0,-2 1 0 0 0,1 0 0 0 0,-2-1 1 0 0,0 1-1 0 0,-5-20 0 0 0,6 29-126 0 0,0-1-1 0 0,0 0 0 0 0,-1 0 0 0 0,1 1 1 0 0,-1-1-1 0 0,0 0 0 0 0,0 1 0 0 0,0 0 1 0 0,0-1-1 0 0,-1 1 0 0 0,1 0 0 0 0,-1 0 1 0 0,0 0-1 0 0,0 1 0 0 0,0-1 1 0 0,0 1-1 0 0,0-1 0 0 0,0 1 0 0 0,-1 0 1 0 0,1 1-1 0 0,-6-3 0 0 0,8 4-4 0 0,1-1 0 0 0,-1 1 1 0 0,0 0-1 0 0,1 0 0 0 0,-1-1 0 0 0,0 1 0 0 0,1 0 0 0 0,-1 0 1 0 0,0 0-1 0 0,0 0 0 0 0,1 0 0 0 0,-1 0 0 0 0,0 0 0 0 0,1 0 0 0 0,-1 1 1 0 0,0-1-1 0 0,1 0 0 0 0,-1 0 0 0 0,0 0 0 0 0,1 1 0 0 0,-1-1 0 0 0,0 0 1 0 0,1 1-1 0 0,-1-1 0 0 0,1 1 0 0 0,-1-1 0 0 0,1 1 0 0 0,-1-1 0 0 0,1 1 1 0 0,-1-1-1 0 0,0 1 0 0 0,1 1-1 0 0,-1-1 0 0 0,1 1 0 0 0,0 0 0 0 0,-1-1 0 0 0,1 1 0 0 0,0 0 1 0 0,0-1-1 0 0,0 1 0 0 0,0 0 0 0 0,0-1 0 0 0,1 1 0 0 0,0 3 0 0 0,0 1 16 0 0,1 0 0 0 0,0 0-1 0 0,1 0 1 0 0,-1 0 0 0 0,1-1-1 0 0,5 8 1 0 0,-5-10 36 0 0,0 0 0 0 0,0-1-1 0 0,0 1 1 0 0,0-1 0 0 0,0 1 0 0 0,1-1-1 0 0,-1 0 1 0 0,1 0 0 0 0,-1-1 0 0 0,1 1-1 0 0,0-1 1 0 0,0 1 0 0 0,-1-1 0 0 0,1 0-1 0 0,0-1 1 0 0,0 1 0 0 0,0-1 0 0 0,0 0-1 0 0,0 0 1 0 0,1 0 0 0 0,-1 0 0 0 0,0-1-1 0 0,0 1 1 0 0,-1-1 0 0 0,1 0 0 0 0,4-2-1 0 0,-5 2-16 0 0,0 0 0 0 0,-1 0 0 0 0,1-1 0 0 0,-1 1 0 0 0,1-1 0 0 0,-1 1 0 0 0,1-1 0 0 0,-1 0-1 0 0,0 0 1 0 0,0 0 0 0 0,0 0 0 0 0,0 0 0 0 0,0-1 0 0 0,-1 1 0 0 0,1 0 0 0 0,-1-1 0 0 0,1 1 0 0 0,-1-1-1 0 0,0 0 1 0 0,0 0 0 0 0,0 1 0 0 0,0-1 0 0 0,0 0 0 0 0,-1 0 0 0 0,0 0 0 0 0,1 0 0 0 0,-1 1 0 0 0,0-1 0 0 0,0 0-1 0 0,-1 0 1 0 0,1 0 0 0 0,0 0 0 0 0,-1 0 0 0 0,0 0 0 0 0,0 1 0 0 0,-1-5 0 0 0,1 4-83 0 0,-1 0 1 0 0,1 0 0 0 0,-1 0 0 0 0,1 0-1 0 0,-1 0 1 0 0,0 1 0 0 0,0-1 0 0 0,-1 0-1 0 0,1 1 1 0 0,-1 0 0 0 0,1-1-1 0 0,-1 1 1 0 0,1 0 0 0 0,-1 0 0 0 0,0 1-1 0 0,0-1 1 0 0,0 1 0 0 0,0-1-1 0 0,-4 0 1 0 0,-4 0-923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01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9674 0 0,'5'3'556'0'0,"0"0"0"0"0,0 0 0 0 0,-1 1 0 0 0,1 0 0 0 0,-1 0 0 0 0,0 0 0 0 0,0 1 0 0 0,-1-1 0 0 0,4 6 0 0 0,27 48 1900 0 0,-29-50-2126 0 0,16 32 466 0 0,-2 0 0 0 0,-2 2-1 0 0,12 44 1 0 0,-22-61-1082 0 0,-2 1 0 0 0,3 35 0 0 0,-7-43-827 0 0,0 0-1 0 0,-2 0 1 0 0,0 0-1 0 0,-4 21 1 0 0,0-15-5239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01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89 2593 0 0,'-4'-60'7225'0'0,"13"54"-3312"0"0,18-1-2447 0 0,-22 7-1125 0 0,5-3-212 0 0,5-1 430 0 0,0 1 1 0 0,1 1-1 0 0,24-1 0 0 0,-38 3-498 0 0,1-1-1 0 0,0 1 0 0 0,-1 1 0 0 0,1-1 0 0 0,0 0 0 0 0,-1 0 0 0 0,1 1 0 0 0,0 0 1 0 0,-1 0-1 0 0,1-1 0 0 0,-1 1 0 0 0,1 1 0 0 0,-1-1 0 0 0,0 0 0 0 0,1 1 1 0 0,-1-1-1 0 0,0 1 0 0 0,0-1 0 0 0,0 1 0 0 0,0 0 0 0 0,0 0 0 0 0,0 0 1 0 0,-1 0-1 0 0,1 0 0 0 0,-1 1 0 0 0,1-1 0 0 0,1 5 0 0 0,-2-3-60 0 0,0 0 0 0 0,-1 0 0 0 0,0-1 0 0 0,0 1 0 0 0,0 0 0 0 0,0 0 0 0 0,0 0 0 0 0,-1 0 0 0 0,0 0 0 0 0,0 0 0 0 0,0-1 0 0 0,-2 7 0 0 0,-23 46 0 0 0,18-41 0 0 0,-3 6-34 0 0,6-14 8 0 0,1-1-1 0 0,1 1 1 0 0,-1 0-1 0 0,1 1 1 0 0,0-1-1 0 0,1 0 1 0 0,-1 1-1 0 0,2-1 1 0 0,-1 1-1 0 0,0 13 1 0 0,2-21 23 0 0,0 1 1 0 0,0-1 0 0 0,0 1 0 0 0,0-1-1 0 0,0 1 1 0 0,1-1 0 0 0,-1 1-1 0 0,0-1 1 0 0,0 1 0 0 0,0-1 0 0 0,1 0-1 0 0,-1 1 1 0 0,0-1 0 0 0,1 1-1 0 0,-1-1 1 0 0,0 0 0 0 0,1 1 0 0 0,-1-1-1 0 0,0 0 1 0 0,1 1 0 0 0,-1-1-1 0 0,1 0 1 0 0,-1 0 0 0 0,1 0-1 0 0,-1 1 1 0 0,1-1 0 0 0,-1 0 0 0 0,1 0-1 0 0,0 0 1 0 0,20-1-10 0 0,18-12 20 0 0,-38 12-10 0 0,8-3 9 0 0,1 1 1 0 0,0-1-1 0 0,0 2 0 0 0,1-1 1 0 0,-1 2-1 0 0,0-1 0 0 0,21 1 0 0 0,-29 1-2 0 0,0 0-1 0 0,1 0 0 0 0,-1 1 1 0 0,0-1-1 0 0,1 1 0 0 0,-1-1 1 0 0,0 1-1 0 0,0 0 0 0 0,0 0 1 0 0,0 0-1 0 0,0 0 0 0 0,0 1 1 0 0,0-1-1 0 0,0 0 0 0 0,0 1 1 0 0,3 2-1 0 0,-4-1-1 0 0,0-1 0 0 0,1 0 0 0 0,-1 1 1 0 0,0-1-1 0 0,0 1 0 0 0,-1-1 0 0 0,1 1 0 0 0,0-1 0 0 0,-1 1 1 0 0,0 0-1 0 0,1-1 0 0 0,-1 1 0 0 0,0 0 0 0 0,-1-1 0 0 0,1 1 1 0 0,0 0-1 0 0,-1-1 0 0 0,0 5 0 0 0,-3 4 31 0 0,0 0 1 0 0,-1 0-1 0 0,0-1 1 0 0,0 1-1 0 0,-1-1 0 0 0,-1 0 1 0 0,0-1-1 0 0,-12 14 0 0 0,7-8 172 0 0,-19 31-1 0 0,23-35-1549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0.7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 58 9674 0 0,'-12'-20'2643'0'0,"-8"-9"646"0"0,19 28-3168 0 0,0 0 1 0 0,0 0-1 0 0,0 1 0 0 0,0-1 1 0 0,1 1-1 0 0,-1-1 0 0 0,0 0 1 0 0,0 1-1 0 0,0-1 1 0 0,0 1-1 0 0,0 0 0 0 0,-1-1 1 0 0,1 1-1 0 0,0 0 0 0 0,0 0 1 0 0,0 0-1 0 0,0 0 0 0 0,0 0 1 0 0,0 0-1 0 0,0 0 1 0 0,0 0-1 0 0,-1 0 0 0 0,1 0 1 0 0,0 1-1 0 0,0-1 0 0 0,0 0 1 0 0,-1 1-1 0 0,0 0-45 0 0,0 1 0 0 0,1-1-1 0 0,-1 0 1 0 0,1 0 0 0 0,0 1 0 0 0,-1-1 0 0 0,1 1-1 0 0,0-1 1 0 0,0 1 0 0 0,0-1 0 0 0,0 1 0 0 0,0 0-1 0 0,0-1 1 0 0,1 1 0 0 0,-1 0 0 0 0,0 0 0 0 0,1 0 0 0 0,0 0-1 0 0,-1-1 1 0 0,1 1 0 0 0,0 3 0 0 0,0 47 236 0 0,1-41-169 0 0,21 579 948 0 0,-15-508-1452 0 0,26 128 1 0 0,-29-193-689 0 0,0-2-315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1.4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0 5985 0 0,'-4'3'647'0'0,"0"-1"0"0"0,1 1 0 0 0,-1 0-1 0 0,0 0 1 0 0,1 0 0 0 0,0 0 0 0 0,0 1 0 0 0,0 0 0 0 0,0-1-1 0 0,0 1 1 0 0,1 0 0 0 0,0 0 0 0 0,-3 7 0 0 0,5-11-563 0 0,0 1 1 0 0,0-1 0 0 0,0 1 0 0 0,1-1 0 0 0,-1 1 0 0 0,0 0 0 0 0,0-1 0 0 0,1 1 0 0 0,-1-1 0 0 0,0 1 0 0 0,1-1 0 0 0,-1 1 0 0 0,0-1 0 0 0,1 0-1 0 0,-1 1 1 0 0,1-1 0 0 0,-1 1 0 0 0,1-1 0 0 0,-1 0 0 0 0,1 1 0 0 0,-1-1 0 0 0,1 0 0 0 0,-1 0 0 0 0,1 1 0 0 0,-1-1 0 0 0,1 0 0 0 0,0 0 0 0 0,-1 0-1 0 0,1 0 1 0 0,-1 0 0 0 0,1 0 0 0 0,-1 0 0 0 0,1 0 0 0 0,0 0 0 0 0,-1 0 0 0 0,1 0 0 0 0,-1 0 0 0 0,1 0 0 0 0,1-1 0 0 0,29-2 418 0 0,-27 2-276 0 0,26-5 184 0 0,29-3 99 0 0,-55 8-521 0 0,0 1 0 0 0,0 0 0 0 0,0 0 0 0 0,0 0 0 0 0,0 1-1 0 0,0-1 1 0 0,0 1 0 0 0,1 0 0 0 0,-2 0 0 0 0,9 3 0 0 0,-11-3 9 0 0,-1-1 1 0 0,1 1-1 0 0,0-1 0 0 0,-1 1 1 0 0,1-1-1 0 0,0 1 0 0 0,-1-1 1 0 0,1 1-1 0 0,0 0 1 0 0,-1-1-1 0 0,1 1 0 0 0,-1 0 1 0 0,0 0-1 0 0,1-1 0 0 0,-1 1 1 0 0,1 0-1 0 0,-1 0 1 0 0,0 0-1 0 0,0-1 0 0 0,0 1 1 0 0,1 0-1 0 0,-1 0 0 0 0,0 0 1 0 0,0 1-1 0 0,-9 24-145 0 0,-24 18-360 0 0,31-42 470 0 0,-65 60-380 0 0,49-47 271 0 0,0 0 0 0 0,-26 32 0 0 0,43-46 146 0 0,1 0 0 0 0,-1-1 0 0 0,0 1 0 0 0,1 0 0 0 0,-1 0 0 0 0,1-1 0 0 0,-1 1 0 0 0,1 0 0 0 0,-1 0 0 0 0,1 0-1 0 0,0 0 1 0 0,-1 0 0 0 0,1 0 0 0 0,0 0 0 0 0,0-1 0 0 0,0 1 0 0 0,-1 0 0 0 0,1 0 0 0 0,0 0 0 0 0,0 0 0 0 0,1 0 0 0 0,-1 0 0 0 0,0 0 0 0 0,0 0 0 0 0,1 2 0 0 0,0-2 0 0 0,0 0 0 0 0,-1-1 0 0 0,1 1 0 0 0,1 0-1 0 0,-1 0 1 0 0,0 0 0 0 0,0-1 0 0 0,0 1 0 0 0,0-1 0 0 0,0 1 0 0 0,1-1 0 0 0,-1 1 0 0 0,0-1 0 0 0,0 1 0 0 0,1-1-1 0 0,1 0 1 0 0,10 1 2 0 0,1 0 0 0 0,0-1-1 0 0,13-2 1 0 0,-13 1 5 0 0,14 0 14 0 0,-1 2 0 0 0,32 4 0 0 0,-49-3-28 0 0,0-1 0 0 0,-1 2 0 0 0,1-1 0 0 0,-1 1 0 0 0,1 1 0 0 0,-1-1 0 0 0,0 2 0 0 0,-1-1 0 0 0,13 9 0 0 0,-19-11 6 0 0,0 0 1 0 0,-1 0 0 0 0,1 0-1 0 0,-1 0 1 0 0,0 0-1 0 0,1 0 1 0 0,-1 0-1 0 0,0 0 1 0 0,0 1-1 0 0,-1-1 1 0 0,1 0-1 0 0,0 1 1 0 0,-1-1-1 0 0,1 0 1 0 0,-1 1-1 0 0,0-1 1 0 0,0 1 0 0 0,0-1-1 0 0,0 1 1 0 0,0-1-1 0 0,-1 0 1 0 0,1 1-1 0 0,-1-1 1 0 0,1 1-1 0 0,-1-1 1 0 0,0 0-1 0 0,0 1 1 0 0,0-1-1 0 0,-2 3 1 0 0,-5 10 3 0 0,1-1-1 0 0,-2 0 1 0 0,-12 15-1 0 0,17-24 1 0 0,-48 59 89 0 0,33-41-17 0 0,0 0-1 0 0,1 1 1 0 0,2 1 0 0 0,-16 30 0 0 0,31-52-69 0 0,-1-1-1 0 0,1 1 0 0 0,0 0 1 0 0,1 0-1 0 0,-1-1 0 0 0,0 1 1 0 0,1 0-1 0 0,0 0 1 0 0,-1 0-1 0 0,1 0 0 0 0,0 0 1 0 0,1 0-1 0 0,-1 0 0 0 0,0 0 1 0 0,2 3-1 0 0,-1-5-11 0 0,-1 1 0 0 0,1 0-1 0 0,0-1 1 0 0,0 1 0 0 0,0-1 0 0 0,0 0-1 0 0,0 1 1 0 0,0-1 0 0 0,1 0 0 0 0,-1 0-1 0 0,0 1 1 0 0,1-1 0 0 0,-1 0 0 0 0,1 0-1 0 0,-1-1 1 0 0,1 1 0 0 0,0 0 0 0 0,-1 0 0 0 0,1-1-1 0 0,0 1 1 0 0,-1-1 0 0 0,1 0 0 0 0,0 1-1 0 0,-1-1 1 0 0,1 0 0 0 0,2 0 0 0 0,24 1-171 0 0,-20-2 60 0 0,0 1-1 0 0,0 0 0 0 0,0 1 1 0 0,0 0-1 0 0,0 0 0 0 0,14 4 0 0 0,-17 1-1941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1.7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66 18 4145 0 0,'12'-17'5787'0'0,"-12"17"-5665"0"0,2 2 483 0 0,0 0 0 0 0,0 1-1 0 0,0-1 1 0 0,-1 0 0 0 0,1 1 0 0 0,-1-1-1 0 0,0 1 1 0 0,2 4 0 0 0,5 24 457 0 0,-2-1 1 0 0,-1 1 0 0 0,-2 0 0 0 0,0 34 0 0 0,-10 130-238 0 0,2-121-272 0 0,-9 164-84 0 0,-7 331 366 0 0,20-522-734 0 0,-1 0 0 0 0,-2 0 0 0 0,-2 0 0 0 0,-3-1 0 0 0,-1 0 0 0 0,-21 57 0 0 0,23-83-448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2.9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11522 0 0,'3'9'5270'0'0,"10"15"-3531"0"0,-5-10-1029 0 0,6 20-105 0 0,-2 0 0 0 0,-2 1-1 0 0,11 67 1 0 0,3 10-42 0 0,25 64-278 0 0,49 207-95 0 0,-94-366-357 0 0,-1 0 0 0 0,0-1 1 0 0,-1 1-1 0 0,-1 0 0 0 0,-1 0 0 0 0,0 0 0 0 0,-1 0 0 0 0,-4 17 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3.5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183 1 6913 0 0,'-3'0'488'0'0,"-1"-1"-1"0"0,0 1 1 0 0,0 0-1 0 0,0 0 1 0 0,0 1-1 0 0,0-1 1 0 0,1 1-1 0 0,-1-1 0 0 0,0 1 1 0 0,0 1-1 0 0,-3 1 1 0 0,-45 21 2722 0 0,28-13-2133 0 0,15-6-595 0 0,4-4-244 0 0,1 1 0 0 0,0 0 1 0 0,-1 0-1 0 0,1 0 1 0 0,0 1-1 0 0,0 0 1 0 0,0-1-1 0 0,0 1 1 0 0,1 1-1 0 0,-4 3 1 0 0,7-7-214 0 0,0 1 0 0 0,0-1 0 0 0,0 0 0 0 0,0 1 1 0 0,0-1-1 0 0,0 1 0 0 0,1-1 0 0 0,-1 0 0 0 0,0 1 0 0 0,0-1 0 0 0,0 0 0 0 0,1 1 0 0 0,-1-1 1 0 0,0 0-1 0 0,0 1 0 0 0,1-1 0 0 0,-1 0 0 0 0,0 0 0 0 0,1 1 0 0 0,-1-1 0 0 0,0 0 0 0 0,1 0 1 0 0,-1 0-1 0 0,0 1 0 0 0,1-1 0 0 0,-1 0 0 0 0,1 0 0 0 0,-1 0 0 0 0,0 0 0 0 0,1 0 0 0 0,-1 0 1 0 0,1 0-1 0 0,-1 0 0 0 0,1 0 0 0 0,17 4 145 0 0,-18-3-133 0 0,39 4 279 0 0,49 1 1 0 0,-65-6-305 0 0,-1 0-1 0 0,1 2 0 0 0,-1 1 0 0 0,1 1 1 0 0,-1 0-1 0 0,-1 2 0 0 0,37 14 1 0 0,-57-20-12 0 0,0 1 0 0 0,0-1 0 0 0,0 1 0 0 0,0-1 0 0 0,0 1 0 0 0,0-1 0 0 0,0 1 0 0 0,0 0 0 0 0,0-1 0 0 0,0 1 0 0 0,-1 0 0 0 0,1 0 0 0 0,0 0 0 0 0,0 0 0 0 0,-1 0 0 0 0,1 0 0 0 0,-1 0 0 0 0,1 0 0 0 0,-1 0 0 0 0,1 0 0 0 0,-1 0 0 0 0,0 0 0 0 0,1 0 0 0 0,-1 1 0 0 0,0 0 0 0 0,0 0 0 0 0,-1-1 0 0 0,1 1 0 0 0,-1 0 0 0 0,1-1 0 0 0,-1 1 0 0 0,0-1 0 0 0,0 1 0 0 0,1-1 0 0 0,-1 1 0 0 0,0-1 0 0 0,0 0 0 0 0,0 1 0 0 0,-3 1 0 0 0,-6 6 0 0 0,0 0 0 0 0,-1-1 0 0 0,-18 10 0 0 0,14-8 0 0 0,-6 5 10 0 0,-78 59-30 0 0,89-65 42 0 0,0 0 0 0 0,1 1 1 0 0,0 0-1 0 0,0 0 0 0 0,1 1 0 0 0,1 0 0 0 0,-8 14 1 0 0,14-23-26 0 0,0 0 0 0 0,0 0-1 0 0,1 0 1 0 0,-1 0 0 0 0,0 1 0 0 0,1-1 0 0 0,-1 0 0 0 0,1 1 0 0 0,0-1 0 0 0,-1 0 0 0 0,1 0 0 0 0,1 1-1 0 0,-1-1 1 0 0,0 0 0 0 0,0 1 0 0 0,1-1 0 0 0,-1 0 0 0 0,1 0 0 0 0,0 1 0 0 0,0-1 0 0 0,0 0 0 0 0,0 0-1 0 0,0 0 1 0 0,0 0 0 0 0,0 0 0 0 0,1 0 0 0 0,-1 0 0 0 0,1-1 0 0 0,-1 1 0 0 0,1 0 0 0 0,0-1 0 0 0,-1 0 0 0 0,1 1-1 0 0,0-1 1 0 0,0 0 0 0 0,0 0 0 0 0,0 0 0 0 0,0 0 0 0 0,4 1 0 0 0,9 4-51 0 0,0-1 0 0 0,0 0-1 0 0,1-1 1 0 0,23 3 0 0 0,-31-6 9 0 0,79 11-39 0 0,46 8 41 0 0,-114-15 24 0 0,-1-1 1 0 0,0 2 0 0 0,-1 1 0 0 0,1 0 0 0 0,16 10 0 0 0,-32-16 17 0 0,-1-1 1 0 0,1 1-1 0 0,-1 0 1 0 0,1 0-1 0 0,-1 0 1 0 0,0 0-1 0 0,1 0 1 0 0,-1 0-1 0 0,0 0 1 0 0,0 1-1 0 0,0-1 1 0 0,0 0-1 0 0,0 1 1 0 0,0-1 0 0 0,0 1-1 0 0,0-1 1 0 0,-1 1-1 0 0,1-1 1 0 0,-1 1-1 0 0,1-1 1 0 0,-1 1-1 0 0,1 0 1 0 0,-1 2-1 0 0,0-2 1 0 0,-1 0 0 0 0,1 1 0 0 0,-1-1 0 0 0,1 0 0 0 0,-1 0 0 0 0,0 0-1 0 0,0 1 1 0 0,0-1 0 0 0,0 0 0 0 0,-1 0 0 0 0,1 0 0 0 0,0 0 0 0 0,-1-1 0 0 0,-2 4 0 0 0,-7 4 0 0 0,0 1 0 0 0,-1-1 0 0 0,0-1 0 0 0,-14 8 1 0 0,25-16-1 0 0,-59 29-37 0 0,47-24-98 0 0,0 0 1 0 0,0 1 0 0 0,0 1 0 0 0,1 0 0 0 0,0 1 0 0 0,-14 12-1 0 0,26-19 76 0 0,-1 0 0 0 0,1 0 0 0 0,-1 0 0 0 0,1 0 0 0 0,0 0 0 0 0,0 0 0 0 0,-1 0-1 0 0,1 0 1 0 0,0 0 0 0 0,0 0 0 0 0,0 0 0 0 0,0 0 0 0 0,0 0 0 0 0,0 0 0 0 0,1 0 0 0 0,-1 0-1 0 0,0 0 1 0 0,0 0 0 0 0,1 0 0 0 0,-1 0 0 0 0,1 0 0 0 0,-1 0 0 0 0,0 0 0 0 0,1-1 0 0 0,0 1-1 0 0,-1 0 1 0 0,1 0 0 0 0,0 0 0 0 0,-1-1 0 0 0,1 1 0 0 0,0 0 0 0 0,0-1 0 0 0,-1 1 0 0 0,1-1-1 0 0,0 1 1 0 0,1 0 0 0 0,1 2-397 0 0,1-1 0 0 0,-1 1 0 0 0,1-1 0 0 0,-1 0 0 0 0,1 0 0 0 0,0 0 0 0 0,0 0-1 0 0,4 1 1 0 0,9-2-4265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3.7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0 4385 0 0,'-3'1'384'0'0,"2"-1"-304"0"0,2 0-80 0 0,-2 0 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4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0 2761 0 0,'-6'3'1142'0'0,"1"0"1"0"0,-1 0-1 0 0,1 0 1 0 0,0 1-1 0 0,0 0 1 0 0,0 0 0 0 0,0 0-1 0 0,0 1 1 0 0,-5 7-1 0 0,3-4-484 0 0,0 1-1 0 0,1 0 0 0 0,1 0 1 0 0,-10 19-1 0 0,14-23-2148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19:44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1 5985 0 0,'-8'6'11176'0'0,"3"10"-7667"0"0,4 21-4876 0 0,0-28 2655 0 0,13 532 375 0 0,-1-313-1424 0 0,-29 274-63 0 0,16-484-172 0 0,1 1-1 0 0,0-1 1 0 0,2 1 0 0 0,0-1 0 0 0,2 0 0 0 0,0 1 0 0 0,1-1-1 0 0,0 0 1 0 0,1 0 0 0 0,2-1 0 0 0,0 0 0 0 0,0 0-1 0 0,17 26 1 0 0,-21-38-3 0 0,0 0 0 0 0,0 1 1 0 0,-1-1-1 0 0,0 1 0 0 0,0-1 0 0 0,0 1 0 0 0,0 0 0 0 0,-1 0 0 0 0,0-1 0 0 0,0 13 0 0 0,-1-4 0 0 0,-1 0-1 0 0,-7 29 0 0 0,5-27-1 0 0,1 0 0 0 0,-2 24 1 0 0,4-38-29 0 0,1 0 0 0 0,-1 0 1 0 0,1 0-1 0 0,-1 0 0 0 0,1 0 0 0 0,0 0 0 0 0,-1 0 1 0 0,1 0-1 0 0,0 0 0 0 0,0-1 0 0 0,0 1 1 0 0,1 0-1 0 0,-1-1 0 0 0,0 1 0 0 0,1-1 0 0 0,-1 1 1 0 0,1-1-1 0 0,-1 1 0 0 0,1-1 0 0 0,-1 0 1 0 0,1 0-1 0 0,0 0 0 0 0,0 0 0 0 0,0 0 0 0 0,0 0 1 0 0,0-1-1 0 0,0 1 0 0 0,0-1 0 0 0,0 1 0 0 0,0-1 1 0 0,0 0-1 0 0,0 0 0 0 0,0 1 0 0 0,0-1 1 0 0,0-1-1 0 0,0 1 0 0 0,3-1 0 0 0,-1 0-1094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3.7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43 1840 0 0,'-33'20'12027'0'0,"73"2"-10185"0"0,-20-16-1643 0 0,1-2 0 0 0,-1 0 1 0 0,1-1-1 0 0,0-1 0 0 0,0-1 1 0 0,24-2-1 0 0,125-18 263 0 0,-49-3-60 0 0,-46 8 89 0 0,109-7-1 0 0,241-5 861 0 0,-398 25-1363 0 0,0 0 0 0 0,0 2 0 0 0,53 8 0 0 0,-79-9 10 0 0,-1 0 0 0 0,0 0 1 0 0,1 0-1 0 0,-1 0 0 0 0,0 0 0 0 0,1 0 0 0 0,-1 0 0 0 0,0 0 0 0 0,1 1 0 0 0,-1-1 0 0 0,0 0 0 0 0,1 0 0 0 0,-1 0 0 0 0,0 0 0 0 0,1 1 0 0 0,-1-1 0 0 0,0 0 1 0 0,0 0-1 0 0,1 1 0 0 0,-1-1 0 0 0,0 0 0 0 0,0 1 0 0 0,1-1 0 0 0,-1 0 0 0 0,0 0 0 0 0,0 1 0 0 0,0-1 0 0 0,0 0 0 0 0,0 1 0 0 0,1-1 0 0 0,-1 1 0 0 0,0-1 1 0 0,0 0-1 0 0,0 1 0 0 0,0-1 0 0 0,0 0 0 0 0,0 1 0 0 0,0-1 0 0 0,0 1 0 0 0,-3 3-385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4.3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20 2304 0 0,'-2'3'9107'0'0,"7"-6"-8751"0"0,-1 0-1 0 0,1 0 0 0 0,-1 1 0 0 0,1 0 0 0 0,0-1 0 0 0,6-1 1 0 0,3 3 55 0 0,-1 0 0 0 0,1 1 0 0 0,0 0 0 0 0,-1 1 0 0 0,1 0 0 0 0,15 5 0 0 0,-11-3-311 0 0,1-1 0 0 0,29 1 1 0 0,182-2 1795 0 0,-217-6-361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7.1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50 10594 0 0,'-53'-49'5914'0'0,"58"51"-5616"0"0,-1 0 1 0 0,1 0 0 0 0,-1 0 0 0 0,1-1 0 0 0,8 2 0 0 0,9 4 276 0 0,23 12-360 0 0,-1 2 0 0 0,-2 1 0 0 0,0 3 0 0 0,-1 1 0 0 0,-2 3-1 0 0,65 58 1 0 0,226 246 424 0 0,-177-171-574 0 0,187 150 0 0 0,-274-258-65 0 0,351 272 10 0 0,-349-274 7 0 0,-3 3 0 0 0,-2 3-1 0 0,-2 3 1 0 0,-3 2 0 0 0,-3 3 0 0 0,49 78 0 0 0,-100-138-34 0 0,4 5 23 0 0,-1 1-1 0 0,9 20 0 0 0,-15-29-36 0 0,0-1-1 0 0,0 0 1 0 0,0 0-1 0 0,0 0 1 0 0,-1 0 0 0 0,1 1-1 0 0,-1-1 1 0 0,1 0-1 0 0,-1 1 1 0 0,0-1 0 0 0,0 0-1 0 0,0 1 1 0 0,0-1-1 0 0,-1 0 1 0 0,1 1 0 0 0,-1-1-1 0 0,1 0 1 0 0,-1 1-1 0 0,0-1 1 0 0,0 0 0 0 0,0 0-1 0 0,-2 3 1 0 0,-4 1-1084 0 0,-2-6-336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7.6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2082 117 5529 0 0,'-1'-12'1018'0'0,"0"0"1"0"0,1 0-1 0 0,1 0 0 0 0,0 1 0 0 0,1-1 0 0 0,0 0 1 0 0,7-21 1056 0 0,-17 59 2351 0 0,-19 15-3337 0 0,21-33-648 0 0,-50 70 198 0 0,-4-2 0 0 0,-122 119 0 0 0,-48 38-561 0 0,-17 16-84 0 0,-4 10 6 0 0,20 19 0 0 0,86-100 0 0 0,-166 241 85 0 0,236-312-98 0 0,-78 80 224 0 0,57-76-2980 0 0,79-90-4539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8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1751 3723 3225 0 0,'-4'2'-35'0'0,"0"0"1"0"0,-1 0-1 0 0,0 0 1 0 0,1-1-1 0 0,-1 1 0 0 0,0-1 1 0 0,0 0-1 0 0,0-1 1 0 0,-7 1-1 0 0,-49-2 828 0 0,44 0-185 0 0,-218-16 5146 0 0,72 4-2841 0 0,114 9-2152 0 0,1-1 0 0 0,-1-3 1 0 0,-66-19-1 0 0,89 19-547 0 0,1-1 0 0 0,0-1 0 0 0,1-2 0 0 0,0 0 0 0 0,1-2 0 0 0,1 0 0 0 0,-39-33 0 0 0,2-9 6 0 0,-72-88 1 0 0,-40-74 253 0 0,157 200-409 0 0,-26-39 108 0 0,2-1 0 0 0,3-1 0 0 0,3-2 0 0 0,2-1-1 0 0,-23-74 1 0 0,22 39-118 0 0,4-1 1 0 0,-25-190-1 0 0,42 194-47 0 0,5-1 0 0 0,4-1 1 0 0,4 1-1 0 0,4 0 0 0 0,4 1 1 0 0,42-165-1 0 0,-25 161-9 0 0,4 2 1 0 0,5 1-1 0 0,3 2 0 0 0,5 2 1 0 0,4 2-1 0 0,73-103 0 0 0,-109 174-2 0 0,150-202 51 0 0,-118 164 62 0 0,94-88-1 0 0,-120 127-105 0 0,1 1-1 0 0,1 2 0 0 0,1 0 0 0 0,0 1 1 0 0,1 1-1 0 0,0 0 0 0 0,0 2 0 0 0,35-9 1 0 0,-50 16-327 0 0,-1 0 0 0 0,0-1 0 0 0,0 1 1 0 0,0-2-1 0 0,-1 1 0 0 0,12-10 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9.0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 1 2761 0 0,'-19'13'121'0'0,"1"0"2091"0"0,0 1 1 0 0,-31 29-1 0 0,49-43-2136 0 0,0 0 0 0 0,-1 1-1 0 0,1-1 1 0 0,0 0-1 0 0,0 0 1 0 0,0 1 0 0 0,-1-1-1 0 0,1 0 1 0 0,0 0 0 0 0,0 1-1 0 0,0-1 1 0 0,0 0-1 0 0,0 0 1 0 0,0 1 0 0 0,-1-1-1 0 0,1 0 1 0 0,0 1-1 0 0,0-1 1 0 0,0 0 0 0 0,0 0-1 0 0,0 1 1 0 0,0-1-1 0 0,0 0 1 0 0,0 1 0 0 0,0-1-1 0 0,0 0 1 0 0,1 1 0 0 0,-1-1-1 0 0,0 0 1 0 0,0 0-1 0 0,0 1 1 0 0,0-1 0 0 0,0 0-1 0 0,0 0 1 0 0,1 1-1 0 0,-1-1 1 0 0,14 7 1153 0 0,25-1-489 0 0,-32-6-331 0 0,52 6 280 0 0,0-3-1 0 0,0-3 0 0 0,0-2 1 0 0,106-18-1 0 0,-161 19-667 0 0,45-5-58 0 0,-47 6 52 0 0,0 0 0 0 0,-1 0 0 0 0,1 0 0 0 0,0 0 0 0 0,0 0 1 0 0,0 0-1 0 0,0 0 0 0 0,-1 1 0 0 0,1-1 0 0 0,0 1 0 0 0,0-1 0 0 0,-1 1 0 0 0,1 0 0 0 0,0 0 0 0 0,-1-1 0 0 0,1 1 0 0 0,-1 0 1 0 0,1 0-1 0 0,-1 1 0 0 0,1-1 0 0 0,-1 0 0 0 0,2 2 0 0 0,-3-2 29 0 0,0 0-1 0 0,0 0 1 0 0,0 1 0 0 0,0-1-1 0 0,0 0 1 0 0,0 0-1 0 0,0 0 1 0 0,0 0 0 0 0,0 0-1 0 0,-1 0 1 0 0,1 1 0 0 0,0-1-1 0 0,-1 0 1 0 0,1 0 0 0 0,-1 0-1 0 0,1 0 1 0 0,-1 0-1 0 0,1 0 1 0 0,-2 1 0 0 0,-17 22 921 0 0,12-16-705 0 0,-23 33 296 0 0,1 0-1 0 0,-31 63 1 0 0,51-85-736 0 0,1 1-1 0 0,0-1 0 0 0,2 1 0 0 0,0 1 0 0 0,1-1 0 0 0,1 1 0 0 0,1 0 1 0 0,-1 31-1 0 0,4-17-797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0:49.9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1 8754 0 0,'-26'9'11134'0'0,"37"1"-10583"0"0,38 25-460 0 0,70 62-1 0 0,-67-52-74 0 0,-12-15-16 0 0,-32-25 0 0 0,0 1 0 0 0,0 0 0 0 0,0 0 0 0 0,8 10 0 0 0,-13-13 0 0 0,0 1 0 0 0,-1-1 0 0 0,0 1 0 0 0,0 0 0 0 0,0 0 0 0 0,0 0 0 0 0,0 0 0 0 0,-1 1 0 0 0,1-1 0 0 0,-1 0 0 0 0,0 1 0 0 0,-1-1 0 0 0,1 5 0 0 0,-1-2 46 0 0,0 0 1 0 0,0 0-1 0 0,-1 0 0 0 0,0 0 0 0 0,-1 0 0 0 0,1-1 0 0 0,-1 1 0 0 0,-1 0 0 0 0,1-1 0 0 0,-1 1 0 0 0,0-1 0 0 0,0 0 0 0 0,-1 0 0 0 0,0 0 0 0 0,-8 9 0 0 0,-8 7 364 0 0,-1-2-1 0 0,-37 30 0 0 0,-5 4-45 0 0,-23 48-364 0 0,9-10 0 0 0,42-48-764 0 0,26-32 16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24.3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277 166 3225 0 0,'-8'-9'471'0'0,"-1"1"-1"0"0,0 1 1 0 0,0-1 0 0 0,-1 1 0 0 0,0 1 0 0 0,0 0 0 0 0,0 0 0 0 0,-1 1 0 0 0,-17-6-1 0 0,23 10-257 0 0,1 0 0 0 0,-1 0 0 0 0,1 0-1 0 0,-1 1 1 0 0,0 0 0 0 0,1 0 0 0 0,-1 0-1 0 0,1 0 1 0 0,-1 1 0 0 0,1-1-1 0 0,-1 1 1 0 0,1 1 0 0 0,-1-1 0 0 0,1 0-1 0 0,0 1 1 0 0,-1 0 0 0 0,1 0-1 0 0,0 0 1 0 0,0 1 0 0 0,1-1 0 0 0,-1 1-1 0 0,0 0 1 0 0,1 0 0 0 0,0 0-1 0 0,-1 1 1 0 0,1-1 0 0 0,-3 6 0 0 0,0 1-140 0 0,0-1 1 0 0,1 1-1 0 0,0 0 1 0 0,1 1-1 0 0,0-1 1 0 0,1 1 0 0 0,0 0-1 0 0,1 0 1 0 0,0 0-1 0 0,0 0 1 0 0,1 0-1 0 0,1 0 1 0 0,1 20 0 0 0,2 0 128 0 0,1 0 1 0 0,1-1 0 0 0,17 51 0 0 0,-15-59-207 0 0,1 0-1 0 0,2-1 1 0 0,0 0 0 0 0,1-1-1 0 0,1 0 1 0 0,1-1-1 0 0,1 0 1 0 0,23 25-1 0 0,-29-36 2 0 0,1 0-1 0 0,0 0 1 0 0,1 0 0 0 0,0-2-1 0 0,0 1 1 0 0,0-1-1 0 0,22 9 1 0 0,-24-12 2 0 0,0-1 0 0 0,0 0 0 0 0,0 0 0 0 0,0-1 0 0 0,0 0 0 0 0,0 0 0 0 0,0-1 0 0 0,0 0 0 0 0,1 0 0 0 0,-1-1 0 0 0,0 0 0 0 0,13-4 0 0 0,-15 3 15 0 0,0-1 0 0 0,-1 0-1 0 0,1 1 1 0 0,-1-2 0 0 0,0 1-1 0 0,0-1 1 0 0,0 0 0 0 0,-1 0 0 0 0,1 0-1 0 0,-1 0 1 0 0,0-1 0 0 0,0 0-1 0 0,0 0 1 0 0,-1 0 0 0 0,0 0-1 0 0,0-1 1 0 0,0 1 0 0 0,0-1-1 0 0,2-11 1 0 0,1-1 82 0 0,-1 0-1 0 0,-1 0 1 0 0,0-1-1 0 0,-2 0 1 0 0,1-25-1 0 0,-4 10 147 0 0,-1-1-1 0 0,-2 1 0 0 0,-11-52 1 0 0,-40-97 498 0 0,51 171-696 0 0,-1 1-1 0 0,0 0 1 0 0,0 0 0 0 0,-1 1-1 0 0,-1 0 1 0 0,1 0 0 0 0,-2 0-1 0 0,1 1 1 0 0,-12-11 0 0 0,15 16 2 0 0,-1 0 0 0 0,0 1 0 0 0,0-1 0 0 0,-1 1 1 0 0,1 0-1 0 0,-1 0 0 0 0,1 1 0 0 0,-1-1 0 0 0,0 1 0 0 0,0 1 1 0 0,0-1-1 0 0,0 1 0 0 0,0 0 0 0 0,0 0 0 0 0,0 1 0 0 0,-1 0 1 0 0,1 0-1 0 0,0 0 0 0 0,-10 2 0 0 0,4 0 23 0 0,0 1 0 0 0,0 0-1 0 0,1 0 1 0 0,-1 1 0 0 0,1 1-1 0 0,0 0 1 0 0,-19 11 0 0 0,26-13-55 0 0,0 0 0 0 0,0 0 1 0 0,0 1-1 0 0,1-1 0 0 0,-1 1 1 0 0,1 0-1 0 0,0 0 0 0 0,0 0 1 0 0,0 1-1 0 0,1-1 0 0 0,-1 1 0 0 0,1-1 1 0 0,0 1-1 0 0,1 0 0 0 0,-1-1 1 0 0,1 1-1 0 0,0 0 0 0 0,0 0 0 0 0,0 0 1 0 0,1 0-1 0 0,0 7 0 0 0,2 24-81 0 0,1 1-1 0 0,3-1 1 0 0,1 0-1 0 0,1-1 1 0 0,2 1-1 0 0,2-2 0 0 0,1 1 1 0 0,30 54-1 0 0,-36-77 57 0 0,0 0-1 0 0,1-1 1 0 0,1 1-1 0 0,0-2 0 0 0,1 1 1 0 0,0-1-1 0 0,0-1 1 0 0,16 11-1 0 0,-21-16 7 0 0,0-1-1 0 0,0 0 0 0 0,1 0 1 0 0,0 0-1 0 0,0-1 1 0 0,-1 0-1 0 0,1 0 1 0 0,0-1-1 0 0,9 2 0 0 0,-11-3 5 0 0,0 0-1 0 0,0 0 1 0 0,0 0-1 0 0,0 0 1 0 0,0-1-1 0 0,0 0 1 0 0,-1 0-1 0 0,1 0 1 0 0,0 0-1 0 0,0-1 1 0 0,-1 1-1 0 0,1-1 1 0 0,-1 0-1 0 0,1 0 1 0 0,5-4-1 0 0,-6 2-5 0 0,0 1 1 0 0,0 0-1 0 0,0-1 0 0 0,-1 1 0 0 0,0-1 1 0 0,1 0-1 0 0,-1 1 0 0 0,-1-1 0 0 0,1 0 0 0 0,-1-1 1 0 0,1 1-1 0 0,-1 0 0 0 0,0 0 0 0 0,0 0 1 0 0,-1-1-1 0 0,1-6 0 0 0,-1-10-38 0 0,0 0-1 0 0,-3-23 1 0 0,2 29 43 0 0,-17-129 357 0 0,14 125-299 0 0,0 0 0 0 0,-1 1 1 0 0,-1-1-1 0 0,-1 1 1 0 0,-14-26-1 0 0,18 40-54 0 0,1-1-1 0 0,-1 1 1 0 0,-1 0-1 0 0,1 0 1 0 0,0 1-1 0 0,-1-1 1 0 0,0 1 0 0 0,0-1-1 0 0,0 1 1 0 0,0 1-1 0 0,-1-1 1 0 0,1 0-1 0 0,-1 1 1 0 0,1 0-1 0 0,-1 0 1 0 0,0 0-1 0 0,0 1 1 0 0,0 0-1 0 0,0 0 1 0 0,0 0-1 0 0,0 0 1 0 0,0 1 0 0 0,0 0-1 0 0,0 0 1 0 0,0 0-1 0 0,0 1 1 0 0,-1-1-1 0 0,1 1 1 0 0,0 0-1 0 0,0 1 1 0 0,1-1-1 0 0,-1 1 1 0 0,0 0-1 0 0,0 0 1 0 0,1 1-1 0 0,0 0 1 0 0,-1-1 0 0 0,1 1-1 0 0,0 1 1 0 0,0-1-1 0 0,1 0 1 0 0,-1 1-1 0 0,1 0 1 0 0,-1 0-1 0 0,1 0 1 0 0,-3 5-1 0 0,0 4-11 0 0,0 0-1 0 0,1 0 0 0 0,0 1 1 0 0,1 0-1 0 0,0 0 0 0 0,1 0 1 0 0,1 0-1 0 0,0 1 0 0 0,1-1 1 0 0,1 1-1 0 0,0-1 0 0 0,1 0 1 0 0,1 1-1 0 0,0-1 0 0 0,0 0 1 0 0,2 0-1 0 0,0 0 0 0 0,0 0 1 0 0,1-1-1 0 0,1 1 0 0 0,0-1 1 0 0,1-1-1 0 0,9 14 0 0 0,-13-23 6 0 0,-1 1 1 0 0,1-1-1 0 0,-1-1 0 0 0,1 1 0 0 0,0 0 0 0 0,0-1 1 0 0,0 1-1 0 0,0-1 0 0 0,1 0 0 0 0,-1 0 0 0 0,1 0 1 0 0,-1 0-1 0 0,1-1 0 0 0,0 1 0 0 0,-1-1 0 0 0,1 0 1 0 0,0 0-1 0 0,0-1 0 0 0,0 1 0 0 0,0-1 0 0 0,0 0 1 0 0,0 0-1 0 0,0 0 0 0 0,0 0 0 0 0,0-1 0 0 0,-1 1 1 0 0,1-1-1 0 0,0 0 0 0 0,5-2 0 0 0,-4 0-2 0 0,1 0-1 0 0,-1 0 0 0 0,0 0 1 0 0,0-1-1 0 0,-1 1 1 0 0,1-1-1 0 0,-1-1 1 0 0,0 1-1 0 0,0 0 0 0 0,0-1 1 0 0,-1 0-1 0 0,1 0 1 0 0,-1 0-1 0 0,0 0 1 0 0,0-1-1 0 0,-1 1 0 0 0,0-1 1 0 0,3-9-1 0 0,-1-3-11 0 0,0 0 1 0 0,-2 1-1 0 0,0-1 0 0 0,-1 0 0 0 0,0 0 0 0 0,-2 0 0 0 0,0 0 1 0 0,-1 0-1 0 0,-1 0 0 0 0,0 0 0 0 0,-2 1 0 0 0,0-1 0 0 0,-1 1 1 0 0,0 0-1 0 0,-1 1 0 0 0,-13-21 0 0 0,19 35 19 0 0,0 1 0 0 0,1-1 0 0 0,-1 1-1 0 0,0-1 1 0 0,0 1 0 0 0,0 0 0 0 0,0-1-1 0 0,0 1 1 0 0,0 0 0 0 0,0 0 0 0 0,-1 0 0 0 0,1 0-1 0 0,0 0 1 0 0,-1 0 0 0 0,1 0 0 0 0,0 0 0 0 0,-1 1-1 0 0,1-1 1 0 0,-1 1 0 0 0,-2-2 0 0 0,3 3 0 0 0,0-1 1 0 0,0 0-1 0 0,0 1 1 0 0,0-1-1 0 0,0 0 1 0 0,0 1-1 0 0,0 0 1 0 0,0-1-1 0 0,0 1 1 0 0,0-1-1 0 0,1 1 0 0 0,-1 0 1 0 0,0 0-1 0 0,0-1 1 0 0,1 1-1 0 0,-1 0 1 0 0,0 0-1 0 0,1 0 1 0 0,-1 0-1 0 0,1 0 1 0 0,-1 0-1 0 0,0 1 1 0 0,-2 7 8 0 0,-1 1 1 0 0,1-1-1 0 0,1 1 1 0 0,0 0 0 0 0,-1 10-1 0 0,-4 96-8 0 0,7-105-2 0 0,1 0 0 0 0,0 0-1 0 0,1 0 1 0 0,0 0 0 0 0,0 0-1 0 0,1 0 1 0 0,1-1 0 0 0,6 16-1 0 0,-10-25 3 0 0,1 0-1 0 0,-1 0 0 0 0,1 0 0 0 0,-1 0 0 0 0,1 0 0 0 0,-1 0 0 0 0,1 0 0 0 0,0 0 1 0 0,-1 0-1 0 0,1-1 0 0 0,0 1 0 0 0,0 0 0 0 0,0 0 0 0 0,0-1 0 0 0,0 1 0 0 0,0 0 1 0 0,0-1-1 0 0,0 1 0 0 0,0-1 0 0 0,0 1 0 0 0,0-1 0 0 0,0 0 0 0 0,0 1 0 0 0,0-1 1 0 0,2 0-1 0 0,-1 0-7 0 0,-1 0 0 0 0,0-1 1 0 0,1 0-1 0 0,-1 1 1 0 0,0-1-1 0 0,1 0 1 0 0,-1 0-1 0 0,0 1 0 0 0,0-1 1 0 0,1 0-1 0 0,-1 0 1 0 0,0 0-1 0 0,0 0 1 0 0,0-1-1 0 0,0 1 0 0 0,1-2 1 0 0,2-4-27 0 0,0 0 0 0 0,-1 0 0 0 0,0 0 0 0 0,0 0 0 0 0,0 0 1 0 0,2-10-1 0 0,-3 2-94 0 0,0 0 1 0 0,-1-24 0 0 0,-1 35 107 0 0,0-1 0 0 0,0 1 0 0 0,-1-1 0 0 0,0 1 0 0 0,0 0 1 0 0,0-1-1 0 0,0 1 0 0 0,-1 0 0 0 0,1 0 0 0 0,-1-1 0 0 0,0 1 1 0 0,0 0-1 0 0,-3-3 0 0 0,4 6 19 0 0,1 1 1 0 0,-1-1-1 0 0,1 0 0 0 0,-1 1 0 0 0,1-1 1 0 0,-1 1-1 0 0,1-1 0 0 0,-1 1 1 0 0,1-1-1 0 0,-1 1 0 0 0,0 0 1 0 0,1-1-1 0 0,-1 1 0 0 0,1 0 1 0 0,-1-1-1 0 0,0 1 0 0 0,0 0 1 0 0,1 0-1 0 0,-1 0 0 0 0,0-1 0 0 0,1 1 1 0 0,-1 0-1 0 0,0 0 0 0 0,0 0 1 0 0,1 0-1 0 0,-1 0 0 0 0,0 1 1 0 0,0-1-1 0 0,1 0 0 0 0,-1 0 1 0 0,-1 1-1 0 0,1 0 2 0 0,-1 0 0 0 0,1 0-1 0 0,-1 1 1 0 0,1-1 0 0 0,0 0 0 0 0,-1 1 0 0 0,1-1 0 0 0,0 1-1 0 0,0 0 1 0 0,0-1 0 0 0,-1 4 0 0 0,-1 3 4 0 0,0 0 1 0 0,0 0-1 0 0,1 0 1 0 0,-2 13-1 0 0,3-18-6 0 0,0 55-38 0 0,1-54 36 0 0,0-1 0 0 0,0 0 0 0 0,1 0 0 0 0,-1 1 0 0 0,1-1 0 0 0,0 0-1 0 0,0 0 1 0 0,0 0 0 0 0,0 0 0 0 0,1 0 0 0 0,-1 0 0 0 0,1 0-1 0 0,0 0 1 0 0,0-1 0 0 0,3 4 0 0 0,-5-5 2 0 0,1 0 0 0 0,0-1 0 0 0,0 1 0 0 0,-1 0 0 0 0,1-1 0 0 0,0 1 0 0 0,0-1 0 0 0,0 1 0 0 0,0-1 0 0 0,0 0 0 0 0,0 1 0 0 0,0-1 0 0 0,0 0 0 0 0,0 0 0 0 0,0 0 0 0 0,0 1 0 0 0,0-1 0 0 0,0 0 0 0 0,0 0 0 0 0,0 0 0 0 0,0-1 0 0 0,0 1 0 0 0,0 0 0 0 0,0 0 0 0 0,0-1 0 0 0,1 0 0 0 0,0 0 0 0 0,0 0 0 0 0,0-1 0 0 0,0 1 0 0 0,0-1 0 0 0,-1 1 0 0 0,1-1 0 0 0,0 0 0 0 0,-1 0 0 0 0,1 0 0 0 0,-1 0 0 0 0,1-2 0 0 0,2-4 0 0 0,0 0 0 0 0,0-1 0 0 0,-1 1 0 0 0,-1-1 0 0 0,3-9 0 0 0,-5-26 32 0 0,-8 25-10 0 0,7 19-22 0 0,1 0 1 0 0,-1-1-1 0 0,1 1 0 0 0,-1 0 0 0 0,1-1 1 0 0,-1 1-1 0 0,1 0 0 0 0,-1 0 1 0 0,1 0-1 0 0,-1 0 0 0 0,0-1 1 0 0,1 1-1 0 0,-1 0 0 0 0,1 0 1 0 0,-1 0-1 0 0,1 0 0 0 0,-1 0 1 0 0,0 1-1 0 0,1-1 0 0 0,-1 0 0 0 0,1 0 1 0 0,-1 0-1 0 0,1 0 0 0 0,-1 0 1 0 0,1 1-1 0 0,-1-1 0 0 0,1 0 1 0 0,-1 1-1 0 0,1-1 0 0 0,-1 0 1 0 0,0 1-1 0 0,-1 1 1 0 0,0 1 0 0 0,0-1 1 0 0,1 0-1 0 0,-1 1 0 0 0,0-1 1 0 0,1 1-1 0 0,0 0 0 0 0,0-1 0 0 0,0 1 1 0 0,0 0-1 0 0,0 0 0 0 0,0 0 0 0 0,1-1 1 0 0,-1 1-1 0 0,1 0 0 0 0,0 0 0 0 0,0 0 1 0 0,0 5-1 0 0,0 0 2 0 0,1-1 1 0 0,-1 0-1 0 0,2 1 1 0 0,-1-1-1 0 0,1 0 1 0 0,3 11-1 0 0,-5-18-3 0 0,0 1 0 0 0,0-1 0 0 0,1 1 0 0 0,-1 0 0 0 0,0-1 0 0 0,0 1 0 0 0,1 0 0 0 0,-1-1 0 0 0,0 1 0 0 0,1-1 0 0 0,-1 1 0 0 0,0-1 0 0 0,1 1 0 0 0,-1-1 0 0 0,1 1 0 0 0,-1-1 0 0 0,1 0 0 0 0,-1 1 0 0 0,1-1 0 0 0,-1 1 0 0 0,1-1 0 0 0,-1 0 0 0 0,1 0 0 0 0,-1 1 0 0 0,1-1 0 0 0,0 0 0 0 0,-1 0 0 0 0,1 0 0 0 0,0 1 0 0 0,-1-1 0 0 0,1 0 0 0 0,1 0 0 0 0,-1-1 0 0 0,0 0 0 0 0,0 0 0 0 0,0 0 0 0 0,1 0 0 0 0,-1 1 0 0 0,0-2 0 0 0,0 1 0 0 0,-1 0 0 0 0,1 0 0 0 0,0 0 0 0 0,0 0 0 0 0,0 0 0 0 0,0-3 0 0 0,16-46 0 0 0,-15 43 0 0 0,-1 0 0 0 0,0 0 0 0 0,0-1 0 0 0,-1 1 0 0 0,0-1 0 0 0,-1-7 0 0 0,1 13 0 0 0,0 0 0 0 0,-1 0 0 0 0,1 1 0 0 0,0-1 0 0 0,-1 0 0 0 0,1 0 0 0 0,-1 1 0 0 0,1-1 0 0 0,-1 0 0 0 0,0 1 0 0 0,0-1 0 0 0,0 0 0 0 0,0 1 0 0 0,0-1 0 0 0,0 1 0 0 0,0 0 0 0 0,0-1 0 0 0,-1 1 0 0 0,1 0 0 0 0,0 0 0 0 0,-1 0 0 0 0,1 0 0 0 0,-1 0 0 0 0,1 0 0 0 0,-1 0 0 0 0,0 0 0 0 0,1 1 0 0 0,-1-1 0 0 0,0 1 0 0 0,-2-1 0 0 0,2 1 3 0 0,0 0-1 0 0,1 1 1 0 0,-1-1 0 0 0,0 1 0 0 0,0-1 0 0 0,0 1-1 0 0,0 0 1 0 0,1 0 0 0 0,-1 0 0 0 0,0 0-1 0 0,1 0 1 0 0,-1 0 0 0 0,1 0 0 0 0,-1 1 0 0 0,1-1-1 0 0,-1 0 1 0 0,1 1 0 0 0,0-1 0 0 0,0 1-1 0 0,0 0 1 0 0,0-1 0 0 0,0 1 0 0 0,-1 2 0 0 0,-19 45 73 0 0,19-46-75 0 0,-23 88-192 0 0,20-68 99 0 0,-1 0-1 0 0,-1 0 1 0 0,-13 28 0 0 0,17-46-209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25.5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40 221 1840 0 0,'-39'-196'8202'0'0,"41"171"-1835"0"0,5 40-5398 0 0,90 303 1048 0 0,-81-261-1896 0 0,-2-6-160 0 0,-4-11-168 0 0,22 55 0 0 0,-30-87-1766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25.8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51 177 3225 0 0,'-10'-20'784'0'0,"2"8"-192"0"0,2-1 0 0 0,0 0 1 0 0,0 0-1 0 0,-6-26 0 0 0,11 37-451 0 0,0 0 0 0 0,1 0 0 0 0,0 0 0 0 0,-1 0 0 0 0,1 0 0 0 0,0 0 0 0 0,0-1 0 0 0,0 1 0 0 0,0 0 0 0 0,1 0 0 0 0,-1 0 0 0 0,1 0-1 0 0,-1 0 1 0 0,1 0 0 0 0,0 0 0 0 0,-1 0 0 0 0,1 0 0 0 0,0 0 0 0 0,0 0 0 0 0,1 0 0 0 0,-1 0 0 0 0,0 0 0 0 0,1 1 0 0 0,-1-1 0 0 0,1 1 0 0 0,-1-1-1 0 0,1 1 1 0 0,0 0 0 0 0,-1-1 0 0 0,1 1 0 0 0,0 0 0 0 0,0 0 0 0 0,0 0 0 0 0,0 0 0 0 0,0 1 0 0 0,0-1 0 0 0,0 1 0 0 0,4-1 0 0 0,-1 0 93 0 0,-1 0 0 0 0,1 1 1 0 0,-1 0-1 0 0,1 0 1 0 0,-1 0-1 0 0,0 1 1 0 0,1-1-1 0 0,-1 1 0 0 0,1 0 1 0 0,-1 0-1 0 0,0 1 1 0 0,0-1-1 0 0,1 1 0 0 0,3 2 1 0 0,8 6 322 0 0,0 0-1 0 0,17 14 1 0 0,9 6 218 0 0,15 3-374 0 0,-33-21-354 0 0,0 2-1 0 0,-1 0 0 0 0,-1 1 1 0 0,0 2-1 0 0,-1 0 0 0 0,-1 1 1 0 0,22 25-1 0 0,-30-29-121 0 0,-8-9-6 0 0,0-1 0 0 0,0 1 0 0 0,0-1 0 0 0,-1 1 0 0 0,0 0 0 0 0,0 1 0 0 0,0-1 0 0 0,0 0 0 0 0,-1 1 1 0 0,3 10-1 0 0,-6-9-590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26.1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2 167 5065 0 0,'0'0'80'0'0,"0"-1"0"0"0,-1 0 0 0 0,1 1 0 0 0,0-1 0 0 0,0 0 0 0 0,-1 1 0 0 0,1-1 1 0 0,0 0-1 0 0,0 1 0 0 0,0-1 0 0 0,0 0 0 0 0,0 0 0 0 0,0 1 0 0 0,0-1 0 0 0,0 0 0 0 0,1 1 0 0 0,-1-1 0 0 0,0 0 0 0 0,0 1 0 0 0,0-1 0 0 0,1 0 0 0 0,-1 1 0 0 0,0-1 0 0 0,1 1 1 0 0,-1-1-1 0 0,1 1 0 0 0,-1-1 0 0 0,1 0 0 0 0,14-22 1872 0 0,-14 21-1701 0 0,12-16 1582 0 0,4-7 282 0 0,41-45 1 0 0,-49 60-2199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31.1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282 323 3225 0 0,'-12'-26'195'0'0,"1"-1"1"0"0,2 0-1 0 0,1 0 1 0 0,1-1-1 0 0,1 0 1 0 0,-3-46-1 0 0,10 69 270 0 0,1 7 2 0 0,5 18 481 0 0,8 31 1070 0 0,-3 5-487 0 0,-4-15-609 0 0,26 73 1 0 0,-46-134-705 0 0,-25-34 0 0 0,16 25-134 0 0,11 15-82 0 0,-1 0 1 0 0,-1 1-1 0 0,0 0 1 0 0,-23-18-1 0 0,30 27 5 0 0,0 0-1 0 0,0 0 1 0 0,0 1 0 0 0,-1-1-1 0 0,0 1 1 0 0,0 0 0 0 0,0 1-1 0 0,0-1 1 0 0,0 1-1 0 0,0 1 1 0 0,-1-1 0 0 0,1 1-1 0 0,0 0 1 0 0,-1 0 0 0 0,-11 1-1 0 0,17 0 35 0 0,0 0-1 0 0,0 0 0 0 0,0 0 0 0 0,0 1 1 0 0,0-1-1 0 0,0 0 0 0 0,0 1 0 0 0,0-1 0 0 0,0 1 1 0 0,0-1-1 0 0,0 1 0 0 0,0-1 0 0 0,0 1 1 0 0,0 0-1 0 0,0 0 0 0 0,0-1 0 0 0,1 1 1 0 0,-1 0-1 0 0,0 0 0 0 0,1 0 0 0 0,-1 0 0 0 0,0 0 1 0 0,1 0-1 0 0,-1 1 0 0 0,0 0 59 0 0,1 1-1 0 0,-1-1 1 0 0,1 1-1 0 0,0-1 1 0 0,-1 1-1 0 0,1 0 1 0 0,0-1-1 0 0,1 1 1 0 0,-1-1-1 0 0,1 4 1 0 0,2 6 245 0 0,1-1 1 0 0,0 1-1 0 0,7 14 1 0 0,-10-25-340 0 0,5 12 104 0 0,1 0 0 0 0,1 0 0 0 0,0 0-1 0 0,1-1 1 0 0,0 0 0 0 0,12 11 0 0 0,-17-19-106 0 0,0 0 0 0 0,0 0 1 0 0,0-1-1 0 0,1 0 0 0 0,-1 1 0 0 0,1-2 0 0 0,0 1 0 0 0,0 0 1 0 0,0-1-1 0 0,0 0 0 0 0,0 0 0 0 0,0-1 0 0 0,0 1 1 0 0,1-1-1 0 0,-1-1 0 0 0,1 1 0 0 0,-1 0 0 0 0,1-1 0 0 0,10-1 1 0 0,-14 0-5 0 0,0 1 1 0 0,0 0-1 0 0,0-1 0 0 0,0 0 1 0 0,0 1-1 0 0,0-1 1 0 0,0 0-1 0 0,-1 0 1 0 0,1 0-1 0 0,0 0 1 0 0,0 0-1 0 0,-1-1 1 0 0,1 1-1 0 0,-1-1 1 0 0,1 1-1 0 0,-1-1 1 0 0,1 1-1 0 0,-1-1 0 0 0,2-2 1 0 0,-2 0 6 0 0,1 1 1 0 0,-1-1-1 0 0,0 1 0 0 0,0-1 1 0 0,0 0-1 0 0,0 0 1 0 0,-1 0-1 0 0,1 1 0 0 0,-1-8 1 0 0,-1-6 54 0 0,-1 1 0 0 0,-1 0 1 0 0,-9-29-1 0 0,12 43-55 0 0,-5-14 74 0 0,-1 0 1 0 0,0 1-1 0 0,-1-1 1 0 0,-1 1-1 0 0,0 1 1 0 0,-17-23 0 0 0,20 31-70 0 0,0 0 1 0 0,0 0-1 0 0,-1 0 1 0 0,0 0-1 0 0,0 1 1 0 0,0 0-1 0 0,0 0 1 0 0,-1 1-1 0 0,0 0 1 0 0,0 0 0 0 0,0 1-1 0 0,0-1 1 0 0,0 2-1 0 0,-1-1 1 0 0,1 1-1 0 0,-11-2 1 0 0,16 4-13 0 0,0-1 1 0 0,0 1-1 0 0,-1 0 1 0 0,1 0-1 0 0,0 0 1 0 0,0 1-1 0 0,0-1 1 0 0,0 0-1 0 0,0 1 1 0 0,0-1-1 0 0,0 1 1 0 0,0 0-1 0 0,0 0 1 0 0,0-1-1 0 0,0 1 1 0 0,0 1-1 0 0,1-1 1 0 0,-1 0-1 0 0,0 0 1 0 0,-1 2-1 0 0,1 0 5 0 0,0-1-1 0 0,0 1 1 0 0,1 0-1 0 0,-1 0 1 0 0,1 0 0 0 0,-1 0-1 0 0,1 0 1 0 0,0 0-1 0 0,0 0 1 0 0,0 0 0 0 0,0 6-1 0 0,0 6 34 0 0,0-1 0 0 0,2 1 0 0 0,-1 0 0 0 0,5 20 0 0 0,-5-35-35 0 0,4 25 21 0 0,0 0 0 0 0,2-1 0 0 0,1 0 0 0 0,1 0 0 0 0,21 45 0 0 0,-24-61-22 0 0,0 0-1 0 0,0 0 1 0 0,1 0-1 0 0,0-1 1 0 0,1 1-1 0 0,-1-1 1 0 0,1-1-1 0 0,10 8 1 0 0,-12-11-1 0 0,0 1-1 0 0,1-1 1 0 0,-1-1 0 0 0,1 1 0 0 0,0-1 0 0 0,0 0 0 0 0,0 0 0 0 0,0 0 0 0 0,0-1-1 0 0,0 0 1 0 0,0-1 0 0 0,0 1 0 0 0,12-1 0 0 0,-12-1-1 0 0,-1 1 0 0 0,1-1 0 0 0,-1 0 0 0 0,1 0 0 0 0,-1-1 0 0 0,0 1 0 0 0,0-1 0 0 0,0 0 0 0 0,0-1 0 0 0,0 1 0 0 0,0-1 0 0 0,-1 0 0 0 0,1 0 0 0 0,-1 0 0 0 0,0-1 0 0 0,6-6 0 0 0,-5 4-9 0 0,-1 0 0 0 0,0 0-1 0 0,0-1 1 0 0,0 1 0 0 0,-1-1 0 0 0,0 0 0 0 0,0 0 0 0 0,-1 0 0 0 0,0 0 0 0 0,2-15 0 0 0,-2 5 8 0 0,-1 1-1 0 0,-1-1 1 0 0,0 0-1 0 0,-1 0 1 0 0,-1 0-1 0 0,-1 0 1 0 0,0 1-1 0 0,-1-1 1 0 0,-1 1 0 0 0,-7-16-1 0 0,5 16 17 0 0,-1 0 0 0 0,-18-26 0 0 0,22 37-11 0 0,0 0 1 0 0,0 0 0 0 0,0 0-1 0 0,0 1 1 0 0,-1-1 0 0 0,0 1-1 0 0,0 0 1 0 0,0 1 0 0 0,0-1-1 0 0,0 1 1 0 0,-8-4 0 0 0,12 7-3 0 0,0 0 0 0 0,1-1 0 0 0,-1 1 0 0 0,0 0 0 0 0,0 0 0 0 0,0 0 0 0 0,0 0 0 0 0,1 0 0 0 0,-1 0 0 0 0,0 0 0 0 0,0 0 0 0 0,0 0 0 0 0,1 0 0 0 0,-1 0 0 0 0,0 0 0 0 0,0 0 0 0 0,0 1 0 0 0,1-1 0 0 0,-1 0 0 0 0,0 1 0 0 0,0-1 0 0 0,1 1 0 0 0,-1-1 0 0 0,0 0 0 0 0,1 1 0 0 0,-2 0 0 0 0,1 1 2 0 0,0 0 1 0 0,-1 0 0 0 0,1-1-1 0 0,0 1 1 0 0,1 0-1 0 0,-1 0 1 0 0,0 0 0 0 0,0 0-1 0 0,1 0 1 0 0,-1 3-1 0 0,-1 4 10 0 0,1 0 0 0 0,1 0-1 0 0,0 16 1 0 0,4 27-95 0 0,2 0 1 0 0,1 0-1 0 0,4-1 0 0 0,31 94 1 0 0,-39-137 69 0 0,1-1 0 0 0,0 1 0 0 0,0-1 0 0 0,1 0 0 0 0,0-1 0 0 0,0 1 0 0 0,1-1 0 0 0,10 9 0 0 0,-15-13 14 0 0,0-1 0 0 0,1 0 0 0 0,-1 0 0 0 0,0 0 0 0 0,1 0 0 0 0,0 0-1 0 0,-1 0 1 0 0,1 0 0 0 0,-1 0 0 0 0,1-1 0 0 0,0 1 0 0 0,-1-1 0 0 0,1 1 0 0 0,0-1 0 0 0,0 0 0 0 0,0 1 0 0 0,-1-1-1 0 0,1 0 1 0 0,0 0 0 0 0,0 0 0 0 0,0-1 0 0 0,-1 1 0 0 0,1 0 0 0 0,0-1 0 0 0,0 1 0 0 0,-1-1 0 0 0,1 1-1 0 0,0-1 1 0 0,-1 0 0 0 0,1 0 0 0 0,-1 0 0 0 0,1 0 0 0 0,-1 0 0 0 0,1 0 0 0 0,-1 0 0 0 0,0 0 0 0 0,1-1 0 0 0,-1 1-1 0 0,0 0 1 0 0,0-1 0 0 0,0 1 0 0 0,0-1 0 0 0,0 0 0 0 0,0 1 0 0 0,0-4 0 0 0,4-5 63 0 0,0 0 1 0 0,-2-1-1 0 0,1 0 1 0 0,-1 0-1 0 0,-1 0 0 0 0,0-1 1 0 0,-1 1-1 0 0,0 0 1 0 0,-1-18-1 0 0,-1 2 65 0 0,-1 0 0 0 0,-11-50 0 0 0,9 63-116 0 0,-1 0 0 0 0,0 0-1 0 0,-1 1 1 0 0,0 0 0 0 0,-1 0 0 0 0,-1 1 0 0 0,0-1-1 0 0,0 2 1 0 0,-1-1 0 0 0,-1 1 0 0 0,-18-17 0 0 0,23 24-12 0 0,-1 0 0 0 0,1 0 0 0 0,-1 1 0 0 0,1-1 0 0 0,-1 1 1 0 0,0 0-1 0 0,0 1 0 0 0,0-1 0 0 0,-1 1 0 0 0,1 1 1 0 0,-1-1-1 0 0,-7 0 0 0 0,9 2 4 0 0,0 0 0 0 0,0 0-1 0 0,-1 1 1 0 0,1 0 0 0 0,0 0 0 0 0,0 0 0 0 0,0 0-1 0 0,0 1 1 0 0,0 0 0 0 0,0 0 0 0 0,0 0 0 0 0,1 1 0 0 0,-1-1-1 0 0,1 1 1 0 0,0 0 0 0 0,0 1 0 0 0,-5 4 0 0 0,3-2 26 0 0,0 1 0 0 0,0 0 0 0 0,1 0 1 0 0,0 0-1 0 0,1 1 0 0 0,-1 0 0 0 0,1 0 0 0 0,1 0 0 0 0,0 0 1 0 0,0 1-1 0 0,0 0 0 0 0,1-1 0 0 0,0 1 0 0 0,0 9 1 0 0,1-6 13 0 0,0 0 1 0 0,1 1 0 0 0,0-1-1 0 0,1 0 1 0 0,0 0 0 0 0,1 0-1 0 0,0 0 1 0 0,1 0 0 0 0,8 21-1 0 0,-10-31-48 0 0,0 1-1 0 0,0-1 0 0 0,1 0 0 0 0,-1 0 0 0 0,0 1 1 0 0,1-1-1 0 0,-1 0 0 0 0,1 0 0 0 0,0 0 1 0 0,-1-1-1 0 0,1 1 0 0 0,0 0 0 0 0,0-1 1 0 0,1 1-1 0 0,-1-1 0 0 0,0 0 0 0 0,0 1 0 0 0,1-1 1 0 0,-1 0-1 0 0,0 0 0 0 0,1-1 0 0 0,-1 1 1 0 0,1 0-1 0 0,-1-1 0 0 0,1 0 0 0 0,-1 0 1 0 0,1 1-1 0 0,0-1 0 0 0,-1-1 0 0 0,1 1 0 0 0,-1 0 1 0 0,1-1-1 0 0,-1 1 0 0 0,1-1 0 0 0,-1 0 1 0 0,1 1-1 0 0,-1-1 0 0 0,3-2 0 0 0,2 0-4 0 0,-1 0-1 0 0,-1 0 0 0 0,1-1 0 0 0,0 0 1 0 0,-1 0-1 0 0,0 0 0 0 0,0-1 1 0 0,0 0-1 0 0,-1 0 0 0 0,1 0 0 0 0,-1 0 1 0 0,0-1-1 0 0,5-9 0 0 0,-5 4 20 0 0,0 0-1 0 0,-1 0 1 0 0,0 0-1 0 0,-1 0 1 0 0,0 0 0 0 0,-1 0-1 0 0,0 0 1 0 0,-1-14-1 0 0,0 20-6 0 0,0 1-1 0 0,0-1 1 0 0,-1 0-1 0 0,0 1 1 0 0,0-1-1 0 0,0 1 1 0 0,0-1-1 0 0,-1 1 1 0 0,1-1 0 0 0,-1 1-1 0 0,0 0 1 0 0,-1 0-1 0 0,1 0 1 0 0,-1 0-1 0 0,0 0 1 0 0,0 1-1 0 0,0-1 1 0 0,0 1-1 0 0,0 0 1 0 0,-1 0-1 0 0,0 0 1 0 0,-6-4-1 0 0,9 7-4 0 0,0-1 0 0 0,0 0 0 0 0,0 1 0 0 0,0-1 0 0 0,0 1 0 0 0,0 0 0 0 0,-1-1 0 0 0,1 1 0 0 0,0 0 0 0 0,0 0 0 0 0,0-1 0 0 0,-1 1 0 0 0,1 0 0 0 0,0 0 0 0 0,0 1 0 0 0,0-1 0 0 0,-1 0 0 0 0,1 0 0 0 0,0 0 0 0 0,0 1 0 0 0,0-1 0 0 0,0 1 0 0 0,-1-1 0 0 0,1 1 0 0 0,0-1 0 0 0,-1 2 0 0 0,0 0 0 0 0,0 0 0 0 0,0 0 0 0 0,1 0 0 0 0,-1 1 0 0 0,1-1 0 0 0,0 0 0 0 0,0 1 0 0 0,-1-1 0 0 0,1 1 0 0 0,1-1 0 0 0,-2 5 0 0 0,0 5 0 0 0,0 0 0 0 0,0 0 0 0 0,2 0 0 0 0,0 15 0 0 0,1-6-71 0 0,1-1 0 0 0,2 1-1 0 0,0-1 1 0 0,8 25-1 0 0,-10-39 52 0 0,0 0 0 0 0,0 1 0 0 0,1-1 0 0 0,0 0-1 0 0,0-1 1 0 0,0 1 0 0 0,1 0 0 0 0,0-1 0 0 0,0 0 0 0 0,0 0-1 0 0,1 0 1 0 0,-1-1 0 0 0,1 1 0 0 0,0-1 0 0 0,1 0-1 0 0,-1 0 1 0 0,8 3 0 0 0,-12-6 20 0 0,0-1 0 0 0,-1 0 0 0 0,1 1 0 0 0,0-1 0 0 0,-1 0 1 0 0,1 1-1 0 0,0-1 0 0 0,0 0 0 0 0,-1 0 0 0 0,1 0 0 0 0,0 0 0 0 0,0 0 0 0 0,-1 0 0 0 0,1 0 0 0 0,0 0 0 0 0,0 0 0 0 0,-1 0 0 0 0,1 0 0 0 0,0 0 1 0 0,0-1-1 0 0,-1 1 0 0 0,1 0 0 0 0,0 0 0 0 0,-1-1 0 0 0,1 1 0 0 0,0-1 0 0 0,-1 1 0 0 0,2-1 0 0 0,-2 0 0 0 0,1 0 0 0 0,-1-1-1 0 0,1 1 1 0 0,-1 0 0 0 0,1 0-1 0 0,-1 0 1 0 0,0-1 0 0 0,1 1-1 0 0,-1 0 1 0 0,0-1 0 0 0,0 1-1 0 0,0 0 1 0 0,0 0 0 0 0,-1-3-1 0 0,0-2 35 0 0,0-1-1 0 0,0 1 1 0 0,-1-1 0 0 0,0 1-1 0 0,-4-8 1 0 0,3 8-12 0 0,-1 0 1 0 0,-1 0-1 0 0,1 0 0 0 0,-1 1 0 0 0,0 0 1 0 0,0 0-1 0 0,-1 0 0 0 0,1 0 1 0 0,-1 1-1 0 0,0 0 0 0 0,-9-5 1 0 0,13 8-23 0 0,1 1 1 0 0,-1-1-1 0 0,0 0 1 0 0,0 0-1 0 0,0 1 1 0 0,0-1-1 0 0,0 1 0 0 0,0 0 1 0 0,0 0-1 0 0,0 0 1 0 0,0 0-1 0 0,0 0 1 0 0,0 0-1 0 0,0 0 1 0 0,0 0-1 0 0,0 1 1 0 0,0-1-1 0 0,-2 2 1 0 0,2-1-7 0 0,0 0 0 0 0,0 1 0 0 0,1-1 0 0 0,-1 1 0 0 0,0 0 0 0 0,1-1 0 0 0,-1 1 0 0 0,1 0 0 0 0,0 0 0 0 0,-1 0 0 0 0,1 0 0 0 0,0 0 0 0 0,0 0 0 0 0,0 1 0 0 0,1-1 0 0 0,-1 0 0 0 0,0 0 0 0 0,1 1 0 0 0,-1 3 0 0 0,-1 2-304 0 0,1 0 0 0 0,0 1 0 0 0,1-1 0 0 0,0 1 0 0 0,0 0 0 0 0,0-1 0 0 0,1 1 0 0 0,1-1 0 0 0,0 0 0 0 0,0 1 0 0 0,0-1 0 0 0,1 0 0 0 0,0 0 0 0 0,0 0 0 0 0,1-1 0 0 0,10 15 0 0 0,0-6-1177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31.5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113 86 3225 0 0,'-11'-7'322'0'0,"0"-1"1"0"0,-20-18 0 0 0,3 2 2164 0 0,-3 4 3341 0 0,42 25-5159 0 0,-1 2-1 0 0,0-1 1 0 0,0 2 0 0 0,0-1 0 0 0,-1 1-1 0 0,0 1 1 0 0,0 0 0 0 0,-1 0-1 0 0,-1 0 1 0 0,13 20 0 0 0,-1 5-407 0 0,-1 2 0 0 0,13 39-1 0 0,-21-48-298 0 0,1 0-1 0 0,2 0 0 0 0,0-1 1 0 0,2-1-1 0 0,21 28 0 0 0,-14-32-80 0 0,-21-20-67 0 0,-1-1 0 0 0,1 1 0 0 0,0 0-1 0 0,0-1 1 0 0,0 1 0 0 0,0 0 0 0 0,0-1-1 0 0,0 1 1 0 0,0-1 0 0 0,0 0 0 0 0,0 1-1 0 0,0-1 1 0 0,0 0 0 0 0,0 1 0 0 0,0-1-1 0 0,0 0 1 0 0,0 0 0 0 0,0 0 0 0 0,0 0-1 0 0,1 0 1 0 0,-1 0 0 0 0,0 0 0 0 0,0-1-1 0 0,1 1 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32.1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81 290 3009 0 0,'-2'-7'57'0'0,"0"1"0"0"0,0-1 0 0 0,-1 1 0 0 0,1 0 0 0 0,-2 0 0 0 0,1 0 0 0 0,-1 1 0 0 0,1-1 0 0 0,-1 1 0 0 0,-1 0 0 0 0,1 0 0 0 0,-1 0 0 0 0,0 0 0 0 0,0 1 0 0 0,-8-5 0 0 0,12 8 128 0 0,0 1 0 0 0,0-1 0 0 0,0 0 0 0 0,0 0 0 0 0,0 0 0 0 0,0 0 0 0 0,0 0 0 0 0,0 0 0 0 0,1 0 0 0 0,-1 0 0 0 0,0-1-1 0 0,1 1 1 0 0,-1 0 0 0 0,1 0 0 0 0,-1-1 0 0 0,1 1 0 0 0,-1 0 0 0 0,1 0 0 0 0,0-1 0 0 0,0-1 0 0 0,0-1 103 0 0,0 0-1 0 0,0 1 1 0 0,0-1 0 0 0,1 0-1 0 0,0 1 1 0 0,0-1 0 0 0,2-5-1 0 0,3-4 469 0 0,1-1 0 0 0,15-22 0 0 0,-21 35-689 0 0,4-6 24 0 0,0 1 1 0 0,0-1-1 0 0,1 1 0 0 0,-1 1 0 0 0,1-1 0 0 0,1 1 0 0 0,-1 0 0 0 0,1 0 0 0 0,0 1 0 0 0,8-5 0 0 0,-12 8-88 0 0,-1 0-1 0 0,0 0 0 0 0,0 0 0 0 0,1 0 0 0 0,-1 1 0 0 0,1-1 0 0 0,-1 1 1 0 0,1-1-1 0 0,-1 1 0 0 0,1 0 0 0 0,-1 0 0 0 0,1 0 0 0 0,-1 0 0 0 0,1 1 1 0 0,-1-1-1 0 0,1 1 0 0 0,-1-1 0 0 0,1 1 0 0 0,-1 0 0 0 0,0 0 1 0 0,1 0-1 0 0,-1 0 0 0 0,0 0 0 0 0,0 0 0 0 0,0 1 0 0 0,0-1 0 0 0,0 1 1 0 0,0 0-1 0 0,0-1 0 0 0,-1 1 0 0 0,1 0 0 0 0,0 0 0 0 0,-1 0 0 0 0,0 0 1 0 0,1 1-1 0 0,0 2 0 0 0,4 6 1 0 0,-1 2 0 0 0,-1-1 1 0 0,0 1-1 0 0,0-1 0 0 0,-2 1 0 0 0,1 0 0 0 0,-2 0 1 0 0,1 16-1 0 0,-2 15 98 0 0,-5 46 1 0 0,0-37-102 0 0,7-63-6 0 0,0 0 1 0 0,1 0-1 0 0,0 0 0 0 0,0 0 1 0 0,1 1-1 0 0,1-1 1 0 0,0 1-1 0 0,9-13 0 0 0,-8 15 9 0 0,0 0-1 0 0,0 0 0 0 0,0 1 1 0 0,1 0-1 0 0,0 0 0 0 0,0 0 1 0 0,1 1-1 0 0,0 1 0 0 0,10-6 1 0 0,-13 8-3 0 0,-1-1 0 0 0,1 2 0 0 0,-1-1 0 0 0,1 0 0 0 0,0 1 1 0 0,0 0-1 0 0,0 0 0 0 0,0 0 0 0 0,0 1 0 0 0,0 0 1 0 0,0 0-1 0 0,0 0 0 0 0,0 0 0 0 0,0 1 0 0 0,0 0 0 0 0,-1 0 1 0 0,1 0-1 0 0,7 3 0 0 0,-10-3 8 0 0,1 1 0 0 0,0 0 0 0 0,-1-1 1 0 0,1 1-1 0 0,-1 0 0 0 0,0 0 0 0 0,1 1 0 0 0,-1-1 0 0 0,0 0 0 0 0,-1 1 1 0 0,1-1-1 0 0,0 1 0 0 0,-1 0 0 0 0,1-1 0 0 0,1 7 0 0 0,-1-3 30 0 0,0 0 0 0 0,-1 0-1 0 0,0 0 1 0 0,0 0 0 0 0,-1 0-1 0 0,1 1 1 0 0,-2 8-1 0 0,-2 7 106 0 0,-1 0 0 0 0,0-1 0 0 0,-11 29 0 0 0,15-48-138 0 0,-8 19 253 0 0,0 1-1 0 0,-1-1 0 0 0,0-1 1 0 0,-2 0-1 0 0,-1 0 0 0 0,0-1 1 0 0,-16 18-1 0 0,19-29-203 0 0,6-8-54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48.4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105 320 2761 0 0,'1'-5'160'0'0,"0"1"0"0"0,0 0 1 0 0,-1 0-1 0 0,0 0 1 0 0,0-1-1 0 0,0 1 0 0 0,0 0 1 0 0,-1 0-1 0 0,0 0 1 0 0,0 0-1 0 0,0-1 0 0 0,0 1 1 0 0,0 0-1 0 0,-1 1 1 0 0,0-1-1 0 0,0 0 0 0 0,0 0 1 0 0,0 1-1 0 0,-1-1 1 0 0,1 1-1 0 0,-4-4 0 0 0,6 7 10 0 0,-1 0-1 0 0,1 0 1 0 0,-1-1-1 0 0,0 1 0 0 0,1 0 1 0 0,-1 0-1 0 0,1 0 1 0 0,-1-1-1 0 0,1 1 1 0 0,-1 0-1 0 0,0 0 0 0 0,1 0 1 0 0,-1 0-1 0 0,1 0 1 0 0,-1 0-1 0 0,1 0 1 0 0,-1 1-1 0 0,0-1 0 0 0,1 0 1 0 0,-1 0-1 0 0,1 0 1 0 0,-1 0-1 0 0,1 1 1 0 0,-1-1-1 0 0,1 0 0 0 0,-1 1 1 0 0,0-1-1 0 0,-14 17 1511 0 0,-5 22-1063 0 0,14-23-464 0 0,0 0 0 0 0,2 0 1 0 0,0 0-1 0 0,-4 33 0 0 0,7-44-151 0 0,1 1-1 0 0,-1-1 1 0 0,1 1 0 0 0,1-1-1 0 0,-1 1 1 0 0,1-1 0 0 0,0 1-1 0 0,0-1 1 0 0,0 0-1 0 0,1 1 1 0 0,0-1 0 0 0,0 0-1 0 0,0 0 1 0 0,0 0 0 0 0,1 0-1 0 0,0-1 1 0 0,0 1-1 0 0,7 7 1 0 0,-8-10-2 0 0,0 0-1 0 0,0-1 0 0 0,0 1 1 0 0,0-1-1 0 0,0 1 1 0 0,0-1-1 0 0,0 0 1 0 0,0 0-1 0 0,1 0 1 0 0,-1 0-1 0 0,0 0 1 0 0,1-1-1 0 0,-1 1 1 0 0,1 0-1 0 0,-1-1 1 0 0,0 0-1 0 0,1 0 1 0 0,-1 0-1 0 0,1 0 1 0 0,3 0-1 0 0,-2-1 20 0 0,-1-1 0 0 0,0 1 0 0 0,0 0 0 0 0,0-1 0 0 0,0 0 0 0 0,0 1 0 0 0,0-1 0 0 0,0 0 0 0 0,-1-1 0 0 0,1 1 0 0 0,-1 0 0 0 0,0-1 0 0 0,3-3 0 0 0,1-2 83 0 0,-1 0-1 0 0,0 0 1 0 0,0 0 0 0 0,-1 0-1 0 0,-1-1 1 0 0,1 0-1 0 0,-1 0 1 0 0,-1 0-1 0 0,4-18 1 0 0,-6 15-52 0 0,0-1 0 0 0,0 0 1 0 0,-1 0-1 0 0,-1 0 0 0 0,0 1 1 0 0,0-1-1 0 0,-2 1 0 0 0,1-1 0 0 0,-2 1 1 0 0,1 0-1 0 0,-2 1 0 0 0,-10-19 0 0 0,15 28-49 0 0,0 1 0 0 0,0-1-1 0 0,0 1 1 0 0,0 0 0 0 0,0 0-1 0 0,0-1 1 0 0,0 1-1 0 0,0 0 1 0 0,0 0 0 0 0,-1 0-1 0 0,1 0 1 0 0,0 0 0 0 0,-1 0-1 0 0,1 0 1 0 0,-1 1-1 0 0,1-1 1 0 0,-1 1 0 0 0,1-1-1 0 0,-1 1 1 0 0,1-1-1 0 0,-4 1 1 0 0,4 0 10 0 0,-1 0 1 0 0,0 1-1 0 0,1-1 0 0 0,-1 1 0 0 0,1-1 0 0 0,-1 1 0 0 0,1 0 1 0 0,-1-1-1 0 0,1 1 0 0 0,0 0 0 0 0,-1 0 0 0 0,1 0 1 0 0,0 0-1 0 0,0 0 0 0 0,-1 1 0 0 0,1-1 0 0 0,-1 2 1 0 0,-2 2 20 0 0,1 0 0 0 0,0 0 0 0 0,0 1 0 0 0,1-1 0 0 0,-1 1 0 0 0,1-1 0 0 0,0 1 0 0 0,1 0 0 0 0,-1 0 0 0 0,0 7 1 0 0,2 1-58 0 0,0-1 0 0 0,1 1 1 0 0,0-1-1 0 0,1 1 0 0 0,1-1 1 0 0,0 0-1 0 0,0 0 0 0 0,2 0 0 0 0,-1 0 1 0 0,2-1-1 0 0,0 0 0 0 0,0 0 1 0 0,1 0-1 0 0,0-1 0 0 0,13 15 1 0 0,-18-25 26 0 0,0 1 0 0 0,-1 0-1 0 0,1 0 1 0 0,0 0 0 0 0,0-1 0 0 0,0 1 0 0 0,0-1 0 0 0,0 0 0 0 0,1 1 0 0 0,-1-1 0 0 0,0 0-1 0 0,1 0 1 0 0,-1-1 0 0 0,0 1 0 0 0,1 0 0 0 0,-1-1 0 0 0,1 0 0 0 0,-1 1 0 0 0,1-1-1 0 0,-1 0 1 0 0,1 0 0 0 0,0 0 0 0 0,-1-1 0 0 0,1 1 0 0 0,-1-1 0 0 0,0 1 0 0 0,1-1 0 0 0,-1 0-1 0 0,1 0 1 0 0,-1 0 0 0 0,0 0 0 0 0,0 0 0 0 0,3-2 0 0 0,-1 0 1 0 0,-1 0 0 0 0,0 0 0 0 0,0-1 0 0 0,0 1 0 0 0,0-1 0 0 0,0 0 1 0 0,-1 1-1 0 0,1-1 0 0 0,-1 0 0 0 0,0-1 0 0 0,0 1 0 0 0,-1 0 0 0 0,1-1 0 0 0,-1 1 0 0 0,0 0 1 0 0,0-1-1 0 0,0-7 0 0 0,-1-5 71 0 0,-1 0 0 0 0,-1 0 1 0 0,-1 0-1 0 0,0 1 0 0 0,-1-1 0 0 0,-1 1 0 0 0,0 0 1 0 0,-1 0-1 0 0,-1 1 0 0 0,-1-1 0 0 0,0 2 1 0 0,-1-1-1 0 0,0 1 0 0 0,-18-20 0 0 0,26 32-67 0 0,0 1 0 0 0,0-1 0 0 0,-1 0 1 0 0,1 0-1 0 0,-1 1 0 0 0,1-1 0 0 0,-1 1 0 0 0,0 0 0 0 0,0 0 0 0 0,1-1 0 0 0,-1 1 0 0 0,0 0 0 0 0,0 0 0 0 0,0 0 0 0 0,0 1 0 0 0,0-1 0 0 0,-1 1 0 0 0,1-1 0 0 0,0 1 0 0 0,0-1 0 0 0,0 1 0 0 0,0 0 0 0 0,-1 0 0 0 0,1 0 0 0 0,0 0 0 0 0,0 1 0 0 0,0-1 0 0 0,0 1 0 0 0,0-1 0 0 0,-1 1 0 0 0,1 0 0 0 0,0-1 0 0 0,0 1 0 0 0,0 0 0 0 0,1 1 0 0 0,-1-1 0 0 0,0 0 0 0 0,0 0 0 0 0,1 1 0 0 0,-1-1 0 0 0,0 1 0 0 0,1-1 0 0 0,-1 1 1 0 0,-1 3-1 0 0,-3 3 25 0 0,0 0 1 0 0,1 1-1 0 0,0-1 1 0 0,1 1-1 0 0,0 0 1 0 0,0 0 0 0 0,1 1-1 0 0,-4 16 1 0 0,4-8-104 0 0,1 0-1 0 0,0 1 1 0 0,2-1-1 0 0,0 0 1 0 0,3 23 0 0 0,-2-33 43 0 0,0-1-1 0 0,0 0 1 0 0,1 0 0 0 0,0 0-1 0 0,0 0 1 0 0,1 0 0 0 0,0-1 0 0 0,0 1-1 0 0,0-1 1 0 0,1 1 0 0 0,0-1 0 0 0,0 0-1 0 0,1-1 1 0 0,-1 1 0 0 0,12 9 0 0 0,-14-13 26 0 0,1 0 1 0 0,0 0-1 0 0,0 0 1 0 0,0-1-1 0 0,0 1 1 0 0,0-1-1 0 0,0 0 1 0 0,0 0 0 0 0,0 0-1 0 0,0 0 1 0 0,1-1-1 0 0,-1 1 1 0 0,0-1-1 0 0,1 0 1 0 0,-1 0-1 0 0,0 0 1 0 0,0 0-1 0 0,1 0 1 0 0,3-2 0 0 0,-2 1-4 0 0,0-1 0 0 0,-1 0 0 0 0,1-1 0 0 0,-1 1 0 0 0,1-1 0 0 0,-1 0 0 0 0,0 0 0 0 0,0 0 0 0 0,0 0 0 0 0,0-1 0 0 0,4-5 0 0 0,0 0 1 0 0,-1 0 0 0 0,-1-1 0 0 0,1 0 0 0 0,-2-1 0 0 0,1 1 0 0 0,-2-1 0 0 0,1 0-1 0 0,-1 0 1 0 0,-1 0 0 0 0,3-14 0 0 0,-5 12 57 0 0,-1 0 0 0 0,0 0-1 0 0,-1 0 1 0 0,0 0 0 0 0,-1 0-1 0 0,-1 0 1 0 0,0 1 0 0 0,0-1-1 0 0,-10-20 1 0 0,3 10 15 0 0,-1 0 0 0 0,-2 1 0 0 0,0 0 0 0 0,-16-20 0 0 0,28 41-56 0 0,0-1 0 0 0,-1 0 0 0 0,1 0 1 0 0,0 0-1 0 0,-1 1 0 0 0,1-1 0 0 0,-1 1 0 0 0,0-1 0 0 0,1 1 0 0 0,-1 0 0 0 0,0 0 0 0 0,0 0 1 0 0,0 0-1 0 0,0 0 0 0 0,0 0 0 0 0,0 0 0 0 0,0 0 0 0 0,0 1 0 0 0,0-1 0 0 0,-3 1 0 0 0,4 0-1 0 0,-1 0 0 0 0,0 1-1 0 0,1-1 1 0 0,-1 1-1 0 0,1 0 1 0 0,-1-1-1 0 0,1 1 1 0 0,-1 0 0 0 0,1 0-1 0 0,-1 0 1 0 0,1 0-1 0 0,0 0 1 0 0,0 0-1 0 0,-1 1 1 0 0,1-1 0 0 0,0 0-1 0 0,0 1 1 0 0,0-1-1 0 0,-1 3 1 0 0,-3 6 17 0 0,1 0 0 0 0,0 0 0 0 0,0 0 0 0 0,1 0 0 0 0,0 0 0 0 0,-1 17 0 0 0,-1 9-297 0 0,2 0-1 0 0,2 63 1 0 0,1-89 242 0 0,1 0 0 0 0,0 0 0 0 0,1 0 0 0 0,0 0 0 0 0,1-1 0 0 0,0 1 0 0 0,0-1 0 0 0,1 0 0 0 0,0 0 0 0 0,1 0 0 0 0,0 0 0 0 0,0-1 0 0 0,1 0-1 0 0,0 0 1 0 0,8 8 0 0 0,-12-14 10 0 0,0 0-1 0 0,1 0 1 0 0,-1 0-1 0 0,1 0 1 0 0,-1 0 0 0 0,1-1-1 0 0,0 1 1 0 0,0-1-1 0 0,-1 1 1 0 0,1-1-1 0 0,0 0 1 0 0,0 0-1 0 0,0-1 1 0 0,1 1-1 0 0,-1-1 1 0 0,0 1-1 0 0,0-1 1 0 0,6 0-1 0 0,-5-1-9 0 0,0 0-1 0 0,0 0 1 0 0,0-1 0 0 0,0 1-1 0 0,0-1 1 0 0,0 0-1 0 0,-1 0 1 0 0,1 0-1 0 0,0-1 1 0 0,-1 1-1 0 0,0-1 1 0 0,5-4 0 0 0,1-2 54 0 0,-1-1 1 0 0,0-1 0 0 0,0 1 0 0 0,-1-1 0 0 0,-1 0 0 0 0,0-1 0 0 0,10-24 0 0 0,-12 22 13 0 0,0-1 0 0 0,-1 1 0 0 0,0-1-1 0 0,-2 0 1 0 0,1 0 0 0 0,-2 0 0 0 0,0 0 0 0 0,0 0 0 0 0,-2 0 0 0 0,0 0 0 0 0,-1 1-1 0 0,0-1 1 0 0,-1 1 0 0 0,0-1 0 0 0,-2 1 0 0 0,1 1 0 0 0,-2-1 0 0 0,0 1 0 0 0,-15-23-1 0 0,20 34-34 0 0,1-1-1 0 0,-1 1 1 0 0,1 0-1 0 0,-1 0 0 0 0,0-1 1 0 0,0 1-1 0 0,0 1 0 0 0,0-1 1 0 0,0 0-1 0 0,0 0 0 0 0,-1 1 1 0 0,1-1-1 0 0,-1 1 1 0 0,1 0-1 0 0,-1-1 0 0 0,1 1 1 0 0,-1 1-1 0 0,0-1 0 0 0,1 0 1 0 0,-1 1-1 0 0,0-1 0 0 0,0 1 1 0 0,0 0-1 0 0,1 0 1 0 0,-1 0-1 0 0,0 0 0 0 0,0 0 1 0 0,0 1-1 0 0,-3 0 0 0 0,3 1 0 0 0,-1-1-1 0 0,0 1 0 0 0,0 0 0 0 0,1 1 0 0 0,-1-1 0 0 0,1 1 0 0 0,0-1 1 0 0,0 1-1 0 0,0 0 0 0 0,0 0 0 0 0,0 0 0 0 0,1 1 0 0 0,-1-1 1 0 0,1 1-1 0 0,0-1 0 0 0,0 1 0 0 0,0 0 0 0 0,1 0 0 0 0,-2 5 1 0 0,-3 11-78 0 0,1 0 0 0 0,1 1 1 0 0,0 0-1 0 0,2 0 1 0 0,1 0-1 0 0,2 42 1 0 0,0-49 31 0 0,0-1 1 0 0,1 1 0 0 0,1-1 0 0 0,0 1-1 0 0,1-1 1 0 0,1 0 0 0 0,0 0 0 0 0,0-1-1 0 0,2 1 1 0 0,-1-1 0 0 0,15 19 0 0 0,-19-28 9 0 0,0 0 0 0 0,1 0 0 0 0,-1-1 1 0 0,1 1-1 0 0,0-1 0 0 0,-1 1 1 0 0,1-1-1 0 0,0 0 0 0 0,0 0 0 0 0,1 0 1 0 0,-1-1-1 0 0,0 1 0 0 0,0-1 1 0 0,1 1-1 0 0,-1-1 0 0 0,1 0 0 0 0,0-1 1 0 0,-1 1-1 0 0,1-1 0 0 0,-1 1 0 0 0,1-1 1 0 0,0 0-1 0 0,-1 0 0 0 0,1-1 1 0 0,0 1-1 0 0,-1-1 0 0 0,1 0 0 0 0,-1 0 1 0 0,1 0-1 0 0,-1 0 0 0 0,1 0 1 0 0,-1-1-1 0 0,0 0 0 0 0,0 1 0 0 0,0-1 1 0 0,6-5-1 0 0,-3 2-17 0 0,1-1-1 0 0,0-1 1 0 0,-1 1 0 0 0,0-1-1 0 0,-1 0 1 0 0,0 0 0 0 0,0-1-1 0 0,0 1 1 0 0,-1-1 0 0 0,0 0-1 0 0,0 0 1 0 0,-1-1 0 0 0,0 1-1 0 0,2-12 1 0 0,-3-2 130 0 0,0 0-1 0 0,-1 0 1 0 0,-2 0 0 0 0,0 0 0 0 0,-1 0 0 0 0,-1 0-1 0 0,-1 0 1 0 0,-1 1 0 0 0,-1 0 0 0 0,-1 0 0 0 0,-16-36-1 0 0,20 53-72 0 0,1-1 0 0 0,-1 1 0 0 0,0 0 0 0 0,0 0-1 0 0,0 0 1 0 0,0 0 0 0 0,-1 1 0 0 0,0-1-1 0 0,0 1 1 0 0,-7-5 0 0 0,10 7-3 0 0,0 0 0 0 0,-1 1 0 0 0,1-1 0 0 0,-1 1 0 0 0,1-1 0 0 0,-1 1 0 0 0,1 0 0 0 0,-1-1 0 0 0,1 1 0 0 0,-1 0 1 0 0,1 0-1 0 0,-1 0 0 0 0,1 0 0 0 0,-1 1 0 0 0,1-1 0 0 0,-1 0 0 0 0,1 0 0 0 0,-1 1 0 0 0,1-1 0 0 0,0 1 0 0 0,-1 0 0 0 0,1-1 0 0 0,0 1 0 0 0,-1 0 0 0 0,1 0 0 0 0,0 0 0 0 0,0 0 0 0 0,0 0 1 0 0,-1 0-1 0 0,1 0 0 0 0,0 0 0 0 0,1 0 0 0 0,-1 0 0 0 0,0 1 0 0 0,0-1 0 0 0,0 0 0 0 0,1 1 0 0 0,-1-1 0 0 0,0 2 0 0 0,-5 11 104 0 0,0-1 0 0 0,1 1 0 0 0,0 0-1 0 0,2 0 1 0 0,-1 1 0 0 0,2-1 0 0 0,0 1 0 0 0,0 15 0 0 0,1-9-209 0 0,1-1 1 0 0,2 1-1 0 0,0-1 1 0 0,1 0-1 0 0,7 27 1 0 0,-8-40 63 0 0,1 0 1 0 0,0 0-1 0 0,0 0 1 0 0,1 0-1 0 0,-1 0 1 0 0,1-1-1 0 0,1 0 1 0 0,0 1 0 0 0,-1-2-1 0 0,2 1 1 0 0,-1 0-1 0 0,1-1 1 0 0,-1 0-1 0 0,2-1 1 0 0,-1 1-1 0 0,0-1 1 0 0,1 0-1 0 0,12 5 1 0 0,-14-7-36 0 0,1 0 0 0 0,0-1 1 0 0,-1 1-1 0 0,1-1 0 0 0,0 0 0 0 0,0-1 1 0 0,0 1-1 0 0,0-1 0 0 0,0 0 0 0 0,0-1 0 0 0,0 1 1 0 0,-1-1-1 0 0,1-1 0 0 0,0 1 0 0 0,0-1 0 0 0,-1 0 1 0 0,1 0-1 0 0,-1 0 0 0 0,1-1 0 0 0,-1 0 1 0 0,0 0-1 0 0,0 0 0 0 0,0-1 0 0 0,7-7 0 0 0,-9 8 50 0 0,1-1 0 0 0,-1 0 0 0 0,0 0 0 0 0,0 0 0 0 0,-1-1 0 0 0,1 1 0 0 0,-1 0-1 0 0,0-1 1 0 0,0 0 0 0 0,-1 0 0 0 0,1 1 0 0 0,-1-1 0 0 0,0 0 0 0 0,0 0 0 0 0,-1 0 0 0 0,0 0-1 0 0,0 0 1 0 0,0 0 0 0 0,0 0 0 0 0,-1 0 0 0 0,1 0 0 0 0,-1 0 0 0 0,0 0 0 0 0,-1 0-1 0 0,0 0 1 0 0,1 1 0 0 0,-4-6 0 0 0,0 0 65 0 0,0 0 0 0 0,0 0 0 0 0,-1 0-1 0 0,0 1 1 0 0,-1 0 0 0 0,0 0 0 0 0,-1 1 0 0 0,0 0 0 0 0,0 0-1 0 0,0 1 1 0 0,-12-8 0 0 0,10 9 40 0 0,-1 0 0 0 0,0 0 0 0 0,0 1-1 0 0,0 0 1 0 0,0 1 0 0 0,-1 0 0 0 0,0 1 0 0 0,1 1 0 0 0,-19-3-1 0 0,24 5 17 0 0,0 0-1 0 0,0 0 1 0 0,1 1-1 0 0,-1-1 0 0 0,0 1 1 0 0,0 0-1 0 0,1 1 0 0 0,-1-1 1 0 0,0 1-1 0 0,1 0 1 0 0,0 1-1 0 0,-1-1 0 0 0,1 1 1 0 0,0 0-1 0 0,0 1 0 0 0,1-1 1 0 0,-1 1-1 0 0,1 0 1 0 0,0 0-1 0 0,-1 0 0 0 0,-4 7 1 0 0,2 1-67 0 0,-1-1 1 0 0,2 1 0 0 0,0 0 0 0 0,0 0 0 0 0,1 0-1 0 0,0 1 1 0 0,-2 14 0 0 0,5-18-27 0 0,0 0 0 0 0,0-1 0 0 0,1 1 0 0 0,1 0 1 0 0,-1 0-1 0 0,1 0 0 0 0,1 0 0 0 0,0 0 0 0 0,0 0 0 0 0,1 0 1 0 0,4 13-1 0 0,-4-17-22 0 0,1-1 0 0 0,0 1 0 0 0,0-1 1 0 0,0 1-1 0 0,1-1 0 0 0,-1 0 0 0 0,1 0 0 0 0,0-1 1 0 0,0 1-1 0 0,0-1 0 0 0,1 0 0 0 0,-1 0 0 0 0,1 0 1 0 0,0 0-1 0 0,0-1 0 0 0,0 0 0 0 0,0 0 0 0 0,0 0 1 0 0,6 0-1 0 0,-6 0-2 0 0,0-1 1 0 0,0 0-1 0 0,0 0 1 0 0,0-1 0 0 0,0 1-1 0 0,0-1 1 0 0,1 0-1 0 0,-1-1 1 0 0,0 1-1 0 0,0-1 1 0 0,0 0 0 0 0,0 0-1 0 0,0-1 1 0 0,0 1-1 0 0,0-1 1 0 0,-1 0-1 0 0,1 0 1 0 0,-1-1 0 0 0,1 0-1 0 0,4-3 1 0 0,-6 3-1 0 0,-1 0-1 0 0,0 0 1 0 0,0 0 0 0 0,0-1 0 0 0,0 1 0 0 0,0-1 0 0 0,-1 1 0 0 0,1-1-1 0 0,-1 1 1 0 0,0-1 0 0 0,0 0 0 0 0,0 0 0 0 0,-1 0 0 0 0,1 1 0 0 0,-1-1 0 0 0,0 0-1 0 0,0 0 1 0 0,0 0 0 0 0,-1 0 0 0 0,1 0 0 0 0,-1 1 0 0 0,0-1 0 0 0,0 0-1 0 0,-3-5 1 0 0,-2-8 78 0 0,-1 1-1 0 0,0 0 1 0 0,-20-30-1 0 0,20 34 55 0 0,1 1-11 0 0,-1-1-1 0 0,-1 2 0 0 0,0-1 1 0 0,0 1-1 0 0,-1 0 0 0 0,0 0 1 0 0,0 1-1 0 0,-13-9 0 0 0,21 18-77 0 0,-1-1-1 0 0,1 0 1 0 0,0 0 0 0 0,-1 1-1 0 0,1-1 1 0 0,-1 1-1 0 0,1-1 1 0 0,-1 1-1 0 0,1 0 1 0 0,-1 0 0 0 0,1 0-1 0 0,-1-1 1 0 0,1 1-1 0 0,-1 1 1 0 0,1-1-1 0 0,-1 0 1 0 0,1 0 0 0 0,-1 0-1 0 0,1 1 1 0 0,-1-1-1 0 0,-1 2 1 0 0,0-1 30 0 0,0 1 1 0 0,1 0 0 0 0,-1 0-1 0 0,1 0 1 0 0,-1 0-1 0 0,1 0 1 0 0,0 1-1 0 0,0-1 1 0 0,0 1-1 0 0,-1 2 1 0 0,-5 8 156 0 0,2-1-1 0 0,0 1 1 0 0,-7 22 0 0 0,12-31-196 0 0,-10 29 207 0 0,-13 65 1 0 0,22-85-298 0 0,0-1 0 0 0,1 1 0 0 0,0 0 0 0 0,2 0 1 0 0,-1-1-1 0 0,1 1 0 0 0,1 0 0 0 0,5 20 0 0 0,-5-29-107 0 0,-1 1-1 0 0,1-1 1 0 0,0 0-1 0 0,0 0 1 0 0,1 0-1 0 0,-1 0 1 0 0,1 0-1 0 0,0 0 1 0 0,6 5-1 0 0,-7-7-271 0 0,0 0-1 0 0,0 0 1 0 0,1-1 0 0 0,-1 1-1 0 0,1-1 1 0 0,-1 0 0 0 0,1 1-1 0 0,-1-1 1 0 0,1 0 0 0 0,4 1-1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49.1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62 63 3681 0 0,'-32'-32'3216'0'0,"2"2"3495"0"0,65 74-1875 0 0,-20-17-4495 0 0,-1 1 1 0 0,16 43-1 0 0,13 79-54 0 0,-31-98-599 0 0,21 54 1 0 0,-18-79-766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1:49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13 190 456 0 0,'-2'-4'299'0'0,"0"0"0"0"0,1 1-1 0 0,-1-1 1 0 0,1 0 0 0 0,0 0-1 0 0,0 0 1 0 0,0 0 0 0 0,0-1 0 0 0,1 1-1 0 0,-1 0 1 0 0,1 0 0 0 0,0 0 0 0 0,0 0-1 0 0,1 0 1 0 0,0-1 0 0 0,-1 1-1 0 0,1 0 1 0 0,0 0 0 0 0,1 0 0 0 0,2-5-1 0 0,-2 4 98 0 0,1-1-1 0 0,-1 1 0 0 0,1-1 1 0 0,1 1-1 0 0,-1 0 0 0 0,1 0 1 0 0,0 0-1 0 0,0 1 0 0 0,1 0 1 0 0,-1-1-1 0 0,1 2 0 0 0,0-1 1 0 0,6-4-1 0 0,-2 3 42 0 0,-1 1 0 0 0,1 0 0 0 0,0 0 0 0 0,0 1 1 0 0,1 0-1 0 0,17-3 0 0 0,-23 6-398 0 0,0 0 1 0 0,0 0 0 0 0,0 0 0 0 0,-1 1-1 0 0,1-1 1 0 0,0 1 0 0 0,0 0 0 0 0,-1 0-1 0 0,1 0 1 0 0,0 0 0 0 0,-1 1 0 0 0,1-1-1 0 0,-1 1 1 0 0,0 0 0 0 0,0 0-1 0 0,1 1 1 0 0,-1-1 0 0 0,-1 0 0 0 0,1 1-1 0 0,3 4 1 0 0,-1-2-31 0 0,-1 0 0 0 0,0 0 0 0 0,0 0 0 0 0,-1 1 0 0 0,0 0 0 0 0,0-1 0 0 0,0 1 0 0 0,0 0 0 0 0,-1 1 0 0 0,0-1 0 0 0,0 0 0 0 0,-1 1 0 0 0,0-1 0 0 0,0 1 0 0 0,-1-1 0 0 0,1 1 0 0 0,-2 6 0 0 0,-1 7-31 0 0,-2 0-1 0 0,0 0 0 0 0,-1 0 0 0 0,-9 21 1 0 0,14-39 18 0 0,17-19 445 0 0,-11 10-396 0 0,0 1 1 0 0,1 0 0 0 0,-1 0-1 0 0,1 0 1 0 0,1 1 0 0 0,7-5 0 0 0,-13 9-36 0 0,0 0 1 0 0,1-1-1 0 0,-1 1 1 0 0,0 0-1 0 0,1 0 1 0 0,-1 0 0 0 0,0 0-1 0 0,1 1 1 0 0,-1-1-1 0 0,1 1 1 0 0,-1-1-1 0 0,1 1 1 0 0,-1 0-1 0 0,1 0 1 0 0,0 0 0 0 0,-1 0-1 0 0,1 1 1 0 0,-1-1-1 0 0,1 1 1 0 0,-1-1-1 0 0,1 1 1 0 0,-1 0 0 0 0,0 0-1 0 0,3 1 1 0 0,-3 0-11 0 0,-1 0-1 0 0,1-1 1 0 0,-1 1 0 0 0,0 0 0 0 0,0 0 0 0 0,0 0 0 0 0,0-1 0 0 0,0 1 0 0 0,0 0-1 0 0,-1 0 1 0 0,1 1 0 0 0,-1-1 0 0 0,1 0 0 0 0,-1 0 0 0 0,0 0 0 0 0,0 0-1 0 0,0 0 1 0 0,0 0 0 0 0,0 1 0 0 0,0-1 0 0 0,-1 0 0 0 0,0 3 0 0 0,-15 50 10 0 0,14-49-5 0 0,-75 169 1066 0 0,53-126-114 0 0,22-45-1045 0 0,0 1-1 0 0,0 0 1 0 0,0 0-1 0 0,0 1 1 0 0,-1 9-1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8.6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7 142 6449 0 0,'-1'-5'-70'0'0,"-4"-60"1881"0"0,5 58-791 0 0,0 0-1 0 0,1 0 0 0 0,-1 0 0 0 0,2 0 0 0 0,-1 0 0 0 0,1 1 0 0 0,3-9 0 0 0,-5 14-937 0 0,0 1-1 0 0,0-1 1 0 0,0 1-1 0 0,0 0 1 0 0,0-1-1 0 0,0 1 1 0 0,0 0-1 0 0,1-1 1 0 0,-1 1-1 0 0,0 0 0 0 0,0-1 1 0 0,0 1-1 0 0,1 0 1 0 0,-1-1-1 0 0,0 1 1 0 0,0 0-1 0 0,1-1 1 0 0,-1 1-1 0 0,0 0 0 0 0,0 0 1 0 0,1 0-1 0 0,-1-1 1 0 0,0 1-1 0 0,1 0 1 0 0,-1 0-1 0 0,0 0 1 0 0,1 0-1 0 0,-1-1 1 0 0,1 1-1 0 0,-1 0 0 0 0,0 0 1 0 0,1 0-1 0 0,-1 0 1 0 0,0 0-1 0 0,1 0 1 0 0,-1 0-1 0 0,1 0 1 0 0,-1 0-1 0 0,0 0 0 0 0,1 0 1 0 0,10 15 1265 0 0,2 22-678 0 0,-4 34-297 0 0,0 136 0 0 0,-8-111-277 0 0,46 628 72 0 0,-13-277-22 0 0,44 302 386 0 0,-67-649-87 0 0,-6 195 0 0 0,-4-262-1205 0 0,1-1 0 0 0,9 46-1 0 0,-9-64-33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243 165 3225 0 0,'-145'21'3296'0'0,"48"-16"7283"0"0,115-9-7804 0 0,391-48 202 0 0,-32 43-2275 0 0,-35 2-326 0 0,-266 2-288 0 0,0-4 0 0 0,110-28 0 0 0,-104 13-46 0 0,-55 14-69 0 0,0 1 1 0 0,1 2-1 0 0,-1 1 0 0 0,2 1 0 0 0,29-1 1 0 0,-57 6-2 0 0,0 0 1 0 0,1-1-1 0 0,-1 1 1 0 0,0 0-1 0 0,1 0 1 0 0,-1 1-1 0 0,0-1 1 0 0,1 0-1 0 0,-1 0 1 0 0,0 1-1 0 0,1-1 1 0 0,-1 0-1 0 0,0 1 1 0 0,0 0-1 0 0,1-1 1 0 0,-1 1-1 0 0,0 0 1 0 0,0-1-1 0 0,0 1 1 0 0,0 0-1 0 0,0 0 1 0 0,0 0-1 0 0,0 0 1 0 0,0 0-1 0 0,0 0 0 0 0,-1 0 1 0 0,1 0-1 0 0,0 1 1 0 0,-1-1-1 0 0,1 0 1 0 0,0 0-1 0 0,-1 0 1 0 0,0 1-1 0 0,1-1 1 0 0,-1 0-1 0 0,0 1 1 0 0,0-1-1 0 0,0 0 1 0 0,1 1-1 0 0,-1-1 1 0 0,-1 3-1 0 0,0 4-667 0 0,-1 1 0 0 0,1 0 1 0 0,-2-1-1 0 0,1 0 0 0 0,-6 11 0 0 0,6-14-33 0 0,-6 16-5949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4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65 5985 0 0,'30'-15'8723'0'0,"26"-8"-4116"0"0,-30 16-3831 0 0,0 1 1 0 0,0 1-1 0 0,40-2 1 0 0,-30 5-925 0 0,-1 2 1 0 0,0 2-1 0 0,1 1 1 0 0,45 10-1 0 0,-5 9-1747 0 0,-45-11-4015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7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0 920 0 0,'-1'0'598'0'0,"-1"0"1"0"0,0 1-1 0 0,1-1 0 0 0,-1 0 0 0 0,0 0 0 0 0,1 1 1 0 0,-1-1-1 0 0,1 1 0 0 0,-12 7 4786 0 0,11-6-4786 0 0,0 1-110 0 0,0 0 0 0 0,0 0-1 0 0,0 0 1 0 0,0 0 0 0 0,0 1 0 0 0,1-1-1 0 0,0 0 1 0 0,-1 5 0 0 0,-2 6-247 0 0,2 1-1 0 0,0 0 1 0 0,0 17 0 0 0,1-19 621 0 0,0 305 2359 0 0,2-76-2410 0 0,8 525-1813 0 0,-7-725 467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0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39 3225 0 0,'-15'3'-255'0'0,"9"-2"1275"0"0,-1 1-1 0 0,1-1 1 0 0,-1 1-1 0 0,1 0 1 0 0,0 0-1 0 0,0 1 1 0 0,0 0-1 0 0,1 0 0 0 0,-1 0 1 0 0,-5 5-1 0 0,24-7 2120 0 0,19 5-2563 0 0,-29-6-312 0 0,55 10 510 0 0,-1-3 1 0 0,60 0 0 0 0,119-11 152 0 0,-78 0-446 0 0,948-45 666 0 0,-909 37-1056 0 0,101 0 150 0 0,55-4 227 0 0,-277 11-343 0 0,120 7-1 0 0,-167 1-236 0 0,0 0 0 0 0,0 3 0 0 0,-1 0 0 0 0,1 1 0 0 0,-1 2 1 0 0,-1 1-1 0 0,33 17 0 0 0,-45-19-162 0 0,15 8-847 0 0,-9-11-3071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1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19 10594 0 0,'-35'-8'1382'0'0,"3"-1"745"0"0,10 7 3670 0 0,27 45-3659 0 0,7 331-1507 0 0,4 37-615 0 0,-4-321-201 0 0,8 87 386 0 0,-19-150-825 0 0,-1 0-1 0 0,-1-1 1 0 0,-1 1-1 0 0,-9 40 1 0 0,-6-22-2549 0 0,14-39 2733 0 0,0 0-1 0 0,1 0 1 0 0,-1 1-1 0 0,1-1 0 0 0,0 1 1 0 0,1-1-1 0 0,0 1 1 0 0,0-1-1 0 0,0 1 1 0 0,1 0-1 0 0,0 8 1 0 0,2-9 386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 4145 0 0,'-8'3'741'0'0,"1"1"-1"0"0,-1 0 1 0 0,1 1 0 0 0,0 0-1 0 0,1 0 1 0 0,-1 0 0 0 0,1 1 0 0 0,-11 12-1 0 0,-2 1 1364 0 0,16-17-1890 0 0,1 0 1 0 0,0 0 0 0 0,0 0-1 0 0,0 0 1 0 0,0 0 0 0 0,1 0-1 0 0,-1 1 1 0 0,1-1-1 0 0,-1 0 1 0 0,1 1 0 0 0,0-1-1 0 0,-1 1 1 0 0,0 4 0 0 0,2-5-133 0 0,0-1 0 0 0,1 1 0 0 0,-1-1 1 0 0,1 1-1 0 0,-1-1 0 0 0,1 1 1 0 0,-1-1-1 0 0,1 0 0 0 0,0 1 0 0 0,-1-1 1 0 0,1 0-1 0 0,0 1 0 0 0,0-1 1 0 0,0 0-1 0 0,0 0 0 0 0,0 0 0 0 0,1 0 1 0 0,-1 0-1 0 0,0 0 0 0 0,0 0 1 0 0,1 0-1 0 0,-1-1 0 0 0,0 1 0 0 0,1 0 1 0 0,-1-1-1 0 0,2 1 0 0 0,14 6-61 0 0,-1 0-1 0 0,1-1 1 0 0,0-1-1 0 0,0-1 1 0 0,20 3-1 0 0,91 4 73 0 0,-42-5-70 0 0,-86-6-24 0 0,1 0 0 0 0,-1 0 0 0 0,1 0 0 0 0,0 0 1 0 0,-1 0-1 0 0,1 0 0 0 0,-1 0 0 0 0,1 0 0 0 0,0 0 0 0 0,-1 1 0 0 0,1-1 1 0 0,-1 0-1 0 0,1 0 0 0 0,-1 1 0 0 0,1-1 0 0 0,-1 0 0 0 0,1 1 0 0 0,-1-1 1 0 0,1 0-1 0 0,-1 1 0 0 0,1-1 0 0 0,-1 1 0 0 0,1-1 0 0 0,-1 1 0 0 0,0-1 1 0 0,1 1-1 0 0,-1-1 0 0 0,0 1 0 0 0,0-1 0 0 0,1 2 0 0 0,-1-1-3 0 0,0 0-1 0 0,0 1 0 0 0,-1-1 1 0 0,1 0-1 0 0,0 1 1 0 0,0-1-1 0 0,-1 0 0 0 0,1 0 1 0 0,-1 1-1 0 0,1-1 0 0 0,-1 0 1 0 0,0 0-1 0 0,-1 2 1 0 0,-30 33-151 0 0,30-33 138 0 0,-51 46-485 0 0,31-30 362 0 0,1 1 0 0 0,1 1 0 0 0,-28 37-1 0 0,48-57 143 0 0,-1-1 1 0 0,1 1-1 0 0,-1-1 0 0 0,1 1 0 0 0,-1 0 0 0 0,1-1 0 0 0,0 1 0 0 0,-1 0 0 0 0,1 0 0 0 0,0-1 0 0 0,0 1 0 0 0,-1 0 1 0 0,1 0-1 0 0,0-1 0 0 0,0 1 0 0 0,0 0 0 0 0,0 0 0 0 0,0-1 0 0 0,0 1 0 0 0,0 0 0 0 0,0 0 0 0 0,0-1 1 0 0,0 1-1 0 0,1 0 0 0 0,-1 0 0 0 0,0-1 0 0 0,1 1 0 0 0,-1 0 0 0 0,0 0 0 0 0,1 0 0 0 0,1 1-16 0 0,-1-1 0 0 0,1 0 0 0 0,0 0 0 0 0,-1 0 0 0 0,1 0 0 0 0,0-1 0 0 0,-1 1 0 0 0,1 0 0 0 0,0-1 0 0 0,0 1 0 0 0,-1-1 0 0 0,4 0 0 0 0,5 1 3 0 0,1 0 0 0 0,-1-1-1 0 0,18-2 1 0 0,-24 1 89 0 0,10-1 130 0 0,0 0-1 0 0,1 1 1 0 0,-1 1-1 0 0,0 0 1 0 0,16 2-1 0 0,-28-2-187 0 0,1 1-1 0 0,-1-1 1 0 0,0 1 0 0 0,1 0 0 0 0,-1-1-1 0 0,0 1 1 0 0,0 0 0 0 0,0 1 0 0 0,1-1 0 0 0,-1 0-1 0 0,0 1 1 0 0,-1-1 0 0 0,1 1 0 0 0,0-1-1 0 0,3 5 1 0 0,-4-4-20 0 0,0 0-1 0 0,0 0 1 0 0,0 1 0 0 0,-1-1 0 0 0,1 0-1 0 0,0 1 1 0 0,-1-1 0 0 0,0 1-1 0 0,1-1 1 0 0,-1 1 0 0 0,0-1 0 0 0,0 1-1 0 0,-1-1 1 0 0,1 1 0 0 0,0-1-1 0 0,-1 0 1 0 0,1 1 0 0 0,-1-1 0 0 0,-1 3-1 0 0,-5 11-59 0 0,-1 1 0 0 0,0-2-1 0 0,-1 1 1 0 0,-1-1 0 0 0,0 0-1 0 0,-1-1 1 0 0,-17 16 0 0 0,11-10-689 0 0,0 1-1 0 0,-16 26 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7802 0 0,'0'1'177'0'0,"1"0"1"0"0,-1 0 0 0 0,1 0 0 0 0,-1 0 0 0 0,0 0 0 0 0,1 0-1 0 0,-1 0 1 0 0,0 0 0 0 0,0 0 0 0 0,0 1 0 0 0,0-1 0 0 0,0 0-1 0 0,0 0 1 0 0,0 0 0 0 0,0 0 0 0 0,0 0 0 0 0,0 0 0 0 0,-1 2-1 0 0,1-1 167 0 0,1 29 2301 0 0,2 1 0 0 0,8 34 0 0 0,2 7-1292 0 0,15 114-204 0 0,8 75-829 0 0,-8 267-178 0 0,-29-495-909 0 0,-9 66 0 0 0,9-97 624 0 0,-1 15-783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0 10594 0 0,'-18'15'2031'0'0,"15"-13"-1493"0"0,1-1 1 0 0,0 1-1 0 0,-1 0 0 0 0,1 0 1 0 0,0 0-1 0 0,0 0 1 0 0,0 0-1 0 0,1 0 1 0 0,-4 5-1 0 0,47-9 1981 0 0,-29 0-2410 0 0,0 2-1 0 0,-1-1 0 0 0,1 1 0 0 0,0 1 1 0 0,-1 0-1 0 0,16 4 0 0 0,-20-3-103 0 0,-1 0 0 0 0,0 0 0 0 0,0 0-1 0 0,0 1 1 0 0,0 0 0 0 0,-1 0 0 0 0,1 1 0 0 0,-1 0-1 0 0,0 0 1 0 0,0 0 0 0 0,0 1 0 0 0,5 5 0 0 0,-10-8-18 0 0,1 0 1 0 0,-1-1 0 0 0,-1 1 0 0 0,1 0 0 0 0,0-1 0 0 0,0 1 0 0 0,-1 0-1 0 0,1 0 1 0 0,-1 0 0 0 0,1 0 0 0 0,-1 0 0 0 0,0 0 0 0 0,0 0 0 0 0,0-1-1 0 0,0 1 1 0 0,0 0 0 0 0,0 0 0 0 0,0 0 0 0 0,-1 0 0 0 0,1 0 0 0 0,-1 0-1 0 0,1 0 1 0 0,-1-1 0 0 0,0 1 0 0 0,0 0 0 0 0,0 0 0 0 0,-1 2 0 0 0,-5 6-104 0 0,0 1 0 0 0,-1-1 0 0 0,-10 11 0 0 0,3-4-57 0 0,-26 29-234 0 0,31-37 311 0 0,0 1 1 0 0,1 0-1 0 0,0 0 1 0 0,1 1-1 0 0,0 0 1 0 0,1 0-1 0 0,0 1 0 0 0,1 0 1 0 0,-6 15-1 0 0,12-25 105 0 0,-1-1 0 0 0,1 1 0 0 0,0-1-1 0 0,0 1 1 0 0,-1-1 0 0 0,1 1 0 0 0,0-1 0 0 0,0 1-1 0 0,1-1 1 0 0,-1 1 0 0 0,0 0 0 0 0,0-1-1 0 0,1 1 1 0 0,-1-1 0 0 0,1 1 0 0 0,-1-1 0 0 0,1 0-1 0 0,0 1 1 0 0,0-1 0 0 0,-1 0 0 0 0,1 1-1 0 0,0-1 1 0 0,0 0 0 0 0,0 0 0 0 0,0 0-1 0 0,1 0 1 0 0,-1 0 0 0 0,0 0 0 0 0,0 0 0 0 0,1 0-1 0 0,-1 0 1 0 0,0 0 0 0 0,1-1 0 0 0,-1 1-1 0 0,1-1 1 0 0,-1 1 0 0 0,1-1 0 0 0,-1 1 0 0 0,3-1-1 0 0,8 2 77 0 0,1 0 0 0 0,-1-1 0 0 0,1 0 0 0 0,14-2 0 0 0,1 1-28 0 0,-21 0-42 0 0,-1 1 1 0 0,1 0-1 0 0,0 0 0 0 0,-1 0 1 0 0,1 1-1 0 0,-1 0 1 0 0,9 4-1 0 0,-13-5-8 0 0,0 0-1 0 0,-1 0 1 0 0,1 0 0 0 0,-1 0-1 0 0,1 1 1 0 0,-1-1-1 0 0,0 0 1 0 0,1 1-1 0 0,-1-1 1 0 0,0 1-1 0 0,0 0 1 0 0,0-1-1 0 0,0 1 1 0 0,0 0 0 0 0,-1 0-1 0 0,1-1 1 0 0,0 1-1 0 0,-1 0 1 0 0,0 0-1 0 0,1 0 1 0 0,-1 0-1 0 0,0 0 1 0 0,0 0-1 0 0,0 0 1 0 0,0 0 0 0 0,0 0-1 0 0,0-1 1 0 0,0 1-1 0 0,-1 0 1 0 0,0 2-1 0 0,-5 17-30 0 0,-1-1 0 0 0,-1 0-1 0 0,0-1 1 0 0,-2 1 0 0 0,0-2 0 0 0,-24 33-1 0 0,18-28-103 0 0,1 1 0 0 0,1 1 0 0 0,-11 28 0 0 0,25-52 59 0 0,-1-1 0 0 0,1 1 0 0 0,0-1 0 0 0,-1 0 0 0 0,1 1 0 0 0,0-1 0 0 0,0 1 0 0 0,0-1 0 0 0,-1 1 0 0 0,1-1 1 0 0,0 1-1 0 0,0-1 0 0 0,0 1 0 0 0,0-1 0 0 0,0 0 0 0 0,0 1 0 0 0,0-1 0 0 0,0 1 0 0 0,0-1 0 0 0,0 1 1 0 0,0-1-1 0 0,0 1 0 0 0,0-1 0 0 0,0 1 0 0 0,1-1 0 0 0,-1 1 0 0 0,0-1 0 0 0,0 1 0 0 0,0-1 0 0 0,1 0 1 0 0,-1 1-1 0 0,0-1 0 0 0,1 1 0 0 0,-1-1 0 0 0,0 0 0 0 0,1 1 0 0 0,-1-1 0 0 0,0 0 0 0 0,1 1 0 0 0,-1-1 1 0 0,1 0-1 0 0,-1 0 0 0 0,1 0 0 0 0,-1 1 0 0 0,0-1 0 0 0,1 0 0 0 0,0 0 0 0 0,24-4-5309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3.7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3424 38 112 0 0,'19'-12'-312'0'0,"7"-5"2872"0"0,-4 9 5518 0 0,-21 8-7860 0 0,-1 0 0 0 0,1 1 0 0 0,0-1 0 0 0,0 1 0 0 0,-1-1 0 0 0,1 1 0 0 0,0-1 0 0 0,-1 1 0 0 0,1-1 0 0 0,0 1 0 0 0,-1-1 0 0 0,1 1 0 0 0,-1 0 0 0 0,1-1 0 0 0,-1 1 0 0 0,0 0 0 0 0,1 0 0 0 0,-1-1 0 0 0,1 1 0 0 0,-1 0 0 0 0,0 0 0 0 0,0 0 0 0 0,0-1 0 0 0,1 1 0 0 0,-1 0 0 0 0,0 0 0 0 0,0 1-1 0 0,2 30 985 0 0,-1-26-728 0 0,35 450 3162 0 0,-16-188-2779 0 0,-17-216-802 0 0,-1-22-46 0 0,0-4 18 0 0,-3 45 1 0 0,0-55-10 0 0,1-1-1 0 0,2 23 1 0 0,-2-33-11 0 0,1 1 0 0 0,0 0 0 0 0,0-1 0 0 0,1 1 0 0 0,-1 0 0 0 0,1-1 1 0 0,0 0-1 0 0,1 1 0 0 0,4 7 0 0 0,-7-13 2 0 0,1 0-1 0 0,-1 1 1 0 0,0-1-1 0 0,1 0 1 0 0,-1 1 0 0 0,1-1-1 0 0,-1 1 1 0 0,0-1 0 0 0,0 1-1 0 0,1-1 1 0 0,-1 1 0 0 0,0-1-1 0 0,0 1 1 0 0,1-1-1 0 0,-1 1 1 0 0,0-1 0 0 0,0 1-1 0 0,0-1 1 0 0,0 1 0 0 0,0-1-1 0 0,0 1 1 0 0,0-1 0 0 0,0 1-1 0 0,0 0 1 0 0,0-1-1 0 0,0 1 1 0 0,0-1 0 0 0,-1 1-1 0 0,-12 4 216 0 0,4-3-275 0 0,-35 13 144 0 0,26-9-87 0 0,0 0-1 0 0,-1-1 0 0 0,1-1 0 0 0,-1 0 1 0 0,-35 1-1 0 0,-433 11-1144 0 0,335-8 763 0 0,-189-13 0 0 0,137-8-966 0 0,-374 24 1 0 0,409 6 473 0 0,-338 17 1948 0 0,422-36-1213 0 0,-588 14 907 0 0,669-11-759 0 0,-9 0 310 0 0,0 0 0 0 0,-25-2 0 0 0,34 1-276 0 0,0-1 1 0 0,0 0-1 0 0,0 0 1 0 0,0 0-1 0 0,0 0 1 0 0,1-1-1 0 0,-1 0 0 0 0,0 1 1 0 0,1-1-1 0 0,-1-1 1 0 0,1 1-1 0 0,0 0 0 0 0,-5-5 1 0 0,6 5-190 0 0,0 0-1 0 0,0 1 1 0 0,0-1 0 0 0,0 1-1 0 0,0 0 1 0 0,0-1 0 0 0,0 1-1 0 0,-1 0 1 0 0,1 0 0 0 0,0 0-1 0 0,0 1 1 0 0,-1-1 0 0 0,-4 0-1 0 0,-19 4-5298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4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5377 0 0,'5'6'14974'0'0,"27"192"-12959"0"0,-6-49-1768 0 0,46 490-7 0 0,-71-629-220 0 0,1 11 58 0 0,0-1 1 0 0,-1 1 0 0 0,-1-1 0 0 0,-1 1-1 0 0,-8 40 1 0 0,6-52-183 0 0,3-11-108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76 149 8290 0 0,'-9'-12'1267'0'0,"-32"-46"2508"0"0,37 52-3187 0 0,1 0-1 0 0,-1-1 1 0 0,2 1 0 0 0,-1 0-1 0 0,0-1 1 0 0,1 0 0 0 0,-2-10-1 0 0,4 16-466 0 0,0 0-1 0 0,0 0 1 0 0,0 0 0 0 0,0 0-1 0 0,0 1 1 0 0,-1-1-1 0 0,2 0 1 0 0,-1 0 0 0 0,0 0-1 0 0,0 1 1 0 0,0-1-1 0 0,0 0 1 0 0,0 0 0 0 0,1 0-1 0 0,-1 1 1 0 0,0-1-1 0 0,1 0 1 0 0,0-1-1 0 0,9 4 1460 0 0,12 22-796 0 0,-8 3-758 0 0,-1 1 0 0 0,-1 1 0 0 0,-2 0 1 0 0,0 0-1 0 0,7 49 0 0 0,-2-16-18 0 0,9 35-609 0 0,5 0 0 0 0,4-3-1 0 0,54 110 1 0 0,-77-186-1492 0 0,-1-2-4652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51 177 6449 0 0,'-5'-12'368'0'0,"-18"-37"2731"0"0,22 47-2489 0 0,-1 0-1 0 0,0-1 1 0 0,1 1-1 0 0,-1 0 1 0 0,0 0-1 0 0,0 0 1 0 0,0 1-1 0 0,0-1 1 0 0,-4-2-1 0 0,8 37 2020 0 0,5 14-2693 0 0,3 0 1 0 0,31 89-1 0 0,-36-123 34 0 0,0-1 1 0 0,1 1-1 0 0,0-1 0 0 0,1 0 0 0 0,0 0 0 0 0,1-1 0 0 0,1 0 1 0 0,-1 0-1 0 0,2-1 0 0 0,-1-1 0 0 0,2 1 0 0 0,-1-1 0 0 0,1-1 1 0 0,0 0-1 0 0,13 7 0 0 0,-21-14 55 0 0,0 1 0 0 0,0-1 0 0 0,-1 0 0 0 0,1 0 0 0 0,0 0 0 0 0,0 0 0 0 0,0 0 0 0 0,1-1 0 0 0,-1 1 0 0 0,0-1 0 0 0,0 0 0 0 0,0 0 0 0 0,0 0 0 0 0,0 0 0 0 0,0-1 1 0 0,1 1-1 0 0,-1-1 0 0 0,0 1 0 0 0,0-1 0 0 0,0 0 0 0 0,0-1 0 0 0,-1 1 0 0 0,1 0 0 0 0,0-1 0 0 0,0 0 0 0 0,-1 1 0 0 0,1-1 0 0 0,-1 0 0 0 0,0 0 0 0 0,1-1 0 0 0,-1 1 0 0 0,0 0 0 0 0,0-1 0 0 0,0 1 0 0 0,-1-1 0 0 0,1 0 0 0 0,-1 1 0 0 0,2-5 0 0 0,1-2 151 0 0,0 0 0 0 0,-1-1 0 0 0,0 1 0 0 0,-1-1 0 0 0,0 1 0 0 0,0-1 0 0 0,-1 0 1 0 0,-1 0-1 0 0,1 1 0 0 0,-2-1 0 0 0,-1-13-1 0 0,-4-5-41 0 0,-2 1 0 0 0,-2-1-1 0 0,0 2 1 0 0,-1-1 0 0 0,-2 1-1 0 0,-1 1 1 0 0,0 1 0 0 0,-2 0-1 0 0,-23-26 1 0 0,32 41-930 0 0,-1 0 1 0 0,0 1-1 0 0,0 0 0 0 0,-1 1 1 0 0,0 0-1 0 0,0 0 1 0 0,0 1-1 0 0,-21-10 1 0 0,14 10-5768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0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0 312 5985 0 0,'10'2'8495'0'0,"5"5"-4204"0"0,-1 1-4118 0 0,0 0-1 0 0,0 1 1 0 0,-1 1-1 0 0,22 20 1 0 0,-2 6-14 0 0,-13-14-192 0 0,1 0 1 0 0,0-1 0 0 0,27 19-1 0 0,-41-35 114 0 0,1 0 1 0 0,-1 0-1 0 0,1-1 0 0 0,0 0 1 0 0,0-1-1 0 0,0 0 0 0 0,0 0 1 0 0,0-1-1 0 0,1 0 0 0 0,-1 0 1 0 0,1-1-1 0 0,0 0 0 0 0,-1 0 1 0 0,1-1-1 0 0,11-1 0 0 0,-17 0-9 0 0,1 0 0 0 0,-1 0 0 0 0,0 0 0 0 0,0 0 0 0 0,1 0 0 0 0,-1-1-1 0 0,0 0 1 0 0,0 0 0 0 0,0 1 0 0 0,-1-2 0 0 0,1 1 0 0 0,0 0-1 0 0,-1 0 1 0 0,1-1 0 0 0,-1 0 0 0 0,0 1 0 0 0,0-1 0 0 0,0 0-1 0 0,0 0 1 0 0,0 0 0 0 0,-1 0 0 0 0,0 0 0 0 0,1 0 0 0 0,-1-1 0 0 0,0 1-1 0 0,0 0 1 0 0,0-6 0 0 0,2-10 76 0 0,0 0-1 0 0,-1-1 1 0 0,-1-31-1 0 0,-1 39-36 0 0,-12-152 428 0 0,6 105-850 0 0,1-70 0 0 0,7 106-126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53 5529 0 0,'-5'-7'1810'0'0,"0"-1"0"0"0,0 1 0 0 0,-8-23 9931 0 0,31 56-11476 0 0,2 31-102 0 0,-2 0 0 0 0,18 108-1 0 0,-6-26-95 0 0,-24-114-161 0 0,3 11-980 0 0,16 43 0 0 0,-19-63-200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2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7 116 6913 0 0,'-2'-7'707'0'0,"0"1"0"0"0,1 0-1 0 0,0-1 1 0 0,1 1-1 0 0,-1-1 1 0 0,1 1-1 0 0,0 0 1 0 0,1-1-1 0 0,1-6 1 0 0,-2 10-343 0 0,1 0 0 0 0,0 0 0 0 0,0 0 0 0 0,0-1 0 0 0,0 1 0 0 0,0 1 0 0 0,1-1 0 0 0,-1 0 0 0 0,3-3 0 0 0,-3 5-205 0 0,-1 0 0 0 0,1 0 0 0 0,0 0 1 0 0,0 1-1 0 0,0-1 0 0 0,0 0 1 0 0,0 0-1 0 0,0 1 0 0 0,1-1 0 0 0,-1 0 1 0 0,0 1-1 0 0,0-1 0 0 0,0 1 0 0 0,1 0 1 0 0,-1-1-1 0 0,0 1 0 0 0,0 0 1 0 0,1 0-1 0 0,-1-1 0 0 0,0 1 0 0 0,1 0 1 0 0,0 1-1 0 0,1-1-87 0 0,0 1 1 0 0,0 0 0 0 0,0 0-1 0 0,0 1 1 0 0,0-1 0 0 0,0 0-1 0 0,0 1 1 0 0,-1 0-1 0 0,1 0 1 0 0,-1 0 0 0 0,1 0-1 0 0,-1 0 1 0 0,0 0 0 0 0,0 0-1 0 0,0 1 1 0 0,0-1-1 0 0,0 1 1 0 0,0 0 0 0 0,-1 0-1 0 0,2 4 1 0 0,4 8 7 0 0,0 1 1 0 0,6 24 0 0 0,-10-29-8 0 0,20 65-17 0 0,-1 2-407 0 0,3-1-1 0 0,4-1 1 0 0,40 75 0 0 0,-64-140-36 0 0,13 16-3663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5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4 1840 0 0,'-2'-1'324'0'0,"0"0"0"0"0,-1 1 0 0 0,1 0 0 0 0,0-1 0 0 0,-1 1 0 0 0,1 0 0 0 0,0 0 0 0 0,-1 0 0 0 0,1 0-1 0 0,0 1 1 0 0,0-1 0 0 0,-1 1 0 0 0,1-1 0 0 0,0 1 0 0 0,0 0 0 0 0,0 0 0 0 0,-1 0 0 0 0,1 0 0 0 0,0 0-1 0 0,0 0 1 0 0,1 0 0 0 0,-1 1 0 0 0,-2 1 0 0 0,-2 2 65 0 0,0 0 0 0 0,0 1-1 0 0,0 0 1 0 0,0 0 0 0 0,-5 8 0 0 0,-42 71 1722 0 0,48-76-1785 0 0,0 1 0 0 0,1-1 1 0 0,0 1-1 0 0,1 0 0 0 0,0 0 0 0 0,0 0 0 0 0,-1 17 1 0 0,4-25-217 0 0,0 0 0 0 0,-1 0 1 0 0,1 0-1 0 0,1 0 0 0 0,-1 0 1 0 0,0 0-1 0 0,0 0 1 0 0,1 0-1 0 0,-1 0 0 0 0,1 0 1 0 0,0 0-1 0 0,0 0 0 0 0,0 0 1 0 0,-1 0-1 0 0,2 0 1 0 0,-1-1-1 0 0,0 1 0 0 0,0 0 1 0 0,1-1-1 0 0,1 3 0 0 0,0-2-3 0 0,-1-1 0 0 0,1 1 0 0 0,0-1 0 0 0,0 1 0 0 0,-1-1-1 0 0,1 0 1 0 0,0 0 0 0 0,0-1 0 0 0,0 1 0 0 0,0 0-1 0 0,0-1 1 0 0,5 0 0 0 0,8 0 178 0 0,0-2 0 0 0,-1 0 0 0 0,1 0-1 0 0,19-7 1 0 0,-28 8-164 0 0,77-26 430 0 0,-64 19-609 0 0,1 1 0 0 0,0 1 1 0 0,0 0-1 0 0,1 2 0 0 0,36-3 0 0 0,-45 9-652 0 0,-3 1-211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72 11058 0 0,'-7'-71'9654'0'0,"23"113"-7825"0"0,-10 1-1732 0 0,-1 1 0 0 0,-3 0 0 0 0,-1-1 0 0 0,-7 54 1 0 0,2 25 24 0 0,3-111-93 0 0,2-1-1 0 0,0 1 1 0 0,0-1 0 0 0,1 1 0 0 0,0-1-1 0 0,0 0 1 0 0,2 0 0 0 0,-1 0 0 0 0,5 10-1 0 0,-6-17-19 0 0,0-1 0 0 0,-1 1 0 0 0,1 0-1 0 0,0-1 1 0 0,0 0 0 0 0,0 1 0 0 0,0-1 0 0 0,1 0-1 0 0,-1 0 1 0 0,1 0 0 0 0,-1 0 0 0 0,1 0 0 0 0,-1-1-1 0 0,1 1 1 0 0,0-1 0 0 0,0 0 0 0 0,0 0-1 0 0,0 0 1 0 0,0 0 0 0 0,0 0 0 0 0,0-1 0 0 0,0 1-1 0 0,1-1 1 0 0,-1 0 0 0 0,0 0 0 0 0,0 0-1 0 0,0 0 1 0 0,0-1 0 0 0,0 1 0 0 0,0-1 0 0 0,0 0-1 0 0,1 0 1 0 0,-2 0 0 0 0,4-1 0 0 0,23-10-168 0 0,-2-2 0 0 0,0 0 1 0 0,31-23-1 0 0,23-12-899 0 0,-16 17-704 0 0,-20 12-5077 0 0,-28 13 1023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6449 0 0,'0'0'819'0'0,"1"25"6521"0"0,11 73 123 0 0,0 6-6221 0 0,2-17-1302 0 0,12 66 874 0 0,-7-79-3325 0 0,9-4-4086 0 0,-20-54 144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0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4609 0 0,'1'-33'17019'0'0,"0"33"-16846"0"0,13 15 13 0 0,-9-3 13 0 0,0 0 0 0 0,0 0-1 0 0,-1 0 1 0 0,0 1-1 0 0,3 24 1 0 0,1 70-8 0 0,-1-11-297 0 0,-6-86 50 0 0,3 19-677 0 0,1 1-1 0 0,1-1 1 0 0,13 37 0 0 0,-12-51-570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3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73 3225 0 0,'3'-9'145'0'0,"-1"3"613"0"0,1 1-1 0 0,-2-1 0 0 0,1 0 1 0 0,-1 0-1 0 0,0 0 0 0 0,0 0 1 0 0,0 0-1 0 0,-1-8 0 0 0,-4 12 974 0 0,-3 8-772 0 0,-3 8 196 0 0,4-3-682 0 0,0 0 1 0 0,1 0-1 0 0,0 1 1 0 0,0 0-1 0 0,1 0 1 0 0,1 0-1 0 0,0 0 0 0 0,1 0 1 0 0,0 1-1 0 0,1-1 1 0 0,0 1-1 0 0,1-1 0 0 0,2 16 1 0 0,-1-23-434 0 0,-1 0-1 0 0,1 0 1 0 0,0 0 0 0 0,1 0 0 0 0,-1 0-1 0 0,1 0 1 0 0,0-1 0 0 0,0 1 0 0 0,1 0-1 0 0,-1-1 1 0 0,1 0 0 0 0,0 1 0 0 0,0-1-1 0 0,0 0 1 0 0,1-1 0 0 0,0 1 0 0 0,-1-1-1 0 0,1 1 1 0 0,0-1 0 0 0,1 0 0 0 0,-1-1-1 0 0,1 1 1 0 0,-1-1 0 0 0,1 0 0 0 0,0 0-1 0 0,-1 0 1 0 0,1 0 0 0 0,0-1 0 0 0,0 0-1 0 0,0 0 1 0 0,0 0 0 0 0,1-1 0 0 0,-1 0-1 0 0,6 0 1 0 0,2-1-245 0 0,0 0 0 0 0,0-1-1 0 0,-1 0 1 0 0,1 0 0 0 0,-1-2-1 0 0,0 0 1 0 0,0 0 0 0 0,0-1 0 0 0,0 0-1 0 0,-1-1 1 0 0,0 0 0 0 0,12-10-1 0 0,0 0-6820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9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162 159 2304 0 0,'-5'-18'349'0'0,"-4"-20"10100"0"0,15 63-8078 0 0,-4-15-2299 0 0,0 1 1 0 0,1-1 0 0 0,0 0 0 0 0,1-1-1 0 0,0 1 1 0 0,1-1 0 0 0,0 1 0 0 0,11 15-1 0 0,-14-22-66 0 0,1-1 0 0 0,-1 1 0 0 0,1-1-1 0 0,0 0 1 0 0,-1 0 0 0 0,1 0 0 0 0,0 0-1 0 0,0 0 1 0 0,1 0 0 0 0,-1-1-1 0 0,0 0 1 0 0,0 1 0 0 0,1-1 0 0 0,-1 0-1 0 0,1-1 1 0 0,-1 1 0 0 0,1-1 0 0 0,-1 1-1 0 0,1-1 1 0 0,-1 0 0 0 0,1 0 0 0 0,-1-1-1 0 0,1 1 1 0 0,-1-1 0 0 0,0 0 0 0 0,1 0-1 0 0,-1 0 1 0 0,1 0 0 0 0,5-3-1 0 0,-5 2 32 0 0,-1 0 0 0 0,0 1 0 0 0,1-1 0 0 0,-1 0 0 0 0,0 0 0 0 0,0-1 0 0 0,0 1 0 0 0,0-1 0 0 0,-1 1 0 0 0,1-1 0 0 0,-1 0 0 0 0,1 0 0 0 0,-1 0 0 0 0,0-1 0 0 0,0 1 0 0 0,-1 0 0 0 0,1-1 0 0 0,1-4 0 0 0,-1 2 83 0 0,-1 0 0 0 0,0 1 1 0 0,0-1-1 0 0,-1 0 0 0 0,0 0 0 0 0,0 0 0 0 0,0 1 0 0 0,-1-1 0 0 0,0 0 1 0 0,0 0-1 0 0,-2-7 0 0 0,1 6-17 0 0,-1 0 0 0 0,1 0 1 0 0,-1 0-1 0 0,-1 0 0 0 0,1 0 0 0 0,-1 1 1 0 0,0 0-1 0 0,-1-1 0 0 0,1 2 0 0 0,-1-1 0 0 0,0 0 1 0 0,-1 1-1 0 0,1 0 0 0 0,-1 0 0 0 0,0 1 1 0 0,0 0-1 0 0,-1 0 0 0 0,1 0 0 0 0,-9-3 0 0 0,9 6-130 0 0,-1 0 0 0 0,0 0-1 0 0,0 1 1 0 0,0-1 0 0 0,0 2-1 0 0,0-1 1 0 0,0 1-1 0 0,0 0 1 0 0,1 0 0 0 0,-1 1-1 0 0,0 0 1 0 0,1 0 0 0 0,-1 1-1 0 0,1-1 1 0 0,0 1-1 0 0,0 1 1 0 0,-11 7 0 0 0,5-2-45 0 0,-1 0-1 0 0,2 1 1 0 0,-1 0 0 0 0,2 1 0 0 0,-1 0 0 0 0,1 1 0 0 0,-9 14 0 0 0,16-22 37 0 0,1 1 0 0 0,-1-1-1 0 0,1 1 1 0 0,0-1 0 0 0,0 1 0 0 0,1-1 0 0 0,-1 1 0 0 0,1 0 0 0 0,0 0 0 0 0,1 0 0 0 0,-1 0-1 0 0,1 0 1 0 0,0 0 0 0 0,0-1 0 0 0,0 1 0 0 0,1 0 0 0 0,0 0 0 0 0,0 0 0 0 0,0 0-1 0 0,0 0 1 0 0,4 8 0 0 0,-3-10 34 0 0,0 1-1 0 0,1-1 1 0 0,-1 1 0 0 0,1-1-1 0 0,-1 0 1 0 0,1 0-1 0 0,0 0 1 0 0,0-1-1 0 0,1 1 1 0 0,-1-1 0 0 0,0 1-1 0 0,1-1 1 0 0,0 0-1 0 0,-1-1 1 0 0,1 1 0 0 0,0 0-1 0 0,0-1 1 0 0,0 0-1 0 0,0 0 1 0 0,0 0-1 0 0,0-1 1 0 0,0 1 0 0 0,0-1-1 0 0,0 0 1 0 0,0 0-1 0 0,7-1 1 0 0,-1-1 64 0 0,0 0 0 0 0,0 0 0 0 0,0-1-1 0 0,0 0 1 0 0,-1-1 0 0 0,0 0 0 0 0,1 0 0 0 0,-1-1 0 0 0,14-10-1 0 0,-20 12-21 0 0,1 1-1 0 0,0-1 0 0 0,-1 0 0 0 0,1 0 0 0 0,-1-1 0 0 0,0 1 1 0 0,0-1-1 0 0,0 1 0 0 0,0-1 0 0 0,-1 0 0 0 0,0 0 0 0 0,1 0 1 0 0,-2-1-1 0 0,1 1 0 0 0,0 0 0 0 0,-1-1 0 0 0,0 1 0 0 0,0-1 0 0 0,0 1 1 0 0,0-1-1 0 0,-1 0 0 0 0,0 1 0 0 0,0-7 0 0 0,-1 8 17 0 0,0 0-1 0 0,0-1 1 0 0,0 1-1 0 0,0 0 1 0 0,-1 0-1 0 0,1 1 1 0 0,-1-1-1 0 0,0 0 1 0 0,0 0-1 0 0,0 1 1 0 0,0-1-1 0 0,0 1 1 0 0,-3-3-1 0 0,4 5-105 0 0,0-1-1 0 0,0 0 0 0 0,0 0 0 0 0,0 0 0 0 0,0 1 0 0 0,0-1 1 0 0,0 0-1 0 0,0 1 0 0 0,0-1 0 0 0,-1 1 0 0 0,1-1 0 0 0,0 1 1 0 0,0 0-1 0 0,0-1 0 0 0,-1 1 0 0 0,1 0 0 0 0,0 0 0 0 0,0 0 1 0 0,-1 0-1 0 0,1 0 0 0 0,0 0 0 0 0,-1 0 0 0 0,1 1 0 0 0,0-1 1 0 0,0 0-1 0 0,0 1 0 0 0,-1-1 0 0 0,1 1 0 0 0,0-1 0 0 0,0 1 1 0 0,0 0-1 0 0,0-1 0 0 0,0 1 0 0 0,0 0 0 0 0,-2 1 0 0 0,-2 5-1363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0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83 2216 0 0,'-31'2'7245'0'0,"52"-2"199"0"0,107-8-6395 0 0,203 13-1 0 0,-6 1-566 0 0,-218-10-440 0 0,1003-30 748 0 0,-737 30-625 0 0,203-6 193 0 0,-351-6 92 0 0,61-3 300 0 0,-187 18-598 0 0,1 6-1 0 0,-1 3 0 0 0,164 36 1 0 0,-256-43-306 0 0,0 1 0 0 0,0 0 0 0 0,0 1 0 0 0,0 0 0 0 0,12 6 0 0 0,-17-8 29 0 0,0 1 0 0 0,0-1 0 0 0,0 0 0 0 0,-1 0 0 0 0,1 1 0 0 0,-1-1 0 0 0,1 1 0 0 0,-1-1 0 0 0,0 1 0 0 0,1 0 0 0 0,-1 0 0 0 0,0-1 0 0 0,0 1 0 0 0,0 0 0 0 0,0 0 0 0 0,-1 0 0 0 0,1 0 0 0 0,0 0 0 0 0,-1 0 0 0 0,1 0 0 0 0,-1 0 0 0 0,0 1 0 0 0,0-1 0 0 0,0 4 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1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88 1840 0 0,'-18'-27'2404'0'0,"17"24"-1930"0"0,0 0 0 0 0,-1 1 0 0 0,1-1 0 0 0,-1 1 0 0 0,0-1 0 0 0,1 1 0 0 0,-1 0 0 0 0,0 0 0 0 0,-3-3 0 0 0,3 5-313 0 0,1-1 1 0 0,0 1-1 0 0,0-1 1 0 0,-1 1 0 0 0,1 0-1 0 0,0 0 1 0 0,-1-1-1 0 0,1 1 1 0 0,0 0-1 0 0,-1 0 1 0 0,1 0-1 0 0,-1 1 1 0 0,1-1-1 0 0,0 0 1 0 0,-1 0 0 0 0,1 1-1 0 0,0-1 1 0 0,0 1-1 0 0,-1-1 1 0 0,1 1-1 0 0,0 0 1 0 0,0-1-1 0 0,0 1 1 0 0,0 0 0 0 0,-2 1-1 0 0,-26 21 1992 0 0,24-18-1983 0 0,-1 0-1 0 0,1 0 1 0 0,-1-1-1 0 0,0 0 1 0 0,0 0-1 0 0,-11 4 1 0 0,33-13 1512 0 0,4-3-1215 0 0,1 1 1 0 0,0 1-1 0 0,1 1 0 0 0,-1 1 0 0 0,1 1 0 0 0,41-1 1 0 0,85 24-501 0 0,25 0-62 0 0,100-17 21 0 0,81 5 20 0 0,20 10 191 0 0,44 4 188 0 0,-58-8 124 0 0,-285-16-225 0 0,-1-3 1 0 0,137-27-1 0 0,-162 21-143 0 0,296-60 564 0 0,-264 58-559 0 0,0 4 0 0 0,108 2 0 0 0,-60 17-94 0 0,17-1 57 0 0,-124-9-47 0 0,0-1-1 0 0,1-1 1 0 0,-1-1 0 0 0,35-10-1 0 0,-51 11-129 0 0,0 0-5 0 0,0 0 1 0 0,0 1 0 0 0,1-1-1 0 0,11 0 1 0 0,-15 3-466 0 0,1-1-1 0 0,-1 0 1 0 0,0 1-1 0 0,0 0 1 0 0,0 0-1 0 0,0 0 1 0 0,0 0 0 0 0,0 0-1 0 0,-1 1 1 0 0,1-1-1 0 0,0 1 1 0 0,3 2 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0,'39'30'3020'0'0,"-12"-14"2465"0"0,-20-25-6151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235 313 1376 0 0,'3'-10'298'0'0,"-1"0"0"0"0,0 0-1 0 0,0-1 1 0 0,-1 1 0 0 0,0-1-1 0 0,0 1 1 0 0,-3-21 0 0 0,1 26-420 0 0,1 0 0 0 0,-1 1 0 0 0,-1-1 1 0 0,1 0-1 0 0,-1 1 0 0 0,1-1 0 0 0,-1 1 1 0 0,-1 0-1 0 0,1 0 0 0 0,0 0 0 0 0,-1 0 1 0 0,0 0-1 0 0,0 0 0 0 0,0 1 0 0 0,-1-1 1 0 0,1 1-1 0 0,-1 0 0 0 0,-5-4 0 0 0,-23-22 2303 0 0,28 24-831 0 0,0 0 0 0 0,-1 1 0 0 0,1 0 0 0 0,-1 0 0 0 0,1 1 0 0 0,-8-5 0 0 0,12 8-1223 0 0,-1 0 1 0 0,1 1 0 0 0,0-1-1 0 0,-1 0 1 0 0,1 0-1 0 0,-1 0 1 0 0,1 1-1 0 0,-1-1 1 0 0,1 0 0 0 0,0 0-1 0 0,-1 1 1 0 0,1-1-1 0 0,0 0 1 0 0,-1 1-1 0 0,1-1 1 0 0,0 0 0 0 0,-1 1-1 0 0,1-1 1 0 0,0 1-1 0 0,0-1 1 0 0,0 0 0 0 0,-1 1-1 0 0,1-1 1 0 0,0 1-1 0 0,0-1 1 0 0,0 1-1 0 0,0-1 1 0 0,0 1 0 0 0,0-1-1 0 0,0 1 1 0 0,0-1-1 0 0,0 0 1 0 0,0 2-1 0 0,-4 22 605 0 0,4-21-432 0 0,-1 4-137 0 0,1 0 1 0 0,-1 0-1 0 0,2 0 1 0 0,-1 0-1 0 0,1 0 1 0 0,0 0-1 0 0,0 0 1 0 0,0 0-1 0 0,5 12 1 0 0,-5-17-129 0 0,0-1 0 0 0,0 1 1 0 0,-1 0-1 0 0,1 0 0 0 0,0-1 0 0 0,0 1 0 0 0,1-1 1 0 0,-1 1-1 0 0,0-1 0 0 0,0 0 0 0 0,1 1 0 0 0,-1-1 0 0 0,1 0 1 0 0,-1 0-1 0 0,1 0 0 0 0,0 0 0 0 0,-1 0 0 0 0,1 0 1 0 0,0 0-1 0 0,0-1 0 0 0,-1 1 0 0 0,1 0 0 0 0,0-1 1 0 0,0 0-1 0 0,0 1 0 0 0,0-1 0 0 0,0 0 0 0 0,-1 0 1 0 0,1 0-1 0 0,0 0 0 0 0,0 0 0 0 0,0-1 0 0 0,0 1 1 0 0,0-1-1 0 0,0 1 0 0 0,-1-1 0 0 0,1 0 0 0 0,0 1 1 0 0,0-1-1 0 0,1-1 0 0 0,3-1-63 0 0,-1-1-1 0 0,0 1 1 0 0,1-1 0 0 0,-1 0-1 0 0,0 0 1 0 0,-1-1 0 0 0,1 0 0 0 0,-1 1-1 0 0,0-1 1 0 0,0-1 0 0 0,-1 1-1 0 0,1-1 1 0 0,-1 1 0 0 0,0-1-1 0 0,3-11 1 0 0,-4 12 9 0 0,0 0 0 0 0,-1 0 0 0 0,1-1 0 0 0,-1 1 0 0 0,-1 0 0 0 0,1-1 0 0 0,-1 1 0 0 0,0-1 0 0 0,0 1 0 0 0,0 0 0 0 0,-1-1 0 0 0,0 1 0 0 0,0 0 0 0 0,0-1 0 0 0,-1 1 0 0 0,1 0 0 0 0,-1 0 0 0 0,-6-10 0 0 0,7 14 52 0 0,0 0-1 0 0,0-1 0 0 0,-1 1 0 0 0,1 0 0 0 0,-1 0 0 0 0,1 0 1 0 0,-1 0-1 0 0,1 0 0 0 0,-1 0 0 0 0,0 0 0 0 0,1 1 0 0 0,-1-1 1 0 0,0 0-1 0 0,0 1 0 0 0,1 0 0 0 0,-1-1 0 0 0,0 1 0 0 0,0 0 1 0 0,0 0-1 0 0,0 0 0 0 0,1 0 0 0 0,-1 0 0 0 0,0 0 1 0 0,0 1-1 0 0,0-1 0 0 0,1 1 0 0 0,-1-1 0 0 0,0 1 0 0 0,0-1 1 0 0,1 1-1 0 0,-1 0 0 0 0,1 0 0 0 0,-1 0 0 0 0,-2 2 0 0 0,-1 0-13 0 0,-1 1-1 0 0,1-1 0 0 0,-1 2 1 0 0,1-1-1 0 0,0 0 0 0 0,1 1 1 0 0,-1 0-1 0 0,-5 8 0 0 0,7-8-49 0 0,0 0-1 0 0,0 1 0 0 0,0 0 1 0 0,0-1-1 0 0,1 1 0 0 0,0 0 1 0 0,1 0-1 0 0,-1 0 0 0 0,1 0 1 0 0,0 1-1 0 0,1-1 0 0 0,-1 0 1 0 0,1 0-1 0 0,1 1 0 0 0,-1-1 1 0 0,1 0-1 0 0,0 0 0 0 0,0 0 1 0 0,1 1-1 0 0,0-2 0 0 0,0 1 1 0 0,0 0-1 0 0,1 0 0 0 0,0-1 1 0 0,0 1-1 0 0,0-1 0 0 0,1 0 1 0 0,0 0-1 0 0,0 0 0 0 0,0 0 1 0 0,0-1-1 0 0,1 1 0 0 0,-1-1 1 0 0,1-1-1 0 0,7 5 0 0 0,-11-7 6 0 0,0 0 0 0 0,0 0 0 0 0,-1-1 0 0 0,1 1 0 0 0,0-1-1 0 0,0 1 1 0 0,0-1 0 0 0,0 1 0 0 0,-1-1 0 0 0,1 1 0 0 0,0-1 0 0 0,0 0 0 0 0,0 1-1 0 0,0-1 1 0 0,0 0 0 0 0,0 0 0 0 0,0 0 0 0 0,0 0 0 0 0,0 0 0 0 0,0 0 0 0 0,0 0-1 0 0,0 0 1 0 0,0 0 0 0 0,0 0 0 0 0,0-1 0 0 0,0 1 0 0 0,0 0 0 0 0,0-1 0 0 0,0 1-1 0 0,0 0 1 0 0,0-1 0 0 0,0 1 0 0 0,-1-1 0 0 0,1 0 0 0 0,0 1 0 0 0,0-1 0 0 0,-1 0-1 0 0,1 1 1 0 0,0-1 0 0 0,-1 0 0 0 0,1 0 0 0 0,-1 0 0 0 0,1 0 0 0 0,-1 1 0 0 0,1-1-1 0 0,-1 0 1 0 0,1 0 0 0 0,-1 0 0 0 0,0 0 0 0 0,1-2 0 0 0,-1-1 53 0 0,1 0 1 0 0,0 0 0 0 0,-1 0-1 0 0,0 0 1 0 0,0 0 0 0 0,0 0 0 0 0,-1 0-1 0 0,1 1 1 0 0,-1-1 0 0 0,0 0-1 0 0,-2-6 1 0 0,0 4 110 0 0,0 0 1 0 0,-1 0-1 0 0,0 0 1 0 0,0 1-1 0 0,0-1 0 0 0,0 1 1 0 0,-1 0-1 0 0,0 1 1 0 0,0-1-1 0 0,-9-6 1 0 0,12 10-126 0 0,1 0 0 0 0,-1 1 0 0 0,1-1 0 0 0,-1 0 0 0 0,1 0 0 0 0,-1 1 1 0 0,0-1-1 0 0,1 1 0 0 0,-1-1 0 0 0,0 1 0 0 0,0 0 0 0 0,1 0 0 0 0,-1-1 1 0 0,0 1-1 0 0,0 1 0 0 0,1-1 0 0 0,-1 0 0 0 0,0 0 0 0 0,1 1 0 0 0,-1-1 0 0 0,0 0 1 0 0,1 1-1 0 0,-1 0 0 0 0,0-1 0 0 0,1 1 0 0 0,-1 0 0 0 0,1 0 0 0 0,-1 0 1 0 0,1 0-1 0 0,0 0 0 0 0,-1 0 0 0 0,1 1 0 0 0,0-1 0 0 0,0 0 0 0 0,0 1 0 0 0,0-1 1 0 0,0 0-1 0 0,0 1 0 0 0,0-1 0 0 0,0 1 0 0 0,0 0 0 0 0,1-1 0 0 0,-1 1 1 0 0,0 2-1 0 0,-2 3-109 0 0,0 1 1 0 0,1-1-1 0 0,0 1 0 0 0,0 0 1 0 0,0-1-1 0 0,1 1 1 0 0,0 0-1 0 0,1 0 1 0 0,0 15-1 0 0,1-20 62 0 0,-1-1-1 0 0,1 0 1 0 0,-1 1 0 0 0,1-1 0 0 0,0 0-1 0 0,0 0 1 0 0,0 1 0 0 0,0-1 0 0 0,0 0-1 0 0,0 0 1 0 0,1 0 0 0 0,-1 0 0 0 0,0 0-1 0 0,1-1 1 0 0,0 1 0 0 0,0 0 0 0 0,-1-1-1 0 0,1 1 1 0 0,0-1 0 0 0,0 0 0 0 0,0 1-1 0 0,0-1 1 0 0,1 0 0 0 0,-1 0 0 0 0,0 0-1 0 0,0-1 1 0 0,1 1 0 0 0,-1 0 0 0 0,0-1-1 0 0,1 0 1 0 0,-1 1 0 0 0,0-1 0 0 0,1 0-1 0 0,-1 0 1 0 0,1-1 0 0 0,3 0 0 0 0,-1 1 59 0 0,1-1 0 0 0,-1 0 0 0 0,0 0 1 0 0,1-1-1 0 0,-1 1 0 0 0,0-1 0 0 0,0 0 0 0 0,0-1 1 0 0,0 1-1 0 0,-1-1 0 0 0,1 0 0 0 0,-1 0 1 0 0,1-1-1 0 0,-1 1 0 0 0,0-1 0 0 0,6-8 1 0 0,-7 9 13 0 0,0-1 1 0 0,-1 0-1 0 0,0 1 1 0 0,1-1-1 0 0,-1 0 1 0 0,-1-1-1 0 0,1 1 1 0 0,0 0-1 0 0,-1 0 1 0 0,0-1-1 0 0,0 1 1 0 0,-1-1-1 0 0,1 1 1 0 0,-1-1-1 0 0,0 1 1 0 0,0-1-1 0 0,0 1 1 0 0,-1-1-1 0 0,1 1 1 0 0,-3-8-1 0 0,-1 2 51 0 0,0-1-1 0 0,-1 0 0 0 0,0 1 1 0 0,-1 0-1 0 0,0 0 0 0 0,-1 0 1 0 0,0 1-1 0 0,0 0 0 0 0,-10-9 1 0 0,13 15-57 0 0,1-1 1 0 0,-1 1 0 0 0,0-1-1 0 0,0 1 1 0 0,0 1-1 0 0,-1-1 1 0 0,1 0 0 0 0,-1 1-1 0 0,1 0 1 0 0,-1 0 0 0 0,0 0-1 0 0,1 1 1 0 0,-1 0 0 0 0,0 0-1 0 0,0 0 1 0 0,0 0-1 0 0,0 1 1 0 0,0 0 0 0 0,0 0-1 0 0,0 0 1 0 0,0 1 0 0 0,0-1-1 0 0,-7 3 1 0 0,8-2-98 0 0,1 1-1 0 0,-1 0 1 0 0,1 0 0 0 0,-1 0 0 0 0,1 0 0 0 0,0 1 0 0 0,0-1-1 0 0,0 1 1 0 0,0 0 0 0 0,0 0 0 0 0,1 0 0 0 0,-1 0-1 0 0,1 0 1 0 0,0 0 0 0 0,0 1 0 0 0,0-1 0 0 0,0 1-1 0 0,1 0 1 0 0,-1-1 0 0 0,1 1 0 0 0,0 0 0 0 0,0 0-1 0 0,1 0 1 0 0,-1 0 0 0 0,1 0 0 0 0,-1 0 0 0 0,1 0-1 0 0,1 0 1 0 0,-1 0 0 0 0,0 0 0 0 0,2 4 0 0 0,-1-2-37 0 0,0 0 1 0 0,0-1-1 0 0,0 0 1 0 0,1 1-1 0 0,0-1 0 0 0,0 0 1 0 0,0 1-1 0 0,0-1 1 0 0,1 0-1 0 0,0-1 1 0 0,0 1-1 0 0,1 0 1 0 0,-1-1-1 0 0,1 0 0 0 0,0 0 1 0 0,0 0-1 0 0,0 0 1 0 0,1-1-1 0 0,-1 1 1 0 0,1-1-1 0 0,9 4 1 0 0,-9-5 45 0 0,-1-1 1 0 0,1 0-1 0 0,0 0 1 0 0,-1 0-1 0 0,1-1 1 0 0,0 1-1 0 0,0-1 1 0 0,0-1-1 0 0,0 1 1 0 0,-1-1-1 0 0,1 1 1 0 0,0-1-1 0 0,0-1 1 0 0,-1 1 0 0 0,1-1-1 0 0,-1 1 1 0 0,1-1-1 0 0,-1-1 1 0 0,0 1-1 0 0,6-4 1 0 0,-8 4 94 0 0,1 0 0 0 0,-1-1 0 0 0,0 1 0 0 0,0 0 0 0 0,0-1 0 0 0,0 1 1 0 0,0-1-1 0 0,0 1 0 0 0,-1-1 0 0 0,0 0 0 0 0,1 0 0 0 0,-1 0 0 0 0,0 0 0 0 0,0 0 1 0 0,0 0-1 0 0,-1 0 0 0 0,1 0 0 0 0,-1 0 0 0 0,0 0 0 0 0,0 0 0 0 0,0 0 0 0 0,0 0 0 0 0,0 0 1 0 0,-1 0-1 0 0,1 0 0 0 0,-1-1 0 0 0,0 1 0 0 0,0 1 0 0 0,0-1 0 0 0,0 0 0 0 0,-1 0 1 0 0,-1-3-1 0 0,0 1 52 0 0,1 0 1 0 0,-1 1-1 0 0,0-1 1 0 0,0 1-1 0 0,-1 0 1 0 0,1-1-1 0 0,-1 2 1 0 0,0-1-1 0 0,0 0 1 0 0,0 1-1 0 0,-1 0 0 0 0,1 0 1 0 0,-1 0-1 0 0,0 0 1 0 0,0 1-1 0 0,0 0 1 0 0,0 0-1 0 0,0 0 1 0 0,0 1-1 0 0,0-1 1 0 0,-1 1-1 0 0,1 1 1 0 0,0-1-1 0 0,-1 1 1 0 0,1 0-1 0 0,-1 0 1 0 0,-6 1-1 0 0,6 0-768 0 0,-1 1 0 0 0,1-1-1 0 0,-1 1 1 0 0,1 1 0 0 0,0-1 0 0 0,0 1-1 0 0,0 0 1 0 0,-9 6 0 0 0,-5 7-5832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69 5529 0 0,'-5'10'756'0'0,"0"1"0"0"0,1-1 1 0 0,0 1-1 0 0,1 0 0 0 0,1 0 0 0 0,-1 0 0 0 0,0 12 0 0 0,3-20-687 0 0,0-1-1 0 0,0 0 0 0 0,0 0 1 0 0,0 0-1 0 0,0 0 0 0 0,0 1 0 0 0,0-1 1 0 0,1 0-1 0 0,-1 0 0 0 0,1 0 1 0 0,0 0-1 0 0,-1 0 0 0 0,1 0 0 0 0,0 0 1 0 0,0 0-1 0 0,0 0 0 0 0,1 0 1 0 0,-1-1-1 0 0,0 1 0 0 0,1 0 0 0 0,-1-1 1 0 0,1 1-1 0 0,-1-1 0 0 0,1 1 1 0 0,0-1-1 0 0,0 0 0 0 0,-1 0 0 0 0,1 0 1 0 0,0 0-1 0 0,0 0 0 0 0,0 0 1 0 0,0 0-1 0 0,0-1 0 0 0,1 1 1 0 0,-1-1-1 0 0,0 0 0 0 0,0 1 0 0 0,0-1 1 0 0,0 0-1 0 0,0 0 0 0 0,1 0 1 0 0,-1 0-1 0 0,3-2 0 0 0,0 2-1 0 0,0-1 0 0 0,-1 0 0 0 0,1-1-1 0 0,-1 1 1 0 0,1-1 0 0 0,-1 0 0 0 0,0 0 0 0 0,0 0-1 0 0,1-1 1 0 0,-2 0 0 0 0,1 1 0 0 0,0-1 0 0 0,-1-1 0 0 0,1 1-1 0 0,-1 0 1 0 0,0-1 0 0 0,0 0 0 0 0,0 0 0 0 0,0 1-1 0 0,-1-2 1 0 0,0 1 0 0 0,0 0 0 0 0,0 0 0 0 0,0-1 0 0 0,-1 1-1 0 0,1-1 1 0 0,-1 1 0 0 0,0-1 0 0 0,0-5 0 0 0,0 6 70 0 0,-1-1 0 0 0,1 1 0 0 0,-1-1 0 0 0,1 0 0 0 0,-1 0 0 0 0,-1 1 0 0 0,1-1 0 0 0,-1 0 0 0 0,0 1 0 0 0,0-1 0 0 0,0 1 0 0 0,0-1 0 0 0,-1 1 0 0 0,0-1 0 0 0,0 1 0 0 0,0 0 0 0 0,0 0 1 0 0,-1 0-1 0 0,0 0 0 0 0,0 1 0 0 0,0-1 0 0 0,0 1 0 0 0,0-1 0 0 0,-1 1 0 0 0,1 0 0 0 0,-1 0 0 0 0,0 1 0 0 0,0-1 0 0 0,-5-2 0 0 0,6 4-130 0 0,-1 1 0 0 0,0-1 0 0 0,0 1 1 0 0,0-1-1 0 0,0 1 0 0 0,1 0 0 0 0,-1 0 0 0 0,0 1 0 0 0,0-1 0 0 0,0 1 0 0 0,0 0 0 0 0,1 0 1 0 0,-1 0-1 0 0,0 0 0 0 0,1 1 0 0 0,-1-1 0 0 0,1 1 0 0 0,-1 0 0 0 0,1 0 0 0 0,0 1 1 0 0,0-1-1 0 0,0 0 0 0 0,0 1 0 0 0,0 0 0 0 0,-2 3 0 0 0,-1 0-121 0 0,1 0 0 0 0,0 0 0 0 0,0 1 0 0 0,0-1 0 0 0,1 1 0 0 0,0 0 0 0 0,0 1 0 0 0,1-1 0 0 0,0 0 0 0 0,0 1 0 0 0,-1 10 0 0 0,3-17 92 0 0,1 1 1 0 0,0 0-1 0 0,0 0 0 0 0,0-1 0 0 0,0 1 1 0 0,0 0-1 0 0,0 0 0 0 0,0-1 0 0 0,0 1 1 0 0,1 0-1 0 0,-1-1 0 0 0,1 1 1 0 0,-1 0-1 0 0,1-1 0 0 0,0 1 0 0 0,0-1 1 0 0,0 1-1 0 0,0-1 0 0 0,0 1 0 0 0,0-1 1 0 0,0 1-1 0 0,0-1 0 0 0,2 1 0 0 0,0 0 44 0 0,0 0 0 0 0,0 0 0 0 0,0 0 1 0 0,0-1-1 0 0,1 1 0 0 0,-1-1 0 0 0,0 0 0 0 0,1 0 0 0 0,-1 0 0 0 0,7 0 0 0 0,2 0 124 0 0,0-1 0 0 0,-1 0 0 0 0,1-1 1 0 0,-1 0-1 0 0,1-1 0 0 0,12-3 0 0 0,-20 4-92 0 0,0-1 0 0 0,0 0 0 0 0,0 1-1 0 0,0-1 1 0 0,0 0 0 0 0,0-1 0 0 0,-1 1 0 0 0,1-1-1 0 0,-1 0 1 0 0,0 0 0 0 0,1 0 0 0 0,-1 0 0 0 0,-1 0-1 0 0,1-1 1 0 0,0 1 0 0 0,-1-1 0 0 0,3-5 0 0 0,-4 7-31 0 0,0 0 1 0 0,-1 0 0 0 0,1-1 0 0 0,-1 1-1 0 0,0 0 1 0 0,1 0 0 0 0,-1 0 0 0 0,0-1 0 0 0,0 1-1 0 0,0 0 1 0 0,-1 0 0 0 0,1 0 0 0 0,0 0 0 0 0,-1-1-1 0 0,0 1 1 0 0,1 0 0 0 0,-1 0 0 0 0,0 0 0 0 0,0 0-1 0 0,0 0 1 0 0,0 1 0 0 0,-1-1 0 0 0,1 0-1 0 0,0 0 1 0 0,-1 1 0 0 0,1-1 0 0 0,-1 1 0 0 0,1-1-1 0 0,-1 1 1 0 0,0 0 0 0 0,0-1 0 0 0,0 1 0 0 0,0 0-1 0 0,0 0 1 0 0,0 0 0 0 0,-2 0 0 0 0,1-1-202 0 0,-1 1 0 0 0,1-1 0 0 0,-1 1 0 0 0,0 0 0 0 0,1 0 0 0 0,-1 1 1 0 0,0-1-1 0 0,0 1 0 0 0,1-1 0 0 0,-1 1 0 0 0,0 0 0 0 0,0 1 0 0 0,1-1 0 0 0,-1 1 1 0 0,0 0-1 0 0,0-1 0 0 0,1 2 0 0 0,-1-1 0 0 0,1 0 0 0 0,-7 4 0 0 0,-9 8-6561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8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39 259 4609 0 0,'-6'-25'1516'0'0,"2"-1"0"0"0,-2-28-1 0 0,-1-4 1341 0 0,4 41-1781 0 0,-5-61 5866 0 0,15 178-5344 0 0,-12-2-1539 0 0,-1 44-57 0 0,6-119 2 0 0,1-1 0 0 0,2 1 0 0 0,0 0 0 0 0,7 23 0 0 0,-8-40 27 0 0,0 0 0 0 0,0-1 0 0 0,0 1 0 0 0,1-1 0 0 0,-1 1 0 0 0,1-1 0 0 0,0 0 0 0 0,1 0-1 0 0,-1 0 1 0 0,1-1 0 0 0,0 1 0 0 0,1-1 0 0 0,-1 0 0 0 0,1 0 0 0 0,-1 0 0 0 0,1-1 0 0 0,0 1 0 0 0,1-1 0 0 0,10 4-1 0 0,-8-4 19 0 0,0-1 0 0 0,0 0-1 0 0,1-1 1 0 0,-1 1 0 0 0,1-2 0 0 0,-1 1-1 0 0,1-1 1 0 0,-1-1 0 0 0,1 1-1 0 0,-1-1 1 0 0,1-1 0 0 0,-1 0-1 0 0,12-4 1 0 0,17-8 60 0 0,59-31-1 0 0,12-5-3904 0 0,-91 44-3271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12 4609 0 0,'0'-1'72'0'0,"-1"0"-1"0"0,1 1 1 0 0,-1-1 0 0 0,1 1 0 0 0,-1-1-1 0 0,1 1 1 0 0,-1-1 0 0 0,0 1 0 0 0,1-1-1 0 0,-1 1 1 0 0,0 0 0 0 0,0-1-1 0 0,1 1 1 0 0,-1 0 0 0 0,0 0 0 0 0,0-1-1 0 0,0 1 1 0 0,1 0 0 0 0,-1 0-1 0 0,0 0 1 0 0,0 0 0 0 0,0 0 0 0 0,1 0-1 0 0,-1 0 1 0 0,-1 1 0 0 0,-16 12 3607 0 0,8-3-2984 0 0,-2 0 99 0 0,1 1 1 0 0,0 0 0 0 0,1 1-1 0 0,0 0 1 0 0,1 0 0 0 0,0 1-1 0 0,1 0 1 0 0,-12 28 0 0 0,18-37-762 0 0,0 1 1 0 0,1-1 0 0 0,0 1 0 0 0,0-1 0 0 0,0 1 0 0 0,0 0-1 0 0,0 0 1 0 0,1-1 0 0 0,0 1 0 0 0,0 0 0 0 0,0 0 0 0 0,1-1-1 0 0,0 1 1 0 0,0 0 0 0 0,0-1 0 0 0,0 1 0 0 0,1-1 0 0 0,0 1-1 0 0,-1-1 1 0 0,2 1 0 0 0,-1-1 0 0 0,0 0 0 0 0,1 0 0 0 0,0 0-1 0 0,0-1 1 0 0,0 1 0 0 0,0-1 0 0 0,1 1 0 0 0,-1-1 0 0 0,1 0-1 0 0,0-1 1 0 0,7 5 0 0 0,-5-4-47 0 0,0 0-1 0 0,1 0 1 0 0,-1-1 0 0 0,1 1-1 0 0,-1-2 1 0 0,1 1 0 0 0,0-1-1 0 0,0 0 1 0 0,0 0 0 0 0,-1-1-1 0 0,1 0 1 0 0,0 0-1 0 0,0-1 1 0 0,0 0 0 0 0,0 0-1 0 0,0 0 1 0 0,-1-1 0 0 0,1 0-1 0 0,12-6 1 0 0,-10 5 19 0 0,-1-2 1 0 0,1 1-1 0 0,-1-1 1 0 0,0 0-1 0 0,0-1 1 0 0,-1 0-1 0 0,0 0 0 0 0,0-1 1 0 0,0 1-1 0 0,-1-2 1 0 0,0 1-1 0 0,0-1 1 0 0,-1 1-1 0 0,5-10 0 0 0,-8 13 17 0 0,0 0 0 0 0,-1 0 0 0 0,0 0-1 0 0,0 0 1 0 0,0 0 0 0 0,0 0-1 0 0,-1 0 1 0 0,0-1 0 0 0,1 1 0 0 0,-2 0-1 0 0,1 0 1 0 0,0 0 0 0 0,-1 0-1 0 0,0-1 1 0 0,-1-4 0 0 0,-1 2 34 0 0,1 0-1 0 0,-1 1 1 0 0,-1-1 0 0 0,1 0-1 0 0,-1 1 1 0 0,0 0 0 0 0,-1 0 0 0 0,-6-7-1 0 0,4 6-96 0 0,0 0-1 0 0,-1 0 0 0 0,1 1 0 0 0,-1 0 1 0 0,-1 0-1 0 0,1 1 0 0 0,-1 0 1 0 0,0 0-1 0 0,0 1 0 0 0,0 0 1 0 0,0 1-1 0 0,-1 0 0 0 0,-11-2 0 0 0,5 5-1567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11 6449 0 0,'-1'0'180'0'0,"1"-1"-1"0"0,0 0 1 0 0,-1 0-1 0 0,0 1 1 0 0,1-1-1 0 0,-1 1 1 0 0,1-1-1 0 0,-1 0 1 0 0,0 1-1 0 0,1-1 1 0 0,-1 1-1 0 0,0 0 1 0 0,1-1-1 0 0,-1 1 1 0 0,0-1-1 0 0,0 1 1 0 0,0 0-1 0 0,1 0 1 0 0,-1-1-1 0 0,0 1 1 0 0,0 0-1 0 0,0 0 1 0 0,1 0-1 0 0,-1 0 1 0 0,0 0-1 0 0,0 0 1 0 0,0 0-1 0 0,0 0 1 0 0,-1 1-1 0 0,0 0 279 0 0,-1 0 0 0 0,1 0 0 0 0,0 0 0 0 0,-1 1 0 0 0,1-1 1 0 0,0 1-1 0 0,0-1 0 0 0,0 1 0 0 0,-3 3 0 0 0,-2 3 338 0 0,1-1 0 0 0,0 1 1 0 0,1 0-1 0 0,-9 16 0 0 0,10-17-724 0 0,-8 18-5 0 0,12-25-66 0 0,-1 1-1 0 0,1 0 0 0 0,0-1 0 0 0,-1 1 0 0 0,1-1 0 0 0,0 1 1 0 0,0 0-1 0 0,-1-1 0 0 0,1 1 0 0 0,0-1 0 0 0,0 1 0 0 0,0 0 1 0 0,0-1-1 0 0,0 1 0 0 0,0 0 0 0 0,0-1 0 0 0,0 1 0 0 0,0 0 1 0 0,0-1-1 0 0,1 1 0 0 0,-1 0 0 0 0,0-1 0 0 0,0 1 1 0 0,0-1-1 0 0,1 1 0 0 0,-1-1 0 0 0,0 1 0 0 0,2 1 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1 3457 0 0,'-2'1'420'0'0,"0"1"1"0"0,-1-1 0 0 0,1 0-1 0 0,0 0 1 0 0,0 0 0 0 0,-1 0-1 0 0,1 0 1 0 0,-1 0 0 0 0,1-1-1 0 0,0 1 1 0 0,-1-1 0 0 0,1 0-1 0 0,-1 0 1 0 0,1 1 0 0 0,-1-2-1 0 0,0 1 1 0 0,1 0-1 0 0,-1 0 1 0 0,1-1 0 0 0,-3 0-1 0 0,-29-1 4524 0 0,12 11-4646 0 0,16-4-181 0 0,-1 1 1 0 0,1 1-1 0 0,0-1 0 0 0,0 1 1 0 0,1 0-1 0 0,0 1 1 0 0,0-1-1 0 0,0 1 1 0 0,-3 10-1 0 0,-3 7 356 0 0,-13 45 0 0 0,22-63-651 0 0,0 1 0 0 0,1-1 0 0 0,0 1-1 0 0,0 0 1 0 0,1 0 0 0 0,0 0 0 0 0,0-1 0 0 0,1 1-1 0 0,0 0 1 0 0,3 11 0 0 0,-4-17 124 0 0,1 0-1 0 0,0 1 0 0 0,0-1 1 0 0,0 0-1 0 0,0 0 1 0 0,0 0-1 0 0,0 0 0 0 0,1 0 1 0 0,-1 0-1 0 0,1 0 1 0 0,0 0-1 0 0,-1 0 1 0 0,1-1-1 0 0,0 1 0 0 0,0-1 1 0 0,0 1-1 0 0,0-1 1 0 0,0 0-1 0 0,0 0 0 0 0,0 1 1 0 0,0-2-1 0 0,1 1 1 0 0,-1 0-1 0 0,0 0 1 0 0,1-1-1 0 0,-1 1 0 0 0,1-1 1 0 0,-1 0-1 0 0,0 0 1 0 0,1 0-1 0 0,-1 0 0 0 0,1 0 1 0 0,-1 0-1 0 0,0-1 1 0 0,1 1-1 0 0,-1-1 1 0 0,3-1-1 0 0,2 0 27 0 0,-1-1 0 0 0,1 0 1 0 0,-1 0-1 0 0,0 0 0 0 0,-1-1 0 0 0,1 0 1 0 0,0 0-1 0 0,-1 0 0 0 0,0-1 0 0 0,0 0 1 0 0,-1 0-1 0 0,1 0 0 0 0,-1-1 0 0 0,0 1 0 0 0,0-1 1 0 0,4-9-1 0 0,-2 3 345 0 0,0 0 1 0 0,-1 0 0 0 0,-1 0-1 0 0,0 0 1 0 0,0-1-1 0 0,-2 0 1 0 0,3-22-1 0 0,-3-23 3384 0 0,0 86-2799 0 0,-2-16-970 0 0,1 0 0 0 0,0-1 0 0 0,1 1 0 0 0,0 0 0 0 0,0 0 0 0 0,2-1 0 0 0,4 13 0 0 0,-6-19-1017 0 0,1 0 0 0 0,0 1 1 0 0,0-1-1 0 0,0-1 0 0 0,7 9 1 0 0,6 1-5471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186 416 4609 0 0,'-3'-7'626'0'0,"2"4"179"0"0,0 1-1 0 0,0 0 1 0 0,0-1 0 0 0,0 1 0 0 0,-1 0 0 0 0,1 0-1 0 0,-1 0 1 0 0,0-1 0 0 0,1 2 0 0 0,-5-4 0 0 0,6 4-599 0 0,-1 1 0 0 0,0 0 1 0 0,1 0-1 0 0,-1 0 0 0 0,0-1 0 0 0,0 1 1 0 0,1 0-1 0 0,-1 0 0 0 0,0 0 1 0 0,1 0-1 0 0,-1 0 0 0 0,0 0 1 0 0,0 0-1 0 0,1 1 0 0 0,-1-1 1 0 0,0 0-1 0 0,1 0 0 0 0,-1 0 1 0 0,0 1-1 0 0,1-1 0 0 0,-2 1 1 0 0,-14 12 59 0 0,2 1-66 0 0,1 0-1 0 0,0 1 0 0 0,1 1 1 0 0,1 0-1 0 0,0 0 0 0 0,2 1 1 0 0,0 1-1 0 0,0 0 0 0 0,2 0 1 0 0,0 0-1 0 0,1 1 0 0 0,-3 20 1 0 0,8-36-233 0 0,1 1 1 0 0,-1-1 0 0 0,1 1 0 0 0,0-1-1 0 0,1 0 1 0 0,-1 1 0 0 0,1-1-1 0 0,-1 1 1 0 0,1-1 0 0 0,0 0 0 0 0,0 1-1 0 0,0-1 1 0 0,1 0 0 0 0,-1 0 0 0 0,1 0-1 0 0,0 0 1 0 0,0 0 0 0 0,0 0-1 0 0,0-1 1 0 0,0 1 0 0 0,0-1 0 0 0,5 4-1 0 0,-5-5 5 0 0,0 1-1 0 0,0-1 1 0 0,1 0-1 0 0,-1 0 0 0 0,0 0 1 0 0,1 0-1 0 0,-1 0 1 0 0,1 0-1 0 0,0-1 0 0 0,-1 1 1 0 0,1-1-1 0 0,-1 0 1 0 0,1 0-1 0 0,0 0 0 0 0,-1 0 1 0 0,1 0-1 0 0,0-1 1 0 0,-1 1-1 0 0,1-1 0 0 0,-1 1 1 0 0,1-1-1 0 0,-1 0 0 0 0,1 0 1 0 0,-1 0-1 0 0,0-1 1 0 0,1 1-1 0 0,-1 0 0 0 0,0-1 1 0 0,3-2-1 0 0,4-4-66 0 0,-1 0 0 0 0,0-1 0 0 0,0 1 0 0 0,-1-1 0 0 0,0-1 0 0 0,0 0 0 0 0,-1 0 0 0 0,-1 0 0 0 0,1 0 0 0 0,-2-1 0 0 0,0 0 0 0 0,0 0 0 0 0,-1 0 0 0 0,0 0 0 0 0,2-18 0 0 0,-2 2 237 0 0,-1 1-1 0 0,-2-1 1 0 0,0 0-1 0 0,-2 0 1 0 0,-8-42-1 0 0,-2 0 547 0 0,3 15 229 0 0,-1 0 1 0 0,-24-67-1 0 0,20 95-213 0 0,14 26-694 0 0,0 0-1 0 0,0 0 0 0 0,0 0 0 0 0,0 0 0 0 0,0 0 0 0 0,0 0 1 0 0,0 0-1 0 0,-1 0 0 0 0,1 0 0 0 0,0 0 0 0 0,0 0 0 0 0,0 0 0 0 0,0 0 1 0 0,0 0-1 0 0,0 0 0 0 0,0 0 0 0 0,0 0 0 0 0,0 0 0 0 0,-1 0 0 0 0,1 0 1 0 0,0 0-1 0 0,0 0 0 0 0,0 0 0 0 0,0 0 0 0 0,0 0 0 0 0,0 0 0 0 0,0 0 1 0 0,0 0-1 0 0,0 0 0 0 0,-1 0 0 0 0,1 0 0 0 0,0 0 0 0 0,0 0 1 0 0,0 0-1 0 0,0 0 0 0 0,0 0 0 0 0,0 0 0 0 0,0 1 0 0 0,0-1 0 0 0,0 0 1 0 0,0 0-1 0 0,0 0 0 0 0,0 0 0 0 0,0 0 0 0 0,0 0 0 0 0,0 0 0 0 0,0 0 1 0 0,0 0-1 0 0,-1 1 0 0 0,1-1 0 0 0,0 0 0 0 0,0 0 0 0 0,0 0 0 0 0,0 0 1 0 0,0 0-1 0 0,0 0 0 0 0,1 0 0 0 0,-1 0 0 0 0,0 1 0 0 0,0 16 186 0 0,8 27-93 0 0,1-1-1 0 0,29 81 1 0 0,46 78-2383 0 0,-76-184 1686 0 0,6 14-7172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2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148 252 5777 0 0,'-11'-19'223'0'0,"-46"-69"4488"0"0,49 79-4152 0 0,0-1 0 0 0,0 2 0 0 0,0-1 0 0 0,-1 1-1 0 0,-1 0 1 0 0,-19-9 2800 0 0,31 28-2333 0 0,9 19-1201 0 0,-7-20 409 0 0,37 100-225 0 0,75 198-848 0 0,-106-283 774 0 0,-3-6 24 0 0,19 34-1 0 0,-26-53 70 0 0,0 0 0 0 0,0 1-1 0 0,0-1 1 0 0,0 0-1 0 0,0 0 1 0 0,1 1-1 0 0,-1-1 1 0 0,0 0 0 0 0,0 0-1 0 0,1 0 1 0 0,-1 1-1 0 0,0-1 1 0 0,0 0-1 0 0,1 0 1 0 0,-1 0-1 0 0,0 0 1 0 0,0 1 0 0 0,1-1-1 0 0,-1 0 1 0 0,0 0-1 0 0,1 0 1 0 0,-1 0-1 0 0,0 0 1 0 0,0 0 0 0 0,1 0-1 0 0,-1 0 1 0 0,0 0-1 0 0,1 0 1 0 0,-1 0-1 0 0,0 0 1 0 0,1 0 0 0 0,-1 0-1 0 0,0 0 1 0 0,0 0-1 0 0,1 0 1 0 0,-1-1-1 0 0,0 1 1 0 0,1 0-1 0 0,-1 0 1 0 0,13-13 693 0 0,3-18-17 0 0,73-234 458 0 0,-15 34-2643 0 0,-65 208 800 0 0,6-16-501 0 0,-4 13-3870 0 0,-2 10-474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2304 0 0,'3'-18'11944'0'0,"9"3"-11933"0"0,-9 9-11 0 0,-7-45 2669 0 0,16 368-2729 0 0,-6-148-1042 0 0,-10-57-3575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81 1376 0 0,'-1'0'61'0'0,"1"-1"0"0"0,-1 1 0 0 0,0 0 0 0 0,1-1 0 0 0,-1 1 0 0 0,0 0 0 0 0,0 0 0 0 0,1 0 0 0 0,-1-1 0 0 0,0 1 0 0 0,0 0 0 0 0,1 0 0 0 0,-1 0 0 0 0,0 0 1 0 0,0 0-1 0 0,0 0 0 0 0,1 0 0 0 0,-1 1 0 0 0,0-1 0 0 0,0 0 0 0 0,1 0 0 0 0,-1 1 0 0 0,0-1 0 0 0,1 0 0 0 0,-1 1 0 0 0,0-1 0 0 0,1 1 0 0 0,-1-1 0 0 0,0 0 0 0 0,1 1 0 0 0,-1 0 0 0 0,1-1 0 0 0,-1 1 0 0 0,1-1 0 0 0,-1 1 0 0 0,1 0 0 0 0,-1 0 0 0 0,-24 34 1344 0 0,18-24-921 0 0,1-3-155 0 0,1 1 1 0 0,-1 0-1 0 0,1 0 1 0 0,1 1-1 0 0,0-1 1 0 0,0 1-1 0 0,1 0 1 0 0,0 0-1 0 0,1 0 1 0 0,0 0 0 0 0,-1 20-1 0 0,3-30-327 0 0,0 0 0 0 0,0 1-1 0 0,0-1 1 0 0,0 0 0 0 0,0 0-1 0 0,0 1 1 0 0,0-1 0 0 0,0 0 0 0 0,0 0-1 0 0,0 1 1 0 0,0-1 0 0 0,0 0 0 0 0,0 0-1 0 0,0 1 1 0 0,0-1 0 0 0,0 0 0 0 0,0 0-1 0 0,1 0 1 0 0,-1 1 0 0 0,0-1 0 0 0,0 0-1 0 0,0 0 1 0 0,0 0 0 0 0,0 1 0 0 0,1-1-1 0 0,-1 0 1 0 0,0 0 0 0 0,0 0-1 0 0,0 0 1 0 0,1 1 0 0 0,-1-1 0 0 0,0 0-1 0 0,0 0 1 0 0,0 0 0 0 0,1 0 0 0 0,-1 0-1 0 0,0 0 1 0 0,0 0 0 0 0,1 0 0 0 0,-1 0-1 0 0,12-5 1 0 0,8-15 114 0 0,77-105 690 0 0,-9 10 1633 0 0,-87 114-2345 0 0,-1 1 1 0 0,1-1-1 0 0,0 0 0 0 0,-1 0 1 0 0,1 1-1 0 0,0-1 0 0 0,-1 1 1 0 0,1-1-1 0 0,0 0 0 0 0,0 1 1 0 0,0 0-1 0 0,-1-1 0 0 0,1 1 1 0 0,0-1-1 0 0,0 1 0 0 0,0 0 1 0 0,0 0-1 0 0,0-1 0 0 0,1 1 1 0 0,-1 0-33 0 0,0 0 1 0 0,-1 1-1 0 0,1-1 1 0 0,-1 0-1 0 0,1 1 1 0 0,0-1-1 0 0,-1 0 0 0 0,1 1 1 0 0,-1-1-1 0 0,1 1 1 0 0,-1-1-1 0 0,1 1 1 0 0,-1-1-1 0 0,0 1 1 0 0,1-1-1 0 0,-1 1 1 0 0,1-1-1 0 0,-1 1 1 0 0,0 0-1 0 0,0-1 1 0 0,1 2-1 0 0,1 5 288 0 0,1 1-1 0 0,-2 0 1 0 0,3 16-1 0 0,-2-7-230 0 0,6 20-73 0 0,24 66 0 0 0,9-13-3180 0 0,-27-62-2276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7370 0 0,'0'0'1579'0'0,"2"15"2858"0"0,14 114-2972 0 0,-3-29-1397 0 0,1 101 0 0 0,-38 203 947 0 0,11-255-1078 0 0,-1-48-1492 0 0,-1 0-4938 0 0,15-90 3083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38 156 1840 0 0,'-2'-1'113'0'0,"0"0"0"0"0,-1-1 0 0 0,1 1 0 0 0,0 0 0 0 0,0-1 0 0 0,0 1 0 0 0,0-1 0 0 0,0 0 0 0 0,0 1 0 0 0,1-1 0 0 0,-1 0 0 0 0,1 0 0 0 0,-1 0 0 0 0,1 0 0 0 0,0-1-1 0 0,-1 1 1 0 0,1 0 0 0 0,0 0 0 0 0,1-1 0 0 0,-1 1 0 0 0,0-1 0 0 0,1 1 0 0 0,-1-1 0 0 0,1-2 0 0 0,-1 1 303 0 0,1-1 1 0 0,0 0-1 0 0,0 1 0 0 0,0-1 0 0 0,0 1 1 0 0,1-1-1 0 0,0 0 0 0 0,0 1 0 0 0,0-1 1 0 0,1 1-1 0 0,-1 0 0 0 0,5-8 0 0 0,-6 11-257 0 0,1 0 0 0 0,-1 0 0 0 0,1 0-1 0 0,0 0 1 0 0,-1 1 0 0 0,1-1 0 0 0,0 0-1 0 0,0 0 1 0 0,-1 0 0 0 0,1 1 0 0 0,0-1-1 0 0,0 0 1 0 0,0 1 0 0 0,0-1 0 0 0,0 1-1 0 0,0-1 1 0 0,0 1 0 0 0,0 0-1 0 0,0-1 1 0 0,0 1 0 0 0,0 0 0 0 0,0 0-1 0 0,0 0 1 0 0,0-1 0 0 0,0 1 0 0 0,0 0-1 0 0,2 1 1 0 0,-1-1 20 0 0,1 1 1 0 0,-1 0-1 0 0,1 0 0 0 0,-1 0 1 0 0,0 0-1 0 0,1 1 0 0 0,-1-1 0 0 0,0 0 1 0 0,0 1-1 0 0,4 3 0 0 0,1 2-108 0 0,0 1-1 0 0,0 0 0 0 0,-1 0 0 0 0,10 17 1 0 0,-6-4-185 0 0,-1 1 1 0 0,7 26-1 0 0,-12-31 101 0 0,1-1 0 0 0,1 0 0 0 0,1-1 0 0 0,0 0 0 0 0,1 0 0 0 0,11 16 0 0 0,-18-30 58 0 0,-1 0 1 0 0,1 0-1 0 0,1 0 1 0 0,-1 0-1 0 0,0 0 1 0 0,0 0-1 0 0,0 0 1 0 0,0 0-1 0 0,1-1 1 0 0,-1 1-1 0 0,0 0 1 0 0,1-1-1 0 0,-1 1 1 0 0,1-1-1 0 0,-1 0 1 0 0,0 1-1 0 0,1-1 1 0 0,-1 0-1 0 0,1 0 1 0 0,-1 0-1 0 0,1 0 1 0 0,-1 0-1 0 0,1 0 1 0 0,-1 0-1 0 0,1 0 1 0 0,-1-1-1 0 0,0 1 1 0 0,1 0-1 0 0,-1-1 1 0 0,1 0-1 0 0,-1 1 1 0 0,0-1-1 0 0,1 0 1 0 0,-1 1-1 0 0,0-1 1 0 0,0 0-1 0 0,0 0 1 0 0,0 0-1 0 0,0 0 1 0 0,2-2-1 0 0,6-6 268 0 0,0 0 1 0 0,-1-1-1 0 0,12-18 1 0 0,-13 19-249 0 0,57-85 100 0 0,30-38-4323 0 0,-77 110-1595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6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148 325 2304 0 0,'0'-33'946'0'0,"1"0"41"0"0,-1-1 1 0 0,-1 1 0 0 0,-2 0-1 0 0,-2 1 1 0 0,-11-47-1 0 0,0 48 134 0 0,15 30-903 0 0,0 0 0 0 0,0-1 0 0 0,0 1 1 0 0,0 0-1 0 0,-1 0 0 0 0,1 0 0 0 0,0 0 0 0 0,0 0 0 0 0,-1 0 1 0 0,1 0-1 0 0,-1 0 0 0 0,1 1 0 0 0,0-1 0 0 0,-1 0 0 0 0,1 1 1 0 0,-1-1-1 0 0,0 1 0 0 0,1 0 0 0 0,-2-1 0 0 0,1 42 2444 0 0,-40 900-612 0 0,11-557-1665 0 0,30-377-399 0 0,-3 47-870 0 0,4-51 682 0 0,0 1 1 0 0,0-1-1 0 0,1 1 1 0 0,-1-1 0 0 0,1 1-1 0 0,-1-1 1 0 0,1 0-1 0 0,0 1 1 0 0,0-1 0 0 0,1 0-1 0 0,-1 1 1 0 0,3 2-1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1 456 0 0,'-57'2'3620'0'0,"-111"20"0"0"0,155-19-3031 0 0,1 0-1 0 0,-1 1 1 0 0,1 0-1 0 0,-15 8 1 0 0,22-10-384 0 0,0 0 0 0 0,1 1 0 0 0,0-1-1 0 0,-1 1 1 0 0,1 0 0 0 0,0 0 0 0 0,1 1 0 0 0,-1-1 0 0 0,0 1-1 0 0,1 0 1 0 0,0 0 0 0 0,0 0 0 0 0,-4 8 0 0 0,7-12-133 0 0,-1 1 1 0 0,1 0-1 0 0,0-1 1 0 0,-1 1-1 0 0,1 0 1 0 0,0 0-1 0 0,0-1 1 0 0,0 1-1 0 0,0 0 1 0 0,0 0-1 0 0,0 0 1 0 0,0-1-1 0 0,0 1 1 0 0,0 0-1 0 0,0 0 0 0 0,0-1 1 0 0,0 1-1 0 0,0 0 1 0 0,1 0-1 0 0,-1-1 1 0 0,0 1-1 0 0,1 0 1 0 0,-1-1-1 0 0,0 1 1 0 0,1 0-1 0 0,-1-1 1 0 0,1 1-1 0 0,-1 0 1 0 0,2 0-1 0 0,-1 0 13 0 0,1 1 0 0 0,0-1 0 0 0,1 0-1 0 0,-1 0 1 0 0,0 0 0 0 0,0 0 0 0 0,0-1 0 0 0,0 1 0 0 0,1 0-1 0 0,1-1 1 0 0,9 2 279 0 0,0-1-1 0 0,21-1 1 0 0,-33 0-312 0 0,170-6 1639 0 0,200-13-375 0 0,-268 14-1481 0 0,-1 4 0 0 0,111 13 0 0 0,-92-4 76 0 0,87-4-3133 0 0,-177-4 2267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8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71 3225 0 0,'-2'-1'365'0'0,"1"0"1"0"0,-1 0 0 0 0,1 0-1 0 0,-1 0 1 0 0,1 0 0 0 0,0-1-1 0 0,-1 1 1 0 0,1 0 0 0 0,0-1-1 0 0,0 1 1 0 0,0-1 0 0 0,0 1-1 0 0,0-1 1 0 0,0 1 0 0 0,1-1-1 0 0,-1 0 1 0 0,0 0 0 0 0,0-3-1 0 0,1 4-225 0 0,0 0 0 0 0,0 0 0 0 0,0 0-1 0 0,0 0 1 0 0,0 0 0 0 0,0 0 0 0 0,0 0-1 0 0,0 0 1 0 0,0 0 0 0 0,1 0-1 0 0,-1 0 1 0 0,0 0 0 0 0,1 0 0 0 0,-1 0-1 0 0,1 0 1 0 0,-1 0 0 0 0,1 0 0 0 0,-1 0-1 0 0,1 0 1 0 0,0 0 0 0 0,0 1-1 0 0,-1-1 1 0 0,1 0 0 0 0,0 0 0 0 0,0 1-1 0 0,0-1 1 0 0,0 1 0 0 0,0-1 0 0 0,0 1-1 0 0,0-1 1 0 0,0 1 0 0 0,0-1-1 0 0,1 1 1 0 0,11-4 124 0 0,0 2 0 0 0,0-1 0 0 0,0 1 1 0 0,0 1-1 0 0,0 1 0 0 0,26 1 0 0 0,83 17 510 0 0,-92-12-572 0 0,99 11 706 0 0,231 1 0 0 0,122 7-563 0 0,48 0-1202 0 0,-472-29 218 0 0,-34 0-3526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1 170 920 0 0,'7'-36'4407'0'0,"11"-34"1452"0"0,-17 65-5451 0 0,1 0 0 0 0,0 1-1 0 0,0-1 1 0 0,0 1 0 0 0,1 0 0 0 0,-1 0 0 0 0,1 0 0 0 0,0 0 0 0 0,1 0 0 0 0,-1 0 0 0 0,7-5 0 0 0,-9 8-302 0 0,1 0 1 0 0,-1 1-1 0 0,0-1 1 0 0,0 0 0 0 0,0 1-1 0 0,1-1 1 0 0,-1 1-1 0 0,0-1 1 0 0,0 1-1 0 0,1 0 1 0 0,-1-1-1 0 0,0 1 1 0 0,1 0-1 0 0,-1 0 1 0 0,0 0 0 0 0,1 0-1 0 0,-1 0 1 0 0,1 0-1 0 0,-1 0 1 0 0,0 1-1 0 0,1-1 1 0 0,1 1-1 0 0,-1 0 11 0 0,1 1-1 0 0,-1-1 1 0 0,0 1-1 0 0,1 0 1 0 0,-1-1-1 0 0,0 1 0 0 0,0 0 1 0 0,0 0-1 0 0,0 1 1 0 0,2 2-1 0 0,1 4 20 0 0,0 0 0 0 0,0 0 0 0 0,0 0 0 0 0,5 19 0 0 0,9 50-48 0 0,-16-59-273 0 0,1-1 0 0 0,0 1 0 0 0,2-1 0 0 0,0-1 0 0 0,1 1 0 0 0,1-1 0 0 0,16 27 0 0 0,-24-44 178 0 0,0 1 0 0 0,1 0 0 0 0,-1-1 0 0 0,1 1 0 0 0,-1-1 0 0 0,1 1 0 0 0,-1-1-1 0 0,1 1 1 0 0,-1 0 0 0 0,1-1 0 0 0,-1 0 0 0 0,1 1 0 0 0,0-1 0 0 0,-1 1 0 0 0,1-1 0 0 0,0 0 0 0 0,-1 1 0 0 0,1-1 0 0 0,0 0 0 0 0,-1 0 0 0 0,1 0-1 0 0,0 0 1 0 0,0 1 0 0 0,-1-1 0 0 0,1 0 0 0 0,0 0 0 0 0,0 0 0 0 0,-1-1 0 0 0,1 1 0 0 0,0 0 0 0 0,0 0 0 0 0,1-1 0 0 0,0 0 27 0 0,0 0 1 0 0,-1 0 0 0 0,1-1 0 0 0,0 1-1 0 0,0-1 1 0 0,-1 0 0 0 0,1 0 0 0 0,-1 1-1 0 0,1-1 1 0 0,1-4 0 0 0,3-4 180 0 0,-1-1 1 0 0,0 0-1 0 0,4-14 0 0 0,8-35 372 0 0,-11 33-303 0 0,1 1 0 0 0,1 0 0 0 0,2 1 0 0 0,0 0 0 0 0,18-30 0 0 0,-28 54-266 0 0,0 1-1 0 0,0-1 1 0 0,1 1 0 0 0,-1-1 0 0 0,0 1 0 0 0,0-1 0 0 0,1 1 0 0 0,-1 0 0 0 0,0-1 0 0 0,0 1-1 0 0,1-1 1 0 0,-1 1 0 0 0,1 0 0 0 0,-1-1 0 0 0,0 1 0 0 0,1 0 0 0 0,-1 0 0 0 0,1-1 0 0 0,-1 1-1 0 0,0 0 1 0 0,1 0 0 0 0,-1-1 0 0 0,1 1 0 0 0,-1 0 0 0 0,1 0 0 0 0,-1 0 0 0 0,1 0-1 0 0,-1 0 1 0 0,1 0 0 0 0,-1 0 0 0 0,1 0 0 0 0,-1 0 0 0 0,1 0 0 0 0,-1 0 0 0 0,1 0 0 0 0,-1 0-1 0 0,1 0 1 0 0,-1 1 0 0 0,1-1 0 0 0,-1 0 0 0 0,1 0 0 0 0,-1 0 0 0 0,0 1 0 0 0,1-1 0 0 0,-1 0-1 0 0,1 1 1 0 0,-1-1 0 0 0,0 0 0 0 0,1 1 0 0 0,-1-1 0 0 0,0 0 0 0 0,1 1 0 0 0,-1-1-1 0 0,0 1 1 0 0,0-1 0 0 0,1 0 0 0 0,-1 1 0 0 0,0-1 0 0 0,0 1 0 0 0,0-1 0 0 0,0 1 0 0 0,0-1-1 0 0,1 1 1 0 0,-1 0 0 0 0,13 45 294 0 0,-9-28-240 0 0,8 19-372 0 0,32 62 0 0 0,-37-86 221 0 0,0 0 1 0 0,1-1-1 0 0,0 0 1 0 0,1 0-1 0 0,1-1 1 0 0,0 0-1 0 0,22 18 1 0 0,-30-27 76 0 0,0-1 0 0 0,0 1 0 0 0,0-1 1 0 0,1 0-1 0 0,-1 0 0 0 0,0 0 1 0 0,1 0-1 0 0,-1 0 0 0 0,0 0 1 0 0,1-1-1 0 0,-1 1 0 0 0,1-1 1 0 0,0 0-1 0 0,-1 0 0 0 0,1 0 1 0 0,-1 0-1 0 0,1 0 0 0 0,4-1 0 0 0,-3 0-35 0 0,1-1 0 0 0,-1 0 0 0 0,0 0 0 0 0,0 0 0 0 0,0 0 0 0 0,0 0 0 0 0,0-1 0 0 0,0 0 0 0 0,5-5 0 0 0,2-3-65 0 0,-1-1 0 0 0,-1 1 0 0 0,0-2 0 0 0,0 1 0 0 0,8-18 0 0 0,0-4 271 0 0,-7 13 77 0 0,1 1 0 0 0,1 0 0 0 0,14-19 0 0 0,-26 39-217 0 0,0-1 0 0 0,1 1 0 0 0,-1 0 0 0 0,0 0 0 0 0,0 0 0 0 0,0 0-1 0 0,0-1 1 0 0,0 1 0 0 0,0 0 0 0 0,1 0 0 0 0,-1 0 0 0 0,0 0 0 0 0,0 0 0 0 0,0 0 0 0 0,1-1 0 0 0,-1 1 0 0 0,0 0-1 0 0,0 0 1 0 0,0 0 0 0 0,1 0 0 0 0,-1 0 0 0 0,0 0 0 0 0,0 0 0 0 0,0 0 0 0 0,1 0 0 0 0,-1 0 0 0 0,0 0 0 0 0,0 0-1 0 0,0 0 1 0 0,1 0 0 0 0,-1 0 0 0 0,0 0 0 0 0,0 0 0 0 0,0 0 0 0 0,1 0 0 0 0,-1 0 0 0 0,0 1 0 0 0,0-1 0 0 0,0 0-1 0 0,1 0 1 0 0,-1 0 0 0 0,0 0 0 0 0,0 0 0 0 0,0 1 0 0 0,7 12 313 0 0,0 25-132 0 0,-6-31-121 0 0,9 35-199 0 0,1-1-1 0 0,20 47 1 0 0,-13-41-1619 0 0,11 52 1 0 0,-27-90 860 0 0,1 0 1 0 0,-1-1-1 0 0,1 0 0 0 0,1 1 1 0 0,4 7-1 0 0,-8-15 710 0 0,1 0-1 0 0,-1 0 0 0 0,1 0 1 0 0,-1 0-1 0 0,1 0 1 0 0,0 0-1 0 0,-1 0 0 0 0,1-1 1 0 0,0 1-1 0 0,0 0 0 0 0,-1 0 1 0 0,1-1-1 0 0,0 1 0 0 0,0 0 1 0 0,0-1-1 0 0,0 1 1 0 0,0-1-1 0 0,0 1 0 0 0,0-1 1 0 0,0 1-1 0 0,0-1 0 0 0,1 0 1 0 0,-1 0-1 0 0,0 0 0 0 0,0 1 1 0 0,0-1-1 0 0,0 0 1 0 0,0 0-1 0 0,0 0 0 0 0,1-1 1 0 0,-1 1-1 0 0,0 0 0 0 0,0 0 1 0 0,0-1-1 0 0,0 1 0 0 0,0 0 1 0 0,0-1-1 0 0,0 1 1 0 0,0-1-1 0 0,0 0 0 0 0,0 1 1 0 0,0-1-1 0 0,0 0 0 0 0,0 1 1 0 0,-1-1-1 0 0,1 0 0 0 0,0 0 1 0 0,0 0-1 0 0,-1 0 1 0 0,2-1-1 0 0,7-9 17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1376 0 0,'10'11'10363'0'0,"-10"-12"-10187"0"0,33-3 1131 0 0,-1-1 1 0 0,0-2-1 0 0,36-12 1 0 0,-28 7 229 0 0,70-10 1 0 0,4 13-620 0 0,120 8-1 0 0,-9 0-813 0 0,-132-2-259 0 0,0-5 0 0 0,-1-3 0 0 0,148-39 0 0 0,-218 45-2499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6913 0 0,'0'0'28'0'0,"-1"-1"-1"0"0,1 0 0 0 0,0 0 0 0 0,0 1 0 0 0,0-1 0 0 0,0 0 0 0 0,0 0 0 0 0,1 1 0 0 0,-1-1 1 0 0,0 0-1 0 0,0 0 0 0 0,0 1 0 0 0,1-1 0 0 0,-1 0 0 0 0,0 1 0 0 0,1-1 0 0 0,-1 0 0 0 0,0 1 0 0 0,1-1 1 0 0,-1 1-1 0 0,1-1 0 0 0,-1 0 0 0 0,1 1 0 0 0,0-1 0 0 0,-1 1 0 0 0,1-1 0 0 0,-1 1 0 0 0,1 0 1 0 0,0-1-1 0 0,0 1 0 0 0,27-20 775 0 0,-24 17-87 0 0,6-4 442 0 0,1 1 0 0 0,0 0 0 0 0,1 0 0 0 0,-1 1 0 0 0,15-4 0 0 0,-12 6-612 0 0,-1-1 1 0 0,1 2-1 0 0,1 0 1 0 0,15 0-1 0 0,-11 2-1023 0 0,-1 1-1 0 0,33 5 1 0 0,-26 0-2295 0 0,37 12 0 0 0,-50-14-1728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0 920 0 0,'-15'12'6817'0'0,"14"-11"-6293"0"0,0 0 1 0 0,0 2-1 0 0,-9 28 3774 0 0,3 35-817 0 0,7-59-2909 0 0,0 88 895 0 0,14 116 0 0 0,0-33-1059 0 0,25 579 666 0 0,-38-720-1023 0 0,0-1 1 0 0,-3 1-1 0 0,-1-1 0 0 0,-8 40 1 0 0,6-54-2670 0 0,-1 0 0 0 0,-11 25 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3225 0 0,'-1'2'12693'0'0,"5"16"-12382"0"0,-2-10-47 0 0,0 0 0 0 0,-1 0 0 0 0,0 1 0 0 0,-1-1 0 0 0,0 0 0 0 0,-2 16 0 0 0,1 11-1 0 0,11 107 414 0 0,-2-33-1446 0 0,-6-36-3327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4609 0 0,'-2'1'248'0'0,"1"0"1"0"0,-1 1-1 0 0,0 0 0 0 0,1-1 1 0 0,-1 1-1 0 0,1 0 0 0 0,0 0 1 0 0,-1 0-1 0 0,1-1 0 0 0,0 1 1 0 0,0 1-1 0 0,0-1 0 0 0,1 0 1 0 0,-1 0-1 0 0,0 0 0 0 0,1 0 1 0 0,-1 1-1 0 0,1-1 0 0 0,0 0 1 0 0,0 0-1 0 0,0 1 0 0 0,0-1 1 0 0,0 0-1 0 0,0 0 1 0 0,1 1-1 0 0,-1-1 0 0 0,1 0 1 0 0,0 0-1 0 0,-1 0 0 0 0,1 0 1 0 0,0 0-1 0 0,0 0 0 0 0,0 0 1 0 0,0 0-1 0 0,1 0 0 0 0,-1 0 1 0 0,1 0-1 0 0,-1-1 0 0 0,1 1 1 0 0,-1 0-1 0 0,1-1 0 0 0,0 0 1 0 0,0 1-1 0 0,0-1 0 0 0,0 0 1 0 0,0 0-1 0 0,0 0 0 0 0,0 0 1 0 0,0 0-1 0 0,3 0 0 0 0,13 4 116 0 0,0-1-1 0 0,1-1 0 0 0,-1-1 0 0 0,0 0 1 0 0,1-1-1 0 0,24-3 0 0 0,40 3 79 0 0,337 34 209 0 0,113 12-364 0 0,-217-10-283 0 0,62 5-27 0 0,-161-26-363 0 0,-71-3-185 0 0,195-7 0 0 0,271-70 1341 0 0,-57-4-228 0 0,-438 59-523 0 0,-18 0-3 0 0,-1 4 0 0 0,104 8-1 0 0,211 34 1123 0 0,-376-35-1289 0 0,0 2 0 0 0,0 1 0 0 0,56 16 0 0 0,-84-17-631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1 217 10594 0 0,'11'1'6352'0'0,"-7"-1"-6215"0"0,0 1 1 0 0,0 0-1 0 0,-1 0 0 0 0,1 1 0 0 0,0-1 1 0 0,-1 1-1 0 0,1 0 0 0 0,-1 0 1 0 0,1 0-1 0 0,-1 0 0 0 0,0 0 0 0 0,0 1 1 0 0,3 3-1 0 0,54 61 578 0 0,46 49-837 0 0,-92-103 44 0 0,1 0 1 0 0,0-1-1 0 0,1-1 1 0 0,0 0-1 0 0,33 16 1 0 0,-45-25 110 0 0,0 0-1 0 0,1-1 1 0 0,-1 1 0 0 0,0-1 0 0 0,0 0-1 0 0,1 0 1 0 0,-1 0 0 0 0,1-1-1 0 0,-1 0 1 0 0,0 1 0 0 0,1-2 0 0 0,-1 1-1 0 0,1 0 1 0 0,-1-1 0 0 0,1 0-1 0 0,-1 0 1 0 0,0 0 0 0 0,6-3 0 0 0,-7 3 52 0 0,0-2 0 0 0,0 1 0 0 0,-1 0 0 0 0,1 0 0 0 0,0-1 1 0 0,-1 1-1 0 0,0-1 0 0 0,1 0 0 0 0,-1 0 0 0 0,0 0 0 0 0,-1 0 1 0 0,1 0-1 0 0,0 0 0 0 0,-1-1 0 0 0,0 1 0 0 0,0-1 1 0 0,0 1-1 0 0,0 0 0 0 0,0-1 0 0 0,-1 0 0 0 0,1 1 0 0 0,-1-7 1 0 0,-5-154 863 0 0,1 121-1796 0 0,3 0-1 0 0,1 0 1 0 0,10-77 0 0 0,-1 90-5251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0,'10'8'6663'0'0,"11"17"-3585"0"0,-15-19-1972 0 0,14 21-47 0 0,-1 1 1 0 0,-1 1-1 0 0,-1 0 0 0 0,20 52 0 0 0,-22-46-1741 0 0,2-2 1 0 0,1 1 0 0 0,30 41-1 0 0,-36-61-3485 0 0,0-1-1218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4145 0 0,'-1'1'35'0'0,"1"-1"1"0"0,-1 0-1 0 0,0 1 1 0 0,1-1-1 0 0,-1 1 1 0 0,0-1-1 0 0,1 1 1 0 0,-1 0-1 0 0,1-1 1 0 0,-1 1-1 0 0,1 0 0 0 0,-1-1 1 0 0,1 1-1 0 0,-1 0 1 0 0,1-1-1 0 0,0 1 1 0 0,0 0-1 0 0,-1 0 1 0 0,1 0-1 0 0,0-1 1 0 0,0 1-1 0 0,0 0 1 0 0,0 1-1 0 0,16-4 1772 0 0,27-19 907 0 0,-26 10-2098 0 0,0-1 0 0 0,-1 0 1 0 0,-1-1-1 0 0,0-1 1 0 0,-1-1-1 0 0,14-18 0 0 0,64-103-836 0 0,-74 106-64 0 0,-15 26 302 0 0,-1 0 1 0 0,1 0-1 0 0,0 0 0 0 0,0 0 1 0 0,1 1-1 0 0,-1-1 0 0 0,1 1 1 0 0,4-3-1 0 0,-7 5 48 0 0,0 1 0 0 0,0-1-1 0 0,0 1 1 0 0,-1 0 0 0 0,1-1 0 0 0,0 1-1 0 0,0 0 1 0 0,0 0 0 0 0,0 0 0 0 0,0-1-1 0 0,0 1 1 0 0,0 0 0 0 0,0 0-1 0 0,0 1 1 0 0,0-1 0 0 0,0 0 0 0 0,0 0-1 0 0,0 0 1 0 0,0 1 0 0 0,0-1 0 0 0,0 0-1 0 0,-1 1 1 0 0,1-1 0 0 0,0 1 0 0 0,0-1-1 0 0,0 1 1 0 0,0-1 0 0 0,-1 1-1 0 0,1-1 1 0 0,0 1 0 0 0,-1 0 0 0 0,1 0-1 0 0,0-1 1 0 0,-1 1 0 0 0,1 0 0 0 0,-1 0-1 0 0,1 0 1 0 0,-1 0 0 0 0,0-1 0 0 0,1 1-1 0 0,-1 0 1 0 0,0 0 0 0 0,1 0-1 0 0,-1 2 1 0 0,31 93 757 0 0,-26-75-608 0 0,1-1-1 0 0,0-1 0 0 0,1 1 1 0 0,1-1-1 0 0,1-1 0 0 0,1 1 1 0 0,18 25-1 0 0,-27-42-234 0 0,1 0 1 0 0,-1 0-1 0 0,1 0 0 0 0,-1 0 1 0 0,1-1-1 0 0,0 1 0 0 0,-1-1 0 0 0,1 1 1 0 0,0-1-1 0 0,0 0 0 0 0,0 1 1 0 0,0-1-1 0 0,1 0 0 0 0,-1 0 0 0 0,0-1 1 0 0,0 1-1 0 0,1 0 0 0 0,-1-1 1 0 0,0 0-1 0 0,1 1 0 0 0,-1-1 0 0 0,0 0 1 0 0,1 0-1 0 0,-1 0 0 0 0,0 0 1 0 0,4-1-1 0 0,-3-1-11 0 0,1 0-1 0 0,-1 1 1 0 0,0-1 0 0 0,0 0-1 0 0,-1-1 1 0 0,1 1 0 0 0,0 0 0 0 0,-1-1-1 0 0,1 0 1 0 0,-1 1 0 0 0,0-1-1 0 0,0 0 1 0 0,0 0 0 0 0,0 0-1 0 0,0-1 1 0 0,1-5 0 0 0,20-61 991 0 0,0-1 814 0 0,-20 64-1656 0 0,-1 1 0 0 0,2 0-1 0 0,-1 0 1 0 0,1 0 0 0 0,0 0 0 0 0,0 1-1 0 0,0-1 1 0 0,7-5 0 0 0,-10 10-84 0 0,0 0 1 0 0,0 0-1 0 0,0 0 0 0 0,1 0 1 0 0,-1 0-1 0 0,0 1 0 0 0,1-1 1 0 0,-1 0-1 0 0,1 1 0 0 0,-1-1 1 0 0,0 1-1 0 0,1-1 0 0 0,0 1 1 0 0,-1 0-1 0 0,1 0 0 0 0,-1 0 1 0 0,1 0-1 0 0,-1 0 0 0 0,1 0 1 0 0,-1 0-1 0 0,1 0 1 0 0,-1 0-1 0 0,1 1 0 0 0,-1-1 1 0 0,1 1-1 0 0,-1-1 0 0 0,1 1 1 0 0,-1-1-1 0 0,1 1 0 0 0,-1 0 1 0 0,0 0-1 0 0,1 0 0 0 0,-1 0 1 0 0,0 0-1 0 0,2 1 0 0 0,4 6-12 0 0,0 0 0 0 0,0 0 0 0 0,-1 0 0 0 0,8 14-1 0 0,-1-3-10 0 0,-4-7-273 0 0,1-1 0 0 0,0-1 0 0 0,0 0 0 0 0,20 14-1 0 0,-10-10-736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 7370 0 0,'-1'-1'223'0'0,"1"1"0"0"0,0-1 0 0 0,0 0 0 0 0,0 0 1 0 0,0 1-1 0 0,0-1 0 0 0,0 0 0 0 0,0 0 1 0 0,0 1-1 0 0,0-1 0 0 0,0 0 0 0 0,0 0 0 0 0,0 0 1 0 0,1 1-1 0 0,-1-1 0 0 0,0 0 0 0 0,0 1 0 0 0,1-1 1 0 0,-1 0-1 0 0,1 1 0 0 0,-1-1 0 0 0,1 0 1 0 0,-1 1-1 0 0,1-1 0 0 0,-1 1 0 0 0,1-1 0 0 0,-1 1 1 0 0,1-1-1 0 0,-1 1 0 0 0,1-1 0 0 0,0 1 0 0 0,-1-1 1 0 0,1 1-1 0 0,0 0 0 0 0,0 0 0 0 0,-1-1 1 0 0,1 1-1 0 0,0 0 0 0 0,0 0 0 0 0,-1 0 0 0 0,1 0 1 0 0,0 0-1 0 0,0 0 0 0 0,-1 0 0 0 0,1 0 0 0 0,1 0 1 0 0,1 1-11 0 0,-1 0 0 0 0,0-1 1 0 0,0 1-1 0 0,0 1 0 0 0,0-1 1 0 0,0 0-1 0 0,0 0 0 0 0,0 1 1 0 0,0-1-1 0 0,0 1 0 0 0,-1 0 1 0 0,1-1-1 0 0,0 1 0 0 0,1 2 0 0 0,2 6-59 0 0,1 0-1 0 0,-2 1 0 0 0,1-1 0 0 0,-1 1 1 0 0,-1 0-1 0 0,3 16 0 0 0,8 73-106 0 0,-9-51-142 0 0,1 1-425 0 0,15 90-1375 0 0,-18-125 1016 0 0,1 0 0 0 0,1-1 0 0 0,0 1 0 0 0,1-1 0 0 0,1 0 0 0 0,0-1-1 0 0,9 14 1 0 0,0-7-4004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67 343 4145 0 0,'-13'-25'730'0'0,"1"-1"0"0"0,-15-44 0 0 0,23 55 159 0 0,1 0-1 0 0,0 0 1 0 0,1 0-1 0 0,0 0 1 0 0,1-1-1 0 0,2-23 1 0 0,0 34-564 0 0,0 1 1 0 0,0-1-1 0 0,1 0 1 0 0,0 1-1 0 0,-1-1 1 0 0,2 1-1 0 0,-1-1 1 0 0,0 1-1 0 0,1 0 1 0 0,0 0-1 0 0,6-7 0 0 0,-7 8-147 0 0,1 0 0 0 0,-1 1 0 0 0,1-1 0 0 0,0 1 0 0 0,0 0 0 0 0,0-1 0 0 0,0 1 0 0 0,0 1 0 0 0,0-1 0 0 0,1 0 0 0 0,-1 1 0 0 0,1 0 0 0 0,-1-1 0 0 0,1 1 0 0 0,-1 1 0 0 0,6-2 0 0 0,-8 3-164 0 0,1-1 1 0 0,-1 0 0 0 0,0 1-1 0 0,1-1 1 0 0,-1 1 0 0 0,0-1-1 0 0,0 1 1 0 0,0 0 0 0 0,0 0 0 0 0,1-1-1 0 0,-1 1 1 0 0,0 0 0 0 0,0 0-1 0 0,0 0 1 0 0,-1 0 0 0 0,1 0 0 0 0,0 0-1 0 0,0 1 1 0 0,-1-1 0 0 0,1 0-1 0 0,0 0 1 0 0,-1 0 0 0 0,1 1 0 0 0,-1-1-1 0 0,0 0 1 0 0,1 1 0 0 0,-1 1-1 0 0,8 42-365 0 0,-7-38 222 0 0,3 35-392 0 0,-2-1 0 0 0,-6 72 0 0 0,-19 82 74 0 0,18-163 565 0 0,4-29 14 0 0,1 0 0 0 0,-1 1 0 0 0,1-1-1 0 0,0 0 1 0 0,0 0 0 0 0,0 1 0 0 0,0-1 0 0 0,1 0 0 0 0,-1 0 0 0 0,1 0-1 0 0,0 1 1 0 0,0-1 0 0 0,1 4 0 0 0,-1-6-49 0 0,-1-1 0 0 0,1 1 0 0 0,0 0 0 0 0,-1-1 0 0 0,1 1 1 0 0,0-1-1 0 0,-1 1 0 0 0,1-1 0 0 0,0 1 0 0 0,-1-1 0 0 0,1 1 0 0 0,0-1 0 0 0,0 0 1 0 0,0 1-1 0 0,-1-1 0 0 0,1 0 0 0 0,0 0 0 0 0,0 0 0 0 0,1 1 0 0 0,1-1 6 0 0,-1 0-1 0 0,1-1 0 0 0,-1 1 0 0 0,1 0 0 0 0,-1-1 1 0 0,1 0-1 0 0,-1 1 0 0 0,1-1 0 0 0,1-1 0 0 0,92-48-160 0 0,-62 30-1852 0 0,41-15 0 0 0,-48 24 565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22 3681 0 0,'-37'-22'13867'0'0,"32"41"-13279"0"0,3-1-186 0 0,1 0 0 0 0,0-1 0 0 0,2 1 0 0 0,0-1 0 0 0,1 1 0 0 0,1-1 0 0 0,0 0 0 0 0,10 27 0 0 0,1-4-328 0 0,1-1 0 0 0,31 54-1 0 0,2-15-1210 0 0,-26-44-1991 0 0,21 45 1 0 0,-35-58-2366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5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14 390 920 0 0,'-2'-2'248'0'0,"1"0"-1"0"0,-1 0 1 0 0,1 0-1 0 0,0 0 1 0 0,0 0-1 0 0,0 0 1 0 0,0 0-1 0 0,0 0 1 0 0,0-1-1 0 0,1 1 1 0 0,-1 0 0 0 0,1-1-1 0 0,-1 1 1 0 0,1 0-1 0 0,0-1 1 0 0,0 1-1 0 0,0-1 1 0 0,1 1-1 0 0,-1 0 1 0 0,0-1-1 0 0,1 1 1 0 0,-1 0-1 0 0,1-1 1 0 0,0 1-1 0 0,0 0 1 0 0,0 0-1 0 0,0 0 1 0 0,0 0-1 0 0,0 0 1 0 0,1 0 0 0 0,1-3-1 0 0,6-7 1097 0 0,0 1 1 0 0,1 0-1 0 0,18-17 0 0 0,-25 25-1114 0 0,16-13 184 0 0,-1-2-1 0 0,-1-1 0 0 0,0 0 0 0 0,-1-1 1 0 0,-1 0-1 0 0,12-24 0 0 0,-28 48-275 0 0,0 0 1 0 0,0 1-1 0 0,1-1 1 0 0,-1 1-1 0 0,1-1 1 0 0,0 1-1 0 0,0-1 1 0 0,1 0-1 0 0,0 1 0 0 0,-1-1 1 0 0,1 1-1 0 0,3 6 1 0 0,21 56-84 0 0,-19-57-28 0 0,-1 0-1 0 0,1-1 1 0 0,0 0-1 0 0,1 0 1 0 0,0 0-1 0 0,16 14 1 0 0,-19-20-47 0 0,-1 1 0 0 0,1-1 0 0 0,0-1 0 0 0,0 1 1 0 0,0 0-1 0 0,0-1 0 0 0,1 0 0 0 0,-1 0 0 0 0,1 0 0 0 0,-1 0 0 0 0,1-1 0 0 0,0 0 0 0 0,-1 0 1 0 0,1 0-1 0 0,0 0 0 0 0,0-1 0 0 0,0 0 0 0 0,5 0 0 0 0,-6-1 5 0 0,0-1 0 0 0,0 1 1 0 0,0-1-1 0 0,0 0 0 0 0,0 0 0 0 0,0-1 0 0 0,-1 1 0 0 0,1-1 1 0 0,-1 0-1 0 0,0 0 0 0 0,1 0 0 0 0,-1 0 0 0 0,0 0 0 0 0,-1-1 1 0 0,1 1-1 0 0,2-7 0 0 0,4-5-2 0 0,-1 0-1 0 0,11-29 1 0 0,3-33 318 0 0,-19 62 0 0 0,0 0 1 0 0,1 0-1 0 0,1 1 1 0 0,0 0-1 0 0,1 0 1 0 0,0 0-1 0 0,10-15 1 0 0,-15 29-269 0 0,-1-1 1 0 0,0 1-1 0 0,1-1 1 0 0,-1 1-1 0 0,0-1 1 0 0,1 1-1 0 0,-1-1 1 0 0,1 1-1 0 0,-1-1 1 0 0,1 1-1 0 0,-1 0 1 0 0,1-1-1 0 0,-1 1 1 0 0,1 0-1 0 0,0-1 1 0 0,-1 1-1 0 0,1 0 1 0 0,-1 0 0 0 0,1 0-1 0 0,0-1 1 0 0,-1 1-1 0 0,1 0 1 0 0,-1 0-1 0 0,1 0 1 0 0,0 0-1 0 0,-1 0 1 0 0,2 0-1 0 0,12 14 354 0 0,5 30-270 0 0,-17-38-47 0 0,1 2-126 0 0,8 20 209 0 0,18 37-1 0 0,-23-55-419 0 0,0-1 0 0 0,0 1 1 0 0,1-2-1 0 0,0 1 0 0 0,0-1 1 0 0,1 0-1 0 0,11 8 1 0 0,3 2-7292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0 4145 0 0,'-1'3'381'0'0,"0"0"0"0"0,0 0-1 0 0,0 0 1 0 0,0 0 0 0 0,1 1 0 0 0,0-1 0 0 0,-1 0 0 0 0,1 0 0 0 0,0 0-1 0 0,1 0 1 0 0,0 6 0 0 0,-1 2 410 0 0,-1 76 1852 0 0,-2-43-2243 0 0,3 0-1 0 0,1 0 0 0 0,11 65 1 0 0,-11-105-393 0 0,0-1 0 0 0,0 1-1 0 0,1 0 1 0 0,-1-1 0 0 0,1 1 0 0 0,-1-1 0 0 0,1 0 0 0 0,0 0-1 0 0,1 1 1 0 0,-1-1 0 0 0,4 4 0 0 0,-5-7 9 0 0,0 1 0 0 0,-1-1 0 0 0,1 1 0 0 0,-1-1 1 0 0,1 0-1 0 0,0 1 0 0 0,-1-1 0 0 0,1 0 0 0 0,0 1 0 0 0,-1-1 0 0 0,1 0 1 0 0,0 0-1 0 0,-1 0 0 0 0,1 1 0 0 0,0-1 0 0 0,0 0 0 0 0,-1 0 0 0 0,1 0 1 0 0,0 0-1 0 0,0 0 0 0 0,-1-1 0 0 0,1 1 0 0 0,1 0 0 0 0,-1-1 28 0 0,1 0 0 0 0,-1 0 0 0 0,0 0-1 0 0,1 0 1 0 0,-1 0 0 0 0,0-1 0 0 0,0 1-1 0 0,0 0 1 0 0,0-1 0 0 0,0 1 0 0 0,0 0-1 0 0,0-1 1 0 0,-1 1 0 0 0,1-1 0 0 0,0-2 0 0 0,2-4 101 0 0,0-1 1 0 0,-1 0-1 0 0,-1 0 1 0 0,0 0-1 0 0,0 0 1 0 0,0 0-1 0 0,-1 0 1 0 0,-1-1-1 0 0,-1-14 1 0 0,-22-84 838 0 0,20 94-774 0 0,2 5-29 0 0,-17-50 786 0 0,19 57-931 0 0,-1 0 1 0 0,0 0-1 0 0,0 0 1 0 0,1 1-1 0 0,-1-1 1 0 0,0 0-1 0 0,-1 1 1 0 0,1-1-1 0 0,0 0 1 0 0,0 1-1 0 0,-1 0 1 0 0,1-1-1 0 0,0 1 1 0 0,-1 0-1 0 0,1 0 0 0 0,-1 0 1 0 0,0 0-1 0 0,1 0 1 0 0,-1 0-1 0 0,0 0 1 0 0,0 0-1 0 0,0 1 1 0 0,0-1-1 0 0,1 1 1 0 0,-1-1-1 0 0,-3 1 1 0 0,3 0-24 0 0,-1 1-1 0 0,1 0 1 0 0,0 0-1 0 0,-1 0 1 0 0,1 0 0 0 0,0 0-1 0 0,0 1 1 0 0,0-1 0 0 0,0 1-1 0 0,0-1 1 0 0,0 1-1 0 0,0 0 1 0 0,1 0 0 0 0,-1 0-1 0 0,0 0 1 0 0,1 0 0 0 0,0 0-1 0 0,-1 0 1 0 0,1 0-1 0 0,0 1 1 0 0,-1 2 0 0 0,-2 5-172 0 0,0 0-1 0 0,1 0 1 0 0,-4 17 0 0 0,6-19 52 0 0,0 0 0 0 0,0 1 0 0 0,1-1 0 0 0,0 0 0 0 0,1 0 0 0 0,-1 0 0 0 0,2 0 0 0 0,-1 0-1 0 0,1 0 1 0 0,0 0 0 0 0,1 0 0 0 0,-1-1 0 0 0,2 1 0 0 0,-1-1 0 0 0,1 0 0 0 0,0 0 0 0 0,8 10 0 0 0,-9-13 114 0 0,0 0 1 0 0,1-1-1 0 0,0 1 1 0 0,-1-1-1 0 0,2 0 1 0 0,-1 0-1 0 0,0 0 1 0 0,0 0-1 0 0,1-1 1 0 0,0 1-1 0 0,-1-1 1 0 0,1-1-1 0 0,0 1 1 0 0,0-1-1 0 0,0 1 1 0 0,0-1-1 0 0,0-1 1 0 0,0 1-1 0 0,0-1 1 0 0,0 0-1 0 0,1 0 1 0 0,-1 0-1 0 0,0-1 1 0 0,0 0-1 0 0,0 0 1 0 0,0 0-1 0 0,0 0 1 0 0,7-4-1 0 0,-8 4-14 0 0,-1-1-1 0 0,1 1 0 0 0,-1-1 0 0 0,0 0 1 0 0,1 0-1 0 0,-1 0 0 0 0,0 0 0 0 0,0-1 0 0 0,0 1 1 0 0,0-1-1 0 0,-1 0 0 0 0,1 1 0 0 0,3-7 1 0 0,-5 7-41 0 0,-1 0 0 0 0,1 1 0 0 0,-1-1 0 0 0,1 0 0 0 0,-1 1 0 0 0,0-1 0 0 0,0 0 0 0 0,0 0 0 0 0,0 1 0 0 0,0-1 0 0 0,0 0 0 0 0,0 0 0 0 0,0 1 0 0 0,-1-1 0 0 0,1 0 0 0 0,-1 0 1 0 0,1 1-1 0 0,-1-1 0 0 0,0 1 0 0 0,0-1 0 0 0,0 1 0 0 0,0-1 0 0 0,0 1 0 0 0,0-1 0 0 0,0 1 0 0 0,0 0 0 0 0,0-1 0 0 0,-1 1 0 0 0,1 0 0 0 0,0 0 0 0 0,-4-2 0 0 0,1 0-346 0 0,-20-15-642 0 0,5 9-3874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64 1520 0 0,'-44'27'2721'0'0,"36"-23"-1878"0"0,-1 0 0 0 0,1 1 0 0 0,1 0 0 0 0,-14 11 0 0 0,20-15-669 0 0,1-1-1 0 0,-1 1 0 0 0,0 0 0 0 0,0-1 0 0 0,1 1 0 0 0,-1 0 0 0 0,0 0 0 0 0,1-1 1 0 0,-1 1-1 0 0,1 0 0 0 0,-1 0 0 0 0,1 0 0 0 0,-1 0 0 0 0,1 0 0 0 0,0 0 0 0 0,-1 0 0 0 0,1 0 1 0 0,0 0-1 0 0,0 0 0 0 0,0 0 0 0 0,0 1 0 0 0,0-1-69 0 0,0-1 1 0 0,1 1-1 0 0,-1-1 1 0 0,1 1-1 0 0,-1-1 1 0 0,1 1-1 0 0,-1-1 0 0 0,1 1 1 0 0,-1-1-1 0 0,1 0 1 0 0,-1 1-1 0 0,1-1 1 0 0,0 0-1 0 0,-1 1 0 0 0,1-1 1 0 0,0 0-1 0 0,-1 0 1 0 0,1 0-1 0 0,0 0 1 0 0,-1 0-1 0 0,1 1 0 0 0,1-2 1 0 0,4 2 187 0 0,1-1 0 0 0,-1-1 0 0 0,0 1 0 0 0,0-1 0 0 0,10-3 1 0 0,17-3-63 0 0,1 2 0 0 0,1 1 0 0 0,-1 1 0 0 0,1 2 0 0 0,61 6 0 0 0,-41-2 64 0 0,61-4 0 0 0,80-17-118 0 0,246-13 468 0 0,786-16 1613 0 0,-867 32-1945 0 0,-162 8 57 0 0,-130-2-362 0 0,-34 3-899 0 0,-34 6 790 0 0,-1 0 1 0 0,0 0-1 0 0,0 0 1 0 0,1 0-1 0 0,-1 0 1 0 0,0 0 0 0 0,0 0-1 0 0,1 0 1 0 0,-1 0-1 0 0,0 0 1 0 0,1 0 0 0 0,-1 0-1 0 0,0 0 1 0 0,0 0-1 0 0,1 0 1 0 0,-1 0-1 0 0,0 0 1 0 0,0 0 0 0 0,1 0-1 0 0,-1 1 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171 204 6913 0 0,'38'3'8837'0'0,"-22"4"-7889"0"0,-15-7-906 0 0,-1 1-1 0 0,1-1 1 0 0,-1 0-1 0 0,1 1 0 0 0,0-1 1 0 0,-1 0-1 0 0,1 0 0 0 0,-1 1 1 0 0,1-1-1 0 0,0 0 0 0 0,-1 0 1 0 0,1 0-1 0 0,0 0 1 0 0,-1 0-1 0 0,1 0 0 0 0,0 0 1 0 0,-1 0-1 0 0,1 0 0 0 0,0 0 1 0 0,-1 0-1 0 0,1 0 1 0 0,0 0-1 0 0,-1 0 0 0 0,1-1 1 0 0,0 1-1 0 0,-1 0 0 0 0,1 0 1 0 0,-1-1-1 0 0,1 1 0 0 0,0-1 1 0 0,-1 1-1 0 0,1 0 1 0 0,-1-1-1 0 0,1 1 0 0 0,-1-1 1 0 0,1 1-1 0 0,-1-1 0 0 0,0 0 1 0 0,1 1-1 0 0,-1-1 1 0 0,1 0-1 0 0,3-4-28 0 0,-1-1 0 0 0,1 1 0 0 0,-1 0 0 0 0,0-1 0 0 0,0 0-1 0 0,-1 0 1 0 0,0 0 0 0 0,0 0 0 0 0,0 0 0 0 0,0 0 0 0 0,-1 0 0 0 0,0 0 0 0 0,-1-1 0 0 0,0 1 0 0 0,0-12 0 0 0,0 13 0 0 0,-1 0 1 0 0,0 0 0 0 0,0 0-1 0 0,0 0 1 0 0,0 0 0 0 0,-1 0-1 0 0,0 0 1 0 0,0 1 0 0 0,0-1-1 0 0,0 1 1 0 0,-1-1-1 0 0,0 1 1 0 0,0 0 0 0 0,0 0-1 0 0,0 0 1 0 0,-1 0 0 0 0,0 1-1 0 0,1-1 1 0 0,-1 1 0 0 0,-6-4-1 0 0,6 6 5 0 0,1 0 0 0 0,0 0 0 0 0,-1 0 0 0 0,1 0 0 0 0,-1 0 0 0 0,1 1 0 0 0,-1 0 0 0 0,1-1 0 0 0,-1 1 0 0 0,1 0 0 0 0,-1 1 0 0 0,1-1 0 0 0,-1 1 0 0 0,1 0 0 0 0,-1-1 0 0 0,1 1 0 0 0,0 1 0 0 0,-1-1 0 0 0,1 0 0 0 0,0 1 0 0 0,0 0 0 0 0,0 0 0 0 0,0 0 0 0 0,-4 3 0 0 0,-7 6 74 0 0,1 0 1 0 0,0 1-1 0 0,-16 20 0 0 0,20-22 12 0 0,1 0-1 0 0,0 1 1 0 0,1 0-1 0 0,0 0 0 0 0,0 1 1 0 0,-8 23-1 0 0,13-30-62 0 0,0 0 0 0 0,1 1 0 0 0,0-1 0 0 0,0 0 0 0 0,0 0 0 0 0,1 1 0 0 0,0-1 0 0 0,0 1 0 0 0,0-1 0 0 0,0 0 0 0 0,1 1 0 0 0,0-1 0 0 0,0 0 0 0 0,1 0 1 0 0,-1 0-1 0 0,1 0 0 0 0,0 0 0 0 0,1 0 0 0 0,4 7 0 0 0,-5-8-30 0 0,1 0 1 0 0,-1 0-1 0 0,1-1 0 0 0,0 1 1 0 0,0-1-1 0 0,1 0 1 0 0,-1 0-1 0 0,1 0 1 0 0,0 0-1 0 0,-1-1 1 0 0,1 0-1 0 0,6 3 1 0 0,-8-4-62 0 0,1 0 0 0 0,-1-1 0 0 0,0 0 0 0 0,0 0 0 0 0,0 1 0 0 0,1-1 0 0 0,-1 0 0 0 0,0-1 1 0 0,0 1-1 0 0,0 0 0 0 0,1-1 0 0 0,-1 1 0 0 0,0-1 0 0 0,0 0 0 0 0,0 1 0 0 0,0-1 0 0 0,0 0 0 0 0,0 0 0 0 0,0-1 1 0 0,0 1-1 0 0,0 0 0 0 0,-1-1 0 0 0,1 1 0 0 0,0-1 0 0 0,-1 1 0 0 0,0-1 0 0 0,3-3 0 0 0,5-6-49 0 0,-1-1 0 0 0,0 0 0 0 0,-1 0 0 0 0,0-1 0 0 0,-1 0 0 0 0,0 0 0 0 0,-1 0 0 0 0,3-16 0 0 0,-6 23 104 0 0,-1-1 0 0 0,0 1 1 0 0,0-1-1 0 0,-1 1 0 0 0,0-1 0 0 0,0 1 1 0 0,-1 0-1 0 0,1-1 0 0 0,-3-6 1 0 0,2 9 21 0 0,0 0 1 0 0,-1 1 0 0 0,1-1-1 0 0,-1 1 1 0 0,0-1 0 0 0,0 1-1 0 0,0 0 1 0 0,0 0 0 0 0,0 0 0 0 0,-1 0-1 0 0,0 0 1 0 0,1 1 0 0 0,-1-1-1 0 0,0 1 1 0 0,0-1 0 0 0,-5-2-1 0 0,5 4 20 0 0,0 0-1 0 0,1 0 1 0 0,-1 0-1 0 0,0 0 1 0 0,0 1-1 0 0,0-1 1 0 0,0 1-1 0 0,0-1 1 0 0,0 1-1 0 0,0 0 1 0 0,0 0 0 0 0,0 1-1 0 0,0-1 1 0 0,0 1-1 0 0,0-1 1 0 0,0 1-1 0 0,1 0 1 0 0,-1 0-1 0 0,0 0 1 0 0,0 0-1 0 0,1 1 1 0 0,-1-1-1 0 0,1 1 1 0 0,-1-1-1 0 0,1 1 1 0 0,-1 0-1 0 0,1 0 1 0 0,-2 3 0 0 0,1-3-24 0 0,0 1 1 0 0,1 0 0 0 0,-1 0-1 0 0,1 0 1 0 0,0 0 0 0 0,-1 0 0 0 0,1 0-1 0 0,1 0 1 0 0,-1 1 0 0 0,1-1-1 0 0,-1 1 1 0 0,1 0 0 0 0,0-1 0 0 0,0 1-1 0 0,0 0 1 0 0,1 0 0 0 0,-1-1-1 0 0,1 1 1 0 0,0 0 0 0 0,0 0 0 0 0,1 6-1 0 0,1-7-3 0 0,-1-1-1 0 0,1 1 0 0 0,-1 0 1 0 0,1-1-1 0 0,0 1 0 0 0,0-1 1 0 0,0 1-1 0 0,0-1 0 0 0,1 0 1 0 0,-1 0-1 0 0,1 0 1 0 0,-1 0-1 0 0,1 0 0 0 0,0-1 1 0 0,-1 1-1 0 0,1-1 0 0 0,0 1 1 0 0,0-1-1 0 0,0 0 0 0 0,0 0 1 0 0,5 0-1 0 0,2 1 26 0 0,1 0 1 0 0,-1 0-1 0 0,1-1 0 0 0,-1-1 0 0 0,14 0 1 0 0,-12-1-25 0 0,0-1-1 0 0,1-1 1 0 0,-1 1 0 0 0,22-10 0 0 0,-31 11-95 0 0,1 0 1 0 0,-1-1 0 0 0,0 1 0 0 0,0-1-1 0 0,0 1 1 0 0,0-1 0 0 0,0 0-1 0 0,0 0 1 0 0,0-1 0 0 0,-1 1 0 0 0,1 0-1 0 0,-1-1 1 0 0,1 0 0 0 0,-1 0-1 0 0,0 1 1 0 0,0-1 0 0 0,0 0 0 0 0,-1-1-1 0 0,1 1 1 0 0,-1 0 0 0 0,2-7-1 0 0,-3 9-41 0 0,1-1-1 0 0,-1 0 1 0 0,-1 1 0 0 0,1-1-1 0 0,0 0 1 0 0,0 1-1 0 0,-1-1 1 0 0,1 1-1 0 0,0-1 1 0 0,-1 0-1 0 0,0 1 1 0 0,1-1-1 0 0,-1 1 1 0 0,0-1-1 0 0,0 1 1 0 0,0 0-1 0 0,0-1 1 0 0,0 1-1 0 0,0 0 1 0 0,0 0-1 0 0,0 0 1 0 0,-3-2 0 0 0,1 1-423 0 0,-1-1 0 0 0,1 2 0 0 0,0-1 0 0 0,-1 0 0 0 0,0 1 0 0 0,1 0 0 0 0,-1 0 0 0 0,-6-2 0 0 0,-2 2-4411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20 240 4609 0 0,'-2'1'224'0'0,"1"0"0"0"0,-1 1 1 0 0,1-1-1 0 0,-1 1 0 0 0,1-1 0 0 0,-1 1 0 0 0,1 0 1 0 0,0 0-1 0 0,0-1 0 0 0,0 1 0 0 0,0 0 1 0 0,0 0-1 0 0,0 0 0 0 0,0 3 0 0 0,1-5-103 0 0,0 0 0 0 0,0 1 0 0 0,0-1 0 0 0,3 6 2540 0 0,-3-6-2540 0 0,1 0 0 0 0,-1 0 0 0 0,0 1 0 0 0,0-1 0 0 0,1 0 0 0 0,20-2 2375 0 0,-4-1-2024 0 0,0 1 0 0 0,-1 1 1 0 0,1 0-1 0 0,0 1 0 0 0,0 0 0 0 0,0 2 0 0 0,18 3 0 0 0,-7-1-512 0 0,43-1 0 0 0,259-33-139 0 0,-205 15 6 0 0,147-20 131 0 0,102-10 900 0 0,101-30-654 0 0,-168 20 933 0 0,-215 42-182 0 0,126 0 0 0 0,-180 14-773 0 0,0 2 0 0 0,-1 1-1 0 0,67 16 1 0 0,-94-18-110 0 0,1-1 0 0 0,-1 0-1 0 0,1-1 1 0 0,-1 0 0 0 0,1-1 0 0 0,-1 0 0 0 0,1 0-1 0 0,-1-1 1 0 0,14-5 0 0 0,19-2 73 0 0,-42 9-164 0 0,1 0 1 0 0,-1 0-1 0 0,0 0 0 0 0,1 0 1 0 0,-1 1-1 0 0,1-1 0 0 0,-1 0 1 0 0,0 1-1 0 0,1-1 0 0 0,-1 1 1 0 0,0-1-1 0 0,1 1 0 0 0,-1-1 1 0 0,0 1-1 0 0,0 0 0 0 0,1 0 1 0 0,-1 0-1 0 0,0 0 0 0 0,0 0 1 0 0,0 0-1 0 0,0 0 0 0 0,0 0 1 0 0,0 0-1 0 0,-1 0 0 0 0,1 1 1 0 0,0-1-1 0 0,-1 0 0 0 0,1 0 1 0 0,0 3-1 0 0,0-2-34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3225 0 0,'-1'1'443'0'0,"-1"-1"0"0"0,0 1 0 0 0,1 0 0 0 0,-1 0 0 0 0,1 1 0 0 0,-1-1 0 0 0,1 0 0 0 0,0 0 0 0 0,0 1 0 0 0,-1-1 0 0 0,1 1 0 0 0,0-1 1 0 0,0 1-1 0 0,0 0 0 0 0,1-1 0 0 0,-1 1 0 0 0,0 0 0 0 0,0-1 0 0 0,1 1 0 0 0,-1 0 0 0 0,1 3 0 0 0,-1-2-54 0 0,1 0 0 0 0,0 0 0 0 0,1 0 0 0 0,-1 0 0 0 0,1 0 0 0 0,-1 0 0 0 0,1 0 0 0 0,0 0 0 0 0,0 0 0 0 0,0-1 0 0 0,0 1 0 0 0,3 5 0 0 0,-3-6-287 0 0,1 0 0 0 0,-1 0 0 0 0,0 1 0 0 0,1-1 1 0 0,-1 0-1 0 0,1 0 0 0 0,0-1 0 0 0,0 1 0 0 0,0 0 0 0 0,0 0 0 0 0,0-1 0 0 0,0 1 0 0 0,0-1 1 0 0,0 0-1 0 0,1 0 0 0 0,-1 0 0 0 0,0 0 0 0 0,1 0 0 0 0,-1 0 0 0 0,1-1 0 0 0,-1 1 0 0 0,1-1 0 0 0,-1 1 1 0 0,1-1-1 0 0,0 0 0 0 0,-1 0 0 0 0,1 0 0 0 0,-1-1 0 0 0,1 1 0 0 0,-1 0 0 0 0,1-1 0 0 0,-1 0 0 0 0,5-1 1 0 0,-2-1-73 0 0,0-1 0 0 0,1 0 1 0 0,-1 0-1 0 0,0 0 0 0 0,-1 0 1 0 0,1-1-1 0 0,-1 0 1 0 0,0 0-1 0 0,0 0 0 0 0,0 0 1 0 0,-1-1-1 0 0,0 1 0 0 0,0-1 1 0 0,0 0-1 0 0,-1 0 1 0 0,0 0-1 0 0,3-13 0 0 0,-5 16-34 0 0,1 0-1 0 0,-1 0 0 0 0,0-1 0 0 0,0 1 1 0 0,0 0-1 0 0,0 0 0 0 0,-1 0 0 0 0,1-1 1 0 0,-1 1-1 0 0,0 0 0 0 0,0 0 0 0 0,0 0 1 0 0,0 0-1 0 0,-1 0 0 0 0,1 0 1 0 0,-1 1-1 0 0,1-1 0 0 0,-1 0 0 0 0,0 1 1 0 0,0-1-1 0 0,-1 1 0 0 0,1 0 0 0 0,0-1 1 0 0,-1 1-1 0 0,1 0 0 0 0,-1 1 0 0 0,0-1 1 0 0,1 0-1 0 0,-1 1 0 0 0,0-1 0 0 0,0 1 1 0 0,0 0-1 0 0,0 0 0 0 0,0 0 1 0 0,-1 1-1 0 0,1-1 0 0 0,-5 0 0 0 0,-1 0-267 0 0,1 0-1 0 0,-1 1 1 0 0,0 0-1 0 0,0 0 1 0 0,-11 2-1 0 0,-3 3-1123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2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94 2304 0 0,'-2'-7'883'0'0,"1"0"-1"0"0,-1 0 0 0 0,0 0 0 0 0,0 1 1 0 0,-1-1-1 0 0,0 0 0 0 0,0 1 0 0 0,-1 0 1 0 0,0 0-1 0 0,-8-10 0 0 0,4 4 1625 0 0,18 42 2615 0 0,2 39-5050 0 0,-9-52 376 0 0,15 98-368 0 0,-5-28-691 0 0,3 0-1 0 0,30 91 1 0 0,-43-167 584 0 0,2 1 1 0 0,0-1-1 0 0,0 0 1 0 0,1 0-1 0 0,0-1 0 0 0,1 1 1 0 0,14 15-1 0 0,-19-24 67 0 0,0 0 1 0 0,0 0-1 0 0,0 0 0 0 0,0 0 1 0 0,1 0-1 0 0,-1-1 0 0 0,0 1 1 0 0,1-1-1 0 0,-1 0 0 0 0,1 0 1 0 0,-1 0-1 0 0,1 0 0 0 0,-1 0 1 0 0,1 0-1 0 0,0-1 0 0 0,0 0 1 0 0,-1 1-1 0 0,1-1 0 0 0,0 0 1 0 0,0 0-1 0 0,-1 0 0 0 0,1-1 1 0 0,0 1-1 0 0,0 0 0 0 0,-1-1 1 0 0,1 0-1 0 0,-1 0 0 0 0,1 0 1 0 0,0 0-1 0 0,-1 0 0 0 0,0 0 1 0 0,1-1-1 0 0,-1 1 0 0 0,0-1 1 0 0,0 0-1 0 0,1 0 0 0 0,-1 1 1 0 0,-1-1-1 0 0,4-4 0 0 0,11-13 191 0 0,-1 1 0 0 0,-1-2-1 0 0,-1 0 1 0 0,18-35 0 0 0,-17 29-509 0 0,1 0-1 0 0,24-31 1 0 0,-8 21-974 0 0,-14 19 217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30 104 3681 0 0,'-18'-6'11340'0'0,"18"6"-11168"0"0,-1 1 0 0 0,-6 16 3335 0 0,4-2-3672 0 0,4-6 250 0 0,0 0 1 0 0,0-1 0 0 0,1 1 0 0 0,0-1-1 0 0,1 1 1 0 0,0-1 0 0 0,0 0-1 0 0,1 0 1 0 0,0-1 0 0 0,0 1 0 0 0,1-1-1 0 0,0 0 1 0 0,0 0 0 0 0,1 0 0 0 0,0-1-1 0 0,0 1 1 0 0,0-2 0 0 0,1 1-1 0 0,0-1 1 0 0,0 0 0 0 0,0 0 0 0 0,11 5-1 0 0,-9-6-152 0 0,1 0 0 0 0,-1-1 0 0 0,1 0 0 0 0,-1 0 0 0 0,1-1 0 0 0,0 0 0 0 0,-1-1 0 0 0,1 0 0 0 0,0-1 0 0 0,0 0 0 0 0,0 0 0 0 0,0-1 0 0 0,0-1 0 0 0,0 1 0 0 0,-1-2 0 0 0,1 1 0 0 0,-1-1 0 0 0,1-1 0 0 0,10-5-1 0 0,-10 4 111 0 0,0-1 0 0 0,-1 0 0 0 0,1 0 0 0 0,-1-1-1 0 0,-1 0 1 0 0,0-1 0 0 0,0 0 0 0 0,14-17-1 0 0,-20 22-16 0 0,1-1 0 0 0,-1 1 1 0 0,0-1-1 0 0,-1 0 0 0 0,1 1 0 0 0,0-1 0 0 0,-1 0 0 0 0,0 0 0 0 0,0 0 0 0 0,0 0 0 0 0,0 0 0 0 0,-1 0 0 0 0,0 0 0 0 0,0-1 0 0 0,0 1 1 0 0,0 0-1 0 0,0 0 0 0 0,-1 0 0 0 0,0 0 0 0 0,0 0 0 0 0,0 0 0 0 0,0 0 0 0 0,-1 0 0 0 0,1 0 0 0 0,-1 1 0 0 0,0-1 0 0 0,-3-3 0 0 0,-1-2 10 0 0,-1 0 0 0 0,1 1-1 0 0,-2 0 1 0 0,1 0-1 0 0,-1 0 1 0 0,0 1 0 0 0,-1 1-1 0 0,0-1 1 0 0,0 1 0 0 0,-17-8-1 0 0,19 11-111 0 0,0 1 0 0 0,0-1-1 0 0,0 1 1 0 0,-1 0 0 0 0,1 1-1 0 0,-1 0 1 0 0,1 0 0 0 0,-1 0-1 0 0,1 1 1 0 0,-1 0 0 0 0,0 1-1 0 0,1-1 1 0 0,-1 2 0 0 0,1-1-1 0 0,-1 1 1 0 0,-7 3 0 0 0,3 0-645 0 0,-1 0 0 0 0,2 1 0 0 0,-1 0 1 0 0,1 1-1 0 0,-17 14 0 0 0,3 0-4963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1840 0 0,'5'-10'821'0'0,"1"0"1"0"0,-2-1-1 0 0,5-14 0 0 0,-6 16 1210 0 0,-1 0 1 0 0,0 0 0 0 0,0-1 0 0 0,0-14-1 0 0,-19 44 2884 0 0,6-1-4883 0 0,1 1-1 0 0,1 0 1 0 0,0 0 0 0 0,2 1 0 0 0,0 0 0 0 0,2 0 0 0 0,0 1 0 0 0,1 0 0 0 0,1 0 0 0 0,1 0 0 0 0,2 42-1 0 0,1-59-68 0 0,-1 0-1 0 0,1 1 0 0 0,0-1 1 0 0,0 0-1 0 0,1 0 0 0 0,-1 0 1 0 0,1-1-1 0 0,0 1 1 0 0,1 0-1 0 0,-1-1 0 0 0,1 1 1 0 0,0-1-1 0 0,0 0 0 0 0,0 0 1 0 0,1 0-1 0 0,5 5 0 0 0,-6-7 13 0 0,0 0 0 0 0,0 0-1 0 0,0 0 1 0 0,0 0-1 0 0,0-1 1 0 0,1 0 0 0 0,-1 1-1 0 0,0-1 1 0 0,1-1-1 0 0,-1 1 1 0 0,1 0 0 0 0,-1-1-1 0 0,1 0 1 0 0,0 0-1 0 0,-1 0 1 0 0,1 0 0 0 0,-1 0-1 0 0,1-1 1 0 0,-1 0-1 0 0,1 1 1 0 0,-1-1 0 0 0,0 0-1 0 0,1-1 1 0 0,4-2-1 0 0,-2 1-18 0 0,0 0 0 0 0,0-1-1 0 0,0 1 1 0 0,-1-1 0 0 0,0-1-1 0 0,0 1 1 0 0,0-1 0 0 0,0 0-1 0 0,-1 0 1 0 0,0 0 0 0 0,0 0-1 0 0,0-1 1 0 0,-1 0 0 0 0,0 1-1 0 0,0-1 1 0 0,3-8 0 0 0,0-7 380 0 0,0 0 1 0 0,-2 0-1 0 0,4-36 1 0 0,-3 20 665 0 0,2 53 633 0 0,0 14-1533 0 0,-6-21-181 0 0,1 1 0 0 0,1-1 0 0 0,0 0 1 0 0,0-1-1 0 0,0 1 0 0 0,1 0 0 0 0,1-1 1 0 0,-1 0-1 0 0,2 0 0 0 0,-1 0 0 0 0,1-1 0 0 0,8 9 1 0 0,5 2-1963 0 0,2 0 0 0 0,0-2 0 0 0,24 14 0 0 0,-40-27 1543 0 0,22 16-141 0 0,1 0 490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217 338 4145 0 0,'-1'-4'245'0'0,"1"0"0"0"0,-1 1 0 0 0,0-1 0 0 0,-1 0 0 0 0,1 1 0 0 0,-1-1 0 0 0,1 0 0 0 0,-1 1 0 0 0,0 0 0 0 0,0-1 0 0 0,-1 1 0 0 0,1 0 0 0 0,-1 0 0 0 0,1 1 0 0 0,-5-4 1 0 0,5 4 6 0 0,0 0 1 0 0,0 1 0 0 0,-1 0 0 0 0,1 0 0 0 0,-1-1 0 0 0,1 1 0 0 0,-1 1 0 0 0,1-1 0 0 0,-1 0 0 0 0,1 1 0 0 0,-1-1 0 0 0,1 1 0 0 0,-1 0 0 0 0,0 0 0 0 0,1 0 0 0 0,-1 0 0 0 0,0 0 0 0 0,1 0 0 0 0,-1 1 0 0 0,0-1 0 0 0,1 1-1 0 0,-1 0 1 0 0,-3 2 0 0 0,1-1-45 0 0,0 1 0 0 0,0 1 0 0 0,1-1 0 0 0,0 1 0 0 0,-1-1 0 0 0,1 1-1 0 0,0 0 1 0 0,1 1 0 0 0,-1-1 0 0 0,1 1 0 0 0,0-1 0 0 0,-5 11 0 0 0,-2 7 271 0 0,-13 37 0 0 0,21-52-392 0 0,1-4-72 0 0,-6 17 146 0 0,0 0 0 0 0,-4 32 0 0 0,10-47-192 0 0,0-1-1 0 0,1 1 1 0 0,-1-1 0 0 0,1 1 0 0 0,0 0-1 0 0,1-1 1 0 0,-1 1 0 0 0,1 0-1 0 0,0-1 1 0 0,0 1 0 0 0,0-1-1 0 0,0 1 1 0 0,1-1 0 0 0,0 0-1 0 0,0 0 1 0 0,0 1 0 0 0,6 6-1 0 0,-7-10-41 0 0,1 1-1 0 0,0-1 1 0 0,0 0-1 0 0,0 1 0 0 0,0-1 1 0 0,0 0-1 0 0,0 0 0 0 0,0-1 1 0 0,0 1-1 0 0,0 0 1 0 0,1-1-1 0 0,-1 1 0 0 0,0-1 1 0 0,0 0-1 0 0,1 1 0 0 0,-1-1 1 0 0,0 0-1 0 0,1 0 0 0 0,-1-1 1 0 0,0 1-1 0 0,0-1 1 0 0,1 1-1 0 0,-1-1 0 0 0,0 1 1 0 0,0-1-1 0 0,0 0 0 0 0,0 0 1 0 0,0 0-1 0 0,3-2 0 0 0,4-2-244 0 0,0-1 0 0 0,0 0 0 0 0,-1 0 0 0 0,16-15 0 0 0,-15 11 232 0 0,-1 0 1 0 0,-1 0-1 0 0,1 0 0 0 0,-1-1 0 0 0,-1 0 1 0 0,0 0-1 0 0,-1-1 0 0 0,0 0 1 0 0,-1 0-1 0 0,0 0 0 0 0,-1 0 0 0 0,0-1 1 0 0,-1 1-1 0 0,1-19 0 0 0,-2-14 1292 0 0,-1 0-1 0 0,-12-77 1 0 0,11 113-991 0 0,0 6-124 0 0,1-11 420 0 0,-2 0-1 0 0,0 0 0 0 0,-1 0 0 0 0,0 1 1 0 0,-1-1-1 0 0,-1 1 0 0 0,0 0 0 0 0,-8-16 1 0 0,12 28-468 0 0,1 0 1 0 0,-1 0 0 0 0,0 0-1 0 0,1 0 1 0 0,-1 1 0 0 0,0-1-1 0 0,1 0 1 0 0,-1 0 0 0 0,0 1-1 0 0,0-1 1 0 0,0 0-1 0 0,0 1 1 0 0,0-1 0 0 0,0 1-1 0 0,0-1 1 0 0,0 1 0 0 0,0-1-1 0 0,0 1 1 0 0,0 0 0 0 0,0 0-1 0 0,0-1 1 0 0,0 1 0 0 0,0 0-1 0 0,0 0 1 0 0,0 0 0 0 0,0 0-1 0 0,0 0 1 0 0,0 0 0 0 0,0 1-1 0 0,0-1 1 0 0,0 0 0 0 0,-2 1-1 0 0,2 0-20 0 0,0 0 0 0 0,0-1 0 0 0,0 1 0 0 0,0 0 0 0 0,0 0 0 0 0,0 0-1 0 0,0 0 1 0 0,0 1 0 0 0,1-1 0 0 0,-1 0 0 0 0,0 0 0 0 0,1 0 0 0 0,-1 1-1 0 0,1-1 1 0 0,-1 0 0 0 0,1 1 0 0 0,0-1 0 0 0,0 0 0 0 0,-1 1 0 0 0,1-1-1 0 0,0 0 1 0 0,0 1 0 0 0,0-1 0 0 0,0 0 0 0 0,1 3 0 0 0,6 29 75 0 0,2 0 0 0 0,1 0 0 0 0,1-1 0 0 0,29 56 1 0 0,-19-44-50 0 0,122 222-210 0 0,-118-223-281 0 0,-7-11-1382 0 0,-2 1-5890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5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32 228 5529 0 0,'0'2'172'0'0,"0"0"-1"0"0,0 0 0 0 0,0 0 1 0 0,0 0-1 0 0,0 0 0 0 0,0 0 1 0 0,1 0-1 0 0,-1 0 0 0 0,1 0 1 0 0,0 0-1 0 0,0 0 0 0 0,-1 0 1 0 0,1 0-1 0 0,0-1 0 0 0,0 1 1 0 0,1 0-1 0 0,-1-1 0 0 0,0 1 1 0 0,1 0-1 0 0,-1-1 0 0 0,1 0 1 0 0,-1 1-1 0 0,1-1 0 0 0,-1 0 1 0 0,1 0-1 0 0,0 0 1 0 0,0 0-1 0 0,0 0 0 0 0,0 0 1 0 0,-1 0-1 0 0,1-1 0 0 0,0 1 1 0 0,0-1-1 0 0,0 1 0 0 0,4-1 1 0 0,-2 0-24 0 0,0 0 1 0 0,1 0-1 0 0,-1 0 1 0 0,0-1 0 0 0,-1 0-1 0 0,1 0 1 0 0,0 0-1 0 0,0 0 1 0 0,0 0 0 0 0,0-1-1 0 0,-1 0 1 0 0,1 0-1 0 0,-1 0 1 0 0,1 0 0 0 0,-1 0-1 0 0,0-1 1 0 0,5-4-1 0 0,-6 4-168 0 0,1 0 0 0 0,-1-1 0 0 0,0 0 0 0 0,0 1 0 0 0,0-1 0 0 0,0 0 0 0 0,-1 0 0 0 0,0 0 0 0 0,0 0 0 0 0,0 0 0 0 0,0 0 0 0 0,0 0 0 0 0,-1-1 0 0 0,0 1 0 0 0,0 0 0 0 0,0 0 0 0 0,0 0 0 0 0,-1-1 0 0 0,1 1 0 0 0,-3-7 0 0 0,1 4 195 0 0,0-1 0 0 0,-1 0 0 0 0,0 1 0 0 0,-1-1 0 0 0,0 1 0 0 0,0 0 0 0 0,0 0 0 0 0,-1 1 0 0 0,1-1 0 0 0,-7-5 0 0 0,9 11-99 0 0,0 0 0 0 0,0 0 1 0 0,0 0-1 0 0,0 0 0 0 0,0 0 1 0 0,0 1-1 0 0,0-1 0 0 0,0 1 1 0 0,-1-1-1 0 0,1 1 0 0 0,0 0 1 0 0,0 0-1 0 0,0 0 1 0 0,0 0-1 0 0,-1 0 0 0 0,1 0 1 0 0,0 1-1 0 0,0-1 0 0 0,0 1 1 0 0,0 0-1 0 0,0-1 0 0 0,0 1 1 0 0,0 0-1 0 0,0 0 0 0 0,0 0 1 0 0,0 0-1 0 0,0 1 0 0 0,-1 0 1 0 0,-5 4-126 0 0,-1 0-1 0 0,1 0 1 0 0,1 0 0 0 0,-14 14 0 0 0,21-19 37 0 0,-1-1-1 0 0,1 1 0 0 0,-1 0 1 0 0,1-1-1 0 0,-1 1 1 0 0,1 0-1 0 0,-1 0 1 0 0,1-1-1 0 0,0 1 1 0 0,-1 0-1 0 0,1 0 0 0 0,0-1 1 0 0,0 1-1 0 0,0 0 1 0 0,-1 0-1 0 0,1 0 1 0 0,0 0-1 0 0,0-1 1 0 0,0 1-1 0 0,0 0 1 0 0,1 0-1 0 0,-1 0 0 0 0,0 0 1 0 0,0-1-1 0 0,0 1 1 0 0,1 0-1 0 0,-1 0 1 0 0,0-1-1 0 0,1 3 1 0 0,1-1 0 0 0,0 0 0 0 0,0 0 0 0 0,0 0 0 0 0,0 0 1 0 0,0 0-1 0 0,0 0 0 0 0,1-1 0 0 0,-1 1 0 0 0,4 1 1 0 0,3 1 23 0 0,1 0-1 0 0,-1 0 1 0 0,1-1 0 0 0,11 3 0 0 0,-17-5 53 0 0,0-1 0 0 0,0 1 1 0 0,0-1-1 0 0,0 0 0 0 0,0 0 0 0 0,-1 0 0 0 0,1 0 0 0 0,0-1 0 0 0,0 0 0 0 0,0 1 0 0 0,-1-2 0 0 0,1 1 0 0 0,0 0 0 0 0,-1-1 0 0 0,1 1 0 0 0,-1-1 0 0 0,0 0 0 0 0,1 0 0 0 0,-1 0 0 0 0,0-1 0 0 0,5-5 0 0 0,-6 5 20 0 0,1 1 0 0 0,-2-2 0 0 0,1 1 1 0 0,0 0-1 0 0,-1 0 0 0 0,1 0 0 0 0,-1-1 0 0 0,0 1 0 0 0,0-1 0 0 0,0 1 0 0 0,-1-1 0 0 0,1 1 0 0 0,-1-1 0 0 0,0 1 0 0 0,0-1 1 0 0,0 1-1 0 0,0-1 0 0 0,-1 0 0 0 0,1 1 0 0 0,-1-1 0 0 0,0 1 0 0 0,0 0 0 0 0,-3-7 0 0 0,1 2 1 0 0,-1 1 0 0 0,0-1 0 0 0,0 1-1 0 0,0 0 1 0 0,-1 0 0 0 0,-10-11 0 0 0,14 16-77 0 0,-1 1 0 0 0,1-1 1 0 0,-1 1-1 0 0,1 0 0 0 0,-1 0 0 0 0,1 0 1 0 0,-1 0-1 0 0,0 0 0 0 0,1 0 0 0 0,-1 0 1 0 0,0 0-1 0 0,0 1 0 0 0,0-1 0 0 0,0 1 0 0 0,0-1 1 0 0,1 1-1 0 0,-1 0 0 0 0,0 0 0 0 0,0-1 1 0 0,0 1-1 0 0,0 1 0 0 0,0-1 0 0 0,0 0 1 0 0,0 0-1 0 0,0 1 0 0 0,0-1 0 0 0,0 1 1 0 0,1 0-1 0 0,-1 0 0 0 0,0-1 0 0 0,0 1 1 0 0,1 0-1 0 0,-1 0 0 0 0,-2 3 0 0 0,0-1-246 0 0,1 0 0 0 0,0 0-1 0 0,0 0 1 0 0,0 0-1 0 0,0 1 1 0 0,-2 4 0 0 0,-8 13-6986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1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2 1376 0 0,'-5'0'-97'0'0,"-1"-1"806"0"0,1 1 0 0 0,0 0 0 0 0,-1 0 0 0 0,1 0 0 0 0,0 1 0 0 0,-1 0 0 0 0,1 0 0 0 0,0 0 0 0 0,0 1 0 0 0,0-1 0 0 0,0 1 0 0 0,-9 5 0 0 0,14 8 3676 0 0,10 18-2557 0 0,-6-23-1165 0 0,8 36-109 0 0,-3 0 0 0 0,5 65 1 0 0,2 6 22 0 0,4-16-875 0 0,-8-46-222 0 0,-3 1-1 0 0,5 94 1 0 0,-15-139-1468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1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1 169 920 0 0,'10'-17'1069'0'0,"1"-1"0"0"0,1 1 0 0 0,1 1-1 0 0,0 0 1 0 0,19-18 0 0 0,-22 24-384 0 0,-6 6-142 0 0,0 0 1 0 0,0 0 0 0 0,0 0 0 0 0,1 0-1 0 0,-1 1 1 0 0,1-1 0 0 0,0 1 0 0 0,0 1-1 0 0,0-1 1 0 0,7-2 0 0 0,-10 5-436 0 0,0 0-1 0 0,0-1 1 0 0,0 1-1 0 0,1 0 1 0 0,-1 0 0 0 0,0 0-1 0 0,0 1 1 0 0,1-1-1 0 0,-1 0 1 0 0,0 1 0 0 0,0 0-1 0 0,0-1 1 0 0,0 1 0 0 0,0 0-1 0 0,0 0 1 0 0,0 0-1 0 0,0 0 1 0 0,0 1 0 0 0,0-1-1 0 0,-1 0 1 0 0,1 1-1 0 0,0-1 1 0 0,-1 1 0 0 0,1 0-1 0 0,-1-1 1 0 0,0 1-1 0 0,1 0 1 0 0,1 4 0 0 0,1 1-105 0 0,0 0 1 0 0,-1 1 0 0 0,0 0-1 0 0,0 0 1 0 0,-1 0-1 0 0,0 0 1 0 0,0 0 0 0 0,-1 0-1 0 0,0 0 1 0 0,0 1-1 0 0,-1-1 1 0 0,0 0 0 0 0,-1 0-1 0 0,-1 9 1 0 0,-3 16 79 0 0,-2-1 0 0 0,-12 37 0 0 0,13-50 40 0 0,-3 6 48 0 0,6-20-25 0 0,1 0 0 0 0,0 0 0 0 0,0 0 0 0 0,0 0 0 0 0,1 1 0 0 0,0-1 0 0 0,0 0 0 0 0,0 1 0 0 0,1-1 0 0 0,-1 0 0 0 0,2 10 0 0 0,-1-14-91 0 0,1 0 0 0 0,0 0-1 0 0,-1 0 1 0 0,1 0 0 0 0,0 0-1 0 0,-1 0 1 0 0,1 0 0 0 0,0-1-1 0 0,0 1 1 0 0,0 0-1 0 0,0-1 1 0 0,0 1 0 0 0,-1 0-1 0 0,1-1 1 0 0,0 1 0 0 0,0-1-1 0 0,1 0 1 0 0,-1 1-1 0 0,0-1 1 0 0,0 0 0 0 0,0 0-1 0 0,0 1 1 0 0,0-1 0 0 0,0 0-1 0 0,0 0 1 0 0,0 0-1 0 0,1 0 1 0 0,-1-1 0 0 0,0 1-1 0 0,0 0 1 0 0,0 0 0 0 0,0-1-1 0 0,0 1 1 0 0,1-1-1 0 0,43-15 291 0 0,-37 13-250 0 0,67-32-110 0 0,-58 26-619 0 0,1 0 1 0 0,1 0-1 0 0,-1 2 1 0 0,1 1 0 0 0,1 0-1 0 0,-1 1 1 0 0,34-4-1 0 0,-30 9-5518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5985 0 0,'10'25'10781'0'0,"5"12"-8148"0"0,21 156-1002 0 0,-22-110-2422 0 0,8 67-2638 0 0,-14-93 2166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142 239 9674 0 0,'-3'-5'917'0'0,"-1"0"0"0"0,1 1 0 0 0,-1-1 0 0 0,0 1-1 0 0,0-1 1 0 0,-1 1 0 0 0,1 0 0 0 0,-1 1 0 0 0,0-1 0 0 0,0 1 0 0 0,-8-4-1 0 0,12 7-870 0 0,1 0 0 0 0,0 0-1 0 0,-1 1 1 0 0,1-1 0 0 0,0 0-1 0 0,-1 1 1 0 0,1-1 0 0 0,0 1-1 0 0,0-1 1 0 0,-1 0 0 0 0,1 1-1 0 0,0-1 1 0 0,0 1 0 0 0,0-1-1 0 0,0 1 1 0 0,-1-1-1 0 0,1 0 1 0 0,0 1 0 0 0,0-1-1 0 0,0 1 1 0 0,0-1 0 0 0,0 1-1 0 0,0-1 1 0 0,0 1 0 0 0,0-1-1 0 0,0 1 1 0 0,0-1 0 0 0,1 0-1 0 0,-1 1 1 0 0,0-1 0 0 0,0 1-1 0 0,1 0 1 0 0,3 24 150 0 0,-3-19-52 0 0,23 177 49 0 0,30 180-2066 0 0,-52-352 2256 0 0,-2 3-4265 0 0,-31-50-7592 0 0,-3-29 8021 0 0,-27-82 4337 0 0,49 116-1400 0 0,6 15 551 0 0,1 1 0 0 0,1-1 1 0 0,0 0-1 0 0,1 0 1 0 0,1 0-1 0 0,0 0 0 0 0,2 0 1 0 0,0-1-1 0 0,0 1 1 0 0,1 0-1 0 0,6-24 0 0 0,-3 21 948 0 0,2-1-1 0 0,0 1 0 0 0,12-24 0 0 0,-5 18 1471 0 0,0 0 1 0 0,18-22-1 0 0,-19 29-893 0 0,-5 7-766 0 0,1-1-1 0 0,0 2 0 0 0,1-1 0 0 0,0 1 1 0 0,0 0-1 0 0,18-13 0 0 0,-27 23-776 0 0,1-1-1 0 0,-1 1 1 0 0,0 0-1 0 0,1-1 1 0 0,-1 1-1 0 0,1 0 1 0 0,-1-1-1 0 0,1 1 1 0 0,-1 0-1 0 0,1 0 1 0 0,-1 0-1 0 0,1 0 1 0 0,0-1-1 0 0,-1 1 1 0 0,1 0-1 0 0,-1 0 1 0 0,1 0-1 0 0,-1 0 1 0 0,1 0 0 0 0,-1 0-1 0 0,1 1 1 0 0,0-1-1 0 0,-1 0 1 0 0,1 0-1 0 0,-1 0 1 0 0,1 0-1 0 0,-1 1 1 0 0,1-1-1 0 0,-1 0 1 0 0,1 1-1 0 0,6 17 107 0 0,-9 27-248 0 0,2-42 133 0 0,-9 50-290 0 0,-2 0 0 0 0,-26 74 0 0 0,-4 15-74 0 0,41-141 362 0 0,-1 0-1 0 0,1 0 1 0 0,-1 1 0 0 0,1-1-1 0 0,0 0 1 0 0,-1 0-1 0 0,1 1 1 0 0,0-1 0 0 0,0 0-1 0 0,0 1 1 0 0,0-1 0 0 0,0 0-1 0 0,0 1 1 0 0,1-1-1 0 0,-1 0 1 0 0,0 1 0 0 0,1-1-1 0 0,-1 0 1 0 0,0 1 0 0 0,1-1-1 0 0,0 0 1 0 0,-1 0-1 0 0,1 0 1 0 0,0 0 0 0 0,0 0-1 0 0,-1 1 1 0 0,1-1 0 0 0,0 0-1 0 0,0-1 1 0 0,0 1-1 0 0,2 2 1 0 0,2-2 75 0 0,0 0 1 0 0,0 0-1 0 0,0 0 0 0 0,0 0 0 0 0,0-1 1 0 0,0 1-1 0 0,8-2 0 0 0,-12 1-75 0 0,106-7 789 0 0,-25 0-1561 0 0,-27 8-2599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69 6913 0 0,'3'-5'720'0'0,"0"-1"-1"0"0,0 1 0 0 0,1 0 1 0 0,0 0-1 0 0,0 1 0 0 0,0-1 0 0 0,0 1 1 0 0,5-5-1 0 0,-5 5 337 0 0,-3 3-942 0 0,0 0 0 0 0,0 0-1 0 0,0-1 1 0 0,1 1 0 0 0,-1 0 0 0 0,0 0 0 0 0,0 0-1 0 0,1 0 1 0 0,-1 0 0 0 0,1 0 0 0 0,-1 1 0 0 0,1-1-1 0 0,-1 0 1 0 0,1 1 0 0 0,-1-1 0 0 0,1 1-1 0 0,0-1 1 0 0,-1 1 0 0 0,1 0 0 0 0,0 0 0 0 0,-1 0-1 0 0,1 0 1 0 0,-1 0 0 0 0,1 0 0 0 0,0 0 0 0 0,-1 0-1 0 0,3 1 1 0 0,-1 1-15 0 0,-1 0 0 0 0,1 0 0 0 0,-1 0 1 0 0,0 0-1 0 0,0 0 0 0 0,0 0 0 0 0,0 1 0 0 0,0-1 0 0 0,-1 1 0 0 0,1-1 1 0 0,-1 1-1 0 0,1 0 0 0 0,-1 0 0 0 0,1 4 0 0 0,7 21 373 0 0,-1 1 0 0 0,-1 0 0 0 0,5 54 0 0 0,-6-33-147 0 0,-6-46-244 0 0,1-1 0 0 0,0 1 0 0 0,-1-1 0 0 0,1 1 0 0 0,0-1 0 0 0,1 0 0 0 0,-1 1 0 0 0,1-1 0 0 0,-1 0 0 0 0,1 0 0 0 0,4 5 0 0 0,-5-7-59 0 0,0 0 0 0 0,0 0 0 0 0,0-1 0 0 0,0 1 0 0 0,1 0 0 0 0,-1-1-1 0 0,0 1 1 0 0,0-1 0 0 0,1 0 0 0 0,-1 1 0 0 0,0-1 0 0 0,1 0 0 0 0,-1 0 0 0 0,0 0-1 0 0,1 0 1 0 0,-1 0 0 0 0,0 0 0 0 0,1 0 0 0 0,-1 0 0 0 0,0 0 0 0 0,1-1 0 0 0,-1 1-1 0 0,0 0 1 0 0,1-1 0 0 0,-1 0 0 0 0,0 1 0 0 0,0-1 0 0 0,0 1 0 0 0,0-1-1 0 0,1 0 1 0 0,-1 0 0 0 0,0 0 0 0 0,1-2 0 0 0,62-52 247 0 0,-38 29-2992 0 0,-11 11-1312 0 0,6-6-3079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61 111 8290 0 0,'-60'-110'11617'0'0,"61"170"-8850"0"0,4 209-2480 0 0,-2-29-312 0 0,1-179 28 0 0,22 113-1 0 0,-22-154-68 0 0,0-4-511 0 0,0 0 1 0 0,-2 1 0 0 0,2 17 0 0 0,-4-59-9912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4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21 388 4145 0 0,'-10'-60'1745'0'0,"7"41"-200"0"0,0-1 0 0 0,-1-37 1 0 0,4 50-1161 0 0,1-1 0 0 0,0 1 0 0 0,0-1 0 0 0,1 1 0 0 0,0 0 1 0 0,0-1-1 0 0,1 1 0 0 0,-1 0 0 0 0,2 1 0 0 0,-1-1 0 0 0,7-8 0 0 0,4-5 795 0 0,0 0 0 0 0,29-28 1 0 0,-38 43-997 0 0,0 1 0 0 0,-1-1 0 0 0,1 1 0 0 0,1 0 0 0 0,-1 0 0 0 0,1 1 1 0 0,-1 0-1 0 0,1 0 0 0 0,0 0 0 0 0,0 0 0 0 0,0 1 0 0 0,1 0 1 0 0,-1 1-1 0 0,13-3 0 0 0,-14 5-163 0 0,-1-1-1 0 0,1 1 1 0 0,0 0 0 0 0,-1 0-1 0 0,0 1 1 0 0,1-1-1 0 0,-1 1 1 0 0,0 0 0 0 0,0 0-1 0 0,1 1 1 0 0,-2-1 0 0 0,1 1-1 0 0,0 0 1 0 0,-1 0 0 0 0,1 0-1 0 0,-1 0 1 0 0,0 1 0 0 0,0-1-1 0 0,0 1 1 0 0,0 0-1 0 0,-1 0 1 0 0,1 0 0 0 0,-1 0-1 0 0,3 9 1 0 0,0-1-22 0 0,0 1 0 0 0,-1 0 0 0 0,0 0-1 0 0,-1 0 1 0 0,-1 0 0 0 0,0 1 0 0 0,0 18 0 0 0,-6 16 18 0 0,-2 1 1 0 0,-1-1 0 0 0,-3 0-1 0 0,-23 66 1 0 0,2-3 450 0 0,28-99-400 0 0,2-10-15 0 0,1 0-1 0 0,-1 0 1 0 0,0 0 0 0 0,1 1 0 0 0,-1-1 0 0 0,1 0 0 0 0,0 0 0 0 0,0 0 0 0 0,0 0 0 0 0,0 0-1 0 0,0 1 1 0 0,1 2 0 0 0,0-4-32 0 0,0 0 1 0 0,0 0-1 0 0,0-1 0 0 0,1 1 0 0 0,-1 0 1 0 0,0-1-1 0 0,0 1 0 0 0,1-1 0 0 0,-1 1 1 0 0,1-1-1 0 0,-1 1 0 0 0,0-1 1 0 0,1 0-1 0 0,-1 0 0 0 0,1 0 0 0 0,-1 0 1 0 0,0 0-1 0 0,1 0 0 0 0,-1 0 0 0 0,1 0 1 0 0,-1-1-1 0 0,3 0 0 0 0,14 0-52 0 0,6-2-659 0 0,0 1 0 0 0,1 1 0 0 0,-1 1 1 0 0,0 1-1 0 0,31 6 0 0 0,-31-2-6454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64 5985 0 0,'-1'-2'260'0'0,"1"0"-1"0"0,-1 1 1 0 0,1-1 0 0 0,0 0-1 0 0,-1 1 1 0 0,1-1-1 0 0,0 0 1 0 0,0 0 0 0 0,0 1-1 0 0,0-1 1 0 0,1 0-1 0 0,-1 1 1 0 0,0-1-1 0 0,1 0 1 0 0,-1 1 0 0 0,1-1-1 0 0,0 0 1 0 0,-1 1-1 0 0,1-1 1 0 0,0 1 0 0 0,0-1-1 0 0,0 1 1 0 0,0-1-1 0 0,0 1 1 0 0,0 0-1 0 0,0 0 1 0 0,1-1 0 0 0,-1 1-1 0 0,0 0 1 0 0,1 0-1 0 0,-1 0 1 0 0,1 0-1 0 0,-1 1 1 0 0,1-1 0 0 0,-1 0-1 0 0,3 0 1 0 0,0-1 349 0 0,0 0 0 0 0,0 1 0 0 0,0 0-1 0 0,0-1 1 0 0,1 1 0 0 0,-1 1 0 0 0,0-1 0 0 0,7 0 0 0 0,-9 1-541 0 0,0 1 1 0 0,1-1-1 0 0,-1 0 1 0 0,0 0-1 0 0,0 1 0 0 0,0 0 1 0 0,0-1-1 0 0,1 1 1 0 0,2 1-1 0 0,0 2-13 0 0,0 1 0 0 0,0-1-1 0 0,0 1 1 0 0,0 0 0 0 0,-1 0 0 0 0,0 1-1 0 0,0-1 1 0 0,0 1 0 0 0,-1 0 0 0 0,0-1 0 0 0,0 2-1 0 0,0-1 1 0 0,-1 0 0 0 0,2 8 0 0 0,3 12-11 0 0,-1 1 0 0 0,3 28 1 0 0,-6-21 20 0 0,-2 0-1 0 0,-2-1 1 0 0,-7 57 0 0 0,3-52 81 0 0,2 0-1 0 0,3 52 1 0 0,0-90-152 0 0,-1 1 0 0 0,1 0 1 0 0,0 0-1 0 0,0 0 0 0 0,0 0 0 0 0,0 0 0 0 0,0 0 0 0 0,0 0 1 0 0,1 0-1 0 0,-1 0 0 0 0,0 0 0 0 0,0 0 0 0 0,1 0 1 0 0,-1 0-1 0 0,1 0 0 0 0,-1 0 0 0 0,1 0 0 0 0,-1 0 0 0 0,1-1 1 0 0,-1 1-1 0 0,1 0 0 0 0,0 0 0 0 0,-1-1 0 0 0,1 1 0 0 0,0 0 1 0 0,0-1-1 0 0,-1 1 0 0 0,1-1 0 0 0,0 1 0 0 0,0-1 1 0 0,0 1-1 0 0,0-1 0 0 0,0 0 0 0 0,0 1 0 0 0,0-1 0 0 0,0 0 1 0 0,0 0-1 0 0,0 0 0 0 0,0 1 0 0 0,0-1 0 0 0,0 0 0 0 0,0 0 1 0 0,0-1-1 0 0,0 1 0 0 0,0 0 0 0 0,0 0 0 0 0,0 0 1 0 0,-1-1-1 0 0,1 1 0 0 0,0 0 0 0 0,0-1 0 0 0,0 1 0 0 0,0-1 1 0 0,0 1-1 0 0,0-1 0 0 0,-1 0 0 0 0,2 0 0 0 0,7-5-117 0 0,-1 0 1 0 0,0 0-1 0 0,0-1 0 0 0,8-9 0 0 0,34-45-1492 0 0,-30 39 325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300 844 920 0 0,'-64'-71'1893'0'0,"35"38"-340"0"0,-43-39-1 0 0,62 63-416 0 0,-1 1-1 0 0,0 0 1 0 0,0 1 0 0 0,0 0 0 0 0,-1 1 0 0 0,0 0 0 0 0,0 1 0 0 0,-32-14 4770 0 0,46 19-5779 0 0,0 0-1 0 0,0 0 1 0 0,0 0-1 0 0,0 1 1 0 0,0-1 0 0 0,0 1-1 0 0,-1-1 1 0 0,1 1-1 0 0,0-1 1 0 0,3 3-1 0 0,30 18 9 0 0,-2 2 0 0 0,49 43 0 0 0,55 65-172 0 0,-83-78 59 0 0,-23-22-26 0 0,-20-18-5 0 0,1-1 1 0 0,1 0-1 0 0,-1-1 0 0 0,2 0 1 0 0,0-1-1 0 0,26 15 1 0 0,-39-24 16 0 0,0-1 0 0 0,0 1 0 0 0,0-1 0 0 0,0 1 0 0 0,1-1 0 0 0,-1 0 0 0 0,0 0 0 0 0,0 1 0 0 0,0-1 0 0 0,0 0-1 0 0,0 0 1 0 0,0 0 0 0 0,1 0 0 0 0,-1-1 0 0 0,0 1 0 0 0,0 0 0 0 0,0 0 0 0 0,0-1 0 0 0,0 1 0 0 0,0 0 0 0 0,0-1 0 0 0,0 1 0 0 0,0-1 0 0 0,0 0 0 0 0,0 1 0 0 0,0-1 0 0 0,0 0 0 0 0,0 1 0 0 0,0-1 0 0 0,-1 0 0 0 0,1 0 0 0 0,0 0 0 0 0,-1 0 0 0 0,1 0 0 0 0,0 0 0 0 0,-1 0 0 0 0,1 0 0 0 0,-1 0 0 0 0,0 0 0 0 0,1 0 0 0 0,-1-1-1 0 0,3-7 108 0 0,-1 0 1 0 0,0 0-1 0 0,-1 0 0 0 0,1-12 0 0 0,-1 9-64 0 0,13-152 245 0 0,-10-222-1 0 0,-5 373-405 0 0,1-163-338 0 0,2 158-58 0 0,0 0-1 0 0,1 0 1 0 0,0 0 0 0 0,2 0-1 0 0,0 1 1 0 0,1 0 0 0 0,13-26-1 0 0,-4 18-6630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5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5529 0 0,'0'-2'517'0'0,"0"-1"-1"0"0,0 1 1 0 0,0 0 0 0 0,1-1-1 0 0,-1 1 1 0 0,1 0 0 0 0,-1-1-1 0 0,1 1 1 0 0,0 0-1 0 0,0 0 1 0 0,0 0 0 0 0,0 0-1 0 0,0 0 1 0 0,1 0 0 0 0,-1 0-1 0 0,0 0 1 0 0,1 1-1 0 0,0-1 1 0 0,1-1 0 0 0,0 0-142 0 0,1 1 0 0 0,-1 0 1 0 0,1 0-1 0 0,0 0 1 0 0,-1 0-1 0 0,1 1 0 0 0,0 0 1 0 0,0 0-1 0 0,0 0 0 0 0,5-1 1 0 0,1 1-740 0 0,0 0 0 0 0,0 1 1 0 0,0 0-1 0 0,0 1 0 0 0,0 0 0 0 0,0 0 1 0 0,17 6-1 0 0,-11-2-5875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6913 0 0,'10'-9'2124'0'0,"1"1"0"0"0,21-15-1 0 0,8 4-2510 0 0,-36 17-178 0 0,1 1 0 0 0,-1 0 0 0 0,1 0 1 0 0,-1 0-1 0 0,1 1 0 0 0,9-1 0 0 0,1 3-1579 0 0,1-1-22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8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98 303 5065 0 0,'-7'-1'557'0'0,"0"1"1"0"0,1 0-1 0 0,-1 0 0 0 0,-12 1 1 0 0,14 0-155 0 0,0 0-1 0 0,-1-1 1 0 0,1 0 0 0 0,-1 0 0 0 0,1-1 0 0 0,-1 1 0 0 0,-8-3-1 0 0,34-2 4864 0 0,32-7-4164 0 0,400-65 635 0 0,-263 50-633 0 0,244-5 1 0 0,-101 12-655 0 0,300-82 773 0 0,-589 93-1159 0 0,-40 9-60 0 0,18-5-27 0 0,-1 1 1 0 0,1 0 0 0 0,0 2 0 0 0,0 1-1 0 0,-1 0 1 0 0,29 4 0 0 0,-47-3-115 0 0,0 1 0 0 0,0-1 1 0 0,0 1-1 0 0,0 0 0 0 0,0-1 0 0 0,0 1 1 0 0,0 0-1 0 0,-1 0 0 0 0,1 0 0 0 0,0 1 0 0 0,-1-1 1 0 0,1 0-1 0 0,-1 1 0 0 0,1-1 0 0 0,-1 1 1 0 0,1-1-1 0 0,-1 1 0 0 0,0-1 0 0 0,0 1 1 0 0,0 0-1 0 0,0 0 0 0 0,0 0 0 0 0,0 0 0 0 0,-1-1 1 0 0,1 1-1 0 0,0 3 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0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34 5065 0 0,'-9'1'5301'0'0,"16"2"-2071"0"0,14 1-1776 0 0,1-4-283 0 0,0 0-1 0 0,0-2 1 0 0,1-1 0 0 0,-1-1-1 0 0,26-7 1 0 0,40-7-559 0 0,-76 16-1101 0 0,0 1 1 0 0,1 1-1 0 0,-1 0 1 0 0,0 0-1 0 0,15 3 1 0 0,-10 3-1890 0 0,-9-3 828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1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 1376 0 0,'-13'4'696'0'0,"7"-2"359"0"0,0-1 0 0 0,0 2 1 0 0,0-1-1 0 0,0 1 0 0 0,0 0 1 0 0,-8 6-1 0 0,12-7-719 0 0,0 0 0 0 0,0 0 0 0 0,0 0-1 0 0,1 0 1 0 0,-1 0 0 0 0,0 1 0 0 0,1-1 0 0 0,0 1 0 0 0,0-1 0 0 0,0 1 0 0 0,0-1 0 0 0,0 1 0 0 0,0 0-1 0 0,1 0 1 0 0,-1-1 0 0 0,1 1 0 0 0,0 0 0 0 0,0 0 0 0 0,0 3 0 0 0,0 3-61 0 0,0-1 0 0 0,1 1 0 0 0,0 0 0 0 0,1-1 0 0 0,0 1 1 0 0,0-1-1 0 0,1 0 0 0 0,0 0 0 0 0,0 0 0 0 0,1 0 0 0 0,0 0 0 0 0,0-1 1 0 0,1 0-1 0 0,0 1 0 0 0,0-2 0 0 0,10 11 0 0 0,-5-8-229 0 0,1 1 0 0 0,1-2 0 0 0,0 0 0 0 0,0 0 0 0 0,0-1 0 0 0,1-1 0 0 0,0 0 0 0 0,0-1 0 0 0,19 5 0 0 0,-27-9-18 0 0,-1 1 1 0 0,1-1 0 0 0,0 1-1 0 0,-1 0 1 0 0,1 0-1 0 0,-1 1 1 0 0,1-1-1 0 0,-1 1 1 0 0,0 0 0 0 0,0 0-1 0 0,3 4 1 0 0,-5-5-9 0 0,-1 0 0 0 0,1 0 0 0 0,-1 1-1 0 0,0-1 1 0 0,0 1 0 0 0,0 0 0 0 0,0-1 0 0 0,0 1 0 0 0,-1 0 0 0 0,1-1 0 0 0,-1 1 0 0 0,0 0 0 0 0,1-1 0 0 0,-1 1 0 0 0,0 0 0 0 0,-1 0 0 0 0,1-1 0 0 0,-1 1 0 0 0,1 0 0 0 0,-1 0-1 0 0,-1 2 1 0 0,-4 12-18 0 0,0 0 0 0 0,-2 0 0 0 0,0-1-1 0 0,-1 0 1 0 0,0 0 0 0 0,-1-1-1 0 0,-1-1 1 0 0,-1 0 0 0 0,0 0 0 0 0,0-1-1 0 0,-2 0 1 0 0,1-1 0 0 0,-2-1 0 0 0,1 0-1 0 0,-2-1 1 0 0,-16 8 0 0 0,20-13-1250 0 0,-1-1-3852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2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77 4609 0 0,'-1'-2'393'0'0,"1"0"-1"0"0,-1-1 1 0 0,1 1-1 0 0,-1-1 1 0 0,1 1 0 0 0,0-1-1 0 0,0 1 1 0 0,0-1 0 0 0,0 1-1 0 0,1-1 1 0 0,-1 1 0 0 0,0 0-1 0 0,1-1 1 0 0,0 1-1 0 0,0-1 1 0 0,0 1 0 0 0,0 0-1 0 0,1-3 1 0 0,-1 3-79 0 0,0 1-1 0 0,0-1 1 0 0,0 0 0 0 0,0 0-1 0 0,0 1 1 0 0,0-1-1 0 0,0 1 1 0 0,1-1 0 0 0,-1 1-1 0 0,1-1 1 0 0,-1 1 0 0 0,1 0-1 0 0,0 0 1 0 0,-1 0 0 0 0,1 0-1 0 0,0 0 1 0 0,0 0 0 0 0,0 0-1 0 0,-1 0 1 0 0,1 1-1 0 0,0-1 1 0 0,3 1 0 0 0,-3 0-269 0 0,0 0 1 0 0,-1 0-1 0 0,1 1 0 0 0,0-1 1 0 0,0 1-1 0 0,-1 0 0 0 0,1 0 1 0 0,0-1-1 0 0,-1 1 0 0 0,1 0 1 0 0,0 0-1 0 0,-1 0 1 0 0,0 1-1 0 0,1-1 0 0 0,-1 0 1 0 0,0 1-1 0 0,1-1 0 0 0,-1 0 1 0 0,0 1-1 0 0,0-1 1 0 0,0 1-1 0 0,0 0 0 0 0,0-1 1 0 0,-1 1-1 0 0,1 0 0 0 0,-1 0 1 0 0,1-1-1 0 0,-1 1 1 0 0,1 2-1 0 0,2 10 315 0 0,-1-1 0 0 0,0 0 1 0 0,0 15-1 0 0,-2-14-264 0 0,2 11-88 0 0,0 13 89 0 0,2 0-1 0 0,14 60 1 0 0,-16-89-82 0 0,1 1-1 0 0,0-1 1 0 0,1 0 0 0 0,-1 0 0 0 0,2 0 0 0 0,-1-1 0 0 0,1 0 0 0 0,1 1 0 0 0,-1-2 0 0 0,1 1-1 0 0,1-1 1 0 0,0 0 0 0 0,0 0 0 0 0,0-1 0 0 0,12 9 0 0 0,-14-13-6 0 0,-1 0 0 0 0,1 0 1 0 0,0 0-1 0 0,0-1 0 0 0,0 1 0 0 0,1-1 0 0 0,-1 0 1 0 0,0-1-1 0 0,0 1 0 0 0,1-1 0 0 0,-1 0 0 0 0,0-1 1 0 0,0 1-1 0 0,1-1 0 0 0,-1 0 0 0 0,0 0 1 0 0,0-1-1 0 0,7-2 0 0 0,10-5-660 0 0,0-1 0 0 0,35-22 0 0 0,-42 23-284 0 0,4-3-2140 0 0,-1-1 0 0 0,25-23-1 0 0,-34 28 1620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5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40 4145 0 0,'-5'-6'-826'0'0,"-6"-9"2428"0"0,-20-3 11276 0 0,30 18-12666 0 0,0 2 5 0 0,0-1 0 0 0,0 1-1 0 0,0-1 1 0 0,0 1 0 0 0,0-1 0 0 0,0 1 0 0 0,1-1 0 0 0,-1 1-1 0 0,0 0 1 0 0,1-1 0 0 0,0 1 0 0 0,-1 3 0 0 0,0 11 242 0 0,0-1 1 0 0,1 1 0 0 0,0 0-1 0 0,1-1 1 0 0,5 20-1 0 0,1 30 84 0 0,-6-25-610 0 0,10 143 278 0 0,-6-143-1714 0 0,1-1 0 0 0,20 64 1 0 0,-19-82-5709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4.7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19 1376 0 0,'-15'-19'19690'0'0,"9"29"-21739"0"0,-1 12-2735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8754 0 0,'-7'3'7238'0'0,"7"-2"-7037"0"0,-5 13 2684 0 0,2 14-2621 0 0,3-26-15 0 0,-8 63 197 0 0,2 109 0 0 0,7-155-641 0 0,0 0 0 0 0,1 0 0 0 0,1 0 0 0 0,1 0 0 0 0,1 0 0 0 0,0-1 0 0 0,2 0 0 0 0,0 0 0 0 0,1 0 1 0 0,11 19-1 0 0,-8-23-608 0 0,1 0 1 0 0,0-1-1 0 0,1 0 1 0 0,0-1 0 0 0,1-1-1 0 0,17 12 1 0 0,-20-15-406 0 0,-2-2 744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4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29 271 5065 0 0,'-3'2'337'0'0,"1"0"0"0"0,0 0 0 0 0,-1 1 0 0 0,1-1 0 0 0,0 1 0 0 0,0-1 0 0 0,1 1 0 0 0,-1 0 0 0 0,0 0 0 0 0,1 0 0 0 0,0 0 1 0 0,0 0-1 0 0,0 0 0 0 0,0 0 0 0 0,0 0 0 0 0,0 0 0 0 0,1 0 0 0 0,0 1 0 0 0,-1-1 0 0 0,1 0 0 0 0,1 5 0 0 0,0 3 270 0 0,0 0 0 0 0,0 0 0 0 0,2 0 0 0 0,5 18 0 0 0,-2-12-298 0 0,1 1-1 0 0,1-1 0 0 0,1 0 1 0 0,0 0-1 0 0,1-1 1 0 0,20 25-1 0 0,-25-36-284 0 0,0 1 1 0 0,0-1-1 0 0,1-1 1 0 0,0 1-1 0 0,0-1 1 0 0,0 0-1 0 0,0 0 1 0 0,14 6-1 0 0,-16-9 4 0 0,0 1 0 0 0,0-1 0 0 0,1 0 0 0 0,-1-1 0 0 0,1 1 0 0 0,-1-1 0 0 0,0 1 0 0 0,1-2 0 0 0,-1 1 0 0 0,1 0 0 0 0,-1-1 0 0 0,1 0-1 0 0,-1 0 1 0 0,0 0 0 0 0,8-3 0 0 0,-6 1 82 0 0,-1 1 1 0 0,0-1-1 0 0,0 0 0 0 0,0 0 0 0 0,0-1 1 0 0,-1 1-1 0 0,0-1 0 0 0,1 0 0 0 0,-1 0 1 0 0,-1-1-1 0 0,1 1 0 0 0,0-1 0 0 0,2-5 1 0 0,-1 1 27 0 0,-1 1 1 0 0,-1-1 0 0 0,1 0-1 0 0,-2 0 1 0 0,1 0 0 0 0,-1-1-1 0 0,1-11 1 0 0,-1-10 192 0 0,-2 0-1 0 0,-1 0 1 0 0,-8-55 0 0 0,4 52-196 0 0,-1-1 0 0 0,-15-45 0 0 0,18 70-239 0 0,0 1 1 0 0,0 0-1 0 0,-1 1 1 0 0,-1-1 0 0 0,0 1-1 0 0,0 0 1 0 0,0 0-1 0 0,-1 0 1 0 0,0 1 0 0 0,0-1-1 0 0,-1 2 1 0 0,0-1-1 0 0,-15-10 1 0 0,7 10-1822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0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4145 0 0,'11'12'16717'0'0,"4"16"-13667"0"0,4 17-5621 0 0,-13-29 4106 0 0,20 62-1378 0 0,-8-19-228 0 0,3 0 0 0 0,3-2 0 0 0,46 83 0 0 0,-70-140 79 0 0,0 1 0 0 0,0-1-1 0 0,0 0 1 0 0,0 1 0 0 0,0-1 0 0 0,1 0 0 0 0,-1 1 0 0 0,0-1-1 0 0,0 0 1 0 0,0 1 0 0 0,1-1 0 0 0,-1 0 0 0 0,0 1 0 0 0,0-1-1 0 0,1 0 1 0 0,-1 0 0 0 0,0 0 0 0 0,1 1 0 0 0,-1-1-1 0 0,0 0 1 0 0,1 0 0 0 0,-1 0 0 0 0,1 0 0 0 0,-1 1 0 0 0,0-1-1 0 0,1 0 1 0 0,-1 0 0 0 0,0 0 0 0 0,1 0 0 0 0,-1 0 0 0 0,1 0-1 0 0,-1 0 1 0 0,0 0 0 0 0,1 0 0 0 0,-1 0 0 0 0,0-1 0 0 0,1 1-1 0 0,-1 0 1 0 0,1 0 0 0 0,-1 0 0 0 0,0 0 0 0 0,1 0 0 0 0,-1-1-1 0 0,0 1 1 0 0,1 0 0 0 0,-1 0 0 0 0,0-1 0 0 0,0 1 0 0 0,1 0-1 0 0,-1 0 1 0 0,0-1 0 0 0,0 1 0 0 0,1 0 0 0 0,-1-1 0 0 0,0 1-1 0 0,0 0 1 0 0,0-1 0 0 0,0 1 0 0 0,1 0 0 0 0,-1-1 0 0 0,0 1-1 0 0,0-1 1 0 0,0 1 0 0 0,0 0 0 0 0,0-1 0 0 0,0 1 0 0 0,0 0-1 0 0,0-1 1 0 0,0 0 0 0 0,8-35 255 0 0,-7 30-234 0 0,22-230 386 0 0,-13 88-2686 0 0,-6 107-5547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0 15667 0 0,'-2'2'54'0'0,"-11"27"1942"0"0,12-28-1910 0 0,1 0 1 0 0,0 0 0 0 0,0 0 0 0 0,0-1 0 0 0,0 1 0 0 0,0 0 0 0 0,0 0 0 0 0,1-1 0 0 0,-1 1 0 0 0,0 0 0 0 0,0 0 0 0 0,0-1 0 0 0,1 1 0 0 0,-1 0 0 0 0,0-1 0 0 0,1 1 0 0 0,-1 0 0 0 0,1-1 0 0 0,-1 1 0 0 0,1-1 0 0 0,-1 1 0 0 0,1 0 0 0 0,-1-1 0 0 0,1 1 0 0 0,-1-1-1 0 0,1 0 1 0 0,0 1 0 0 0,-1-1 0 0 0,1 1 0 0 0,0-1 0 0 0,-1 0 0 0 0,1 0 0 0 0,0 1 0 0 0,-1-1 0 0 0,1 0 0 0 0,0 0 0 0 0,0 0 0 0 0,-1 0 0 0 0,1 0 0 0 0,1 0 0 0 0,-1 0-33 0 0,1 0 0 0 0,-1 0 1 0 0,0 0-1 0 0,0 0 0 0 0,1-1 1 0 0,-1 1-1 0 0,0-1 0 0 0,0 1 0 0 0,0-1 1 0 0,1 1-1 0 0,-1-1 0 0 0,0 1 1 0 0,0-1-1 0 0,0 0 0 0 0,0 0 0 0 0,0 0 1 0 0,0 0-1 0 0,1-1 0 0 0,-1 0-243 0 0,0 1 0 0 0,0 0-1 0 0,0 0 1 0 0,0 0-1 0 0,1 0 1 0 0,-1 0-1 0 0,0 0 1 0 0,1 0 0 0 0,-1 1-1 0 0,0-1 1 0 0,1 0-1 0 0,-1 1 1 0 0,1-1 0 0 0,-1 1-1 0 0,1 0 1 0 0,-1-1-1 0 0,1 1 1 0 0,2 0 0 0 0,4 1-1021 0 0,0 1-92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50 11058 0 0,'2'3'1664'0'0,"-1"-3"-1588"0"0,-1 0-1 0 0,0 0 1 0 0,0 0-1 0 0,0 0 1 0 0,1 0 0 0 0,-1 0-1 0 0,0 0 1 0 0,0 0 0 0 0,2-1 831 0 0,-1 1-831 0 0,15-7 1199 0 0,19-13-2841 0 0,-32 19 1077 0 0,47-19-2091 0 0,-41 17 2580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133 386 2761 0 0,'-4'0'417'0'0,"0"0"0"0"0,0-1 1 0 0,0 0-1 0 0,0 0 1 0 0,0-1-1 0 0,0 1 0 0 0,0-1 1 0 0,0 1-1 0 0,1-1 1 0 0,-1 0-1 0 0,-5-5 1 0 0,-32-30 4711 0 0,38 33-4827 0 0,1 0 0 0 0,0 0 0 0 0,0 0 0 0 0,0 0 0 0 0,0 0 0 0 0,1 0-1 0 0,-1 0 1 0 0,1 0 0 0 0,0-1 0 0 0,1 1 0 0 0,-1 0 0 0 0,1-1 0 0 0,0 1 0 0 0,0-1 0 0 0,0 1 0 0 0,0-1 0 0 0,1 1 0 0 0,0 0 0 0 0,0-1 0 0 0,2-5 0 0 0,1-2-8 0 0,0-1-1 0 0,1 2 1 0 0,0-1 0 0 0,1 1-1 0 0,13-20 1 0 0,-7 14-147 0 0,1 1 1 0 0,1 1-1 0 0,0 0 1 0 0,26-20-1 0 0,-34 29-142 0 0,1 1 1 0 0,0 1-1 0 0,0-1 1 0 0,0 1-1 0 0,0 1 1 0 0,1-1-1 0 0,0 1 1 0 0,-1 1-1 0 0,1-1 0 0 0,0 1 1 0 0,0 1-1 0 0,1-1 1 0 0,-1 2-1 0 0,11-1 1 0 0,-16 1-26 0 0,-1 1 1 0 0,1-1 0 0 0,0 1-1 0 0,0 0 1 0 0,-1 0-1 0 0,1 0 1 0 0,0 0 0 0 0,-1 1-1 0 0,1-1 1 0 0,-1 1-1 0 0,0-1 1 0 0,1 1 0 0 0,-1 0-1 0 0,0 0 1 0 0,0 0 0 0 0,0 0-1 0 0,0 0 1 0 0,0 1-1 0 0,-1-1 1 0 0,1 0 0 0 0,-1 1-1 0 0,0 0 1 0 0,1-1 0 0 0,-1 1-1 0 0,0 0 1 0 0,0-1-1 0 0,-1 1 1 0 0,2 5 0 0 0,1 8-234 0 0,-1 0 1 0 0,0 0 0 0 0,-1 28-1 0 0,-1-42 224 0 0,-4 44-314 0 0,-1-1-1 0 0,-2 0 1 0 0,-3-1 0 0 0,-14 44-1 0 0,1-2 42 0 0,17-62 177 0 0,-3 9-215 0 0,-6 51 1 0 0,14-75 298 0 0,1 0 0 0 0,0 0 0 0 0,0 0 1 0 0,0 1-1 0 0,1-1 0 0 0,0-1 0 0 0,1 1 0 0 0,0 0 0 0 0,1 0 0 0 0,6 14 1 0 0,-8-20 60 0 0,0 0 0 0 0,1 0 0 0 0,0 0 0 0 0,0 0 0 0 0,0-1 0 0 0,0 1 1 0 0,0-1-1 0 0,0 1 0 0 0,1-1 0 0 0,-1 0 0 0 0,1 0 0 0 0,-1 0 0 0 0,1 0 0 0 0,0-1 1 0 0,0 1-1 0 0,0-1 0 0 0,0 1 0 0 0,5 0 0 0 0,-4-1 106 0 0,1 0 1 0 0,0-1-1 0 0,-1 0 1 0 0,1 0-1 0 0,0 0 0 0 0,-1 0 1 0 0,1-1-1 0 0,-1 0 0 0 0,1 0 1 0 0,-1 0-1 0 0,9-3 1 0 0,-2-1 154 0 0,0-1 1 0 0,-1 0 0 0 0,1 0-1 0 0,-1-1 1 0 0,-1 0 0 0 0,1 0-1 0 0,-1-1 1 0 0,0-1 0 0 0,8-10-1 0 0,-12 13-214 0 0,-1-1-1 0 0,1 1 0 0 0,-1-1 0 0 0,-1 0 1 0 0,1-1-1 0 0,-1 1 0 0 0,0 0 0 0 0,-1-1 1 0 0,0 0-1 0 0,0 1 0 0 0,-1-1 0 0 0,1 0 1 0 0,-2 0-1 0 0,1-13 0 0 0,-2 16-36 0 0,1 0 0 0 0,-1 0-1 0 0,0 0 1 0 0,-1 0 0 0 0,1 1 0 0 0,-1-1 0 0 0,0 1 0 0 0,0-1-1 0 0,0 1 1 0 0,0 0 0 0 0,-1-1 0 0 0,0 1 0 0 0,0 0-1 0 0,0 1 1 0 0,0-1 0 0 0,-1 1 0 0 0,1-1 0 0 0,-1 1-1 0 0,0 0 1 0 0,0 0 0 0 0,0 1 0 0 0,0-1 0 0 0,0 1 0 0 0,-9-4-1 0 0,-15-3 15 0 0,-1 2 0 0 0,0 0-1 0 0,0 2 1 0 0,-57-3-1 0 0,61 7-583 0 0,-1-1 0 0 0,1-1-1 0 0,-1-1 1 0 0,1-1 0 0 0,0-1-1 0 0,1-2 1 0 0,-31-13-1 0 0,36 11-6497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86 398 6449 0 0,'-15'-23'2226'0'0,"1"-1"0"0"0,1-1 0 0 0,1 0-1 0 0,-15-46 1 0 0,26 68-1960 0 0,-3-16 833 0 0,16 30 648 0 0,15 31 584 0 0,-13-19-2333 0 0,107 162-77 0 0,-101-159 68 0 0,1 0 1 0 0,1-1-1 0 0,1-2 1 0 0,42 34 0 0 0,-64-56 23 0 0,-1 0-1 0 0,1-1 1 0 0,0 1 0 0 0,0 0 0 0 0,0-1 0 0 0,0 1 0 0 0,0-1 0 0 0,0 1 0 0 0,0-1 0 0 0,0 0 0 0 0,0 1 0 0 0,0-1 0 0 0,0 0 0 0 0,0 0 0 0 0,1 0 0 0 0,0 1 0 0 0,-1-2 5 0 0,-1 1 1 0 0,1 0-1 0 0,-1 0 0 0 0,1-1 1 0 0,-1 1-1 0 0,1 0 0 0 0,-1 0 1 0 0,0-1-1 0 0,1 1 0 0 0,-1-1 1 0 0,1 1-1 0 0,-1 0 0 0 0,0-1 1 0 0,1 1-1 0 0,-1-1 0 0 0,0 1 1 0 0,0-1-1 0 0,1 1 0 0 0,-1-1 1 0 0,0 1-1 0 0,0-1 0 0 0,0 1 1 0 0,1-2-1 0 0,0-4 175 0 0,-1 0 1 0 0,1 0-1 0 0,-1-1 1 0 0,-2-10 0 0 0,1 1 31 0 0,3-27 50 0 0,1-1 0 0 0,3 0 0 0 0,10-43 0 0 0,42-126-1334 0 0,-36 139 233 0 0,-11 43 347 0 0,1 2-1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1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130 593 6913 0 0,'-3'-2'158'0'0,"-1"0"-1"0"0,1 0 0 0 0,0 0 1 0 0,-1 0-1 0 0,1-1 0 0 0,1 1 1 0 0,-1-1-1 0 0,-5-5 0 0 0,4 3 655 0 0,-4-4 201 0 0,-1 0 1 0 0,2-1-1 0 0,-1-1 0 0 0,1 1 1 0 0,1-1-1 0 0,-9-20 1 0 0,8 14-307 0 0,1 0 0 0 0,1 0 0 0 0,1-1 0 0 0,-3-26 0 0 0,5 26-499 0 0,0 0 0 0 0,2-1 0 0 0,0 1 1 0 0,2-1-1 0 0,0 1 0 0 0,0-1 1 0 0,2 1-1 0 0,0 0 0 0 0,2 1 0 0 0,8-23 1 0 0,-8 29-171 0 0,0 0-1 0 0,0 0 1 0 0,1 1 0 0 0,0 0 0 0 0,1 0 0 0 0,0 1-1 0 0,1 0 1 0 0,16-13 0 0 0,-21 18-37 0 0,1 1-1 0 0,0 0 1 0 0,-1-1 0 0 0,2 2 0 0 0,-1-1-1 0 0,0 0 1 0 0,1 1 0 0 0,-1 0 0 0 0,1 1-1 0 0,-1-1 1 0 0,1 1 0 0 0,0 0 0 0 0,0 0 0 0 0,-1 1-1 0 0,1-1 1 0 0,0 1 0 0 0,0 1 0 0 0,0-1-1 0 0,0 1 1 0 0,7 2 0 0 0,-9-1-21 0 0,0 0 0 0 0,0 0 0 0 0,0 1 0 0 0,0-1 0 0 0,-1 1-1 0 0,0 0 1 0 0,1 0 0 0 0,-1 0 0 0 0,0 0 0 0 0,0 0 0 0 0,-1 1 0 0 0,1 0 0 0 0,-1-1 0 0 0,1 1 0 0 0,-1 0 0 0 0,0 0 0 0 0,-1 0 0 0 0,1 0 0 0 0,-1 0 0 0 0,2 9 0 0 0,2 8-151 0 0,-2 1 1 0 0,3 39 0 0 0,-1 59-381 0 0,6-1 1 0 0,29 132 0 0 0,-38-242 511 0 0,0-1 0 0 0,1 0 1 0 0,0-1-1 0 0,0 1 0 0 0,1 0 1 0 0,0-1-1 0 0,6 8 0 0 0,-9-13 4 0 0,0 0-1 0 0,0-1 0 0 0,1 1 1 0 0,-1-1-1 0 0,0 1 0 0 0,1-1 1 0 0,0 1-1 0 0,-1-1 1 0 0,1 0-1 0 0,-1 0 0 0 0,1 0 1 0 0,0 0-1 0 0,0 0 0 0 0,0 0 1 0 0,0 0-1 0 0,0-1 1 0 0,0 1-1 0 0,0-1 0 0 0,0 1 1 0 0,0-1-1 0 0,0 0 0 0 0,0 0 1 0 0,0 0-1 0 0,0 0 1 0 0,0 0-1 0 0,0 0 0 0 0,0-1 1 0 0,0 1-1 0 0,0-1 0 0 0,0 1 1 0 0,0-1-1 0 0,0 0 1 0 0,-1 0-1 0 0,4-1 0 0 0,5-4 175 0 0,-1-1-1 0 0,1 0 1 0 0,-2 0 0 0 0,1-1-1 0 0,-1 0 1 0 0,0 0-1 0 0,-1-1 1 0 0,0 0-1 0 0,0-1 1 0 0,-1 1 0 0 0,0-1-1 0 0,-1 0 1 0 0,0-1-1 0 0,0 1 1 0 0,-1-1-1 0 0,-1 0 1 0 0,0 0 0 0 0,0 0-1 0 0,-1-1 1 0 0,-1 1-1 0 0,0-1 1 0 0,0 1 0 0 0,-1 0-1 0 0,0-1 1 0 0,-1 1-1 0 0,-1-1 1 0 0,0 1-1 0 0,0 0 1 0 0,-1 0 0 0 0,0 0-1 0 0,-1 0 1 0 0,-1 0-1 0 0,-9-17 1 0 0,10 21-93 0 0,1 1 0 0 0,-1 0 0 0 0,-1 0 0 0 0,1 1 0 0 0,-1-1 0 0 0,0 1 0 0 0,0 0 0 0 0,-1 0 0 0 0,1 1 0 0 0,-1-1 0 0 0,0 1 0 0 0,-1 1 0 0 0,1-1 0 0 0,-7-2 0 0 0,3 3-29 0 0,-1 0 0 0 0,1 0 0 0 0,-1 1 0 0 0,0 1 0 0 0,0 0 0 0 0,1 0 0 0 0,-1 1 0 0 0,-19 2 0 0 0,1 1-222 0 0,1 2 1 0 0,0 1 0 0 0,-41 14-1 0 0,43-10-2142 0 0,-43 22 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2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42 375 7834 0 0,'-1'0'33'0'0,"-40"-1"13593"0"0,51 6-13536 0 0,-1 0 0 0 0,0 0 0 0 0,0 0 0 0 0,0 1 0 0 0,-1 1 0 0 0,0-1 0 0 0,0 1 0 0 0,13 15 0 0 0,-9-9-57 0 0,1 0-1 0 0,26 18 1 0 0,-27-23 13 0 0,1 1 0 0 0,0-2 1 0 0,1 0-1 0 0,0 0 0 0 0,0-1 1 0 0,0-1-1 0 0,1-1 0 0 0,0 0 1 0 0,0 0-1 0 0,23 1 0 0 0,-43-60 1524 0 0,4 27-1450 0 0,-1-1-1 0 0,-2 1 1 0 0,-1 0 0 0 0,-1 0 0 0 0,-1 0 0 0 0,-2 0-1 0 0,-1 1 1 0 0,0 1 0 0 0,-2 0 0 0 0,-17-27 0 0 0,21 42-387 0 0,1-1 1 0 0,1-1 0 0 0,0 1 0 0 0,1-1-1 0 0,0 0 1 0 0,1 0 0 0 0,0 0 0 0 0,1-1-1 0 0,1 0 1 0 0,-1-14 0 0 0,3 4-7992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8.6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7 142 6449 0 0,'-1'-5'-70'0'0,"-4"-60"1881"0"0,5 58-791 0 0,0 0-1 0 0,1 0 0 0 0,-1 0 0 0 0,2 0 0 0 0,-1 0 0 0 0,1 1 0 0 0,3-9 0 0 0,-5 14-937 0 0,0 1-1 0 0,0-1 1 0 0,0 1-1 0 0,0 0 1 0 0,0-1-1 0 0,0 1 1 0 0,0 0-1 0 0,1-1 1 0 0,-1 1-1 0 0,0 0 0 0 0,0-1 1 0 0,0 1-1 0 0,1 0 1 0 0,-1-1-1 0 0,0 1 1 0 0,0 0-1 0 0,1-1 1 0 0,-1 1-1 0 0,0 0 0 0 0,0 0 1 0 0,1 0-1 0 0,-1-1 1 0 0,0 1-1 0 0,1 0 1 0 0,-1 0-1 0 0,0 0 1 0 0,1 0-1 0 0,-1-1 1 0 0,1 1-1 0 0,-1 0 0 0 0,0 0 1 0 0,1 0-1 0 0,-1 0 1 0 0,0 0-1 0 0,1 0 1 0 0,-1 0-1 0 0,1 0 1 0 0,-1 0-1 0 0,0 0 0 0 0,1 0 1 0 0,10 15 1265 0 0,2 22-678 0 0,-4 34-297 0 0,0 136 0 0 0,-8-111-277 0 0,46 628 72 0 0,-13-277-22 0 0,44 302 386 0 0,-67-649-87 0 0,-6 195 0 0 0,-4-262-1205 0 0,1-1 0 0 0,9 46-1 0 0,-9-64-33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243 165 3225 0 0,'-145'21'3296'0'0,"48"-16"7283"0"0,115-9-7804 0 0,391-48 202 0 0,-32 43-2275 0 0,-35 2-326 0 0,-266 2-288 0 0,0-4 0 0 0,110-28 0 0 0,-104 13-46 0 0,-55 14-69 0 0,0 1 1 0 0,1 2-1 0 0,-1 1 0 0 0,2 1 0 0 0,29-1 1 0 0,-57 6-2 0 0,0 0 1 0 0,1-1-1 0 0,-1 1 1 0 0,0 0-1 0 0,1 0 1 0 0,-1 1-1 0 0,0-1 1 0 0,1 0-1 0 0,-1 0 1 0 0,0 1-1 0 0,1-1 1 0 0,-1 0-1 0 0,0 1 1 0 0,0 0-1 0 0,1-1 1 0 0,-1 1-1 0 0,0 0 1 0 0,0-1-1 0 0,0 1 1 0 0,0 0-1 0 0,0 0 1 0 0,0 0-1 0 0,0 0 1 0 0,0 0-1 0 0,0 0 0 0 0,-1 0 1 0 0,1 0-1 0 0,0 1 1 0 0,-1-1-1 0 0,1 0 1 0 0,0 0-1 0 0,-1 0 1 0 0,0 1-1 0 0,1-1 1 0 0,-1 0-1 0 0,0 1 1 0 0,0-1-1 0 0,0 0 1 0 0,1 1-1 0 0,-1-1 1 0 0,-1 3-1 0 0,0 4-667 0 0,-1 1 0 0 0,1 0 1 0 0,-2-1-1 0 0,1 0 0 0 0,-6 11 0 0 0,6-14-33 0 0,-6 16-5949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4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65 5985 0 0,'30'-15'8723'0'0,"26"-8"-4116"0"0,-30 16-3831 0 0,0 1 1 0 0,0 1-1 0 0,40-2 1 0 0,-30 5-925 0 0,-1 2 1 0 0,0 2-1 0 0,1 1 1 0 0,45 10-1 0 0,-5 9-1747 0 0,-45-11-4015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7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0 920 0 0,'-1'0'598'0'0,"-1"0"1"0"0,0 1-1 0 0,1-1 0 0 0,-1 0 0 0 0,0 0 0 0 0,1 1 1 0 0,-1-1-1 0 0,1 1 0 0 0,-12 7 4786 0 0,11-6-4786 0 0,0 1-110 0 0,0 0 0 0 0,0 0-1 0 0,0 0 1 0 0,0 0 0 0 0,0 1 0 0 0,1-1-1 0 0,0 0 1 0 0,-1 5 0 0 0,-2 6-247 0 0,2 1-1 0 0,0 0 1 0 0,0 17 0 0 0,1-19 621 0 0,0 305 2359 0 0,2-76-2410 0 0,8 525-1813 0 0,-7-725 467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0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39 3225 0 0,'-15'3'-255'0'0,"9"-2"1275"0"0,-1 1-1 0 0,1-1 1 0 0,-1 1-1 0 0,1 0 1 0 0,0 0-1 0 0,0 1 1 0 0,0 0-1 0 0,1 0 0 0 0,-1 0 1 0 0,-5 5-1 0 0,24-7 2120 0 0,19 5-2563 0 0,-29-6-312 0 0,55 10 510 0 0,-1-3 1 0 0,60 0 0 0 0,119-11 152 0 0,-78 0-446 0 0,948-45 666 0 0,-909 37-1056 0 0,101 0 150 0 0,55-4 227 0 0,-277 11-343 0 0,120 7-1 0 0,-167 1-236 0 0,0 0 0 0 0,0 3 0 0 0,-1 0 0 0 0,1 1 0 0 0,-1 2 1 0 0,-1 1-1 0 0,33 17 0 0 0,-45-19-162 0 0,15 8-847 0 0,-9-11-3071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1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19 10594 0 0,'-35'-8'1382'0'0,"3"-1"745"0"0,10 7 3670 0 0,27 45-3659 0 0,7 331-1507 0 0,4 37-615 0 0,-4-321-201 0 0,8 87 386 0 0,-19-150-825 0 0,-1 0-1 0 0,-1-1 1 0 0,-1 1-1 0 0,-9 40 1 0 0,-6-22-2549 0 0,14-39 2733 0 0,0 0-1 0 0,1 0 1 0 0,-1 1-1 0 0,1-1 0 0 0,0 1 1 0 0,1-1-1 0 0,0 1 1 0 0,0-1-1 0 0,0 1 1 0 0,1 0-1 0 0,0 8 1 0 0,2-9 386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 4145 0 0,'-8'3'741'0'0,"1"1"-1"0"0,-1 0 1 0 0,1 1 0 0 0,0 0-1 0 0,1 0 1 0 0,-1 0 0 0 0,1 1 0 0 0,-11 12-1 0 0,-2 1 1364 0 0,16-17-1890 0 0,1 0 1 0 0,0 0 0 0 0,0 0-1 0 0,0 0 1 0 0,0 0 0 0 0,1 0-1 0 0,-1 1 1 0 0,1-1-1 0 0,-1 0 1 0 0,1 1 0 0 0,0-1-1 0 0,-1 1 1 0 0,0 4 0 0 0,2-5-133 0 0,0-1 0 0 0,1 1 0 0 0,-1-1 1 0 0,1 1-1 0 0,-1-1 0 0 0,1 1 1 0 0,-1-1-1 0 0,1 0 0 0 0,0 1 0 0 0,-1-1 1 0 0,1 0-1 0 0,0 1 0 0 0,0-1 1 0 0,0 0-1 0 0,0 0 0 0 0,0 0 0 0 0,1 0 1 0 0,-1 0-1 0 0,0 0 0 0 0,0 0 1 0 0,1 0-1 0 0,-1-1 0 0 0,0 1 0 0 0,1 0 1 0 0,-1-1-1 0 0,2 1 0 0 0,14 6-61 0 0,-1 0-1 0 0,1-1 1 0 0,0-1-1 0 0,0-1 1 0 0,20 3-1 0 0,91 4 73 0 0,-42-5-70 0 0,-86-6-24 0 0,1 0 0 0 0,-1 0 0 0 0,1 0 0 0 0,0 0 1 0 0,-1 0-1 0 0,1 0 0 0 0,-1 0 0 0 0,1 0 0 0 0,0 0 0 0 0,-1 1 0 0 0,1-1 1 0 0,-1 0-1 0 0,1 0 0 0 0,-1 1 0 0 0,1-1 0 0 0,-1 0 0 0 0,1 1 0 0 0,-1-1 1 0 0,1 0-1 0 0,-1 1 0 0 0,1-1 0 0 0,-1 1 0 0 0,1-1 0 0 0,-1 1 0 0 0,0-1 1 0 0,1 1-1 0 0,-1-1 0 0 0,0 1 0 0 0,0-1 0 0 0,1 2 0 0 0,-1-1-3 0 0,0 0-1 0 0,0 1 0 0 0,-1-1 1 0 0,1 0-1 0 0,0 1 1 0 0,0-1-1 0 0,-1 0 0 0 0,1 0 1 0 0,-1 1-1 0 0,1-1 0 0 0,-1 0 1 0 0,0 0-1 0 0,-1 2 1 0 0,-30 33-151 0 0,30-33 138 0 0,-51 46-485 0 0,31-30 362 0 0,1 1 0 0 0,1 1 0 0 0,-28 37-1 0 0,48-57 143 0 0,-1-1 1 0 0,1 1-1 0 0,-1-1 0 0 0,1 1 0 0 0,-1 0 0 0 0,1-1 0 0 0,0 1 0 0 0,-1 0 0 0 0,1 0 0 0 0,0-1 0 0 0,0 1 0 0 0,-1 0 1 0 0,1 0-1 0 0,0-1 0 0 0,0 1 0 0 0,0 0 0 0 0,0 0 0 0 0,0-1 0 0 0,0 1 0 0 0,0 0 0 0 0,0 0 0 0 0,0-1 1 0 0,0 1-1 0 0,1 0 0 0 0,-1 0 0 0 0,0-1 0 0 0,1 1 0 0 0,-1 0 0 0 0,0 0 0 0 0,1 0 0 0 0,1 1-16 0 0,-1-1 0 0 0,1 0 0 0 0,0 0 0 0 0,-1 0 0 0 0,1 0 0 0 0,0-1 0 0 0,-1 1 0 0 0,1 0 0 0 0,0-1 0 0 0,0 1 0 0 0,-1-1 0 0 0,4 0 0 0 0,5 1 3 0 0,1 0 0 0 0,-1-1-1 0 0,18-2 1 0 0,-24 1 89 0 0,10-1 130 0 0,0 0-1 0 0,1 1 1 0 0,-1 1-1 0 0,0 0 1 0 0,16 2-1 0 0,-28-2-187 0 0,1 1-1 0 0,-1-1 1 0 0,0 1 0 0 0,1 0 0 0 0,-1-1-1 0 0,0 1 1 0 0,0 0 0 0 0,0 1 0 0 0,1-1 0 0 0,-1 0-1 0 0,0 1 1 0 0,-1-1 0 0 0,1 1 0 0 0,0-1-1 0 0,3 5 1 0 0,-4-4-20 0 0,0 0-1 0 0,0 0 1 0 0,0 1 0 0 0,-1-1 0 0 0,1 0-1 0 0,0 1 1 0 0,-1-1 0 0 0,0 1-1 0 0,1-1 1 0 0,-1 1 0 0 0,0-1 0 0 0,0 1-1 0 0,-1-1 1 0 0,1 1 0 0 0,0-1-1 0 0,-1 0 1 0 0,1 1 0 0 0,-1-1 0 0 0,-1 3-1 0 0,-5 11-59 0 0,-1 1 0 0 0,0-2-1 0 0,-1 1 1 0 0,-1-1 0 0 0,0 0-1 0 0,-1-1 1 0 0,-17 16 0 0 0,11-10-689 0 0,0 1-1 0 0,-16 26 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7802 0 0,'0'1'177'0'0,"1"0"1"0"0,-1 0 0 0 0,1 0 0 0 0,-1 0 0 0 0,0 0 0 0 0,1 0-1 0 0,-1 0 1 0 0,0 0 0 0 0,0 0 0 0 0,0 1 0 0 0,0-1 0 0 0,0 0-1 0 0,0 0 1 0 0,0 0 0 0 0,0 0 0 0 0,0 0 0 0 0,0 0 0 0 0,-1 2-1 0 0,1-1 167 0 0,1 29 2301 0 0,2 1 0 0 0,8 34 0 0 0,2 7-1292 0 0,15 114-204 0 0,8 75-829 0 0,-8 267-178 0 0,-29-495-909 0 0,-9 66 0 0 0,9-97 624 0 0,-1 15-783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0 10594 0 0,'-18'15'2031'0'0,"15"-13"-1493"0"0,1-1 1 0 0,0 1-1 0 0,-1 0 0 0 0,1 0 1 0 0,0 0-1 0 0,0 0 1 0 0,0 0-1 0 0,1 0 1 0 0,-4 5-1 0 0,47-9 1981 0 0,-29 0-2410 0 0,0 2-1 0 0,-1-1 0 0 0,1 1 0 0 0,0 1 1 0 0,-1 0-1 0 0,16 4 0 0 0,-20-3-103 0 0,-1 0 0 0 0,0 0 0 0 0,0 0-1 0 0,0 1 1 0 0,0 0 0 0 0,-1 0 0 0 0,1 1 0 0 0,-1 0-1 0 0,0 0 1 0 0,0 0 0 0 0,0 1 0 0 0,5 5 0 0 0,-10-8-18 0 0,1 0 1 0 0,-1-1 0 0 0,-1 1 0 0 0,1 0 0 0 0,0-1 0 0 0,0 1 0 0 0,-1 0-1 0 0,1 0 1 0 0,-1 0 0 0 0,1 0 0 0 0,-1 0 0 0 0,0 0 0 0 0,0 0 0 0 0,0-1-1 0 0,0 1 1 0 0,0 0 0 0 0,0 0 0 0 0,0 0 0 0 0,-1 0 0 0 0,1 0 0 0 0,-1 0-1 0 0,1 0 1 0 0,-1-1 0 0 0,0 1 0 0 0,0 0 0 0 0,0 0 0 0 0,-1 2 0 0 0,-5 6-104 0 0,0 1 0 0 0,-1-1 0 0 0,-10 11 0 0 0,3-4-57 0 0,-26 29-234 0 0,31-37 311 0 0,0 1 1 0 0,1 0-1 0 0,0 0 1 0 0,1 1-1 0 0,0 0 1 0 0,1 0-1 0 0,0 1 0 0 0,1 0 1 0 0,-6 15-1 0 0,12-25 105 0 0,-1-1 0 0 0,1 1 0 0 0,0-1-1 0 0,0 1 1 0 0,-1-1 0 0 0,1 1 0 0 0,0-1 0 0 0,0 1-1 0 0,1-1 1 0 0,-1 1 0 0 0,0 0 0 0 0,0-1-1 0 0,1 1 1 0 0,-1-1 0 0 0,1 1 0 0 0,-1-1 0 0 0,1 0-1 0 0,0 1 1 0 0,0-1 0 0 0,-1 0 0 0 0,1 1-1 0 0,0-1 1 0 0,0 0 0 0 0,0 0 0 0 0,0 0-1 0 0,1 0 1 0 0,-1 0 0 0 0,0 0 0 0 0,0 0 0 0 0,1 0-1 0 0,-1 0 1 0 0,0 0 0 0 0,1-1 0 0 0,-1 1-1 0 0,1-1 1 0 0,-1 1 0 0 0,1-1 0 0 0,-1 1 0 0 0,3-1-1 0 0,8 2 77 0 0,1 0 0 0 0,-1-1 0 0 0,1 0 0 0 0,14-2 0 0 0,1 1-28 0 0,-21 0-42 0 0,-1 1 1 0 0,1 0-1 0 0,0 0 0 0 0,-1 0 1 0 0,1 1-1 0 0,-1 0 1 0 0,9 4-1 0 0,-13-5-8 0 0,0 0-1 0 0,-1 0 1 0 0,1 0 0 0 0,-1 0-1 0 0,1 1 1 0 0,-1-1-1 0 0,0 0 1 0 0,1 1-1 0 0,-1-1 1 0 0,0 1-1 0 0,0 0 1 0 0,0-1-1 0 0,0 1 1 0 0,0 0 0 0 0,-1 0-1 0 0,1-1 1 0 0,0 1-1 0 0,-1 0 1 0 0,0 0-1 0 0,1 0 1 0 0,-1 0-1 0 0,0 0 1 0 0,0 0-1 0 0,0 0 1 0 0,0 0 0 0 0,0 0-1 0 0,0-1 1 0 0,0 1-1 0 0,-1 0 1 0 0,0 2-1 0 0,-5 17-30 0 0,-1-1 0 0 0,-1 0-1 0 0,0-1 1 0 0,-2 1 0 0 0,0-2 0 0 0,-24 33-1 0 0,18-28-103 0 0,1 1 0 0 0,1 1 0 0 0,-11 28 0 0 0,25-52 59 0 0,-1-1 0 0 0,1 1 0 0 0,0-1 0 0 0,-1 0 0 0 0,1 1 0 0 0,0-1 0 0 0,0 1 0 0 0,0-1 0 0 0,-1 1 0 0 0,1-1 1 0 0,0 1-1 0 0,0-1 0 0 0,0 1 0 0 0,0-1 0 0 0,0 0 0 0 0,0 1 0 0 0,0-1 0 0 0,0 1 0 0 0,0-1 0 0 0,0 1 1 0 0,0-1-1 0 0,0 1 0 0 0,0-1 0 0 0,0 1 0 0 0,1-1 0 0 0,-1 1 0 0 0,0-1 0 0 0,0 1 0 0 0,0-1 0 0 0,1 0 1 0 0,-1 1-1 0 0,0-1 0 0 0,1 1 0 0 0,-1-1 0 0 0,0 0 0 0 0,1 1 0 0 0,-1-1 0 0 0,0 0 0 0 0,1 1 0 0 0,-1-1 1 0 0,1 0-1 0 0,-1 0 0 0 0,1 0 0 0 0,-1 1 0 0 0,0-1 0 0 0,1 0 0 0 0,0 0 0 0 0,24-4-5309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3.7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3424 38 112 0 0,'19'-12'-312'0'0,"7"-5"2872"0"0,-4 9 5518 0 0,-21 8-7860 0 0,-1 0 0 0 0,1 1 0 0 0,0-1 0 0 0,0 1 0 0 0,-1-1 0 0 0,1 1 0 0 0,0-1 0 0 0,-1 1 0 0 0,1-1 0 0 0,0 1 0 0 0,-1-1 0 0 0,1 1 0 0 0,-1 0 0 0 0,1-1 0 0 0,-1 1 0 0 0,0 0 0 0 0,1 0 0 0 0,-1-1 0 0 0,1 1 0 0 0,-1 0 0 0 0,0 0 0 0 0,0 0 0 0 0,0-1 0 0 0,1 1 0 0 0,-1 0 0 0 0,0 0 0 0 0,0 1-1 0 0,2 30 985 0 0,-1-26-728 0 0,35 450 3162 0 0,-16-188-2779 0 0,-17-216-802 0 0,-1-22-46 0 0,0-4 18 0 0,-3 45 1 0 0,0-55-10 0 0,1-1-1 0 0,2 23 1 0 0,-2-33-11 0 0,1 1 0 0 0,0 0 0 0 0,0-1 0 0 0,1 1 0 0 0,-1 0 0 0 0,1-1 1 0 0,0 0-1 0 0,1 1 0 0 0,4 7 0 0 0,-7-13 2 0 0,1 0-1 0 0,-1 1 1 0 0,0-1-1 0 0,1 0 1 0 0,-1 1 0 0 0,1-1-1 0 0,-1 1 1 0 0,0-1 0 0 0,0 1-1 0 0,1-1 1 0 0,-1 1 0 0 0,0-1-1 0 0,0 1 1 0 0,1-1-1 0 0,-1 1 1 0 0,0-1 0 0 0,0 1-1 0 0,0-1 1 0 0,0 1 0 0 0,0-1-1 0 0,0 1 1 0 0,0-1 0 0 0,0 1-1 0 0,0 0 1 0 0,0-1-1 0 0,0 1 1 0 0,0-1 0 0 0,-1 1-1 0 0,-12 4 216 0 0,4-3-275 0 0,-35 13 144 0 0,26-9-87 0 0,0 0-1 0 0,-1-1 0 0 0,1-1 0 0 0,-1 0 1 0 0,-35 1-1 0 0,-433 11-1144 0 0,335-8 763 0 0,-189-13 0 0 0,137-8-966 0 0,-374 24 1 0 0,409 6 473 0 0,-338 17 1948 0 0,422-36-1213 0 0,-588 14 907 0 0,669-11-759 0 0,-9 0 310 0 0,0 0 0 0 0,-25-2 0 0 0,34 1-276 0 0,0-1 1 0 0,0 0-1 0 0,0 0 1 0 0,0 0-1 0 0,0 0 1 0 0,1-1-1 0 0,-1 0 0 0 0,0 1 1 0 0,1-1-1 0 0,-1-1 1 0 0,1 1-1 0 0,0 0 0 0 0,-5-5 1 0 0,6 5-190 0 0,0 0-1 0 0,0 1 1 0 0,0-1 0 0 0,0 1-1 0 0,0 0 1 0 0,0-1 0 0 0,0 1-1 0 0,-1 0 1 0 0,1 0 0 0 0,0 0-1 0 0,0 1 1 0 0,-1-1 0 0 0,-4 0-1 0 0,-19 4-5298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4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5377 0 0,'5'6'14974'0'0,"27"192"-12959"0"0,-6-49-1768 0 0,46 490-7 0 0,-71-629-220 0 0,1 11 58 0 0,0-1 1 0 0,-1 1 0 0 0,-1-1 0 0 0,-1 1-1 0 0,-8 40 1 0 0,6-52-183 0 0,3-11-108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76 149 8290 0 0,'-9'-12'1267'0'0,"-32"-46"2508"0"0,37 52-3187 0 0,1 0-1 0 0,-1-1 1 0 0,2 1 0 0 0,-1 0-1 0 0,0-1 1 0 0,1 0 0 0 0,-2-10-1 0 0,4 16-466 0 0,0 0-1 0 0,0 0 1 0 0,0 0 0 0 0,0 0-1 0 0,0 1 1 0 0,-1-1-1 0 0,2 0 1 0 0,-1 0 0 0 0,0 0-1 0 0,0 1 1 0 0,0-1-1 0 0,0 0 1 0 0,0 0 0 0 0,1 0-1 0 0,-1 1 1 0 0,0-1-1 0 0,1 0 1 0 0,0-1-1 0 0,9 4 1460 0 0,12 22-796 0 0,-8 3-758 0 0,-1 1 0 0 0,-1 1 0 0 0,-2 0 1 0 0,0 0-1 0 0,7 49 0 0 0,-2-16-18 0 0,9 35-609 0 0,5 0 0 0 0,4-3-1 0 0,54 110 1 0 0,-77-186-1492 0 0,-1-2-4652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51 177 6449 0 0,'-5'-12'368'0'0,"-18"-37"2731"0"0,22 47-2489 0 0,-1 0-1 0 0,0-1 1 0 0,1 1-1 0 0,-1 0 1 0 0,0 0-1 0 0,0 0 1 0 0,0 1-1 0 0,0-1 1 0 0,-4-2-1 0 0,8 37 2020 0 0,5 14-2693 0 0,3 0 1 0 0,31 89-1 0 0,-36-123 34 0 0,0-1 1 0 0,1 1-1 0 0,0-1 0 0 0,1 0 0 0 0,0 0 0 0 0,1-1 0 0 0,1 0 1 0 0,-1 0-1 0 0,2-1 0 0 0,-1-1 0 0 0,2 1 0 0 0,-1-1 0 0 0,1-1 1 0 0,0 0-1 0 0,13 7 0 0 0,-21-14 55 0 0,0 1 0 0 0,0-1 0 0 0,-1 0 0 0 0,1 0 0 0 0,0 0 0 0 0,0 0 0 0 0,0 0 0 0 0,1-1 0 0 0,-1 1 0 0 0,0-1 0 0 0,0 0 0 0 0,0 0 0 0 0,0 0 0 0 0,0 0 0 0 0,0-1 1 0 0,1 1-1 0 0,-1-1 0 0 0,0 1 0 0 0,0-1 0 0 0,0 0 0 0 0,0-1 0 0 0,-1 1 0 0 0,1 0 0 0 0,0-1 0 0 0,0 0 0 0 0,-1 1 0 0 0,1-1 0 0 0,-1 0 0 0 0,0 0 0 0 0,1-1 0 0 0,-1 1 0 0 0,0 0 0 0 0,0-1 0 0 0,0 1 0 0 0,-1-1 0 0 0,1 0 0 0 0,-1 1 0 0 0,2-5 0 0 0,1-2 151 0 0,0 0 0 0 0,-1-1 0 0 0,0 1 0 0 0,-1-1 0 0 0,0 1 0 0 0,0-1 0 0 0,-1 0 1 0 0,-1 0-1 0 0,1 1 0 0 0,-2-1 0 0 0,-1-13-1 0 0,-4-5-41 0 0,-2 1 0 0 0,-2-1-1 0 0,0 2 1 0 0,-1-1 0 0 0,-2 1-1 0 0,-1 1 1 0 0,0 1 0 0 0,-2 0-1 0 0,-23-26 1 0 0,32 41-930 0 0,-1 0 1 0 0,0 1-1 0 0,0 0 0 0 0,-1 1 1 0 0,0 0-1 0 0,0 0 1 0 0,0 1-1 0 0,-21-10 1 0 0,14 10-5768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0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0 312 5985 0 0,'10'2'8495'0'0,"5"5"-4204"0"0,-1 1-4118 0 0,0 0-1 0 0,0 1 1 0 0,-1 1-1 0 0,22 20 1 0 0,-2 6-14 0 0,-13-14-192 0 0,1 0 1 0 0,0-1 0 0 0,27 19-1 0 0,-41-35 114 0 0,1 0 1 0 0,-1 0-1 0 0,1-1 0 0 0,0 0 1 0 0,0-1-1 0 0,0 0 0 0 0,0 0 1 0 0,0-1-1 0 0,1 0 0 0 0,-1 0 1 0 0,1-1-1 0 0,0 0 0 0 0,-1 0 1 0 0,1-1-1 0 0,11-1 0 0 0,-17 0-9 0 0,1 0 0 0 0,-1 0 0 0 0,0 0 0 0 0,0 0 0 0 0,1 0 0 0 0,-1-1-1 0 0,0 0 1 0 0,0 0 0 0 0,0 1 0 0 0,-1-2 0 0 0,1 1 0 0 0,0 0-1 0 0,-1 0 1 0 0,1-1 0 0 0,-1 0 0 0 0,0 1 0 0 0,0-1 0 0 0,0 0-1 0 0,0 0 1 0 0,0 0 0 0 0,-1 0 0 0 0,0 0 0 0 0,1 0 0 0 0,-1-1 0 0 0,0 1-1 0 0,0 0 1 0 0,0-6 0 0 0,2-10 76 0 0,0 0-1 0 0,-1-1 1 0 0,-1-31-1 0 0,-1 39-36 0 0,-12-152 428 0 0,6 105-850 0 0,1-70 0 0 0,7 106-126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53 5529 0 0,'-5'-7'1810'0'0,"0"-1"0"0"0,0 1 0 0 0,-8-23 9931 0 0,31 56-11476 0 0,2 31-102 0 0,-2 0 0 0 0,18 108-1 0 0,-6-26-95 0 0,-24-114-161 0 0,3 11-980 0 0,16 43 0 0 0,-19-63-200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2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7 116 6913 0 0,'-2'-7'707'0'0,"0"1"0"0"0,1 0-1 0 0,0-1 1 0 0,1 1-1 0 0,-1-1 1 0 0,1 1-1 0 0,0 0 1 0 0,1-1-1 0 0,1-6 1 0 0,-2 10-343 0 0,1 0 0 0 0,0 0 0 0 0,0 0 0 0 0,0-1 0 0 0,0 1 0 0 0,0 1 0 0 0,1-1 0 0 0,-1 0 0 0 0,3-3 0 0 0,-3 5-205 0 0,-1 0 0 0 0,1 0 0 0 0,0 0 1 0 0,0 1-1 0 0,0-1 0 0 0,0 0 1 0 0,0 0-1 0 0,0 1 0 0 0,1-1 0 0 0,-1 0 1 0 0,0 1-1 0 0,0-1 0 0 0,0 1 0 0 0,1 0 1 0 0,-1-1-1 0 0,0 1 0 0 0,0 0 1 0 0,1 0-1 0 0,-1-1 0 0 0,0 1 0 0 0,1 0 1 0 0,0 1-1 0 0,1-1-87 0 0,0 1 1 0 0,0 0 0 0 0,0 0-1 0 0,0 1 1 0 0,0-1 0 0 0,0 0-1 0 0,0 1 1 0 0,-1 0-1 0 0,1 0 1 0 0,-1 0 0 0 0,1 0-1 0 0,-1 0 1 0 0,0 0 0 0 0,0 0-1 0 0,0 1 1 0 0,0-1-1 0 0,0 1 1 0 0,0 0 0 0 0,-1 0-1 0 0,2 4 1 0 0,4 8 7 0 0,0 1 1 0 0,6 24 0 0 0,-10-29-8 0 0,20 65-17 0 0,-1 2-407 0 0,3-1-1 0 0,4-1 1 0 0,40 75 0 0 0,-64-140-36 0 0,13 16-3663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5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4 1840 0 0,'-2'-1'324'0'0,"0"0"0"0"0,-1 1 0 0 0,1 0 0 0 0,0-1 0 0 0,-1 1 0 0 0,1 0 0 0 0,0 0 0 0 0,-1 0 0 0 0,1 0-1 0 0,0 1 1 0 0,0-1 0 0 0,-1 1 0 0 0,1-1 0 0 0,0 1 0 0 0,0 0 0 0 0,0 0 0 0 0,-1 0 0 0 0,1 0 0 0 0,0 0-1 0 0,0 0 1 0 0,1 0 0 0 0,-1 1 0 0 0,-2 1 0 0 0,-2 2 65 0 0,0 0 0 0 0,0 1-1 0 0,0 0 1 0 0,0 0 0 0 0,-5 8 0 0 0,-42 71 1722 0 0,48-76-1785 0 0,0 1 0 0 0,1-1 1 0 0,0 1-1 0 0,1 0 0 0 0,0 0 0 0 0,0 0 0 0 0,-1 17 1 0 0,4-25-217 0 0,0 0 0 0 0,-1 0 1 0 0,1 0-1 0 0,1 0 0 0 0,-1 0 1 0 0,0 0-1 0 0,0 0 1 0 0,1 0-1 0 0,-1 0 0 0 0,1 0 1 0 0,0 0-1 0 0,0 0 0 0 0,0 0 1 0 0,-1 0-1 0 0,2 0 1 0 0,-1-1-1 0 0,0 1 0 0 0,0 0 1 0 0,1-1-1 0 0,1 3 0 0 0,0-2-3 0 0,-1-1 0 0 0,1 1 0 0 0,0-1 0 0 0,0 1 0 0 0,-1-1-1 0 0,1 0 1 0 0,0 0 0 0 0,0-1 0 0 0,0 1 0 0 0,0 0-1 0 0,0-1 1 0 0,5 0 0 0 0,8 0 178 0 0,0-2 0 0 0,-1 0 0 0 0,1 0-1 0 0,19-7 1 0 0,-28 8-164 0 0,77-26 430 0 0,-64 19-609 0 0,1 1 0 0 0,0 1 1 0 0,0 0-1 0 0,1 2 0 0 0,36-3 0 0 0,-45 9-652 0 0,-3 1-211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72 11058 0 0,'-7'-71'9654'0'0,"23"113"-7825"0"0,-10 1-1732 0 0,-1 1 0 0 0,-3 0 0 0 0,-1-1 0 0 0,-7 54 1 0 0,2 25 24 0 0,3-111-93 0 0,2-1-1 0 0,0 1 1 0 0,0-1 0 0 0,1 1 0 0 0,0-1-1 0 0,0 0 1 0 0,2 0 0 0 0,-1 0 0 0 0,5 10-1 0 0,-6-17-19 0 0,0-1 0 0 0,-1 1 0 0 0,1 0-1 0 0,0-1 1 0 0,0 0 0 0 0,0 1 0 0 0,0-1 0 0 0,1 0-1 0 0,-1 0 1 0 0,1 0 0 0 0,-1 0 0 0 0,1 0 0 0 0,-1-1-1 0 0,1 1 1 0 0,0-1 0 0 0,0 0 0 0 0,0 0-1 0 0,0 0 1 0 0,0 0 0 0 0,0 0 0 0 0,0-1 0 0 0,0 1-1 0 0,1-1 1 0 0,-1 0 0 0 0,0 0 0 0 0,0 0-1 0 0,0 0 1 0 0,0-1 0 0 0,0 1 0 0 0,0-1 0 0 0,0 0-1 0 0,1 0 1 0 0,-2 0 0 0 0,4-1 0 0 0,23-10-168 0 0,-2-2 0 0 0,0 0 1 0 0,31-23-1 0 0,23-12-899 0 0,-16 17-704 0 0,-20 12-5077 0 0,-28 13 1023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6449 0 0,'0'0'819'0'0,"1"25"6521"0"0,11 73 123 0 0,0 6-6221 0 0,2-17-1302 0 0,12 66 874 0 0,-7-79-3325 0 0,9-4-4086 0 0,-20-54 144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0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4609 0 0,'1'-33'17019'0'0,"0"33"-16846"0"0,13 15 13 0 0,-9-3 13 0 0,0 0 0 0 0,0 0-1 0 0,-1 0 1 0 0,0 1-1 0 0,3 24 1 0 0,1 70-8 0 0,-1-11-297 0 0,-6-86 50 0 0,3 19-677 0 0,1 1-1 0 0,1-1 1 0 0,13 37 0 0 0,-12-51-570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3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73 3225 0 0,'3'-9'145'0'0,"-1"3"613"0"0,1 1-1 0 0,-2-1 0 0 0,1 0 1 0 0,-1 0-1 0 0,0 0 0 0 0,0 0 1 0 0,0 0-1 0 0,-1-8 0 0 0,-4 12 974 0 0,-3 8-772 0 0,-3 8 196 0 0,4-3-682 0 0,0 0 1 0 0,1 0-1 0 0,0 1 1 0 0,0 0-1 0 0,1 0 1 0 0,1 0-1 0 0,0 0 0 0 0,1 0 1 0 0,0 1-1 0 0,1-1 1 0 0,0 1-1 0 0,1-1 0 0 0,2 16 1 0 0,-1-23-434 0 0,-1 0-1 0 0,1 0 1 0 0,0 0 0 0 0,1 0 0 0 0,-1 0-1 0 0,1 0 1 0 0,0-1 0 0 0,0 1 0 0 0,1 0-1 0 0,-1-1 1 0 0,1 0 0 0 0,0 1 0 0 0,0-1-1 0 0,0 0 1 0 0,1-1 0 0 0,0 1 0 0 0,-1-1-1 0 0,1 1 1 0 0,0-1 0 0 0,1 0 0 0 0,-1-1-1 0 0,1 1 1 0 0,-1-1 0 0 0,1 0 0 0 0,0 0-1 0 0,-1 0 1 0 0,1 0 0 0 0,0-1 0 0 0,0 0-1 0 0,0 0 1 0 0,0 0 0 0 0,1-1 0 0 0,-1 0-1 0 0,6 0 1 0 0,2-1-245 0 0,0 0 0 0 0,0-1-1 0 0,-1 0 1 0 0,1 0 0 0 0,-1-2-1 0 0,0 0 1 0 0,0 0 0 0 0,0-1 0 0 0,0 0-1 0 0,-1-1 1 0 0,0 0 0 0 0,12-10-1 0 0,0 0-6820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9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162 159 2304 0 0,'-5'-18'349'0'0,"-4"-20"10100"0"0,15 63-8078 0 0,-4-15-2299 0 0,0 1 1 0 0,1-1 0 0 0,0 0 0 0 0,1-1-1 0 0,0 1 1 0 0,1-1 0 0 0,0 1 0 0 0,11 15-1 0 0,-14-22-66 0 0,1-1 0 0 0,-1 1 0 0 0,1-1-1 0 0,0 0 1 0 0,-1 0 0 0 0,1 0 0 0 0,0 0-1 0 0,0 0 1 0 0,1 0 0 0 0,-1-1-1 0 0,0 0 1 0 0,0 1 0 0 0,1-1 0 0 0,-1 0-1 0 0,1-1 1 0 0,-1 1 0 0 0,1-1 0 0 0,-1 1-1 0 0,1-1 1 0 0,-1 0 0 0 0,1 0 0 0 0,-1-1-1 0 0,1 1 1 0 0,-1-1 0 0 0,0 0 0 0 0,1 0-1 0 0,-1 0 1 0 0,1 0 0 0 0,5-3-1 0 0,-5 2 32 0 0,-1 0 0 0 0,0 1 0 0 0,1-1 0 0 0,-1 0 0 0 0,0 0 0 0 0,0-1 0 0 0,0 1 0 0 0,0-1 0 0 0,-1 1 0 0 0,1-1 0 0 0,-1 0 0 0 0,1 0 0 0 0,-1 0 0 0 0,0-1 0 0 0,0 1 0 0 0,-1 0 0 0 0,1-1 0 0 0,1-4 0 0 0,-1 2 83 0 0,-1 0 0 0 0,0 1 1 0 0,0-1-1 0 0,-1 0 0 0 0,0 0 0 0 0,0 0 0 0 0,0 1 0 0 0,-1-1 0 0 0,0 0 1 0 0,0 0-1 0 0,-2-7 0 0 0,1 6-17 0 0,-1 0 0 0 0,1 0 1 0 0,-1 0-1 0 0,-1 0 0 0 0,1 0 0 0 0,-1 1 1 0 0,0 0-1 0 0,-1-1 0 0 0,1 2 0 0 0,-1-1 0 0 0,0 0 1 0 0,-1 1-1 0 0,1 0 0 0 0,-1 0 0 0 0,0 1 1 0 0,0 0-1 0 0,-1 0 0 0 0,1 0 0 0 0,-9-3 0 0 0,9 6-130 0 0,-1 0 0 0 0,0 0-1 0 0,0 1 1 0 0,0-1 0 0 0,0 2-1 0 0,0-1 1 0 0,0 1-1 0 0,0 0 1 0 0,1 0 0 0 0,-1 1-1 0 0,0 0 1 0 0,1 0 0 0 0,-1 1-1 0 0,1-1 1 0 0,0 1-1 0 0,0 1 1 0 0,-11 7 0 0 0,5-2-45 0 0,-1 0-1 0 0,2 1 1 0 0,-1 0 0 0 0,2 1 0 0 0,-1 0 0 0 0,1 1 0 0 0,-9 14 0 0 0,16-22 37 0 0,1 1 0 0 0,-1-1-1 0 0,1 1 1 0 0,0-1 0 0 0,0 1 0 0 0,1-1 0 0 0,-1 1 0 0 0,1 0 0 0 0,0 0 0 0 0,1 0 0 0 0,-1 0-1 0 0,1 0 1 0 0,0 0 0 0 0,0-1 0 0 0,0 1 0 0 0,1 0 0 0 0,0 0 0 0 0,0 0 0 0 0,0 0-1 0 0,0 0 1 0 0,4 8 0 0 0,-3-10 34 0 0,0 1-1 0 0,1-1 1 0 0,-1 1 0 0 0,1-1-1 0 0,-1 0 1 0 0,1 0-1 0 0,0 0 1 0 0,0-1-1 0 0,1 1 1 0 0,-1-1 0 0 0,0 1-1 0 0,1-1 1 0 0,0 0-1 0 0,-1-1 1 0 0,1 1 0 0 0,0 0-1 0 0,0-1 1 0 0,0 0-1 0 0,0 0 1 0 0,0 0-1 0 0,0-1 1 0 0,0 1 0 0 0,0-1-1 0 0,0 0 1 0 0,0 0-1 0 0,7-1 1 0 0,-1-1 64 0 0,0 0 0 0 0,0 0 0 0 0,0-1-1 0 0,0 0 1 0 0,-1-1 0 0 0,0 0 0 0 0,1 0 0 0 0,-1-1 0 0 0,14-10-1 0 0,-20 12-21 0 0,1 1-1 0 0,0-1 0 0 0,-1 0 0 0 0,1 0 0 0 0,-1-1 0 0 0,0 1 1 0 0,0-1-1 0 0,0 1 0 0 0,0-1 0 0 0,-1 0 0 0 0,0 0 0 0 0,1 0 1 0 0,-2-1-1 0 0,1 1 0 0 0,0 0 0 0 0,-1-1 0 0 0,0 1 0 0 0,0-1 0 0 0,0 1 1 0 0,0-1-1 0 0,-1 0 0 0 0,0 1 0 0 0,0-7 0 0 0,-1 8 17 0 0,0 0-1 0 0,0-1 1 0 0,0 1-1 0 0,0 0 1 0 0,-1 0-1 0 0,1 1 1 0 0,-1-1-1 0 0,0 0 1 0 0,0 0-1 0 0,0 1 1 0 0,0-1-1 0 0,0 1 1 0 0,-3-3-1 0 0,4 5-105 0 0,0-1-1 0 0,0 0 0 0 0,0 0 0 0 0,0 0 0 0 0,0 1 0 0 0,0-1 1 0 0,0 0-1 0 0,0 1 0 0 0,0-1 0 0 0,-1 1 0 0 0,1-1 0 0 0,0 1 1 0 0,0 0-1 0 0,0-1 0 0 0,-1 1 0 0 0,1 0 0 0 0,0 0 0 0 0,0 0 1 0 0,-1 0-1 0 0,1 0 0 0 0,0 0 0 0 0,-1 0 0 0 0,1 1 0 0 0,0-1 1 0 0,0 0-1 0 0,0 1 0 0 0,-1-1 0 0 0,1 1 0 0 0,0-1 0 0 0,0 1 1 0 0,0 0-1 0 0,0-1 0 0 0,0 1 0 0 0,0 0 0 0 0,-2 1 0 0 0,-2 5-1363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0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83 2216 0 0,'-31'2'7245'0'0,"52"-2"199"0"0,107-8-6395 0 0,203 13-1 0 0,-6 1-566 0 0,-218-10-440 0 0,1003-30 748 0 0,-737 30-625 0 0,203-6 193 0 0,-351-6 92 0 0,61-3 300 0 0,-187 18-598 0 0,1 6-1 0 0,-1 3 0 0 0,164 36 1 0 0,-256-43-306 0 0,0 1 0 0 0,0 0 0 0 0,0 1 0 0 0,0 0 0 0 0,12 6 0 0 0,-17-8 29 0 0,0 1 0 0 0,0-1 0 0 0,0 0 0 0 0,-1 0 0 0 0,1 1 0 0 0,-1-1 0 0 0,1 1 0 0 0,-1-1 0 0 0,0 1 0 0 0,1 0 0 0 0,-1 0 0 0 0,0-1 0 0 0,0 1 0 0 0,0 0 0 0 0,0 0 0 0 0,-1 0 0 0 0,1 0 0 0 0,0 0 0 0 0,-1 0 0 0 0,1 0 0 0 0,-1 0 0 0 0,0 1 0 0 0,0-1 0 0 0,0 4 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1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88 1840 0 0,'-18'-27'2404'0'0,"17"24"-1930"0"0,0 0 0 0 0,-1 1 0 0 0,1-1 0 0 0,-1 1 0 0 0,0-1 0 0 0,1 1 0 0 0,-1 0 0 0 0,0 0 0 0 0,-3-3 0 0 0,3 5-313 0 0,1-1 1 0 0,0 1-1 0 0,0-1 1 0 0,-1 1 0 0 0,1 0-1 0 0,0 0 1 0 0,-1-1-1 0 0,1 1 1 0 0,0 0-1 0 0,-1 0 1 0 0,1 0-1 0 0,-1 1 1 0 0,1-1-1 0 0,0 0 1 0 0,-1 0 0 0 0,1 1-1 0 0,0-1 1 0 0,0 1-1 0 0,-1-1 1 0 0,1 1-1 0 0,0 0 1 0 0,0-1-1 0 0,0 1 1 0 0,0 0 0 0 0,-2 1-1 0 0,-26 21 1992 0 0,24-18-1983 0 0,-1 0-1 0 0,1 0 1 0 0,-1-1-1 0 0,0 0 1 0 0,0 0-1 0 0,-11 4 1 0 0,33-13 1512 0 0,4-3-1215 0 0,1 1 1 0 0,0 1-1 0 0,1 1 0 0 0,-1 1 0 0 0,1 1 0 0 0,41-1 1 0 0,85 24-501 0 0,25 0-62 0 0,100-17 21 0 0,81 5 20 0 0,20 10 191 0 0,44 4 188 0 0,-58-8 124 0 0,-285-16-225 0 0,-1-3 1 0 0,137-27-1 0 0,-162 21-143 0 0,296-60 564 0 0,-264 58-559 0 0,0 4 0 0 0,108 2 0 0 0,-60 17-94 0 0,17-1 57 0 0,-124-9-47 0 0,0-1-1 0 0,1-1 1 0 0,-1-1 0 0 0,35-10-1 0 0,-51 11-129 0 0,0 0-5 0 0,0 0 1 0 0,0 1 0 0 0,1-1-1 0 0,11 0 1 0 0,-15 3-466 0 0,1-1-1 0 0,-1 0 1 0 0,0 1-1 0 0,0 0 1 0 0,0 0-1 0 0,0 0 1 0 0,0 0 0 0 0,0 0-1 0 0,-1 1 1 0 0,1-1-1 0 0,0 1 1 0 0,3 2 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0,'39'30'3020'0'0,"-12"-14"2465"0"0,-20-25-6151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235 313 1376 0 0,'3'-10'298'0'0,"-1"0"0"0"0,0 0-1 0 0,0-1 1 0 0,-1 1 0 0 0,0-1-1 0 0,0 1 1 0 0,-3-21 0 0 0,1 26-420 0 0,1 0 0 0 0,-1 1 0 0 0,-1-1 1 0 0,1 0-1 0 0,-1 1 0 0 0,1-1 0 0 0,-1 1 1 0 0,-1 0-1 0 0,1 0 0 0 0,0 0 0 0 0,-1 0 1 0 0,0 0-1 0 0,0 0 0 0 0,0 1 0 0 0,-1-1 1 0 0,1 1-1 0 0,-1 0 0 0 0,-5-4 0 0 0,-23-22 2303 0 0,28 24-831 0 0,0 0 0 0 0,-1 1 0 0 0,1 0 0 0 0,-1 0 0 0 0,1 1 0 0 0,-8-5 0 0 0,12 8-1223 0 0,-1 0 1 0 0,1 1 0 0 0,0-1-1 0 0,-1 0 1 0 0,1 0-1 0 0,-1 0 1 0 0,1 1-1 0 0,-1-1 1 0 0,1 0 0 0 0,0 0-1 0 0,-1 1 1 0 0,1-1-1 0 0,0 0 1 0 0,-1 1-1 0 0,1-1 1 0 0,0 0 0 0 0,-1 1-1 0 0,1-1 1 0 0,0 1-1 0 0,0-1 1 0 0,0 0 0 0 0,-1 1-1 0 0,1-1 1 0 0,0 1-1 0 0,0-1 1 0 0,0 1-1 0 0,0-1 1 0 0,0 1 0 0 0,0-1-1 0 0,0 1 1 0 0,0-1-1 0 0,0 0 1 0 0,0 2-1 0 0,-4 22 605 0 0,4-21-432 0 0,-1 4-137 0 0,1 0 1 0 0,-1 0-1 0 0,2 0 1 0 0,-1 0-1 0 0,1 0 1 0 0,0 0-1 0 0,0 0 1 0 0,0 0-1 0 0,5 12 1 0 0,-5-17-129 0 0,0-1 0 0 0,0 1 1 0 0,-1 0-1 0 0,1 0 0 0 0,0-1 0 0 0,0 1 0 0 0,1-1 1 0 0,-1 1-1 0 0,0-1 0 0 0,0 0 0 0 0,1 1 0 0 0,-1-1 0 0 0,1 0 1 0 0,-1 0-1 0 0,1 0 0 0 0,0 0 0 0 0,-1 0 0 0 0,1 0 1 0 0,0 0-1 0 0,0-1 0 0 0,-1 1 0 0 0,1 0 0 0 0,0-1 1 0 0,0 0-1 0 0,0 1 0 0 0,0-1 0 0 0,0 0 0 0 0,-1 0 1 0 0,1 0-1 0 0,0 0 0 0 0,0 0 0 0 0,0-1 0 0 0,0 1 1 0 0,0-1-1 0 0,0 1 0 0 0,-1-1 0 0 0,1 0 0 0 0,0 1 1 0 0,0-1-1 0 0,1-1 0 0 0,3-1-63 0 0,-1-1-1 0 0,0 1 1 0 0,1-1 0 0 0,-1 0-1 0 0,0 0 1 0 0,-1-1 0 0 0,1 0 0 0 0,-1 1-1 0 0,0-1 1 0 0,0-1 0 0 0,-1 1-1 0 0,1-1 1 0 0,-1 1 0 0 0,0-1-1 0 0,3-11 1 0 0,-4 12 9 0 0,0 0 0 0 0,-1 0 0 0 0,1-1 0 0 0,-1 1 0 0 0,-1 0 0 0 0,1-1 0 0 0,-1 1 0 0 0,0-1 0 0 0,0 1 0 0 0,0 0 0 0 0,-1-1 0 0 0,0 1 0 0 0,0 0 0 0 0,0-1 0 0 0,-1 1 0 0 0,1 0 0 0 0,-1 0 0 0 0,-6-10 0 0 0,7 14 52 0 0,0 0-1 0 0,0-1 0 0 0,-1 1 0 0 0,1 0 0 0 0,-1 0 0 0 0,1 0 1 0 0,-1 0-1 0 0,1 0 0 0 0,-1 0 0 0 0,0 0 0 0 0,1 1 0 0 0,-1-1 1 0 0,0 0-1 0 0,0 1 0 0 0,1 0 0 0 0,-1-1 0 0 0,0 1 0 0 0,0 0 1 0 0,0 0-1 0 0,0 0 0 0 0,1 0 0 0 0,-1 0 0 0 0,0 0 1 0 0,0 1-1 0 0,0-1 0 0 0,1 1 0 0 0,-1-1 0 0 0,0 1 0 0 0,0-1 1 0 0,1 1-1 0 0,-1 0 0 0 0,1 0 0 0 0,-1 0 0 0 0,-2 2 0 0 0,-1 0-13 0 0,-1 1-1 0 0,1-1 0 0 0,-1 2 1 0 0,1-1-1 0 0,0 0 0 0 0,1 1 1 0 0,-1 0-1 0 0,-5 8 0 0 0,7-8-49 0 0,0 0-1 0 0,0 1 0 0 0,0 0 1 0 0,0-1-1 0 0,1 1 0 0 0,0 0 1 0 0,1 0-1 0 0,-1 0 0 0 0,1 0 1 0 0,0 1-1 0 0,1-1 0 0 0,-1 0 1 0 0,1 0-1 0 0,1 1 0 0 0,-1-1 1 0 0,1 0-1 0 0,0 0 0 0 0,0 0 1 0 0,1 1-1 0 0,0-2 0 0 0,0 1 1 0 0,0 0-1 0 0,1 0 0 0 0,0-1 1 0 0,0 1-1 0 0,0-1 0 0 0,1 0 1 0 0,0 0-1 0 0,0 0 0 0 0,0 0 1 0 0,0-1-1 0 0,1 1 0 0 0,-1-1 1 0 0,1-1-1 0 0,7 5 0 0 0,-11-7 6 0 0,0 0 0 0 0,0 0 0 0 0,-1-1 0 0 0,1 1 0 0 0,0-1-1 0 0,0 1 1 0 0,0-1 0 0 0,0 1 0 0 0,-1-1 0 0 0,1 1 0 0 0,0-1 0 0 0,0 0 0 0 0,0 1-1 0 0,0-1 1 0 0,0 0 0 0 0,0 0 0 0 0,0 0 0 0 0,0 0 0 0 0,0 0 0 0 0,0 0 0 0 0,0 0-1 0 0,0 0 1 0 0,0 0 0 0 0,0 0 0 0 0,0-1 0 0 0,0 1 0 0 0,0 0 0 0 0,0-1 0 0 0,0 1-1 0 0,0 0 1 0 0,0-1 0 0 0,0 1 0 0 0,-1-1 0 0 0,1 0 0 0 0,0 1 0 0 0,0-1 0 0 0,-1 0-1 0 0,1 1 1 0 0,0-1 0 0 0,-1 0 0 0 0,1 0 0 0 0,-1 0 0 0 0,1 0 0 0 0,-1 1 0 0 0,1-1-1 0 0,-1 0 1 0 0,1 0 0 0 0,-1 0 0 0 0,0 0 0 0 0,1-2 0 0 0,-1-1 53 0 0,1 0 1 0 0,0 0 0 0 0,-1 0-1 0 0,0 0 1 0 0,0 0 0 0 0,0 0 0 0 0,-1 0-1 0 0,1 1 1 0 0,-1-1 0 0 0,0 0-1 0 0,-2-6 1 0 0,0 4 110 0 0,0 0 1 0 0,-1 0-1 0 0,0 0 1 0 0,0 1-1 0 0,0-1 0 0 0,0 1 1 0 0,-1 0-1 0 0,0 1 1 0 0,0-1-1 0 0,-9-6 1 0 0,12 10-126 0 0,1 0 0 0 0,-1 1 0 0 0,1-1 0 0 0,-1 0 0 0 0,1 0 0 0 0,-1 1 1 0 0,0-1-1 0 0,1 1 0 0 0,-1-1 0 0 0,0 1 0 0 0,0 0 0 0 0,1 0 0 0 0,-1-1 1 0 0,0 1-1 0 0,0 1 0 0 0,1-1 0 0 0,-1 0 0 0 0,0 0 0 0 0,1 1 0 0 0,-1-1 0 0 0,0 0 1 0 0,1 1-1 0 0,-1 0 0 0 0,0-1 0 0 0,1 1 0 0 0,-1 0 0 0 0,1 0 0 0 0,-1 0 1 0 0,1 0-1 0 0,0 0 0 0 0,-1 0 0 0 0,1 1 0 0 0,0-1 0 0 0,0 0 0 0 0,0 1 0 0 0,0-1 1 0 0,0 0-1 0 0,0 1 0 0 0,0-1 0 0 0,0 1 0 0 0,0 0 0 0 0,1-1 0 0 0,-1 1 1 0 0,0 2-1 0 0,-2 3-109 0 0,0 1 1 0 0,1-1-1 0 0,0 1 0 0 0,0 0 1 0 0,0-1-1 0 0,1 1 1 0 0,0 0-1 0 0,1 0 1 0 0,0 15-1 0 0,1-20 62 0 0,-1-1-1 0 0,1 0 1 0 0,-1 1 0 0 0,1-1 0 0 0,0 0-1 0 0,0 0 1 0 0,0 1 0 0 0,0-1 0 0 0,0 0-1 0 0,0 0 1 0 0,1 0 0 0 0,-1 0 0 0 0,0 0-1 0 0,1-1 1 0 0,0 1 0 0 0,0 0 0 0 0,-1-1-1 0 0,1 1 1 0 0,0-1 0 0 0,0 0 0 0 0,0 1-1 0 0,0-1 1 0 0,1 0 0 0 0,-1 0 0 0 0,0 0-1 0 0,0-1 1 0 0,1 1 0 0 0,-1 0 0 0 0,0-1-1 0 0,1 0 1 0 0,-1 1 0 0 0,0-1 0 0 0,1 0-1 0 0,-1 0 1 0 0,1-1 0 0 0,3 0 0 0 0,-1 1 59 0 0,1-1 0 0 0,-1 0 0 0 0,0 0 1 0 0,1-1-1 0 0,-1 1 0 0 0,0-1 0 0 0,0 0 0 0 0,0-1 1 0 0,0 1-1 0 0,-1-1 0 0 0,1 0 0 0 0,-1 0 1 0 0,1-1-1 0 0,-1 1 0 0 0,0-1 0 0 0,6-8 1 0 0,-7 9 13 0 0,0-1 1 0 0,-1 0-1 0 0,0 1 1 0 0,1-1-1 0 0,-1 0 1 0 0,-1-1-1 0 0,1 1 1 0 0,0 0-1 0 0,-1 0 1 0 0,0-1-1 0 0,0 1 1 0 0,-1-1-1 0 0,1 1 1 0 0,-1-1-1 0 0,0 1 1 0 0,0-1-1 0 0,0 1 1 0 0,-1-1-1 0 0,1 1 1 0 0,-3-8-1 0 0,-1 2 51 0 0,0-1-1 0 0,-1 0 0 0 0,0 1 1 0 0,-1 0-1 0 0,0 0 0 0 0,-1 0 1 0 0,0 1-1 0 0,0 0 0 0 0,-10-9 1 0 0,13 15-57 0 0,1-1 1 0 0,-1 1 0 0 0,0-1-1 0 0,0 1 1 0 0,0 1-1 0 0,-1-1 1 0 0,1 0 0 0 0,-1 1-1 0 0,1 0 1 0 0,-1 0 0 0 0,0 0-1 0 0,1 1 1 0 0,-1 0 0 0 0,0 0-1 0 0,0 0 1 0 0,0 0-1 0 0,0 1 1 0 0,0 0 0 0 0,0 0-1 0 0,0 0 1 0 0,0 1 0 0 0,0-1-1 0 0,-7 3 1 0 0,8-2-98 0 0,1 1-1 0 0,-1 0 1 0 0,1 0 0 0 0,-1 0 0 0 0,1 0 0 0 0,0 1 0 0 0,0-1-1 0 0,0 1 1 0 0,0 0 0 0 0,0 0 0 0 0,1 0 0 0 0,-1 0-1 0 0,1 0 1 0 0,0 0 0 0 0,0 1 0 0 0,0-1 0 0 0,0 1-1 0 0,1 0 1 0 0,-1-1 0 0 0,1 1 0 0 0,0 0 0 0 0,0 0-1 0 0,1 0 1 0 0,-1 0 0 0 0,1 0 0 0 0,-1 0 0 0 0,1 0-1 0 0,1 0 1 0 0,-1 0 0 0 0,0 0 0 0 0,2 4 0 0 0,-1-2-37 0 0,0 0 1 0 0,0-1-1 0 0,0 0 1 0 0,1 1-1 0 0,0-1 0 0 0,0 0 1 0 0,0 1-1 0 0,0-1 1 0 0,1 0-1 0 0,0-1 1 0 0,0 1-1 0 0,1 0 1 0 0,-1-1-1 0 0,1 0 0 0 0,0 0 1 0 0,0 0-1 0 0,0 0 1 0 0,1-1-1 0 0,-1 1 1 0 0,1-1-1 0 0,9 4 1 0 0,-9-5 45 0 0,-1-1 1 0 0,1 0-1 0 0,0 0 1 0 0,-1 0-1 0 0,1-1 1 0 0,0 1-1 0 0,0-1 1 0 0,0-1-1 0 0,0 1 1 0 0,-1-1-1 0 0,1 1 1 0 0,0-1-1 0 0,0-1 1 0 0,-1 1 0 0 0,1-1-1 0 0,-1 1 1 0 0,1-1-1 0 0,-1-1 1 0 0,0 1-1 0 0,6-4 1 0 0,-8 4 94 0 0,1 0 0 0 0,-1-1 0 0 0,0 1 0 0 0,0 0 0 0 0,0-1 0 0 0,0 1 1 0 0,0-1-1 0 0,0 1 0 0 0,-1-1 0 0 0,0 0 0 0 0,1 0 0 0 0,-1 0 0 0 0,0 0 0 0 0,0 0 1 0 0,0 0-1 0 0,-1 0 0 0 0,1 0 0 0 0,-1 0 0 0 0,0 0 0 0 0,0 0 0 0 0,0 0 0 0 0,0 0 0 0 0,0 0 1 0 0,-1 0-1 0 0,1 0 0 0 0,-1-1 0 0 0,0 1 0 0 0,0 1 0 0 0,0-1 0 0 0,0 0 0 0 0,-1 0 1 0 0,-1-3-1 0 0,0 1 52 0 0,1 0 1 0 0,-1 1-1 0 0,0-1 1 0 0,0 1-1 0 0,-1 0 1 0 0,1-1-1 0 0,-1 2 1 0 0,0-1-1 0 0,0 0 1 0 0,0 1-1 0 0,-1 0 0 0 0,1 0 1 0 0,-1 0-1 0 0,0 0 1 0 0,0 1-1 0 0,0 0 1 0 0,0 0-1 0 0,0 0 1 0 0,0 1-1 0 0,0-1 1 0 0,-1 1-1 0 0,1 1 1 0 0,0-1-1 0 0,-1 1 1 0 0,1 0-1 0 0,-1 0 1 0 0,-6 1-1 0 0,6 0-768 0 0,-1 1 0 0 0,1-1-1 0 0,-1 1 1 0 0,1 1 0 0 0,0-1 0 0 0,0 1-1 0 0,0 0 1 0 0,-9 6 0 0 0,-5 7-5832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69 5529 0 0,'-5'10'756'0'0,"0"1"0"0"0,1-1 1 0 0,0 1-1 0 0,1 0 0 0 0,1 0 0 0 0,-1 0 0 0 0,0 12 0 0 0,3-20-687 0 0,0-1-1 0 0,0 0 0 0 0,0 0 1 0 0,0 0-1 0 0,0 0 0 0 0,0 1 0 0 0,0-1 1 0 0,1 0-1 0 0,-1 0 0 0 0,1 0 1 0 0,0 0-1 0 0,-1 0 0 0 0,1 0 0 0 0,0 0 1 0 0,0 0-1 0 0,0 0 0 0 0,1 0 1 0 0,-1-1-1 0 0,0 1 0 0 0,1 0 0 0 0,-1-1 1 0 0,1 1-1 0 0,-1-1 0 0 0,1 1 1 0 0,0-1-1 0 0,0 0 0 0 0,-1 0 0 0 0,1 0 1 0 0,0 0-1 0 0,0 0 0 0 0,0 0 1 0 0,0 0-1 0 0,0-1 0 0 0,1 1 1 0 0,-1-1-1 0 0,0 0 0 0 0,0 1 0 0 0,0-1 1 0 0,0 0-1 0 0,0 0 0 0 0,1 0 1 0 0,-1 0-1 0 0,3-2 0 0 0,0 2-1 0 0,0-1 0 0 0,-1 0 0 0 0,1-1-1 0 0,-1 1 1 0 0,1-1 0 0 0,-1 0 0 0 0,0 0 0 0 0,0 0-1 0 0,1-1 1 0 0,-2 0 0 0 0,1 1 0 0 0,0-1 0 0 0,-1-1 0 0 0,1 1-1 0 0,-1 0 1 0 0,0-1 0 0 0,0 0 0 0 0,0 0 0 0 0,0 1-1 0 0,-1-2 1 0 0,0 1 0 0 0,0 0 0 0 0,0 0 0 0 0,0-1 0 0 0,-1 1-1 0 0,1-1 1 0 0,-1 1 0 0 0,0-1 0 0 0,0-5 0 0 0,0 6 70 0 0,-1-1 0 0 0,1 1 0 0 0,-1-1 0 0 0,1 0 0 0 0,-1 0 0 0 0,-1 1 0 0 0,1-1 0 0 0,-1 0 0 0 0,0 1 0 0 0,0-1 0 0 0,0 1 0 0 0,0-1 0 0 0,-1 1 0 0 0,0-1 0 0 0,0 1 0 0 0,0 0 0 0 0,0 0 1 0 0,-1 0-1 0 0,0 0 0 0 0,0 1 0 0 0,0-1 0 0 0,0 1 0 0 0,0-1 0 0 0,-1 1 0 0 0,1 0 0 0 0,-1 0 0 0 0,0 1 0 0 0,0-1 0 0 0,-5-2 0 0 0,6 4-130 0 0,-1 1 0 0 0,0-1 0 0 0,0 1 1 0 0,0-1-1 0 0,0 1 0 0 0,1 0 0 0 0,-1 0 0 0 0,0 1 0 0 0,0-1 0 0 0,0 1 0 0 0,0 0 0 0 0,1 0 1 0 0,-1 0-1 0 0,0 0 0 0 0,1 1 0 0 0,-1-1 0 0 0,1 1 0 0 0,-1 0 0 0 0,1 0 0 0 0,0 1 1 0 0,0-1-1 0 0,0 0 0 0 0,0 1 0 0 0,0 0 0 0 0,-2 3 0 0 0,-1 0-121 0 0,1 0 0 0 0,0 0 0 0 0,0 1 0 0 0,0-1 0 0 0,1 1 0 0 0,0 0 0 0 0,0 1 0 0 0,1-1 0 0 0,0 0 0 0 0,0 1 0 0 0,-1 10 0 0 0,3-17 92 0 0,1 1 1 0 0,0 0-1 0 0,0 0 0 0 0,0-1 0 0 0,0 1 1 0 0,0 0-1 0 0,0 0 0 0 0,0-1 0 0 0,0 1 1 0 0,1 0-1 0 0,-1-1 0 0 0,1 1 1 0 0,-1 0-1 0 0,1-1 0 0 0,0 1 0 0 0,0-1 1 0 0,0 1-1 0 0,0-1 0 0 0,0 1 0 0 0,0-1 1 0 0,0 1-1 0 0,0-1 0 0 0,2 1 0 0 0,0 0 44 0 0,0 0 0 0 0,0 0 0 0 0,0 0 1 0 0,0-1-1 0 0,1 1 0 0 0,-1-1 0 0 0,0 0 0 0 0,1 0 0 0 0,-1 0 0 0 0,7 0 0 0 0,2 0 124 0 0,0-1 0 0 0,-1 0 0 0 0,1-1 1 0 0,-1 0-1 0 0,1-1 0 0 0,12-3 0 0 0,-20 4-92 0 0,0-1 0 0 0,0 0 0 0 0,0 1-1 0 0,0-1 1 0 0,0 0 0 0 0,0-1 0 0 0,-1 1 0 0 0,1-1-1 0 0,-1 0 1 0 0,0 0 0 0 0,1 0 0 0 0,-1 0 0 0 0,-1 0-1 0 0,1-1 1 0 0,0 1 0 0 0,-1-1 0 0 0,3-5 0 0 0,-4 7-31 0 0,0 0 1 0 0,-1 0 0 0 0,1-1 0 0 0,-1 1-1 0 0,0 0 1 0 0,1 0 0 0 0,-1 0 0 0 0,0-1 0 0 0,0 1-1 0 0,0 0 1 0 0,-1 0 0 0 0,1 0 0 0 0,0 0 0 0 0,-1-1-1 0 0,0 1 1 0 0,1 0 0 0 0,-1 0 0 0 0,0 0 0 0 0,0 0-1 0 0,0 0 1 0 0,0 1 0 0 0,-1-1 0 0 0,1 0-1 0 0,0 0 1 0 0,-1 1 0 0 0,1-1 0 0 0,-1 1 0 0 0,1-1-1 0 0,-1 1 1 0 0,0 0 0 0 0,0-1 0 0 0,0 1 0 0 0,0 0-1 0 0,0 0 1 0 0,0 0 0 0 0,-2 0 0 0 0,1-1-202 0 0,-1 1 0 0 0,1-1 0 0 0,-1 1 0 0 0,0 0 0 0 0,1 0 0 0 0,-1 1 1 0 0,0-1-1 0 0,0 1 0 0 0,1-1 0 0 0,-1 1 0 0 0,0 0 0 0 0,0 1 0 0 0,1-1 0 0 0,-1 1 1 0 0,0 0-1 0 0,0-1 0 0 0,1 2 0 0 0,-1-1 0 0 0,1 0 0 0 0,-7 4 0 0 0,-9 8-6561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8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39 259 4609 0 0,'-6'-25'1516'0'0,"2"-1"0"0"0,-2-28-1 0 0,-1-4 1341 0 0,4 41-1781 0 0,-5-61 5866 0 0,15 178-5344 0 0,-12-2-1539 0 0,-1 44-57 0 0,6-119 2 0 0,1-1 0 0 0,2 1 0 0 0,0 0 0 0 0,7 23 0 0 0,-8-40 27 0 0,0 0 0 0 0,0-1 0 0 0,0 1 0 0 0,1-1 0 0 0,-1 1 0 0 0,1-1 0 0 0,0 0 0 0 0,1 0-1 0 0,-1 0 1 0 0,1-1 0 0 0,0 1 0 0 0,1-1 0 0 0,-1 0 0 0 0,1 0 0 0 0,-1 0 0 0 0,1-1 0 0 0,0 1 0 0 0,1-1 0 0 0,10 4-1 0 0,-8-4 19 0 0,0-1 0 0 0,0 0-1 0 0,1-1 1 0 0,-1 1 0 0 0,1-2 0 0 0,-1 1-1 0 0,1-1 1 0 0,-1-1 0 0 0,1 1-1 0 0,-1-1 1 0 0,1-1 0 0 0,-1 0-1 0 0,12-4 1 0 0,17-8 60 0 0,59-31-1 0 0,12-5-3904 0 0,-91 44-3271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12 4609 0 0,'0'-1'72'0'0,"-1"0"-1"0"0,1 1 1 0 0,-1-1 0 0 0,1 1 0 0 0,-1-1-1 0 0,1 1 1 0 0,-1-1 0 0 0,0 1 0 0 0,1-1-1 0 0,-1 1 1 0 0,0 0 0 0 0,0-1-1 0 0,1 1 1 0 0,-1 0 0 0 0,0 0 0 0 0,0-1-1 0 0,0 1 1 0 0,1 0 0 0 0,-1 0-1 0 0,0 0 1 0 0,0 0 0 0 0,0 0 0 0 0,1 0-1 0 0,-1 0 1 0 0,-1 1 0 0 0,-16 12 3607 0 0,8-3-2984 0 0,-2 0 99 0 0,1 1 1 0 0,0 0 0 0 0,1 1-1 0 0,0 0 1 0 0,1 0 0 0 0,0 1-1 0 0,1 0 1 0 0,-12 28 0 0 0,18-37-762 0 0,0 1 1 0 0,1-1 0 0 0,0 1 0 0 0,0-1 0 0 0,0 1 0 0 0,0 0-1 0 0,0 0 1 0 0,1-1 0 0 0,0 1 0 0 0,0 0 0 0 0,0 0 0 0 0,1-1-1 0 0,0 1 1 0 0,0 0 0 0 0,0-1 0 0 0,0 1 0 0 0,1-1 0 0 0,0 1-1 0 0,-1-1 1 0 0,2 1 0 0 0,-1-1 0 0 0,0 0 0 0 0,1 0 0 0 0,0 0-1 0 0,0-1 1 0 0,0 1 0 0 0,0-1 0 0 0,1 1 0 0 0,-1-1 0 0 0,1 0-1 0 0,0-1 1 0 0,7 5 0 0 0,-5-4-47 0 0,0 0-1 0 0,1 0 1 0 0,-1-1 0 0 0,1 1-1 0 0,-1-2 1 0 0,1 1 0 0 0,0-1-1 0 0,0 0 1 0 0,0 0 0 0 0,-1-1-1 0 0,1 0 1 0 0,0 0-1 0 0,0-1 1 0 0,0 0 0 0 0,0 0-1 0 0,0 0 1 0 0,-1-1 0 0 0,1 0-1 0 0,12-6 1 0 0,-10 5 19 0 0,-1-2 1 0 0,1 1-1 0 0,-1-1 1 0 0,0 0-1 0 0,0-1 1 0 0,-1 0-1 0 0,0 0 0 0 0,0-1 1 0 0,0 1-1 0 0,-1-2 1 0 0,0 1-1 0 0,0-1 1 0 0,-1 1-1 0 0,5-10 0 0 0,-8 13 17 0 0,0 0 0 0 0,-1 0 0 0 0,0 0-1 0 0,0 0 1 0 0,0 0 0 0 0,0 0-1 0 0,-1 0 1 0 0,0-1 0 0 0,1 1 0 0 0,-2 0-1 0 0,1 0 1 0 0,0 0 0 0 0,-1 0-1 0 0,0-1 1 0 0,-1-4 0 0 0,-1 2 34 0 0,1 0-1 0 0,-1 1 1 0 0,-1-1 0 0 0,1 0-1 0 0,-1 1 1 0 0,0 0 0 0 0,-1 0 0 0 0,-6-7-1 0 0,4 6-96 0 0,0 0-1 0 0,-1 0 0 0 0,1 1 0 0 0,-1 0 1 0 0,-1 0-1 0 0,1 1 0 0 0,-1 0 1 0 0,0 0-1 0 0,0 1 0 0 0,0 0 1 0 0,0 1-1 0 0,-1 0 0 0 0,-11-2 0 0 0,5 5-1567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11 6449 0 0,'-1'0'180'0'0,"1"-1"-1"0"0,0 0 1 0 0,-1 0-1 0 0,0 1 1 0 0,1-1-1 0 0,-1 1 1 0 0,1-1-1 0 0,-1 0 1 0 0,0 1-1 0 0,1-1 1 0 0,-1 1-1 0 0,0 0 1 0 0,1-1-1 0 0,-1 1 1 0 0,0-1-1 0 0,0 1 1 0 0,0 0-1 0 0,1 0 1 0 0,-1-1-1 0 0,0 1 1 0 0,0 0-1 0 0,0 0 1 0 0,1 0-1 0 0,-1 0 1 0 0,0 0-1 0 0,0 0 1 0 0,0 0-1 0 0,0 0 1 0 0,-1 1-1 0 0,0 0 279 0 0,-1 0 0 0 0,1 0 0 0 0,0 0 0 0 0,-1 1 0 0 0,1-1 1 0 0,0 1-1 0 0,0-1 0 0 0,0 1 0 0 0,-3 3 0 0 0,-2 3 338 0 0,1-1 0 0 0,0 1 1 0 0,1 0-1 0 0,-9 16 0 0 0,10-17-724 0 0,-8 18-5 0 0,12-25-66 0 0,-1 1-1 0 0,1 0 0 0 0,0-1 0 0 0,-1 1 0 0 0,1-1 0 0 0,0 1 1 0 0,0 0-1 0 0,-1-1 0 0 0,1 1 0 0 0,0-1 0 0 0,0 1 0 0 0,0 0 1 0 0,0-1-1 0 0,0 1 0 0 0,0 0 0 0 0,0-1 0 0 0,0 1 0 0 0,0 0 1 0 0,0-1-1 0 0,1 1 0 0 0,-1 0 0 0 0,0-1 0 0 0,0 1 1 0 0,0-1-1 0 0,1 1 0 0 0,-1-1 0 0 0,0 1 0 0 0,2 1 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1 3457 0 0,'-2'1'420'0'0,"0"1"1"0"0,-1-1 0 0 0,1 0-1 0 0,0 0 1 0 0,0 0 0 0 0,-1 0-1 0 0,1 0 1 0 0,-1 0 0 0 0,1-1-1 0 0,0 1 1 0 0,-1-1 0 0 0,1 0-1 0 0,-1 0 1 0 0,1 1 0 0 0,-1-2-1 0 0,0 1 1 0 0,1 0-1 0 0,-1 0 1 0 0,1-1 0 0 0,-3 0-1 0 0,-29-1 4524 0 0,12 11-4646 0 0,16-4-181 0 0,-1 1 1 0 0,1 1-1 0 0,0-1 0 0 0,0 1 1 0 0,1 0-1 0 0,0 1 1 0 0,0-1-1 0 0,0 1 1 0 0,-3 10-1 0 0,-3 7 356 0 0,-13 45 0 0 0,22-63-651 0 0,0 1 0 0 0,1-1 0 0 0,0 1-1 0 0,0 0 1 0 0,1 0 0 0 0,0 0 0 0 0,0-1 0 0 0,1 1-1 0 0,0 0 1 0 0,3 11 0 0 0,-4-17 124 0 0,1 0-1 0 0,0 1 0 0 0,0-1 1 0 0,0 0-1 0 0,0 0 1 0 0,0 0-1 0 0,0 0 0 0 0,1 0 1 0 0,-1 0-1 0 0,1 0 1 0 0,0 0-1 0 0,-1 0 1 0 0,1-1-1 0 0,0 1 0 0 0,0-1 1 0 0,0 1-1 0 0,0-1 1 0 0,0 0-1 0 0,0 0 0 0 0,0 1 1 0 0,0-2-1 0 0,1 1 1 0 0,-1 0-1 0 0,0 0 1 0 0,1-1-1 0 0,-1 1 0 0 0,1-1 1 0 0,-1 0-1 0 0,0 0 1 0 0,1 0-1 0 0,-1 0 0 0 0,1 0 1 0 0,-1 0-1 0 0,0-1 1 0 0,1 1-1 0 0,-1-1 1 0 0,3-1-1 0 0,2 0 27 0 0,-1-1 0 0 0,1 0 1 0 0,-1 0-1 0 0,0 0 0 0 0,-1-1 0 0 0,1 0 1 0 0,0 0-1 0 0,-1 0 0 0 0,0-1 0 0 0,0 0 1 0 0,-1 0-1 0 0,1 0 0 0 0,-1-1 0 0 0,0 1 0 0 0,0-1 1 0 0,4-9-1 0 0,-2 3 345 0 0,0 0 1 0 0,-1 0 0 0 0,-1 0-1 0 0,0 0 1 0 0,0-1-1 0 0,-2 0 1 0 0,3-22-1 0 0,-3-23 3384 0 0,0 86-2799 0 0,-2-16-970 0 0,1 0 0 0 0,0-1 0 0 0,1 1 0 0 0,0 0 0 0 0,0 0 0 0 0,2-1 0 0 0,4 13 0 0 0,-6-19-1017 0 0,1 0 0 0 0,0 1 1 0 0,0-1-1 0 0,0-1 0 0 0,7 9 1 0 0,6 1-5471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186 416 4609 0 0,'-3'-7'626'0'0,"2"4"179"0"0,0 1-1 0 0,0 0 1 0 0,0-1 0 0 0,0 1 0 0 0,-1 0 0 0 0,1 0-1 0 0,-1 0 1 0 0,0-1 0 0 0,1 2 0 0 0,-5-4 0 0 0,6 4-599 0 0,-1 1 0 0 0,0 0 1 0 0,1 0-1 0 0,-1 0 0 0 0,0-1 0 0 0,0 1 1 0 0,1 0-1 0 0,-1 0 0 0 0,0 0 1 0 0,1 0-1 0 0,-1 0 0 0 0,0 0 1 0 0,0 0-1 0 0,1 1 0 0 0,-1-1 1 0 0,0 0-1 0 0,1 0 0 0 0,-1 0 1 0 0,0 1-1 0 0,1-1 0 0 0,-2 1 1 0 0,-14 12 59 0 0,2 1-66 0 0,1 0-1 0 0,0 1 0 0 0,1 1 1 0 0,1 0-1 0 0,0 0 0 0 0,2 1 1 0 0,0 1-1 0 0,0 0 0 0 0,2 0 1 0 0,0 0-1 0 0,1 1 0 0 0,-3 20 1 0 0,8-36-233 0 0,1 1 1 0 0,-1-1 0 0 0,1 1 0 0 0,0-1-1 0 0,1 0 1 0 0,-1 1 0 0 0,1-1-1 0 0,-1 1 1 0 0,1-1 0 0 0,0 0 0 0 0,0 1-1 0 0,0-1 1 0 0,1 0 0 0 0,-1 0 0 0 0,1 0-1 0 0,0 0 1 0 0,0 0 0 0 0,0 0-1 0 0,0-1 1 0 0,0 1 0 0 0,0-1 0 0 0,5 4-1 0 0,-5-5 5 0 0,0 1-1 0 0,0-1 1 0 0,1 0-1 0 0,-1 0 0 0 0,0 0 1 0 0,1 0-1 0 0,-1 0 1 0 0,1 0-1 0 0,0-1 0 0 0,-1 1 1 0 0,1-1-1 0 0,-1 0 1 0 0,1 0-1 0 0,0 0 0 0 0,-1 0 1 0 0,1 0-1 0 0,0-1 1 0 0,-1 1-1 0 0,1-1 0 0 0,-1 1 1 0 0,1-1-1 0 0,-1 0 0 0 0,1 0 1 0 0,-1 0-1 0 0,0-1 1 0 0,1 1-1 0 0,-1 0 0 0 0,0-1 1 0 0,3-2-1 0 0,4-4-66 0 0,-1 0 0 0 0,0-1 0 0 0,0 1 0 0 0,-1-1 0 0 0,0-1 0 0 0,0 0 0 0 0,-1 0 0 0 0,-1 0 0 0 0,1 0 0 0 0,-2-1 0 0 0,0 0 0 0 0,0 0 0 0 0,-1 0 0 0 0,0 0 0 0 0,2-18 0 0 0,-2 2 237 0 0,-1 1-1 0 0,-2-1 1 0 0,0 0-1 0 0,-2 0 1 0 0,-8-42-1 0 0,-2 0 547 0 0,3 15 229 0 0,-1 0 1 0 0,-24-67-1 0 0,20 95-213 0 0,14 26-694 0 0,0 0-1 0 0,0 0 0 0 0,0 0 0 0 0,0 0 0 0 0,0 0 0 0 0,0 0 1 0 0,0 0-1 0 0,-1 0 0 0 0,1 0 0 0 0,0 0 0 0 0,0 0 0 0 0,0 0 0 0 0,0 0 1 0 0,0 0-1 0 0,0 0 0 0 0,0 0 0 0 0,0 0 0 0 0,0 0 0 0 0,-1 0 0 0 0,1 0 1 0 0,0 0-1 0 0,0 0 0 0 0,0 0 0 0 0,0 0 0 0 0,0 0 0 0 0,0 0 0 0 0,0 0 1 0 0,0 0-1 0 0,0 0 0 0 0,-1 0 0 0 0,1 0 0 0 0,0 0 0 0 0,0 0 1 0 0,0 0-1 0 0,0 0 0 0 0,0 0 0 0 0,0 0 0 0 0,0 1 0 0 0,0-1 0 0 0,0 0 1 0 0,0 0-1 0 0,0 0 0 0 0,0 0 0 0 0,0 0 0 0 0,0 0 0 0 0,0 0 0 0 0,0 0 1 0 0,0 0-1 0 0,-1 1 0 0 0,1-1 0 0 0,0 0 0 0 0,0 0 0 0 0,0 0 0 0 0,0 0 1 0 0,0 0-1 0 0,0 0 0 0 0,1 0 0 0 0,-1 0 0 0 0,0 1 0 0 0,0 16 186 0 0,8 27-93 0 0,1-1-1 0 0,29 81 1 0 0,46 78-2383 0 0,-76-184 1686 0 0,6 14-7172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2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148 252 5777 0 0,'-11'-19'223'0'0,"-46"-69"4488"0"0,49 79-4152 0 0,0-1 0 0 0,0 2 0 0 0,0-1 0 0 0,-1 1-1 0 0,-1 0 1 0 0,-19-9 2800 0 0,31 28-2333 0 0,9 19-1201 0 0,-7-20 409 0 0,37 100-225 0 0,75 198-848 0 0,-106-283 774 0 0,-3-6 24 0 0,19 34-1 0 0,-26-53 70 0 0,0 0 0 0 0,0 1-1 0 0,0-1 1 0 0,0 0-1 0 0,0 0 1 0 0,1 1-1 0 0,-1-1 1 0 0,0 0 0 0 0,0 0-1 0 0,1 0 1 0 0,-1 1-1 0 0,0-1 1 0 0,0 0-1 0 0,1 0 1 0 0,-1 0-1 0 0,0 0 1 0 0,0 1 0 0 0,1-1-1 0 0,-1 0 1 0 0,0 0-1 0 0,1 0 1 0 0,-1 0-1 0 0,0 0 1 0 0,0 0 0 0 0,1 0-1 0 0,-1 0 1 0 0,0 0-1 0 0,1 0 1 0 0,-1 0-1 0 0,0 0 1 0 0,1 0 0 0 0,-1 0-1 0 0,0 0 1 0 0,0 0-1 0 0,1 0 1 0 0,-1-1-1 0 0,0 1 1 0 0,1 0-1 0 0,-1 0 1 0 0,13-13 693 0 0,3-18-17 0 0,73-234 458 0 0,-15 34-2643 0 0,-65 208 800 0 0,6-16-501 0 0,-4 13-3870 0 0,-2 10-474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2304 0 0,'3'-18'11944'0'0,"9"3"-11933"0"0,-9 9-11 0 0,-7-45 2669 0 0,16 368-2729 0 0,-6-148-1042 0 0,-10-57-3575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81 1376 0 0,'-1'0'61'0'0,"1"-1"0"0"0,-1 1 0 0 0,0 0 0 0 0,1-1 0 0 0,-1 1 0 0 0,0 0 0 0 0,0 0 0 0 0,1 0 0 0 0,-1-1 0 0 0,0 1 0 0 0,0 0 0 0 0,1 0 0 0 0,-1 0 0 0 0,0 0 1 0 0,0 0-1 0 0,0 0 0 0 0,1 0 0 0 0,-1 1 0 0 0,0-1 0 0 0,0 0 0 0 0,1 0 0 0 0,-1 1 0 0 0,0-1 0 0 0,1 0 0 0 0,-1 1 0 0 0,0-1 0 0 0,1 1 0 0 0,-1-1 0 0 0,0 0 0 0 0,1 1 0 0 0,-1 0 0 0 0,1-1 0 0 0,-1 1 0 0 0,1-1 0 0 0,-1 1 0 0 0,1 0 0 0 0,-1 0 0 0 0,-24 34 1344 0 0,18-24-921 0 0,1-3-155 0 0,1 1 1 0 0,-1 0-1 0 0,1 0 1 0 0,1 1-1 0 0,0-1 1 0 0,0 1-1 0 0,1 0 1 0 0,0 0-1 0 0,1 0 1 0 0,0 0 0 0 0,-1 20-1 0 0,3-30-327 0 0,0 0 0 0 0,0 1-1 0 0,0-1 1 0 0,0 0 0 0 0,0 0-1 0 0,0 1 1 0 0,0-1 0 0 0,0 0 0 0 0,0 0-1 0 0,0 1 1 0 0,0-1 0 0 0,0 0 0 0 0,0 0-1 0 0,0 1 1 0 0,0-1 0 0 0,0 0 0 0 0,0 0-1 0 0,1 0 1 0 0,-1 1 0 0 0,0-1 0 0 0,0 0-1 0 0,0 0 1 0 0,0 0 0 0 0,0 1 0 0 0,1-1-1 0 0,-1 0 1 0 0,0 0 0 0 0,0 0-1 0 0,0 0 1 0 0,1 1 0 0 0,-1-1 0 0 0,0 0-1 0 0,0 0 1 0 0,0 0 0 0 0,1 0 0 0 0,-1 0-1 0 0,0 0 1 0 0,0 0 0 0 0,1 0 0 0 0,-1 0-1 0 0,12-5 1 0 0,8-15 114 0 0,77-105 690 0 0,-9 10 1633 0 0,-87 114-2345 0 0,-1 1 1 0 0,1-1-1 0 0,0 0 0 0 0,-1 0 1 0 0,1 1-1 0 0,0-1 0 0 0,-1 1 1 0 0,1-1-1 0 0,0 0 0 0 0,0 1 1 0 0,0 0-1 0 0,-1-1 0 0 0,1 1 1 0 0,0-1-1 0 0,0 1 0 0 0,0 0 1 0 0,0 0-1 0 0,0-1 0 0 0,1 1 1 0 0,-1 0-33 0 0,0 0 1 0 0,-1 1-1 0 0,1-1 1 0 0,-1 0-1 0 0,1 1 1 0 0,0-1-1 0 0,-1 0 0 0 0,1 1 1 0 0,-1-1-1 0 0,1 1 1 0 0,-1-1-1 0 0,1 1 1 0 0,-1-1-1 0 0,0 1 1 0 0,1-1-1 0 0,-1 1 1 0 0,1-1-1 0 0,-1 1 1 0 0,0 0-1 0 0,0-1 1 0 0,1 2-1 0 0,1 5 288 0 0,1 1-1 0 0,-2 0 1 0 0,3 16-1 0 0,-2-7-230 0 0,6 20-73 0 0,24 66 0 0 0,9-13-3180 0 0,-27-62-2276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7370 0 0,'0'0'1579'0'0,"2"15"2858"0"0,14 114-2972 0 0,-3-29-1397 0 0,1 101 0 0 0,-38 203 947 0 0,11-255-1078 0 0,-1-48-1492 0 0,-1 0-4938 0 0,15-90 3083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38 156 1840 0 0,'-2'-1'113'0'0,"0"0"0"0"0,-1-1 0 0 0,1 1 0 0 0,0 0 0 0 0,0-1 0 0 0,0 1 0 0 0,0-1 0 0 0,0 0 0 0 0,0 1 0 0 0,1-1 0 0 0,-1 0 0 0 0,1 0 0 0 0,-1 0 0 0 0,1 0 0 0 0,0-1-1 0 0,-1 1 1 0 0,1 0 0 0 0,0 0 0 0 0,1-1 0 0 0,-1 1 0 0 0,0-1 0 0 0,1 1 0 0 0,-1-1 0 0 0,1-2 0 0 0,-1 1 303 0 0,1-1 1 0 0,0 0-1 0 0,0 1 0 0 0,0-1 0 0 0,0 1 1 0 0,1-1-1 0 0,0 0 0 0 0,0 1 0 0 0,0-1 1 0 0,1 1-1 0 0,-1 0 0 0 0,5-8 0 0 0,-6 11-257 0 0,1 0 0 0 0,-1 0 0 0 0,1 0-1 0 0,0 0 1 0 0,-1 1 0 0 0,1-1 0 0 0,0 0-1 0 0,0 0 1 0 0,-1 0 0 0 0,1 1 0 0 0,0-1-1 0 0,0 0 1 0 0,0 1 0 0 0,0-1 0 0 0,0 1-1 0 0,0-1 1 0 0,0 1 0 0 0,0 0-1 0 0,0-1 1 0 0,0 1 0 0 0,0 0 0 0 0,0 0-1 0 0,0 0 1 0 0,0-1 0 0 0,0 1 0 0 0,0 0-1 0 0,2 1 1 0 0,-1-1 20 0 0,1 1 1 0 0,-1 0-1 0 0,1 0 0 0 0,-1 0 1 0 0,0 0-1 0 0,1 1 0 0 0,-1-1 0 0 0,0 0 1 0 0,0 1-1 0 0,4 3 0 0 0,1 2-108 0 0,0 1-1 0 0,0 0 0 0 0,-1 0 0 0 0,10 17 1 0 0,-6-4-185 0 0,-1 1 1 0 0,7 26-1 0 0,-12-31 101 0 0,1-1 0 0 0,1 0 0 0 0,1-1 0 0 0,0 0 0 0 0,1 0 0 0 0,11 16 0 0 0,-18-30 58 0 0,-1 0 1 0 0,1 0-1 0 0,1 0 1 0 0,-1 0-1 0 0,0 0 1 0 0,0 0-1 0 0,0 0 1 0 0,0 0-1 0 0,1-1 1 0 0,-1 1-1 0 0,0 0 1 0 0,1-1-1 0 0,-1 1 1 0 0,1-1-1 0 0,-1 0 1 0 0,0 1-1 0 0,1-1 1 0 0,-1 0-1 0 0,1 0 1 0 0,-1 0-1 0 0,1 0 1 0 0,-1 0-1 0 0,1 0 1 0 0,-1 0-1 0 0,1 0 1 0 0,-1-1-1 0 0,0 1 1 0 0,1 0-1 0 0,-1-1 1 0 0,1 0-1 0 0,-1 1 1 0 0,0-1-1 0 0,1 0 1 0 0,-1 1-1 0 0,0-1 1 0 0,0 0-1 0 0,0 0 1 0 0,0 0-1 0 0,0 0 1 0 0,2-2-1 0 0,6-6 268 0 0,0 0 1 0 0,-1-1-1 0 0,12-18 1 0 0,-13 19-249 0 0,57-85 100 0 0,30-38-4323 0 0,-77 110-1595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6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148 325 2304 0 0,'0'-33'946'0'0,"1"0"41"0"0,-1-1 1 0 0,-1 1 0 0 0,-2 0-1 0 0,-2 1 1 0 0,-11-47-1 0 0,0 48 134 0 0,15 30-903 0 0,0 0 0 0 0,0-1 0 0 0,0 1 1 0 0,0 0-1 0 0,-1 0 0 0 0,1 0 0 0 0,0 0 0 0 0,0 0 0 0 0,-1 0 1 0 0,1 0-1 0 0,-1 0 0 0 0,1 1 0 0 0,0-1 0 0 0,-1 0 0 0 0,1 1 1 0 0,-1-1-1 0 0,0 1 0 0 0,1 0 0 0 0,-2-1 0 0 0,1 42 2444 0 0,-40 900-612 0 0,11-557-1665 0 0,30-377-399 0 0,-3 47-870 0 0,4-51 682 0 0,0 1 1 0 0,0-1-1 0 0,1 1 1 0 0,-1-1 0 0 0,1 1-1 0 0,-1-1 1 0 0,1 0-1 0 0,0 1 1 0 0,0-1 0 0 0,1 0-1 0 0,-1 1 1 0 0,3 2-1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1 456 0 0,'-57'2'3620'0'0,"-111"20"0"0"0,155-19-3031 0 0,1 0-1 0 0,-1 1 1 0 0,1 0-1 0 0,-15 8 1 0 0,22-10-384 0 0,0 0 0 0 0,1 1 0 0 0,0-1-1 0 0,-1 1 1 0 0,1 0 0 0 0,0 0 0 0 0,1 1 0 0 0,-1-1 0 0 0,0 1-1 0 0,1 0 1 0 0,0 0 0 0 0,0 0 0 0 0,-4 8 0 0 0,7-12-133 0 0,-1 1 1 0 0,1 0-1 0 0,0-1 1 0 0,-1 1-1 0 0,1 0 1 0 0,0 0-1 0 0,0-1 1 0 0,0 1-1 0 0,0 0 1 0 0,0 0-1 0 0,0 0 1 0 0,0-1-1 0 0,0 1 1 0 0,0 0-1 0 0,0 0 0 0 0,0-1 1 0 0,0 1-1 0 0,0 0 1 0 0,1 0-1 0 0,-1-1 1 0 0,0 1-1 0 0,1 0 1 0 0,-1-1-1 0 0,0 1 1 0 0,1 0-1 0 0,-1-1 1 0 0,1 1-1 0 0,-1 0 1 0 0,2 0-1 0 0,-1 0 13 0 0,1 1 0 0 0,0-1 0 0 0,1 0-1 0 0,-1 0 1 0 0,0 0 0 0 0,0 0 0 0 0,0-1 0 0 0,0 1 0 0 0,1 0-1 0 0,1-1 1 0 0,9 2 279 0 0,0-1-1 0 0,21-1 1 0 0,-33 0-312 0 0,170-6 1639 0 0,200-13-375 0 0,-268 14-1481 0 0,-1 4 0 0 0,111 13 0 0 0,-92-4 76 0 0,87-4-3133 0 0,-177-4 2267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8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71 3225 0 0,'-2'-1'365'0'0,"1"0"1"0"0,-1 0 0 0 0,1 0-1 0 0,-1 0 1 0 0,1 0 0 0 0,0-1-1 0 0,-1 1 1 0 0,1 0 0 0 0,0-1-1 0 0,0 1 1 0 0,0-1 0 0 0,0 1-1 0 0,0-1 1 0 0,0 1 0 0 0,1-1-1 0 0,-1 0 1 0 0,0 0 0 0 0,0-3-1 0 0,1 4-225 0 0,0 0 0 0 0,0 0 0 0 0,0 0-1 0 0,0 0 1 0 0,0 0 0 0 0,0 0 0 0 0,0 0-1 0 0,0 0 1 0 0,0 0 0 0 0,1 0-1 0 0,-1 0 1 0 0,0 0 0 0 0,1 0 0 0 0,-1 0-1 0 0,1 0 1 0 0,-1 0 0 0 0,1 0 0 0 0,-1 0-1 0 0,1 0 1 0 0,0 0 0 0 0,0 1-1 0 0,-1-1 1 0 0,1 0 0 0 0,0 0 0 0 0,0 1-1 0 0,0-1 1 0 0,0 1 0 0 0,0-1 0 0 0,0 1-1 0 0,0-1 1 0 0,0 1 0 0 0,0-1-1 0 0,1 1 1 0 0,11-4 124 0 0,0 2 0 0 0,0-1 0 0 0,0 1 1 0 0,0 1-1 0 0,0 1 0 0 0,26 1 0 0 0,83 17 510 0 0,-92-12-572 0 0,99 11 706 0 0,231 1 0 0 0,122 7-563 0 0,48 0-1202 0 0,-472-29 218 0 0,-34 0-3526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1 170 920 0 0,'7'-36'4407'0'0,"11"-34"1452"0"0,-17 65-5451 0 0,1 0 0 0 0,0 1-1 0 0,0-1 1 0 0,0 1 0 0 0,1 0 0 0 0,-1 0 0 0 0,1 0 0 0 0,0 0 0 0 0,1 0 0 0 0,-1 0 0 0 0,7-5 0 0 0,-9 8-302 0 0,1 0 1 0 0,-1 1-1 0 0,0-1 1 0 0,0 0 0 0 0,0 1-1 0 0,1-1 1 0 0,-1 1-1 0 0,0-1 1 0 0,0 1-1 0 0,1 0 1 0 0,-1-1-1 0 0,0 1 1 0 0,1 0-1 0 0,-1 0 1 0 0,0 0 0 0 0,1 0-1 0 0,-1 0 1 0 0,1 0-1 0 0,-1 0 1 0 0,0 1-1 0 0,1-1 1 0 0,1 1-1 0 0,-1 0 11 0 0,1 1-1 0 0,-1-1 1 0 0,0 1-1 0 0,1 0 1 0 0,-1-1-1 0 0,0 1 0 0 0,0 0 1 0 0,0 0-1 0 0,0 1 1 0 0,2 2-1 0 0,1 4 20 0 0,0 0 0 0 0,0 0 0 0 0,0 0 0 0 0,5 19 0 0 0,9 50-48 0 0,-16-59-273 0 0,1-1 0 0 0,0 1 0 0 0,2-1 0 0 0,0-1 0 0 0,1 1 0 0 0,1-1 0 0 0,16 27 0 0 0,-24-44 178 0 0,0 1 0 0 0,1 0 0 0 0,-1-1 0 0 0,1 1 0 0 0,-1-1 0 0 0,1 1 0 0 0,-1-1-1 0 0,1 1 1 0 0,-1 0 0 0 0,1-1 0 0 0,-1 0 0 0 0,1 1 0 0 0,0-1 0 0 0,-1 1 0 0 0,1-1 0 0 0,0 0 0 0 0,-1 1 0 0 0,1-1 0 0 0,0 0 0 0 0,-1 0 0 0 0,1 0-1 0 0,0 0 1 0 0,0 1 0 0 0,-1-1 0 0 0,1 0 0 0 0,0 0 0 0 0,0 0 0 0 0,-1-1 0 0 0,1 1 0 0 0,0 0 0 0 0,0 0 0 0 0,1-1 0 0 0,0 0 27 0 0,0 0 1 0 0,-1 0 0 0 0,1-1 0 0 0,0 1-1 0 0,0-1 1 0 0,-1 0 0 0 0,1 0 0 0 0,-1 1-1 0 0,1-1 1 0 0,1-4 0 0 0,3-4 180 0 0,-1-1 1 0 0,0 0-1 0 0,4-14 0 0 0,8-35 372 0 0,-11 33-303 0 0,1 1 0 0 0,1 0 0 0 0,2 1 0 0 0,0 0 0 0 0,18-30 0 0 0,-28 54-266 0 0,0 1-1 0 0,0-1 1 0 0,1 1 0 0 0,-1-1 0 0 0,0 1 0 0 0,0-1 0 0 0,1 1 0 0 0,-1 0 0 0 0,0-1 0 0 0,0 1-1 0 0,1-1 1 0 0,-1 1 0 0 0,1 0 0 0 0,-1-1 0 0 0,0 1 0 0 0,1 0 0 0 0,-1 0 0 0 0,1-1 0 0 0,-1 1-1 0 0,0 0 1 0 0,1 0 0 0 0,-1-1 0 0 0,1 1 0 0 0,-1 0 0 0 0,1 0 0 0 0,-1 0 0 0 0,1 0-1 0 0,-1 0 1 0 0,1 0 0 0 0,-1 0 0 0 0,1 0 0 0 0,-1 0 0 0 0,1 0 0 0 0,-1 0 0 0 0,1 0 0 0 0,-1 0-1 0 0,1 0 1 0 0,-1 1 0 0 0,1-1 0 0 0,-1 0 0 0 0,1 0 0 0 0,-1 0 0 0 0,0 1 0 0 0,1-1 0 0 0,-1 0-1 0 0,1 1 1 0 0,-1-1 0 0 0,0 0 0 0 0,1 1 0 0 0,-1-1 0 0 0,0 0 0 0 0,1 1 0 0 0,-1-1-1 0 0,0 1 1 0 0,0-1 0 0 0,1 0 0 0 0,-1 1 0 0 0,0-1 0 0 0,0 1 0 0 0,0-1 0 0 0,0 1 0 0 0,0-1-1 0 0,1 1 1 0 0,-1 0 0 0 0,13 45 294 0 0,-9-28-240 0 0,8 19-372 0 0,32 62 0 0 0,-37-86 221 0 0,0 0 1 0 0,1-1-1 0 0,0 0 1 0 0,1 0-1 0 0,1-1 1 0 0,0 0-1 0 0,22 18 1 0 0,-30-27 76 0 0,0-1 0 0 0,0 1 0 0 0,0-1 1 0 0,1 0-1 0 0,-1 0 0 0 0,0 0 1 0 0,1 0-1 0 0,-1 0 0 0 0,0 0 1 0 0,1-1-1 0 0,-1 1 0 0 0,1-1 1 0 0,0 0-1 0 0,-1 0 0 0 0,1 0 1 0 0,-1 0-1 0 0,1 0 0 0 0,4-1 0 0 0,-3 0-35 0 0,1-1 0 0 0,-1 0 0 0 0,0 0 0 0 0,0 0 0 0 0,0 0 0 0 0,0 0 0 0 0,0-1 0 0 0,0 0 0 0 0,5-5 0 0 0,2-3-65 0 0,-1-1 0 0 0,-1 1 0 0 0,0-2 0 0 0,0 1 0 0 0,8-18 0 0 0,0-4 271 0 0,-7 13 77 0 0,1 1 0 0 0,1 0 0 0 0,14-19 0 0 0,-26 39-217 0 0,0-1 0 0 0,1 1 0 0 0,-1 0 0 0 0,0 0 0 0 0,0 0 0 0 0,0 0-1 0 0,0-1 1 0 0,0 1 0 0 0,0 0 0 0 0,1 0 0 0 0,-1 0 0 0 0,0 0 0 0 0,0 0 0 0 0,0 0 0 0 0,1-1 0 0 0,-1 1 0 0 0,0 0-1 0 0,0 0 1 0 0,0 0 0 0 0,1 0 0 0 0,-1 0 0 0 0,0 0 0 0 0,0 0 0 0 0,0 0 0 0 0,1 0 0 0 0,-1 0 0 0 0,0 0 0 0 0,0 0-1 0 0,0 0 1 0 0,1 0 0 0 0,-1 0 0 0 0,0 0 0 0 0,0 0 0 0 0,0 0 0 0 0,1 0 0 0 0,-1 0 0 0 0,0 1 0 0 0,0-1 0 0 0,0 0-1 0 0,1 0 1 0 0,-1 0 0 0 0,0 0 0 0 0,0 0 0 0 0,0 1 0 0 0,7 12 313 0 0,0 25-132 0 0,-6-31-121 0 0,9 35-199 0 0,1-1-1 0 0,20 47 1 0 0,-13-41-1619 0 0,11 52 1 0 0,-27-90 860 0 0,1 0 1 0 0,-1-1-1 0 0,1 0 0 0 0,1 1 1 0 0,4 7-1 0 0,-8-15 710 0 0,1 0-1 0 0,-1 0 0 0 0,1 0 1 0 0,-1 0-1 0 0,1 0 1 0 0,0 0-1 0 0,-1 0 0 0 0,1-1 1 0 0,0 1-1 0 0,0 0 0 0 0,-1 0 1 0 0,1-1-1 0 0,0 1 0 0 0,0 0 1 0 0,0-1-1 0 0,0 1 1 0 0,0-1-1 0 0,0 1 0 0 0,0-1 1 0 0,0 1-1 0 0,0-1 0 0 0,1 0 1 0 0,-1 0-1 0 0,0 0 0 0 0,0 1 1 0 0,0-1-1 0 0,0 0 1 0 0,0 0-1 0 0,0 0 0 0 0,1-1 1 0 0,-1 1-1 0 0,0 0 0 0 0,0 0 1 0 0,0-1-1 0 0,0 1 0 0 0,0 0 1 0 0,0-1-1 0 0,0 1 1 0 0,0-1-1 0 0,0 0 0 0 0,0 1 1 0 0,0-1-1 0 0,0 0 0 0 0,0 1 1 0 0,-1-1-1 0 0,1 0 0 0 0,0 0 1 0 0,0 0-1 0 0,-1 0 1 0 0,2-1-1 0 0,7-9 17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1376 0 0,'10'11'10363'0'0,"-10"-12"-10187"0"0,33-3 1131 0 0,-1-1 1 0 0,0-2-1 0 0,36-12 1 0 0,-28 7 229 0 0,70-10 1 0 0,4 13-620 0 0,120 8-1 0 0,-9 0-813 0 0,-132-2-259 0 0,0-5 0 0 0,-1-3 0 0 0,148-39 0 0 0,-218 45-2499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6913 0 0,'0'0'28'0'0,"-1"-1"-1"0"0,1 0 0 0 0,0 0 0 0 0,0 1 0 0 0,0-1 0 0 0,0 0 0 0 0,0 0 0 0 0,1 1 0 0 0,-1-1 1 0 0,0 0-1 0 0,0 0 0 0 0,0 1 0 0 0,1-1 0 0 0,-1 0 0 0 0,0 1 0 0 0,1-1 0 0 0,-1 0 0 0 0,0 1 0 0 0,1-1 1 0 0,-1 1-1 0 0,1-1 0 0 0,-1 0 0 0 0,1 1 0 0 0,0-1 0 0 0,-1 1 0 0 0,1-1 0 0 0,-1 1 0 0 0,1 0 1 0 0,0-1-1 0 0,0 1 0 0 0,27-20 775 0 0,-24 17-87 0 0,6-4 442 0 0,1 1 0 0 0,0 0 0 0 0,1 0 0 0 0,-1 1 0 0 0,15-4 0 0 0,-12 6-612 0 0,-1-1 1 0 0,1 2-1 0 0,1 0 1 0 0,15 0-1 0 0,-11 2-1023 0 0,-1 1-1 0 0,33 5 1 0 0,-26 0-2295 0 0,37 12 0 0 0,-50-14-1728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0 920 0 0,'-15'12'6817'0'0,"14"-11"-6293"0"0,0 0 1 0 0,0 2-1 0 0,-9 28 3774 0 0,3 35-817 0 0,7-59-2909 0 0,0 88 895 0 0,14 116 0 0 0,0-33-1059 0 0,25 579 666 0 0,-38-720-1023 0 0,0-1 1 0 0,-3 1-1 0 0,-1-1 0 0 0,-8 40 1 0 0,6-54-2670 0 0,-1 0 0 0 0,-11 25 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3225 0 0,'-1'2'12693'0'0,"5"16"-12382"0"0,-2-10-47 0 0,0 0 0 0 0,-1 0 0 0 0,0 1 0 0 0,-1-1 0 0 0,0 0 0 0 0,-2 16 0 0 0,1 11-1 0 0,11 107 414 0 0,-2-33-1446 0 0,-6-36-3327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4609 0 0,'-2'1'248'0'0,"1"0"1"0"0,-1 1-1 0 0,0 0 0 0 0,1-1 1 0 0,-1 1-1 0 0,1 0 0 0 0,0 0 1 0 0,-1 0-1 0 0,1-1 0 0 0,0 1 1 0 0,0 1-1 0 0,0-1 0 0 0,1 0 1 0 0,-1 0-1 0 0,0 0 0 0 0,1 0 1 0 0,-1 1-1 0 0,1-1 0 0 0,0 0 1 0 0,0 0-1 0 0,0 1 0 0 0,0-1 1 0 0,0 0-1 0 0,0 0 1 0 0,1 1-1 0 0,-1-1 0 0 0,1 0 1 0 0,0 0-1 0 0,-1 0 0 0 0,1 0 1 0 0,0 0-1 0 0,0 0 0 0 0,0 0 1 0 0,0 0-1 0 0,1 0 0 0 0,-1 0 1 0 0,1 0-1 0 0,-1-1 0 0 0,1 1 1 0 0,-1 0-1 0 0,1-1 0 0 0,0 0 1 0 0,0 1-1 0 0,0-1 0 0 0,0 0 1 0 0,0 0-1 0 0,0 0 0 0 0,0 0 1 0 0,0 0-1 0 0,3 0 0 0 0,13 4 116 0 0,0-1-1 0 0,1-1 0 0 0,-1-1 0 0 0,0 0 1 0 0,1-1-1 0 0,24-3 0 0 0,40 3 79 0 0,337 34 209 0 0,113 12-364 0 0,-217-10-283 0 0,62 5-27 0 0,-161-26-363 0 0,-71-3-185 0 0,195-7 0 0 0,271-70 1341 0 0,-57-4-228 0 0,-438 59-523 0 0,-18 0-3 0 0,-1 4 0 0 0,104 8-1 0 0,211 34 1123 0 0,-376-35-1289 0 0,0 2 0 0 0,0 1 0 0 0,56 16 0 0 0,-84-17-631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1 217 10594 0 0,'11'1'6352'0'0,"-7"-1"-6215"0"0,0 1 1 0 0,0 0-1 0 0,-1 0 0 0 0,1 1 0 0 0,0-1 1 0 0,-1 1-1 0 0,1 0 0 0 0,-1 0 1 0 0,1 0-1 0 0,-1 0 0 0 0,0 0 0 0 0,0 1 1 0 0,3 3-1 0 0,54 61 578 0 0,46 49-837 0 0,-92-103 44 0 0,1 0 1 0 0,0-1-1 0 0,1-1 1 0 0,0 0-1 0 0,33 16 1 0 0,-45-25 110 0 0,0 0-1 0 0,1-1 1 0 0,-1 1 0 0 0,0-1 0 0 0,0 0-1 0 0,1 0 1 0 0,-1 0 0 0 0,1-1-1 0 0,-1 0 1 0 0,0 1 0 0 0,1-2 0 0 0,-1 1-1 0 0,1 0 1 0 0,-1-1 0 0 0,1 0-1 0 0,-1 0 1 0 0,0 0 0 0 0,6-3 0 0 0,-7 3 52 0 0,0-2 0 0 0,0 1 0 0 0,-1 0 0 0 0,1 0 0 0 0,0-1 1 0 0,-1 1-1 0 0,0-1 0 0 0,1 0 0 0 0,-1 0 0 0 0,0 0 0 0 0,-1 0 1 0 0,1 0-1 0 0,0 0 0 0 0,-1-1 0 0 0,0 1 0 0 0,0-1 1 0 0,0 1-1 0 0,0 0 0 0 0,0-1 0 0 0,-1 0 0 0 0,1 1 0 0 0,-1-7 1 0 0,-5-154 863 0 0,1 121-1796 0 0,3 0-1 0 0,1 0 1 0 0,10-77 0 0 0,-1 90-5251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0,'10'8'6663'0'0,"11"17"-3585"0"0,-15-19-1972 0 0,14 21-47 0 0,-1 1 1 0 0,-1 1-1 0 0,-1 0 0 0 0,20 52 0 0 0,-22-46-1741 0 0,2-2 1 0 0,1 1 0 0 0,30 41-1 0 0,-36-61-3485 0 0,0-1-1218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4145 0 0,'-1'1'35'0'0,"1"-1"1"0"0,-1 0-1 0 0,0 1 1 0 0,1-1-1 0 0,-1 1 1 0 0,0-1-1 0 0,1 1 1 0 0,-1 0-1 0 0,1-1 1 0 0,-1 1-1 0 0,1 0 0 0 0,-1-1 1 0 0,1 1-1 0 0,-1 0 1 0 0,1-1-1 0 0,0 1 1 0 0,0 0-1 0 0,-1 0 1 0 0,1 0-1 0 0,0-1 1 0 0,0 1-1 0 0,0 0 1 0 0,0 1-1 0 0,16-4 1772 0 0,27-19 907 0 0,-26 10-2098 0 0,0-1 0 0 0,-1 0 1 0 0,-1-1-1 0 0,0-1 1 0 0,-1-1-1 0 0,14-18 0 0 0,64-103-836 0 0,-74 106-64 0 0,-15 26 302 0 0,-1 0 1 0 0,1 0-1 0 0,0 0 0 0 0,0 0 1 0 0,1 1-1 0 0,-1-1 0 0 0,1 1 1 0 0,4-3-1 0 0,-7 5 48 0 0,0 1 0 0 0,0-1-1 0 0,0 1 1 0 0,-1 0 0 0 0,1-1 0 0 0,0 1-1 0 0,0 0 1 0 0,0 0 0 0 0,0 0 0 0 0,0-1-1 0 0,0 1 1 0 0,0 0 0 0 0,0 0-1 0 0,0 1 1 0 0,0-1 0 0 0,0 0 0 0 0,0 0-1 0 0,0 0 1 0 0,0 1 0 0 0,0-1 0 0 0,0 0-1 0 0,-1 1 1 0 0,1-1 0 0 0,0 1 0 0 0,0-1-1 0 0,0 1 1 0 0,0-1 0 0 0,-1 1-1 0 0,1-1 1 0 0,0 1 0 0 0,-1 0 0 0 0,1 0-1 0 0,0-1 1 0 0,-1 1 0 0 0,1 0 0 0 0,-1 0-1 0 0,1 0 1 0 0,-1 0 0 0 0,0-1 0 0 0,1 1-1 0 0,-1 0 1 0 0,0 0 0 0 0,1 0-1 0 0,-1 2 1 0 0,31 93 757 0 0,-26-75-608 0 0,1-1-1 0 0,0-1 0 0 0,1 1 1 0 0,1-1-1 0 0,1-1 0 0 0,1 1 1 0 0,18 25-1 0 0,-27-42-234 0 0,1 0 1 0 0,-1 0-1 0 0,1 0 0 0 0,-1 0 1 0 0,1-1-1 0 0,0 1 0 0 0,-1-1 0 0 0,1 1 1 0 0,0-1-1 0 0,0 0 0 0 0,0 1 1 0 0,0-1-1 0 0,1 0 0 0 0,-1 0 0 0 0,0-1 1 0 0,0 1-1 0 0,1 0 0 0 0,-1-1 1 0 0,0 0-1 0 0,1 1 0 0 0,-1-1 0 0 0,0 0 1 0 0,1 0-1 0 0,-1 0 0 0 0,0 0 1 0 0,4-1-1 0 0,-3-1-11 0 0,1 0-1 0 0,-1 1 1 0 0,0-1 0 0 0,0 0-1 0 0,-1-1 1 0 0,1 1 0 0 0,0 0 0 0 0,-1-1-1 0 0,1 0 1 0 0,-1 1 0 0 0,0-1-1 0 0,0 0 1 0 0,0 0 0 0 0,0 0-1 0 0,0-1 1 0 0,1-5 0 0 0,20-61 991 0 0,0-1 814 0 0,-20 64-1656 0 0,-1 1 0 0 0,2 0-1 0 0,-1 0 1 0 0,1 0 0 0 0,0 0 0 0 0,0 1-1 0 0,0-1 1 0 0,7-5 0 0 0,-10 10-84 0 0,0 0 1 0 0,0 0-1 0 0,0 0 0 0 0,1 0 1 0 0,-1 0-1 0 0,0 1 0 0 0,1-1 1 0 0,-1 0-1 0 0,1 1 0 0 0,-1-1 1 0 0,0 1-1 0 0,1-1 0 0 0,0 1 1 0 0,-1 0-1 0 0,1 0 0 0 0,-1 0 1 0 0,1 0-1 0 0,-1 0 0 0 0,1 0 1 0 0,-1 0-1 0 0,1 0 1 0 0,-1 0-1 0 0,1 1 0 0 0,-1-1 1 0 0,1 1-1 0 0,-1-1 0 0 0,1 1 1 0 0,-1-1-1 0 0,1 1 0 0 0,-1 0 1 0 0,0 0-1 0 0,1 0 0 0 0,-1 0 1 0 0,0 0-1 0 0,2 1 0 0 0,4 6-12 0 0,0 0 0 0 0,0 0 0 0 0,-1 0 0 0 0,8 14-1 0 0,-1-3-10 0 0,-4-7-273 0 0,1-1 0 0 0,0-1 0 0 0,0 0 0 0 0,20 14-1 0 0,-10-10-736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 7370 0 0,'-1'-1'223'0'0,"1"1"0"0"0,0-1 0 0 0,0 0 0 0 0,0 0 1 0 0,0 1-1 0 0,0-1 0 0 0,0 0 0 0 0,0 0 1 0 0,0 1-1 0 0,0-1 0 0 0,0 0 0 0 0,0 0 0 0 0,0 0 1 0 0,1 1-1 0 0,-1-1 0 0 0,0 0 0 0 0,0 1 0 0 0,1-1 1 0 0,-1 0-1 0 0,1 1 0 0 0,-1-1 0 0 0,1 0 1 0 0,-1 1-1 0 0,1-1 0 0 0,-1 1 0 0 0,1-1 0 0 0,-1 1 1 0 0,1-1-1 0 0,-1 1 0 0 0,1-1 0 0 0,0 1 0 0 0,-1-1 1 0 0,1 1-1 0 0,0 0 0 0 0,0 0 0 0 0,-1-1 1 0 0,1 1-1 0 0,0 0 0 0 0,0 0 0 0 0,-1 0 0 0 0,1 0 1 0 0,0 0-1 0 0,0 0 0 0 0,-1 0 0 0 0,1 0 0 0 0,1 0 1 0 0,1 1-11 0 0,-1 0 0 0 0,0-1 1 0 0,0 1-1 0 0,0 1 0 0 0,0-1 1 0 0,0 0-1 0 0,0 0 0 0 0,0 1 1 0 0,0-1-1 0 0,0 1 0 0 0,-1 0 1 0 0,1-1-1 0 0,0 1 0 0 0,1 2 0 0 0,2 6-59 0 0,1 0-1 0 0,-2 1 0 0 0,1-1 0 0 0,-1 1 1 0 0,-1 0-1 0 0,3 16 0 0 0,8 73-106 0 0,-9-51-142 0 0,1 1-425 0 0,15 90-1375 0 0,-18-125 1016 0 0,1 0 0 0 0,1-1 0 0 0,0 1 0 0 0,1-1 0 0 0,1 0 0 0 0,0-1-1 0 0,9 14 1 0 0,0-7-4004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67 343 4145 0 0,'-13'-25'730'0'0,"1"-1"0"0"0,-15-44 0 0 0,23 55 159 0 0,1 0-1 0 0,0 0 1 0 0,1 0-1 0 0,0 0 1 0 0,1-1-1 0 0,2-23 1 0 0,0 34-564 0 0,0 1 1 0 0,0-1-1 0 0,1 0 1 0 0,0 1-1 0 0,-1-1 1 0 0,2 1-1 0 0,-1-1 1 0 0,0 1-1 0 0,1 0 1 0 0,0 0-1 0 0,6-7 0 0 0,-7 8-147 0 0,1 0 0 0 0,-1 1 0 0 0,1-1 0 0 0,0 1 0 0 0,0 0 0 0 0,0-1 0 0 0,0 1 0 0 0,0 1 0 0 0,0-1 0 0 0,1 0 0 0 0,-1 1 0 0 0,1 0 0 0 0,-1-1 0 0 0,1 1 0 0 0,-1 1 0 0 0,6-2 0 0 0,-8 3-164 0 0,1-1 1 0 0,-1 0 0 0 0,0 1-1 0 0,1-1 1 0 0,-1 1 0 0 0,0-1-1 0 0,0 1 1 0 0,0 0 0 0 0,0 0 0 0 0,1-1-1 0 0,-1 1 1 0 0,0 0 0 0 0,0 0-1 0 0,0 0 1 0 0,-1 0 0 0 0,1 0 0 0 0,0 0-1 0 0,0 1 1 0 0,-1-1 0 0 0,1 0-1 0 0,0 0 1 0 0,-1 0 0 0 0,1 1 0 0 0,-1-1-1 0 0,0 0 1 0 0,1 1 0 0 0,-1 1-1 0 0,8 42-365 0 0,-7-38 222 0 0,3 35-392 0 0,-2-1 0 0 0,-6 72 0 0 0,-19 82 74 0 0,18-163 565 0 0,4-29 14 0 0,1 0 0 0 0,-1 1 0 0 0,1-1-1 0 0,0 0 1 0 0,0 0 0 0 0,0 1 0 0 0,0-1 0 0 0,1 0 0 0 0,-1 0 0 0 0,1 0-1 0 0,0 1 1 0 0,0-1 0 0 0,1 4 0 0 0,-1-6-49 0 0,-1-1 0 0 0,1 1 0 0 0,0 0 0 0 0,-1-1 0 0 0,1 1 1 0 0,0-1-1 0 0,-1 1 0 0 0,1-1 0 0 0,0 1 0 0 0,-1-1 0 0 0,1 1 0 0 0,0-1 0 0 0,0 0 1 0 0,0 1-1 0 0,-1-1 0 0 0,1 0 0 0 0,0 0 0 0 0,0 0 0 0 0,1 1 0 0 0,1-1 6 0 0,-1 0-1 0 0,1-1 0 0 0,-1 1 0 0 0,1 0 0 0 0,-1-1 1 0 0,1 0-1 0 0,-1 1 0 0 0,1-1 0 0 0,1-1 0 0 0,92-48-160 0 0,-62 30-1852 0 0,41-15 0 0 0,-48 24 565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22 3681 0 0,'-37'-22'13867'0'0,"32"41"-13279"0"0,3-1-186 0 0,1 0 0 0 0,0-1 0 0 0,2 1 0 0 0,0-1 0 0 0,1 1 0 0 0,1-1 0 0 0,0 0 0 0 0,10 27 0 0 0,1-4-328 0 0,1-1 0 0 0,31 54-1 0 0,2-15-1210 0 0,-26-44-1991 0 0,21 45 1 0 0,-35-58-2366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5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14 390 920 0 0,'-2'-2'248'0'0,"1"0"-1"0"0,-1 0 1 0 0,1 0-1 0 0,0 0 1 0 0,0 0-1 0 0,0 0 1 0 0,0 0-1 0 0,0 0 1 0 0,0-1-1 0 0,1 1 1 0 0,-1 0 0 0 0,1-1-1 0 0,-1 1 1 0 0,1 0-1 0 0,0-1 1 0 0,0 1-1 0 0,0-1 1 0 0,1 1-1 0 0,-1 0 1 0 0,0-1-1 0 0,1 1 1 0 0,-1 0-1 0 0,1-1 1 0 0,0 1-1 0 0,0 0 1 0 0,0 0-1 0 0,0 0 1 0 0,0 0-1 0 0,0 0 1 0 0,1 0 0 0 0,1-3-1 0 0,6-7 1097 0 0,0 1 1 0 0,1 0-1 0 0,18-17 0 0 0,-25 25-1114 0 0,16-13 184 0 0,-1-2-1 0 0,-1-1 0 0 0,0 0 0 0 0,-1-1 1 0 0,-1 0-1 0 0,12-24 0 0 0,-28 48-275 0 0,0 0 1 0 0,0 1-1 0 0,1-1 1 0 0,-1 1-1 0 0,1-1 1 0 0,0 1-1 0 0,0-1 1 0 0,1 0-1 0 0,0 1 0 0 0,-1-1 1 0 0,1 1-1 0 0,3 6 1 0 0,21 56-84 0 0,-19-57-28 0 0,-1 0-1 0 0,1-1 1 0 0,0 0-1 0 0,1 0 1 0 0,0 0-1 0 0,16 14 1 0 0,-19-20-47 0 0,-1 1 0 0 0,1-1 0 0 0,0-1 0 0 0,0 1 1 0 0,0 0-1 0 0,0-1 0 0 0,1 0 0 0 0,-1 0 0 0 0,1 0 0 0 0,-1 0 0 0 0,1-1 0 0 0,0 0 0 0 0,-1 0 1 0 0,1 0-1 0 0,0 0 0 0 0,0-1 0 0 0,0 0 0 0 0,5 0 0 0 0,-6-1 5 0 0,0-1 0 0 0,0 1 1 0 0,0-1-1 0 0,0 0 0 0 0,0 0 0 0 0,0-1 0 0 0,-1 1 0 0 0,1-1 1 0 0,-1 0-1 0 0,0 0 0 0 0,1 0 0 0 0,-1 0 0 0 0,0 0 0 0 0,-1-1 1 0 0,1 1-1 0 0,2-7 0 0 0,4-5-2 0 0,-1 0-1 0 0,11-29 1 0 0,3-33 318 0 0,-19 62 0 0 0,0 0 1 0 0,1 0-1 0 0,1 1 1 0 0,0 0-1 0 0,1 0 1 0 0,0 0-1 0 0,10-15 1 0 0,-15 29-269 0 0,-1-1 1 0 0,0 1-1 0 0,1-1 1 0 0,-1 1-1 0 0,0-1 1 0 0,1 1-1 0 0,-1-1 1 0 0,1 1-1 0 0,-1-1 1 0 0,1 1-1 0 0,-1 0 1 0 0,1-1-1 0 0,-1 1 1 0 0,1 0-1 0 0,0-1 1 0 0,-1 1-1 0 0,1 0 1 0 0,-1 0 0 0 0,1 0-1 0 0,0-1 1 0 0,-1 1-1 0 0,1 0 1 0 0,-1 0-1 0 0,1 0 1 0 0,0 0-1 0 0,-1 0 1 0 0,2 0-1 0 0,12 14 354 0 0,5 30-270 0 0,-17-38-47 0 0,1 2-126 0 0,8 20 209 0 0,18 37-1 0 0,-23-55-419 0 0,0-1 0 0 0,0 1 1 0 0,1-2-1 0 0,0 1 0 0 0,0-1 1 0 0,1 0-1 0 0,11 8 1 0 0,3 2-7292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0 4145 0 0,'-1'3'381'0'0,"0"0"0"0"0,0 0-1 0 0,0 0 1 0 0,0 0 0 0 0,1 1 0 0 0,0-1 0 0 0,-1 0 0 0 0,1 0 0 0 0,0 0-1 0 0,1 0 1 0 0,0 6 0 0 0,-1 2 410 0 0,-1 76 1852 0 0,-2-43-2243 0 0,3 0-1 0 0,1 0 0 0 0,11 65 1 0 0,-11-105-393 0 0,0-1 0 0 0,0 1-1 0 0,1 0 1 0 0,-1-1 0 0 0,1 1 0 0 0,-1-1 0 0 0,1 0 0 0 0,0 0-1 0 0,1 1 1 0 0,-1-1 0 0 0,4 4 0 0 0,-5-7 9 0 0,0 1 0 0 0,-1-1 0 0 0,1 1 0 0 0,-1-1 1 0 0,1 0-1 0 0,0 1 0 0 0,-1-1 0 0 0,1 0 0 0 0,0 1 0 0 0,-1-1 0 0 0,1 0 1 0 0,0 0-1 0 0,-1 0 0 0 0,1 1 0 0 0,0-1 0 0 0,0 0 0 0 0,-1 0 0 0 0,1 0 1 0 0,0 0-1 0 0,0 0 0 0 0,-1-1 0 0 0,1 1 0 0 0,1 0 0 0 0,-1-1 28 0 0,1 0 0 0 0,-1 0 0 0 0,0 0-1 0 0,1 0 1 0 0,-1 0 0 0 0,0-1 0 0 0,0 1-1 0 0,0 0 1 0 0,0-1 0 0 0,0 1 0 0 0,0 0-1 0 0,0-1 1 0 0,-1 1 0 0 0,1-1 0 0 0,0-2 0 0 0,2-4 101 0 0,0-1 1 0 0,-1 0-1 0 0,-1 0 1 0 0,0 0-1 0 0,0 0 1 0 0,0 0-1 0 0,-1 0 1 0 0,-1-1-1 0 0,-1-14 1 0 0,-22-84 838 0 0,20 94-774 0 0,2 5-29 0 0,-17-50 786 0 0,19 57-931 0 0,-1 0 1 0 0,0 0-1 0 0,0 0 1 0 0,1 1-1 0 0,-1-1 1 0 0,0 0-1 0 0,-1 1 1 0 0,1-1-1 0 0,0 0 1 0 0,0 1-1 0 0,-1 0 1 0 0,1-1-1 0 0,0 1 1 0 0,-1 0-1 0 0,1 0 0 0 0,-1 0 1 0 0,0 0-1 0 0,1 0 1 0 0,-1 0-1 0 0,0 0 1 0 0,0 0-1 0 0,0 1 1 0 0,0-1-1 0 0,1 1 1 0 0,-1-1-1 0 0,-3 1 1 0 0,3 0-24 0 0,-1 1-1 0 0,1 0 1 0 0,0 0-1 0 0,-1 0 1 0 0,1 0 0 0 0,0 0-1 0 0,0 1 1 0 0,0-1 0 0 0,0 1-1 0 0,0-1 1 0 0,0 1-1 0 0,0 0 1 0 0,1 0 0 0 0,-1 0-1 0 0,0 0 1 0 0,1 0 0 0 0,0 0-1 0 0,-1 0 1 0 0,1 0-1 0 0,0 1 1 0 0,-1 2 0 0 0,-2 5-172 0 0,0 0-1 0 0,1 0 1 0 0,-4 17 0 0 0,6-19 52 0 0,0 0 0 0 0,0 1 0 0 0,1-1 0 0 0,0 0 0 0 0,1 0 0 0 0,-1 0 0 0 0,2 0 0 0 0,-1 0-1 0 0,1 0 1 0 0,0 0 0 0 0,1 0 0 0 0,-1-1 0 0 0,2 1 0 0 0,-1-1 0 0 0,1 0 0 0 0,0 0 0 0 0,8 10 0 0 0,-9-13 114 0 0,0 0 1 0 0,1-1-1 0 0,0 1 1 0 0,-1-1-1 0 0,2 0 1 0 0,-1 0-1 0 0,0 0 1 0 0,0 0-1 0 0,1-1 1 0 0,0 1-1 0 0,-1-1 1 0 0,1-1-1 0 0,0 1 1 0 0,0-1-1 0 0,0 1 1 0 0,0-1-1 0 0,0-1 1 0 0,0 1-1 0 0,0-1 1 0 0,0 0-1 0 0,1 0 1 0 0,-1 0-1 0 0,0-1 1 0 0,0 0-1 0 0,0 0 1 0 0,0 0-1 0 0,0 0 1 0 0,7-4-1 0 0,-8 4-14 0 0,-1-1-1 0 0,1 1 0 0 0,-1-1 0 0 0,0 0 1 0 0,1 0-1 0 0,-1 0 0 0 0,0 0 0 0 0,0-1 0 0 0,0 1 1 0 0,0-1-1 0 0,-1 0 0 0 0,1 1 0 0 0,3-7 1 0 0,-5 7-41 0 0,-1 0 0 0 0,1 1 0 0 0,-1-1 0 0 0,1 0 0 0 0,-1 1 0 0 0,0-1 0 0 0,0 0 0 0 0,0 0 0 0 0,0 1 0 0 0,0-1 0 0 0,0 0 0 0 0,0 0 0 0 0,0 1 0 0 0,-1-1 0 0 0,1 0 0 0 0,-1 0 1 0 0,1 1-1 0 0,-1-1 0 0 0,0 1 0 0 0,0-1 0 0 0,0 1 0 0 0,0-1 0 0 0,0 1 0 0 0,0-1 0 0 0,0 1 0 0 0,0 0 0 0 0,0-1 0 0 0,-1 1 0 0 0,1 0 0 0 0,0 0 0 0 0,-4-2 0 0 0,1 0-346 0 0,-20-15-642 0 0,5 9-3874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64 1520 0 0,'-44'27'2721'0'0,"36"-23"-1878"0"0,-1 0 0 0 0,1 1 0 0 0,1 0 0 0 0,-14 11 0 0 0,20-15-669 0 0,1-1-1 0 0,-1 1 0 0 0,0 0 0 0 0,0-1 0 0 0,1 1 0 0 0,-1 0 0 0 0,0 0 0 0 0,1-1 1 0 0,-1 1-1 0 0,1 0 0 0 0,-1 0 0 0 0,1 0 0 0 0,-1 0 0 0 0,1 0 0 0 0,0 0 0 0 0,-1 0 0 0 0,1 0 1 0 0,0 0-1 0 0,0 0 0 0 0,0 0 0 0 0,0 1 0 0 0,0-1-69 0 0,0-1 1 0 0,1 1-1 0 0,-1-1 1 0 0,1 1-1 0 0,-1-1 1 0 0,1 1-1 0 0,-1-1 0 0 0,1 1 1 0 0,-1-1-1 0 0,1 0 1 0 0,-1 1-1 0 0,1-1 1 0 0,0 0-1 0 0,-1 1 0 0 0,1-1 1 0 0,0 0-1 0 0,-1 0 1 0 0,1 0-1 0 0,0 0 1 0 0,-1 0-1 0 0,1 1 0 0 0,1-2 1 0 0,4 2 187 0 0,1-1 0 0 0,-1-1 0 0 0,0 1 0 0 0,0-1 0 0 0,10-3 1 0 0,17-3-63 0 0,1 2 0 0 0,1 1 0 0 0,-1 1 0 0 0,1 2 0 0 0,61 6 0 0 0,-41-2 64 0 0,61-4 0 0 0,80-17-118 0 0,246-13 468 0 0,786-16 1613 0 0,-867 32-1945 0 0,-162 8 57 0 0,-130-2-362 0 0,-34 3-899 0 0,-34 6 790 0 0,-1 0 1 0 0,0 0-1 0 0,0 0 1 0 0,1 0-1 0 0,-1 0 1 0 0,0 0 0 0 0,0 0-1 0 0,1 0 1 0 0,-1 0-1 0 0,0 0 1 0 0,1 0 0 0 0,-1 0-1 0 0,0 0 1 0 0,0 0-1 0 0,1 0 1 0 0,-1 0-1 0 0,0 0 1 0 0,0 0 0 0 0,1 0-1 0 0,-1 1 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171 204 6913 0 0,'38'3'8837'0'0,"-22"4"-7889"0"0,-15-7-906 0 0,-1 1-1 0 0,1-1 1 0 0,-1 0-1 0 0,1 1 0 0 0,0-1 1 0 0,-1 0-1 0 0,1 0 0 0 0,-1 1 1 0 0,1-1-1 0 0,0 0 0 0 0,-1 0 1 0 0,1 0-1 0 0,0 0 1 0 0,-1 0-1 0 0,1 0 0 0 0,0 0 1 0 0,-1 0-1 0 0,1 0 0 0 0,0 0 1 0 0,-1 0-1 0 0,1 0 1 0 0,0 0-1 0 0,-1 0 0 0 0,1-1 1 0 0,0 1-1 0 0,-1 0 0 0 0,1 0 1 0 0,-1-1-1 0 0,1 1 0 0 0,0-1 1 0 0,-1 1-1 0 0,1 0 1 0 0,-1-1-1 0 0,1 1 0 0 0,-1-1 1 0 0,1 1-1 0 0,-1-1 0 0 0,0 0 1 0 0,1 1-1 0 0,-1-1 1 0 0,1 0-1 0 0,3-4-28 0 0,-1-1 0 0 0,1 1 0 0 0,-1 0 0 0 0,0-1 0 0 0,0 0-1 0 0,-1 0 1 0 0,0 0 0 0 0,0 0 0 0 0,0 0 0 0 0,0 0 0 0 0,-1 0 0 0 0,0 0 0 0 0,-1-1 0 0 0,0 1 0 0 0,0-12 0 0 0,0 13 0 0 0,-1 0 1 0 0,0 0 0 0 0,0 0-1 0 0,0 0 1 0 0,0 0 0 0 0,-1 0-1 0 0,0 0 1 0 0,0 1 0 0 0,0-1-1 0 0,0 1 1 0 0,-1-1-1 0 0,0 1 1 0 0,0 0 0 0 0,0 0-1 0 0,0 0 1 0 0,-1 0 0 0 0,0 1-1 0 0,1-1 1 0 0,-1 1 0 0 0,-6-4-1 0 0,6 6 5 0 0,1 0 0 0 0,0 0 0 0 0,-1 0 0 0 0,1 0 0 0 0,-1 0 0 0 0,1 1 0 0 0,-1 0 0 0 0,1-1 0 0 0,-1 1 0 0 0,1 0 0 0 0,-1 1 0 0 0,1-1 0 0 0,-1 1 0 0 0,1 0 0 0 0,-1-1 0 0 0,1 1 0 0 0,0 1 0 0 0,-1-1 0 0 0,1 0 0 0 0,0 1 0 0 0,0 0 0 0 0,0 0 0 0 0,0 0 0 0 0,-4 3 0 0 0,-7 6 74 0 0,1 0 1 0 0,0 1-1 0 0,-16 20 0 0 0,20-22 12 0 0,1 0-1 0 0,0 1 1 0 0,1 0-1 0 0,0 0 0 0 0,0 1 1 0 0,-8 23-1 0 0,13-30-62 0 0,0 0 0 0 0,1 1 0 0 0,0-1 0 0 0,0 0 0 0 0,0 0 0 0 0,1 1 0 0 0,0-1 0 0 0,0 1 0 0 0,0-1 0 0 0,0 0 0 0 0,1 1 0 0 0,0-1 0 0 0,0 0 0 0 0,1 0 1 0 0,-1 0-1 0 0,1 0 0 0 0,0 0 0 0 0,1 0 0 0 0,4 7 0 0 0,-5-8-30 0 0,1 0 1 0 0,-1 0-1 0 0,1-1 0 0 0,0 1 1 0 0,0-1-1 0 0,1 0 1 0 0,-1 0-1 0 0,1 0 1 0 0,0 0-1 0 0,-1-1 1 0 0,1 0-1 0 0,6 3 1 0 0,-8-4-62 0 0,1 0 0 0 0,-1-1 0 0 0,0 0 0 0 0,0 0 0 0 0,0 1 0 0 0,1-1 0 0 0,-1 0 0 0 0,0-1 1 0 0,0 1-1 0 0,0 0 0 0 0,1-1 0 0 0,-1 1 0 0 0,0-1 0 0 0,0 0 0 0 0,0 1 0 0 0,0-1 0 0 0,0 0 0 0 0,0 0 0 0 0,0-1 1 0 0,0 1-1 0 0,0 0 0 0 0,-1-1 0 0 0,1 1 0 0 0,0-1 0 0 0,-1 1 0 0 0,0-1 0 0 0,3-3 0 0 0,5-6-49 0 0,-1-1 0 0 0,0 0 0 0 0,-1 0 0 0 0,0-1 0 0 0,-1 0 0 0 0,0 0 0 0 0,-1 0 0 0 0,3-16 0 0 0,-6 23 104 0 0,-1-1 0 0 0,0 1 1 0 0,0-1-1 0 0,-1 1 0 0 0,0-1 0 0 0,0 1 1 0 0,-1 0-1 0 0,1-1 0 0 0,-3-6 1 0 0,2 9 21 0 0,0 0 1 0 0,-1 1 0 0 0,1-1-1 0 0,-1 1 1 0 0,0-1 0 0 0,0 1-1 0 0,0 0 1 0 0,0 0 0 0 0,0 0 0 0 0,-1 0-1 0 0,0 0 1 0 0,1 1 0 0 0,-1-1-1 0 0,0 1 1 0 0,0-1 0 0 0,-5-2-1 0 0,5 4 20 0 0,0 0-1 0 0,1 0 1 0 0,-1 0-1 0 0,0 0 1 0 0,0 1-1 0 0,0-1 1 0 0,0 1-1 0 0,0-1 1 0 0,0 1-1 0 0,0 0 1 0 0,0 0 0 0 0,0 1-1 0 0,0-1 1 0 0,0 1-1 0 0,0-1 1 0 0,0 1-1 0 0,1 0 1 0 0,-1 0-1 0 0,0 0 1 0 0,0 0-1 0 0,1 1 1 0 0,-1-1-1 0 0,1 1 1 0 0,-1-1-1 0 0,1 1 1 0 0,-1 0-1 0 0,1 0 1 0 0,-2 3 0 0 0,1-3-24 0 0,0 1 1 0 0,1 0 0 0 0,-1 0-1 0 0,1 0 1 0 0,0 0 0 0 0,-1 0 0 0 0,1 0-1 0 0,1 0 1 0 0,-1 1 0 0 0,1-1-1 0 0,-1 1 1 0 0,1 0 0 0 0,0-1 0 0 0,0 1-1 0 0,0 0 1 0 0,1 0 0 0 0,-1-1-1 0 0,1 1 1 0 0,0 0 0 0 0,0 0 0 0 0,1 6-1 0 0,1-7-3 0 0,-1-1-1 0 0,1 1 0 0 0,-1 0 1 0 0,1-1-1 0 0,0 1 0 0 0,0-1 1 0 0,0 1-1 0 0,0-1 0 0 0,1 0 1 0 0,-1 0-1 0 0,1 0 1 0 0,-1 0-1 0 0,1 0 0 0 0,0-1 1 0 0,-1 1-1 0 0,1-1 0 0 0,0 1 1 0 0,0-1-1 0 0,0 0 0 0 0,0 0 1 0 0,5 0-1 0 0,2 1 26 0 0,1 0 1 0 0,-1 0-1 0 0,1-1 0 0 0,-1-1 0 0 0,14 0 1 0 0,-12-1-25 0 0,0-1-1 0 0,1-1 1 0 0,-1 1 0 0 0,22-10 0 0 0,-31 11-95 0 0,1 0 1 0 0,-1-1 0 0 0,0 1 0 0 0,0-1-1 0 0,0 1 1 0 0,0-1 0 0 0,0 0-1 0 0,0 0 1 0 0,0-1 0 0 0,-1 1 0 0 0,1 0-1 0 0,-1-1 1 0 0,1 0 0 0 0,-1 0-1 0 0,0 1 1 0 0,0-1 0 0 0,0 0 0 0 0,-1-1-1 0 0,1 1 1 0 0,-1 0 0 0 0,2-7-1 0 0,-3 9-41 0 0,1-1-1 0 0,-1 0 1 0 0,-1 1 0 0 0,1-1-1 0 0,0 0 1 0 0,0 1-1 0 0,-1-1 1 0 0,1 1-1 0 0,0-1 1 0 0,-1 0-1 0 0,0 1 1 0 0,1-1-1 0 0,-1 1 1 0 0,0-1-1 0 0,0 1 1 0 0,0 0-1 0 0,0-1 1 0 0,0 1-1 0 0,0 0 1 0 0,0 0-1 0 0,0 0 1 0 0,-3-2 0 0 0,1 1-423 0 0,-1-1 0 0 0,1 2 0 0 0,0-1 0 0 0,-1 0 0 0 0,0 1 0 0 0,1 0 0 0 0,-1 0 0 0 0,-6-2 0 0 0,-2 2-4411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20 240 4609 0 0,'-2'1'224'0'0,"1"0"0"0"0,-1 1 1 0 0,1-1-1 0 0,-1 1 0 0 0,1-1 0 0 0,-1 1 0 0 0,1 0 1 0 0,0 0-1 0 0,0-1 0 0 0,0 1 0 0 0,0 0 1 0 0,0 0-1 0 0,0 0 0 0 0,0 3 0 0 0,1-5-103 0 0,0 0 0 0 0,0 1 0 0 0,0-1 0 0 0,3 6 2540 0 0,-3-6-2540 0 0,1 0 0 0 0,-1 0 0 0 0,0 1 0 0 0,0-1 0 0 0,1 0 0 0 0,20-2 2375 0 0,-4-1-2024 0 0,0 1 0 0 0,-1 1 1 0 0,1 0-1 0 0,0 1 0 0 0,0 0 0 0 0,0 2 0 0 0,18 3 0 0 0,-7-1-512 0 0,43-1 0 0 0,259-33-139 0 0,-205 15 6 0 0,147-20 131 0 0,102-10 900 0 0,101-30-654 0 0,-168 20 933 0 0,-215 42-182 0 0,126 0 0 0 0,-180 14-773 0 0,0 2 0 0 0,-1 1-1 0 0,67 16 1 0 0,-94-18-110 0 0,1-1 0 0 0,-1 0-1 0 0,1-1 1 0 0,-1 0 0 0 0,1-1 0 0 0,-1 0 0 0 0,1 0-1 0 0,-1-1 1 0 0,14-5 0 0 0,19-2 73 0 0,-42 9-164 0 0,1 0 1 0 0,-1 0-1 0 0,0 0 0 0 0,1 0 1 0 0,-1 1-1 0 0,1-1 0 0 0,-1 0 1 0 0,0 1-1 0 0,1-1 0 0 0,-1 1 1 0 0,0-1-1 0 0,1 1 0 0 0,-1-1 1 0 0,0 1-1 0 0,0 0 0 0 0,1 0 1 0 0,-1 0-1 0 0,0 0 0 0 0,0 0 1 0 0,0 0-1 0 0,0 0 0 0 0,0 0 1 0 0,0 0-1 0 0,-1 0 0 0 0,1 1 1 0 0,0-1-1 0 0,-1 0 0 0 0,1 0 1 0 0,0 3-1 0 0,0-2-34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3225 0 0,'-1'1'443'0'0,"-1"-1"0"0"0,0 1 0 0 0,1 0 0 0 0,-1 0 0 0 0,1 1 0 0 0,-1-1 0 0 0,1 0 0 0 0,0 0 0 0 0,0 1 0 0 0,-1-1 0 0 0,1 1 0 0 0,0-1 1 0 0,0 1-1 0 0,0 0 0 0 0,1-1 0 0 0,-1 1 0 0 0,0 0 0 0 0,0-1 0 0 0,1 1 0 0 0,-1 0 0 0 0,1 3 0 0 0,-1-2-54 0 0,1 0 0 0 0,0 0 0 0 0,1 0 0 0 0,-1 0 0 0 0,1 0 0 0 0,-1 0 0 0 0,1 0 0 0 0,0 0 0 0 0,0 0 0 0 0,0-1 0 0 0,0 1 0 0 0,3 5 0 0 0,-3-6-287 0 0,1 0 0 0 0,-1 0 0 0 0,0 1 0 0 0,1-1 1 0 0,-1 0-1 0 0,1 0 0 0 0,0-1 0 0 0,0 1 0 0 0,0 0 0 0 0,0 0 0 0 0,0-1 0 0 0,0 1 0 0 0,0-1 1 0 0,0 0-1 0 0,1 0 0 0 0,-1 0 0 0 0,0 0 0 0 0,1 0 0 0 0,-1 0 0 0 0,1-1 0 0 0,-1 1 0 0 0,1-1 0 0 0,-1 1 1 0 0,1-1-1 0 0,0 0 0 0 0,-1 0 0 0 0,1 0 0 0 0,-1-1 0 0 0,1 1 0 0 0,-1 0 0 0 0,1-1 0 0 0,-1 0 0 0 0,5-1 1 0 0,-2-1-73 0 0,0-1 0 0 0,1 0 1 0 0,-1 0-1 0 0,0 0 0 0 0,-1 0 1 0 0,1-1-1 0 0,-1 0 1 0 0,0 0-1 0 0,0 0 0 0 0,0 0 1 0 0,-1-1-1 0 0,0 1 0 0 0,0-1 1 0 0,0 0-1 0 0,-1 0 1 0 0,0 0-1 0 0,3-13 0 0 0,-5 16-34 0 0,1 0-1 0 0,-1 0 0 0 0,0-1 0 0 0,0 1 1 0 0,0 0-1 0 0,0 0 0 0 0,-1 0 0 0 0,1-1 1 0 0,-1 1-1 0 0,0 0 0 0 0,0 0 0 0 0,0 0 1 0 0,0 0-1 0 0,-1 0 0 0 0,1 0 1 0 0,-1 1-1 0 0,1-1 0 0 0,-1 0 0 0 0,0 1 1 0 0,0-1-1 0 0,-1 1 0 0 0,1 0 0 0 0,0-1 1 0 0,-1 1-1 0 0,1 0 0 0 0,-1 1 0 0 0,0-1 1 0 0,1 0-1 0 0,-1 1 0 0 0,0-1 0 0 0,0 1 1 0 0,0 0-1 0 0,0 0 0 0 0,0 0 1 0 0,-1 1-1 0 0,1-1 0 0 0,-5 0 0 0 0,-1 0-267 0 0,1 0-1 0 0,-1 1 1 0 0,0 0-1 0 0,0 0 1 0 0,-11 2-1 0 0,-3 3-1123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2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94 2304 0 0,'-2'-7'883'0'0,"1"0"-1"0"0,-1 0 0 0 0,0 0 0 0 0,0 1 1 0 0,-1-1-1 0 0,0 0 0 0 0,0 1 0 0 0,-1 0 1 0 0,0 0-1 0 0,-8-10 0 0 0,4 4 1625 0 0,18 42 2615 0 0,2 39-5050 0 0,-9-52 376 0 0,15 98-368 0 0,-5-28-691 0 0,3 0-1 0 0,30 91 1 0 0,-43-167 584 0 0,2 1 1 0 0,0-1-1 0 0,0 0 1 0 0,1 0-1 0 0,0-1 0 0 0,1 1 1 0 0,14 15-1 0 0,-19-24 67 0 0,0 0 1 0 0,0 0-1 0 0,0 0 0 0 0,0 0 1 0 0,1 0-1 0 0,-1-1 0 0 0,0 1 1 0 0,1-1-1 0 0,-1 0 0 0 0,1 0 1 0 0,-1 0-1 0 0,1 0 0 0 0,-1 0 1 0 0,1 0-1 0 0,0-1 0 0 0,0 0 1 0 0,-1 1-1 0 0,1-1 0 0 0,0 0 1 0 0,0 0-1 0 0,-1 0 0 0 0,1-1 1 0 0,0 1-1 0 0,0 0 0 0 0,-1-1 1 0 0,1 0-1 0 0,-1 0 0 0 0,1 0 1 0 0,0 0-1 0 0,-1 0 0 0 0,0 0 1 0 0,1-1-1 0 0,-1 1 0 0 0,0-1 1 0 0,0 0-1 0 0,1 0 0 0 0,-1 1 1 0 0,-1-1-1 0 0,4-4 0 0 0,11-13 191 0 0,-1 1 0 0 0,-1-2-1 0 0,-1 0 1 0 0,18-35 0 0 0,-17 29-509 0 0,1 0-1 0 0,24-31 1 0 0,-8 21-974 0 0,-14 19 217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30 104 3681 0 0,'-18'-6'11340'0'0,"18"6"-11168"0"0,-1 1 0 0 0,-6 16 3335 0 0,4-2-3672 0 0,4-6 250 0 0,0 0 1 0 0,0-1 0 0 0,1 1 0 0 0,0-1-1 0 0,1 1 1 0 0,0-1 0 0 0,0 0-1 0 0,1 0 1 0 0,0-1 0 0 0,0 1 0 0 0,1-1-1 0 0,0 0 1 0 0,0 0 0 0 0,1 0 0 0 0,0-1-1 0 0,0 1 1 0 0,0-2 0 0 0,1 1-1 0 0,0-1 1 0 0,0 0 0 0 0,0 0 0 0 0,11 5-1 0 0,-9-6-152 0 0,1 0 0 0 0,-1-1 0 0 0,1 0 0 0 0,-1 0 0 0 0,1-1 0 0 0,0 0 0 0 0,-1-1 0 0 0,1 0 0 0 0,0-1 0 0 0,0 0 0 0 0,0 0 0 0 0,0-1 0 0 0,0-1 0 0 0,0 1 0 0 0,-1-2 0 0 0,1 1 0 0 0,-1-1 0 0 0,1-1 0 0 0,10-5-1 0 0,-10 4 111 0 0,0-1 0 0 0,-1 0 0 0 0,1 0 0 0 0,-1-1-1 0 0,-1 0 1 0 0,0-1 0 0 0,0 0 0 0 0,14-17-1 0 0,-20 22-16 0 0,1-1 0 0 0,-1 1 1 0 0,0-1-1 0 0,-1 0 0 0 0,1 1 0 0 0,0-1 0 0 0,-1 0 0 0 0,0 0 0 0 0,0 0 0 0 0,0 0 0 0 0,0 0 0 0 0,-1 0 0 0 0,0 0 0 0 0,0-1 0 0 0,0 1 1 0 0,0 0-1 0 0,0 0 0 0 0,-1 0 0 0 0,0 0 0 0 0,0 0 0 0 0,0 0 0 0 0,0 0 0 0 0,-1 0 0 0 0,1 0 0 0 0,-1 1 0 0 0,0-1 0 0 0,-3-3 0 0 0,-1-2 10 0 0,-1 0 0 0 0,1 1-1 0 0,-2 0 1 0 0,1 0-1 0 0,-1 0 1 0 0,0 1 0 0 0,-1 1-1 0 0,0-1 1 0 0,0 1 0 0 0,-17-8-1 0 0,19 11-111 0 0,0 1 0 0 0,0-1-1 0 0,0 1 1 0 0,-1 0 0 0 0,1 1-1 0 0,-1 0 1 0 0,1 0 0 0 0,-1 0-1 0 0,1 1 1 0 0,-1 0 0 0 0,0 1-1 0 0,1-1 1 0 0,-1 2 0 0 0,1-1-1 0 0,-1 1 1 0 0,-7 3 0 0 0,3 0-645 0 0,-1 0 0 0 0,2 1 0 0 0,-1 0 1 0 0,1 1-1 0 0,-17 14 0 0 0,3 0-4963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1840 0 0,'5'-10'821'0'0,"1"0"1"0"0,-2-1-1 0 0,5-14 0 0 0,-6 16 1210 0 0,-1 0 1 0 0,0 0 0 0 0,0-1 0 0 0,0-14-1 0 0,-19 44 2884 0 0,6-1-4883 0 0,1 1-1 0 0,1 0 1 0 0,0 0 0 0 0,2 1 0 0 0,0 0 0 0 0,2 0 0 0 0,0 1 0 0 0,1 0 0 0 0,1 0 0 0 0,1 0 0 0 0,2 42-1 0 0,1-59-68 0 0,-1 0-1 0 0,1 1 0 0 0,0-1 1 0 0,0 0-1 0 0,1 0 0 0 0,-1 0 1 0 0,1-1-1 0 0,0 1 1 0 0,1 0-1 0 0,-1-1 0 0 0,1 1 1 0 0,0-1-1 0 0,0 0 0 0 0,0 0 1 0 0,1 0-1 0 0,5 5 0 0 0,-6-7 13 0 0,0 0 0 0 0,0 0-1 0 0,0 0 1 0 0,0 0-1 0 0,0-1 1 0 0,1 0 0 0 0,-1 1-1 0 0,0-1 1 0 0,1-1-1 0 0,-1 1 1 0 0,1 0 0 0 0,-1-1-1 0 0,1 0 1 0 0,0 0-1 0 0,-1 0 1 0 0,1 0 0 0 0,-1 0-1 0 0,1-1 1 0 0,-1 0-1 0 0,1 1 1 0 0,-1-1 0 0 0,0 0-1 0 0,1-1 1 0 0,4-2-1 0 0,-2 1-18 0 0,0 0 0 0 0,0-1-1 0 0,0 1 1 0 0,-1-1 0 0 0,0-1-1 0 0,0 1 1 0 0,0-1 0 0 0,0 0-1 0 0,-1 0 1 0 0,0 0 0 0 0,0 0-1 0 0,0-1 1 0 0,-1 0 0 0 0,0 1-1 0 0,0-1 1 0 0,3-8 0 0 0,0-7 380 0 0,0 0 1 0 0,-2 0-1 0 0,4-36 1 0 0,-3 20 665 0 0,2 53 633 0 0,0 14-1533 0 0,-6-21-181 0 0,1 1 0 0 0,1-1 0 0 0,0 0 1 0 0,0-1-1 0 0,0 1 0 0 0,1 0 0 0 0,1-1 1 0 0,-1 0-1 0 0,2 0 0 0 0,-1 0 0 0 0,1-1 0 0 0,8 9 1 0 0,5 2-1963 0 0,2 0 0 0 0,0-2 0 0 0,24 14 0 0 0,-40-27 1543 0 0,22 16-141 0 0,1 0 490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217 338 4145 0 0,'-1'-4'245'0'0,"1"0"0"0"0,-1 1 0 0 0,0-1 0 0 0,-1 0 0 0 0,1 1 0 0 0,-1-1 0 0 0,1 0 0 0 0,-1 1 0 0 0,0 0 0 0 0,0-1 0 0 0,-1 1 0 0 0,1 0 0 0 0,-1 0 0 0 0,1 1 0 0 0,-5-4 1 0 0,5 4 6 0 0,0 0 1 0 0,0 1 0 0 0,-1 0 0 0 0,1 0 0 0 0,-1-1 0 0 0,1 1 0 0 0,-1 1 0 0 0,1-1 0 0 0,-1 0 0 0 0,1 1 0 0 0,-1-1 0 0 0,1 1 0 0 0,-1 0 0 0 0,0 0 0 0 0,1 0 0 0 0,-1 0 0 0 0,0 0 0 0 0,1 0 0 0 0,-1 1 0 0 0,0-1 0 0 0,1 1-1 0 0,-1 0 1 0 0,-3 2 0 0 0,1-1-45 0 0,0 1 0 0 0,0 1 0 0 0,1-1 0 0 0,0 1 0 0 0,-1-1 0 0 0,1 1-1 0 0,0 0 1 0 0,1 1 0 0 0,-1-1 0 0 0,1 1 0 0 0,0-1 0 0 0,-5 11 0 0 0,-2 7 271 0 0,-13 37 0 0 0,21-52-392 0 0,1-4-72 0 0,-6 17 146 0 0,0 0 0 0 0,-4 32 0 0 0,10-47-192 0 0,0-1-1 0 0,1 1 1 0 0,-1-1 0 0 0,1 1 0 0 0,0 0-1 0 0,1-1 1 0 0,-1 1 0 0 0,1 0-1 0 0,0-1 1 0 0,0 1 0 0 0,0-1-1 0 0,0 1 1 0 0,1-1 0 0 0,0 0-1 0 0,0 0 1 0 0,0 1 0 0 0,6 6-1 0 0,-7-10-41 0 0,1 1-1 0 0,0-1 1 0 0,0 0-1 0 0,0 1 0 0 0,0-1 1 0 0,0 0-1 0 0,0 0 0 0 0,0-1 1 0 0,0 1-1 0 0,0 0 1 0 0,1-1-1 0 0,-1 1 0 0 0,0-1 1 0 0,0 0-1 0 0,1 1 0 0 0,-1-1 1 0 0,0 0-1 0 0,1 0 0 0 0,-1-1 1 0 0,0 1-1 0 0,0-1 1 0 0,1 1-1 0 0,-1-1 0 0 0,0 1 1 0 0,0-1-1 0 0,0 0 0 0 0,0 0 1 0 0,0 0-1 0 0,3-2 0 0 0,4-2-244 0 0,0-1 0 0 0,0 0 0 0 0,-1 0 0 0 0,16-15 0 0 0,-15 11 232 0 0,-1 0 1 0 0,-1 0-1 0 0,1 0 0 0 0,-1-1 0 0 0,-1 0 1 0 0,0 0-1 0 0,-1-1 0 0 0,0 0 1 0 0,-1 0-1 0 0,0 0 0 0 0,-1 0 0 0 0,0-1 1 0 0,-1 1-1 0 0,1-19 0 0 0,-2-14 1292 0 0,-1 0-1 0 0,-12-77 1 0 0,11 113-991 0 0,0 6-124 0 0,1-11 420 0 0,-2 0-1 0 0,0 0 0 0 0,-1 0 0 0 0,0 1 1 0 0,-1-1-1 0 0,-1 1 0 0 0,0 0 0 0 0,-8-16 1 0 0,12 28-468 0 0,1 0 1 0 0,-1 0 0 0 0,0 0-1 0 0,1 0 1 0 0,-1 1 0 0 0,0-1-1 0 0,1 0 1 0 0,-1 0 0 0 0,0 1-1 0 0,0-1 1 0 0,0 0-1 0 0,0 1 1 0 0,0-1 0 0 0,0 1-1 0 0,0-1 1 0 0,0 1 0 0 0,0-1-1 0 0,0 1 1 0 0,0 0 0 0 0,0 0-1 0 0,0-1 1 0 0,0 1 0 0 0,0 0-1 0 0,0 0 1 0 0,0 0 0 0 0,0 0-1 0 0,0 0 1 0 0,0 0 0 0 0,0 1-1 0 0,0-1 1 0 0,0 0 0 0 0,-2 1-1 0 0,2 0-20 0 0,0 0 0 0 0,0-1 0 0 0,0 1 0 0 0,0 0 0 0 0,0 0 0 0 0,0 0-1 0 0,0 0 1 0 0,0 1 0 0 0,1-1 0 0 0,-1 0 0 0 0,0 0 0 0 0,1 0 0 0 0,-1 1-1 0 0,1-1 1 0 0,-1 0 0 0 0,1 1 0 0 0,0-1 0 0 0,0 0 0 0 0,-1 1 0 0 0,1-1-1 0 0,0 0 1 0 0,0 1 0 0 0,0-1 0 0 0,0 0 0 0 0,1 3 0 0 0,6 29 75 0 0,2 0 0 0 0,1 0 0 0 0,1-1 0 0 0,29 56 1 0 0,-19-44-50 0 0,122 222-210 0 0,-118-223-281 0 0,-7-11-1382 0 0,-2 1-5890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5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32 228 5529 0 0,'0'2'172'0'0,"0"0"-1"0"0,0 0 0 0 0,0 0 1 0 0,0 0-1 0 0,0 0 0 0 0,0 0 1 0 0,1 0-1 0 0,-1 0 0 0 0,1 0 1 0 0,0 0-1 0 0,0 0 0 0 0,-1 0 1 0 0,1 0-1 0 0,0-1 0 0 0,0 1 1 0 0,1 0-1 0 0,-1-1 0 0 0,0 1 1 0 0,1 0-1 0 0,-1-1 0 0 0,1 0 1 0 0,-1 1-1 0 0,1-1 0 0 0,-1 0 1 0 0,1 0-1 0 0,0 0 1 0 0,0 0-1 0 0,0 0 0 0 0,0 0 1 0 0,-1 0-1 0 0,1-1 0 0 0,0 1 1 0 0,0-1-1 0 0,0 1 0 0 0,4-1 1 0 0,-2 0-24 0 0,0 0 1 0 0,1 0-1 0 0,-1 0 1 0 0,0-1 0 0 0,-1 0-1 0 0,1 0 1 0 0,0 0-1 0 0,0 0 1 0 0,0 0 0 0 0,0-1-1 0 0,-1 0 1 0 0,1 0-1 0 0,-1 0 1 0 0,1 0 0 0 0,-1 0-1 0 0,0-1 1 0 0,5-4-1 0 0,-6 4-168 0 0,1 0 0 0 0,-1-1 0 0 0,0 0 0 0 0,0 1 0 0 0,0-1 0 0 0,0 0 0 0 0,-1 0 0 0 0,0 0 0 0 0,0 0 0 0 0,0 0 0 0 0,0 0 0 0 0,0 0 0 0 0,-1-1 0 0 0,0 1 0 0 0,0 0 0 0 0,0 0 0 0 0,0 0 0 0 0,-1-1 0 0 0,1 1 0 0 0,-3-7 0 0 0,1 4 195 0 0,0-1 0 0 0,-1 0 0 0 0,0 1 0 0 0,-1-1 0 0 0,0 1 0 0 0,0 0 0 0 0,0 0 0 0 0,-1 1 0 0 0,1-1 0 0 0,-7-5 0 0 0,9 11-99 0 0,0 0 0 0 0,0 0 1 0 0,0 0-1 0 0,0 0 0 0 0,0 0 1 0 0,0 1-1 0 0,0-1 0 0 0,0 1 1 0 0,-1-1-1 0 0,1 1 0 0 0,0 0 1 0 0,0 0-1 0 0,0 0 1 0 0,0 0-1 0 0,-1 0 0 0 0,1 0 1 0 0,0 1-1 0 0,0-1 0 0 0,0 1 1 0 0,0 0-1 0 0,0-1 0 0 0,0 1 1 0 0,0 0-1 0 0,0 0 0 0 0,0 0 1 0 0,0 0-1 0 0,0 1 0 0 0,-1 0 1 0 0,-5 4-126 0 0,-1 0-1 0 0,1 0 1 0 0,1 0 0 0 0,-14 14 0 0 0,21-19 37 0 0,-1-1-1 0 0,1 1 0 0 0,-1 0 1 0 0,1-1-1 0 0,-1 1 1 0 0,1 0-1 0 0,-1 0 1 0 0,1-1-1 0 0,0 1 1 0 0,-1 0-1 0 0,1 0 0 0 0,0-1 1 0 0,0 1-1 0 0,0 0 1 0 0,-1 0-1 0 0,1 0 1 0 0,0 0-1 0 0,0-1 1 0 0,0 1-1 0 0,0 0 1 0 0,1 0-1 0 0,-1 0 0 0 0,0 0 1 0 0,0-1-1 0 0,0 1 1 0 0,1 0-1 0 0,-1 0 1 0 0,0-1-1 0 0,1 3 1 0 0,1-1 0 0 0,0 0 0 0 0,0 0 0 0 0,0 0 0 0 0,0 0 1 0 0,0 0-1 0 0,0 0 0 0 0,1-1 0 0 0,-1 1 0 0 0,4 1 1 0 0,3 1 23 0 0,1 0-1 0 0,-1 0 1 0 0,1-1 0 0 0,11 3 0 0 0,-17-5 53 0 0,0-1 0 0 0,0 1 1 0 0,0-1-1 0 0,0 0 0 0 0,0 0 0 0 0,-1 0 0 0 0,1 0 0 0 0,0-1 0 0 0,0 0 0 0 0,0 1 0 0 0,-1-2 0 0 0,1 1 0 0 0,0 0 0 0 0,-1-1 0 0 0,1 1 0 0 0,-1-1 0 0 0,0 0 0 0 0,1 0 0 0 0,-1 0 0 0 0,0-1 0 0 0,5-5 0 0 0,-6 5 20 0 0,1 1 0 0 0,-2-2 0 0 0,1 1 1 0 0,0 0-1 0 0,-1 0 0 0 0,1 0 0 0 0,-1-1 0 0 0,0 1 0 0 0,0-1 0 0 0,0 1 0 0 0,-1-1 0 0 0,1 1 0 0 0,-1-1 0 0 0,0 1 0 0 0,0-1 1 0 0,0 1-1 0 0,0-1 0 0 0,-1 0 0 0 0,1 1 0 0 0,-1-1 0 0 0,0 1 0 0 0,0 0 0 0 0,-3-7 0 0 0,1 2 1 0 0,-1 1 0 0 0,0-1 0 0 0,0 1-1 0 0,0 0 1 0 0,-1 0 0 0 0,-10-11 0 0 0,14 16-77 0 0,-1 1 0 0 0,1-1 1 0 0,-1 1-1 0 0,1 0 0 0 0,-1 0 0 0 0,1 0 1 0 0,-1 0-1 0 0,0 0 0 0 0,1 0 0 0 0,-1 0 1 0 0,0 0-1 0 0,0 1 0 0 0,0-1 0 0 0,0 1 0 0 0,0-1 1 0 0,1 1-1 0 0,-1 0 0 0 0,0 0 0 0 0,0-1 1 0 0,0 1-1 0 0,0 1 0 0 0,0-1 0 0 0,0 0 1 0 0,0 0-1 0 0,0 1 0 0 0,0-1 0 0 0,0 1 1 0 0,1 0-1 0 0,-1 0 0 0 0,0-1 0 0 0,0 1 1 0 0,1 0-1 0 0,-1 0 0 0 0,-2 3 0 0 0,0-1-246 0 0,1 0 0 0 0,0 0-1 0 0,0 0 1 0 0,0 0-1 0 0,0 1 1 0 0,-2 4 0 0 0,-8 13-6986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1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2 1376 0 0,'-5'0'-97'0'0,"-1"-1"806"0"0,1 1 0 0 0,0 0 0 0 0,-1 0 0 0 0,1 0 0 0 0,0 1 0 0 0,-1 0 0 0 0,1 0 0 0 0,0 0 0 0 0,0 1 0 0 0,0-1 0 0 0,0 1 0 0 0,-9 5 0 0 0,14 8 3676 0 0,10 18-2557 0 0,-6-23-1165 0 0,8 36-109 0 0,-3 0 0 0 0,5 65 1 0 0,2 6 22 0 0,4-16-875 0 0,-8-46-222 0 0,-3 1-1 0 0,5 94 1 0 0,-15-139-1468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1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1 169 920 0 0,'10'-17'1069'0'0,"1"-1"0"0"0,1 1 0 0 0,1 1-1 0 0,0 0 1 0 0,19-18 0 0 0,-22 24-384 0 0,-6 6-142 0 0,0 0 1 0 0,0 0 0 0 0,0 0 0 0 0,1 0-1 0 0,-1 1 1 0 0,1-1 0 0 0,0 1 0 0 0,0 1-1 0 0,0-1 1 0 0,7-2 0 0 0,-10 5-436 0 0,0 0-1 0 0,0-1 1 0 0,0 1-1 0 0,1 0 1 0 0,-1 0 0 0 0,0 0-1 0 0,0 1 1 0 0,1-1-1 0 0,-1 0 1 0 0,0 1 0 0 0,0 0-1 0 0,0-1 1 0 0,0 1 0 0 0,0 0-1 0 0,0 0 1 0 0,0 0-1 0 0,0 0 1 0 0,0 1 0 0 0,0-1-1 0 0,-1 0 1 0 0,1 1-1 0 0,0-1 1 0 0,-1 1 0 0 0,1 0-1 0 0,-1-1 1 0 0,0 1-1 0 0,1 0 1 0 0,1 4 0 0 0,1 1-105 0 0,0 0 1 0 0,-1 1 0 0 0,0 0-1 0 0,0 0 1 0 0,-1 0-1 0 0,0 0 1 0 0,0 0 0 0 0,-1 0-1 0 0,0 0 1 0 0,0 1-1 0 0,-1-1 1 0 0,0 0 0 0 0,-1 0-1 0 0,-1 9 1 0 0,-3 16 79 0 0,-2-1 0 0 0,-12 37 0 0 0,13-50 40 0 0,-3 6 48 0 0,6-20-25 0 0,1 0 0 0 0,0 0 0 0 0,0 0 0 0 0,0 0 0 0 0,1 1 0 0 0,0-1 0 0 0,0 0 0 0 0,0 1 0 0 0,1-1 0 0 0,-1 0 0 0 0,2 10 0 0 0,-1-14-91 0 0,1 0 0 0 0,0 0-1 0 0,-1 0 1 0 0,1 0 0 0 0,0 0-1 0 0,-1 0 1 0 0,1 0 0 0 0,0-1-1 0 0,0 1 1 0 0,0 0-1 0 0,0-1 1 0 0,0 1 0 0 0,-1 0-1 0 0,1-1 1 0 0,0 1 0 0 0,0-1-1 0 0,1 0 1 0 0,-1 1-1 0 0,0-1 1 0 0,0 0 0 0 0,0 0-1 0 0,0 1 1 0 0,0-1 0 0 0,0 0-1 0 0,0 0 1 0 0,0 0-1 0 0,1 0 1 0 0,-1-1 0 0 0,0 1-1 0 0,0 0 1 0 0,0 0 0 0 0,0-1-1 0 0,0 1 1 0 0,1-1-1 0 0,43-15 291 0 0,-37 13-250 0 0,67-32-110 0 0,-58 26-619 0 0,1 0 1 0 0,1 0-1 0 0,-1 2 1 0 0,1 1 0 0 0,1 0-1 0 0,-1 1 1 0 0,34-4-1 0 0,-30 9-5518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5985 0 0,'10'25'10781'0'0,"5"12"-8148"0"0,21 156-1002 0 0,-22-110-2422 0 0,8 67-2638 0 0,-14-93 2166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142 239 9674 0 0,'-3'-5'917'0'0,"-1"0"0"0"0,1 1 0 0 0,-1-1 0 0 0,0 1-1 0 0,0-1 1 0 0,-1 1 0 0 0,1 0 0 0 0,-1 1 0 0 0,0-1 0 0 0,0 1 0 0 0,-8-4-1 0 0,12 7-870 0 0,1 0 0 0 0,0 0-1 0 0,-1 1 1 0 0,1-1 0 0 0,0 0-1 0 0,-1 1 1 0 0,1-1 0 0 0,0 1-1 0 0,0-1 1 0 0,-1 0 0 0 0,1 1-1 0 0,0-1 1 0 0,0 1 0 0 0,0-1-1 0 0,0 1 1 0 0,-1-1-1 0 0,1 0 1 0 0,0 1 0 0 0,0-1-1 0 0,0 1 1 0 0,0-1 0 0 0,0 1-1 0 0,0-1 1 0 0,0 1 0 0 0,0-1-1 0 0,0 1 1 0 0,0-1 0 0 0,1 0-1 0 0,-1 1 1 0 0,0-1 0 0 0,0 1-1 0 0,1 0 1 0 0,3 24 150 0 0,-3-19-52 0 0,23 177 49 0 0,30 180-2066 0 0,-52-352 2256 0 0,-2 3-4265 0 0,-31-50-7592 0 0,-3-29 8021 0 0,-27-82 4337 0 0,49 116-1400 0 0,6 15 551 0 0,1 1 0 0 0,1-1 1 0 0,0 0-1 0 0,1 0 1 0 0,1 0-1 0 0,0 0 0 0 0,2 0 1 0 0,0-1-1 0 0,0 1 1 0 0,1 0-1 0 0,6-24 0 0 0,-3 21 948 0 0,2-1-1 0 0,0 1 0 0 0,12-24 0 0 0,-5 18 1471 0 0,0 0 1 0 0,18-22-1 0 0,-19 29-893 0 0,-5 7-766 0 0,1-1-1 0 0,0 2 0 0 0,1-1 0 0 0,0 1 1 0 0,0 0-1 0 0,18-13 0 0 0,-27 23-776 0 0,1-1-1 0 0,-1 1 1 0 0,0 0-1 0 0,1-1 1 0 0,-1 1-1 0 0,1 0 1 0 0,-1-1-1 0 0,1 1 1 0 0,-1 0-1 0 0,1 0 1 0 0,-1 0-1 0 0,1 0 1 0 0,0-1-1 0 0,-1 1 1 0 0,1 0-1 0 0,-1 0 1 0 0,1 0-1 0 0,-1 0 1 0 0,1 0 0 0 0,-1 0-1 0 0,1 1 1 0 0,0-1-1 0 0,-1 0 1 0 0,1 0-1 0 0,-1 0 1 0 0,1 0-1 0 0,-1 1 1 0 0,1-1-1 0 0,-1 0 1 0 0,1 1-1 0 0,6 17 107 0 0,-9 27-248 0 0,2-42 133 0 0,-9 50-290 0 0,-2 0 0 0 0,-26 74 0 0 0,-4 15-74 0 0,41-141 362 0 0,-1 0-1 0 0,1 0 1 0 0,-1 1 0 0 0,1-1-1 0 0,0 0 1 0 0,-1 0-1 0 0,1 1 1 0 0,0-1 0 0 0,0 0-1 0 0,0 1 1 0 0,0-1 0 0 0,0 0-1 0 0,0 1 1 0 0,1-1-1 0 0,-1 0 1 0 0,0 1 0 0 0,1-1-1 0 0,-1 0 1 0 0,0 1 0 0 0,1-1-1 0 0,0 0 1 0 0,-1 0-1 0 0,1 0 1 0 0,0 0 0 0 0,0 0-1 0 0,-1 1 1 0 0,1-1 0 0 0,0 0-1 0 0,0-1 1 0 0,0 1-1 0 0,2 2 1 0 0,2-2 75 0 0,0 0 1 0 0,0 0-1 0 0,0 0 0 0 0,0 0 0 0 0,0-1 1 0 0,0 1-1 0 0,8-2 0 0 0,-12 1-75 0 0,106-7 789 0 0,-25 0-1561 0 0,-27 8-2599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69 6913 0 0,'3'-5'720'0'0,"0"-1"-1"0"0,0 1 0 0 0,1 0 1 0 0,0 0-1 0 0,0 1 0 0 0,0-1 0 0 0,0 1 1 0 0,5-5-1 0 0,-5 5 337 0 0,-3 3-942 0 0,0 0 0 0 0,0 0-1 0 0,0-1 1 0 0,1 1 0 0 0,-1 0 0 0 0,0 0 0 0 0,0 0-1 0 0,1 0 1 0 0,-1 0 0 0 0,1 0 0 0 0,-1 1 0 0 0,1-1-1 0 0,-1 0 1 0 0,1 1 0 0 0,-1-1 0 0 0,1 1-1 0 0,0-1 1 0 0,-1 1 0 0 0,1 0 0 0 0,0 0 0 0 0,-1 0-1 0 0,1 0 1 0 0,-1 0 0 0 0,1 0 0 0 0,0 0 0 0 0,-1 0-1 0 0,3 1 1 0 0,-1 1-15 0 0,-1 0 0 0 0,1 0 0 0 0,-1 0 1 0 0,0 0-1 0 0,0 0 0 0 0,0 0 0 0 0,0 1 0 0 0,0-1 0 0 0,-1 1 0 0 0,1-1 1 0 0,-1 1-1 0 0,1 0 0 0 0,-1 0 0 0 0,1 4 0 0 0,7 21 373 0 0,-1 1 0 0 0,-1 0 0 0 0,5 54 0 0 0,-6-33-147 0 0,-6-46-244 0 0,1-1 0 0 0,0 1 0 0 0,-1-1 0 0 0,1 1 0 0 0,0-1 0 0 0,1 0 0 0 0,-1 1 0 0 0,1-1 0 0 0,-1 0 0 0 0,1 0 0 0 0,4 5 0 0 0,-5-7-59 0 0,0 0 0 0 0,0 0 0 0 0,0-1 0 0 0,0 1 0 0 0,1 0 0 0 0,-1-1-1 0 0,0 1 1 0 0,0-1 0 0 0,1 0 0 0 0,-1 1 0 0 0,0-1 0 0 0,1 0 0 0 0,-1 0 0 0 0,0 0-1 0 0,1 0 1 0 0,-1 0 0 0 0,0 0 0 0 0,1 0 0 0 0,-1 0 0 0 0,0 0 0 0 0,1-1 0 0 0,-1 1-1 0 0,0 0 1 0 0,1-1 0 0 0,-1 0 0 0 0,0 1 0 0 0,0-1 0 0 0,0 1 0 0 0,0-1-1 0 0,1 0 1 0 0,-1 0 0 0 0,0 0 0 0 0,1-2 0 0 0,62-52 247 0 0,-38 29-2992 0 0,-11 11-1312 0 0,6-6-3079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61 111 8290 0 0,'-60'-110'11617'0'0,"61"170"-8850"0"0,4 209-2480 0 0,-2-29-312 0 0,1-179 28 0 0,22 113-1 0 0,-22-154-68 0 0,0-4-511 0 0,0 0 1 0 0,-2 1 0 0 0,2 17 0 0 0,-4-59-9912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4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21 388 4145 0 0,'-10'-60'1745'0'0,"7"41"-200"0"0,0-1 0 0 0,-1-37 1 0 0,4 50-1161 0 0,1-1 0 0 0,0 1 0 0 0,0-1 0 0 0,1 1 0 0 0,0 0 1 0 0,0-1-1 0 0,1 1 0 0 0,-1 0 0 0 0,2 1 0 0 0,-1-1 0 0 0,7-8 0 0 0,4-5 795 0 0,0 0 0 0 0,29-28 1 0 0,-38 43-997 0 0,0 1 0 0 0,-1-1 0 0 0,1 1 0 0 0,1 0 0 0 0,-1 0 0 0 0,1 1 1 0 0,-1 0-1 0 0,1 0 0 0 0,0 0 0 0 0,0 0 0 0 0,0 1 0 0 0,1 0 1 0 0,-1 1-1 0 0,13-3 0 0 0,-14 5-163 0 0,-1-1-1 0 0,1 1 1 0 0,0 0 0 0 0,-1 0-1 0 0,0 1 1 0 0,1-1-1 0 0,-1 1 1 0 0,0 0 0 0 0,0 0-1 0 0,1 1 1 0 0,-2-1 0 0 0,1 1-1 0 0,0 0 1 0 0,-1 0 0 0 0,1 0-1 0 0,-1 0 1 0 0,0 1 0 0 0,0-1-1 0 0,0 1 1 0 0,0 0-1 0 0,-1 0 1 0 0,1 0 0 0 0,-1 0-1 0 0,3 9 1 0 0,0-1-22 0 0,0 1 0 0 0,-1 0 0 0 0,0 0-1 0 0,-1 0 1 0 0,-1 0 0 0 0,0 1 0 0 0,0 18 0 0 0,-6 16 18 0 0,-2 1 1 0 0,-1-1 0 0 0,-3 0-1 0 0,-23 66 1 0 0,2-3 450 0 0,28-99-400 0 0,2-10-15 0 0,1 0-1 0 0,-1 0 1 0 0,0 0 0 0 0,1 1 0 0 0,-1-1 0 0 0,1 0 0 0 0,0 0 0 0 0,0 0 0 0 0,0 0 0 0 0,0 0-1 0 0,0 1 1 0 0,1 2 0 0 0,0-4-32 0 0,0 0 1 0 0,0 0-1 0 0,0-1 0 0 0,1 1 0 0 0,-1 0 1 0 0,0-1-1 0 0,0 1 0 0 0,1-1 0 0 0,-1 1 1 0 0,1-1-1 0 0,-1 1 0 0 0,0-1 1 0 0,1 0-1 0 0,-1 0 0 0 0,1 0 0 0 0,-1 0 1 0 0,0 0-1 0 0,1 0 0 0 0,-1 0 0 0 0,1 0 1 0 0,-1-1-1 0 0,3 0 0 0 0,14 0-52 0 0,6-2-659 0 0,0 1 0 0 0,1 1 0 0 0,-1 1 1 0 0,0 1-1 0 0,31 6 0 0 0,-31-2-6454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64 5985 0 0,'-1'-2'260'0'0,"1"0"-1"0"0,-1 1 1 0 0,1-1 0 0 0,0 0-1 0 0,-1 1 1 0 0,1-1-1 0 0,0 0 1 0 0,0 0 0 0 0,0 1-1 0 0,0-1 1 0 0,1 0-1 0 0,-1 1 1 0 0,0-1-1 0 0,1 0 1 0 0,-1 1 0 0 0,1-1-1 0 0,0 0 1 0 0,-1 1-1 0 0,1-1 1 0 0,0 1 0 0 0,0-1-1 0 0,0 1 1 0 0,0-1-1 0 0,0 1 1 0 0,0 0-1 0 0,0 0 1 0 0,1-1 0 0 0,-1 1-1 0 0,0 0 1 0 0,1 0-1 0 0,-1 0 1 0 0,1 0-1 0 0,-1 1 1 0 0,1-1 0 0 0,-1 0-1 0 0,3 0 1 0 0,0-1 349 0 0,0 0 0 0 0,0 1 0 0 0,0 0-1 0 0,0-1 1 0 0,1 1 0 0 0,-1 1 0 0 0,0-1 0 0 0,7 0 0 0 0,-9 1-541 0 0,0 1 1 0 0,1-1-1 0 0,-1 0 1 0 0,0 0-1 0 0,0 1 0 0 0,0 0 1 0 0,0-1-1 0 0,1 1 1 0 0,2 1-1 0 0,0 2-13 0 0,0 1 0 0 0,0-1-1 0 0,0 1 1 0 0,0 0 0 0 0,-1 0 0 0 0,0 1-1 0 0,0-1 1 0 0,0 1 0 0 0,-1 0 0 0 0,0-1 0 0 0,0 2-1 0 0,0-1 1 0 0,-1 0 0 0 0,2 8 0 0 0,3 12-11 0 0,-1 1 0 0 0,3 28 1 0 0,-6-21 20 0 0,-2 0-1 0 0,-2-1 1 0 0,-7 57 0 0 0,3-52 81 0 0,2 0-1 0 0,3 52 1 0 0,0-90-152 0 0,-1 1 0 0 0,1 0 1 0 0,0 0-1 0 0,0 0 0 0 0,0 0 0 0 0,0 0 0 0 0,0 0 0 0 0,0 0 1 0 0,1 0-1 0 0,-1 0 0 0 0,0 0 0 0 0,0 0 0 0 0,1 0 1 0 0,-1 0-1 0 0,1 0 0 0 0,-1 0 0 0 0,1 0 0 0 0,-1 0 0 0 0,1-1 1 0 0,-1 1-1 0 0,1 0 0 0 0,0 0 0 0 0,-1-1 0 0 0,1 1 0 0 0,0 0 1 0 0,0-1-1 0 0,-1 1 0 0 0,1-1 0 0 0,0 1 0 0 0,0-1 1 0 0,0 1-1 0 0,0-1 0 0 0,0 0 0 0 0,0 1 0 0 0,0-1 0 0 0,0 0 1 0 0,0 0-1 0 0,0 0 0 0 0,0 1 0 0 0,0-1 0 0 0,0 0 0 0 0,0 0 1 0 0,0-1-1 0 0,0 1 0 0 0,0 0 0 0 0,0 0 0 0 0,0 0 1 0 0,-1-1-1 0 0,1 1 0 0 0,0 0 0 0 0,0-1 0 0 0,0 1 0 0 0,0-1 1 0 0,0 1-1 0 0,0-1 0 0 0,-1 0 0 0 0,2 0 0 0 0,7-5-117 0 0,-1 0 1 0 0,0 0-1 0 0,0-1 0 0 0,8-9 0 0 0,34-45-1492 0 0,-30 39 325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300 844 920 0 0,'-64'-71'1893'0'0,"35"38"-340"0"0,-43-39-1 0 0,62 63-416 0 0,-1 1-1 0 0,0 0 1 0 0,0 1 0 0 0,0 0 0 0 0,-1 1 0 0 0,0 0 0 0 0,0 1 0 0 0,-32-14 4770 0 0,46 19-5779 0 0,0 0-1 0 0,0 0 1 0 0,0 0-1 0 0,0 1 1 0 0,0-1 0 0 0,0 1-1 0 0,-1-1 1 0 0,1 1-1 0 0,0-1 1 0 0,3 3-1 0 0,30 18 9 0 0,-2 2 0 0 0,49 43 0 0 0,55 65-172 0 0,-83-78 59 0 0,-23-22-26 0 0,-20-18-5 0 0,1-1 1 0 0,1 0-1 0 0,-1-1 0 0 0,2 0 1 0 0,0-1-1 0 0,26 15 1 0 0,-39-24 16 0 0,0-1 0 0 0,0 1 0 0 0,0-1 0 0 0,0 1 0 0 0,1-1 0 0 0,-1 0 0 0 0,0 0 0 0 0,0 1 0 0 0,0-1 0 0 0,0 0-1 0 0,0 0 1 0 0,0 0 0 0 0,1 0 0 0 0,-1-1 0 0 0,0 1 0 0 0,0 0 0 0 0,0 0 0 0 0,0-1 0 0 0,0 1 0 0 0,0 0 0 0 0,0-1 0 0 0,0 1 0 0 0,0-1 0 0 0,0 0 0 0 0,0 1 0 0 0,0-1 0 0 0,0 0 0 0 0,0 1 0 0 0,0-1 0 0 0,-1 0 0 0 0,1 0 0 0 0,0 0 0 0 0,-1 0 0 0 0,1 0 0 0 0,0 0 0 0 0,-1 0 0 0 0,1 0 0 0 0,-1 0 0 0 0,0 0 0 0 0,1 0 0 0 0,-1-1-1 0 0,3-7 108 0 0,-1 0 1 0 0,0 0-1 0 0,-1 0 0 0 0,1-12 0 0 0,-1 9-64 0 0,13-152 245 0 0,-10-222-1 0 0,-5 373-405 0 0,1-163-338 0 0,2 158-58 0 0,0 0-1 0 0,1 0 1 0 0,0 0 0 0 0,2 0-1 0 0,0 1 1 0 0,1 0 0 0 0,13-26-1 0 0,-4 18-6630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5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5529 0 0,'0'-2'517'0'0,"0"-1"-1"0"0,0 1 1 0 0,0 0 0 0 0,1-1-1 0 0,-1 1 1 0 0,1 0 0 0 0,-1-1-1 0 0,1 1 1 0 0,0 0-1 0 0,0 0 1 0 0,0 0 0 0 0,0 0-1 0 0,0 0 1 0 0,1 0 0 0 0,-1 0-1 0 0,0 0 1 0 0,1 1-1 0 0,0-1 1 0 0,1-1 0 0 0,0 0-142 0 0,1 1 0 0 0,-1 0 1 0 0,1 0-1 0 0,0 0 1 0 0,-1 0-1 0 0,1 1 0 0 0,0 0 1 0 0,0 0-1 0 0,0 0 0 0 0,5-1 1 0 0,1 1-740 0 0,0 0 0 0 0,0 1 1 0 0,0 0-1 0 0,0 1 0 0 0,0 0 0 0 0,0 0 1 0 0,17 6-1 0 0,-11-2-5875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6913 0 0,'10'-9'2124'0'0,"1"1"0"0"0,21-15-1 0 0,8 4-2510 0 0,-36 17-178 0 0,1 1 0 0 0,-1 0 0 0 0,1 0 1 0 0,-1 0-1 0 0,1 1 0 0 0,9-1 0 0 0,1 3-1579 0 0,1-1-22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8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98 303 5065 0 0,'-7'-1'557'0'0,"0"1"1"0"0,1 0-1 0 0,-1 0 0 0 0,-12 1 1 0 0,14 0-155 0 0,0 0-1 0 0,-1-1 1 0 0,1 0 0 0 0,-1 0 0 0 0,1-1 0 0 0,-1 1 0 0 0,-8-3-1 0 0,34-2 4864 0 0,32-7-4164 0 0,400-65 635 0 0,-263 50-633 0 0,244-5 1 0 0,-101 12-655 0 0,300-82 773 0 0,-589 93-1159 0 0,-40 9-60 0 0,18-5-27 0 0,-1 1 1 0 0,1 0 0 0 0,0 2 0 0 0,0 1-1 0 0,-1 0 1 0 0,29 4 0 0 0,-47-3-115 0 0,0 1 0 0 0,0-1 1 0 0,0 1-1 0 0,0 0 0 0 0,0-1 0 0 0,0 1 1 0 0,0 0-1 0 0,-1 0 0 0 0,1 0 0 0 0,0 1 0 0 0,-1-1 1 0 0,1 0-1 0 0,-1 1 0 0 0,1-1 0 0 0,-1 1 1 0 0,1-1-1 0 0,-1 1 0 0 0,0-1 0 0 0,0 1 1 0 0,0 0-1 0 0,0 0 0 0 0,0 0 0 0 0,0 0 0 0 0,-1-1 1 0 0,1 1-1 0 0,0 3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0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34 5065 0 0,'-9'1'5301'0'0,"16"2"-2071"0"0,14 1-1776 0 0,1-4-283 0 0,0 0-1 0 0,0-2 1 0 0,1-1 0 0 0,-1-1-1 0 0,26-7 1 0 0,40-7-559 0 0,-76 16-1101 0 0,0 1 1 0 0,1 1-1 0 0,-1 0 1 0 0,0 0-1 0 0,15 3 1 0 0,-10 3-1890 0 0,-9-3 828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1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 1376 0 0,'-13'4'696'0'0,"7"-2"359"0"0,0-1 0 0 0,0 2 1 0 0,0-1-1 0 0,0 1 0 0 0,0 0 1 0 0,-8 6-1 0 0,12-7-719 0 0,0 0 0 0 0,0 0 0 0 0,0 0-1 0 0,1 0 1 0 0,-1 0 0 0 0,0 1 0 0 0,1-1 0 0 0,0 1 0 0 0,0-1 0 0 0,0 1 0 0 0,0-1 0 0 0,0 1 0 0 0,0 0-1 0 0,1 0 1 0 0,-1-1 0 0 0,1 1 0 0 0,0 0 0 0 0,0 0 0 0 0,0 3 0 0 0,0 3-61 0 0,0-1 0 0 0,1 1 0 0 0,0 0 0 0 0,1-1 0 0 0,0 1 1 0 0,0-1-1 0 0,1 0 0 0 0,0 0 0 0 0,0 0 0 0 0,1 0 0 0 0,0 0 0 0 0,0-1 1 0 0,1 0-1 0 0,0 1 0 0 0,0-2 0 0 0,10 11 0 0 0,-5-8-229 0 0,1 1 0 0 0,1-2 0 0 0,0 0 0 0 0,0 0 0 0 0,0-1 0 0 0,1-1 0 0 0,0 0 0 0 0,0-1 0 0 0,19 5 0 0 0,-27-9-18 0 0,-1 1 1 0 0,1-1 0 0 0,0 1-1 0 0,-1 0 1 0 0,1 0-1 0 0,-1 1 1 0 0,1-1-1 0 0,-1 1 1 0 0,0 0 0 0 0,0 0-1 0 0,3 4 1 0 0,-5-5-9 0 0,-1 0 0 0 0,1 0 0 0 0,-1 1-1 0 0,0-1 1 0 0,0 1 0 0 0,0 0 0 0 0,0-1 0 0 0,0 1 0 0 0,-1 0 0 0 0,1-1 0 0 0,-1 1 0 0 0,0 0 0 0 0,1-1 0 0 0,-1 1 0 0 0,0 0 0 0 0,-1 0 0 0 0,1-1 0 0 0,-1 1 0 0 0,1 0 0 0 0,-1 0-1 0 0,-1 2 1 0 0,-4 12-18 0 0,0 0 0 0 0,-2 0 0 0 0,0-1-1 0 0,-1 0 1 0 0,0 0 0 0 0,-1-1-1 0 0,-1-1 1 0 0,-1 0 0 0 0,0 0 0 0 0,0-1-1 0 0,-2 0 1 0 0,1-1 0 0 0,-2-1 0 0 0,1 0-1 0 0,-2-1 1 0 0,-16 8 0 0 0,20-13-1250 0 0,-1-1-3852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2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77 4609 0 0,'-1'-2'393'0'0,"1"0"-1"0"0,-1-1 1 0 0,1 1-1 0 0,-1-1 1 0 0,1 1 0 0 0,0-1-1 0 0,0 1 1 0 0,0-1 0 0 0,0 1-1 0 0,1-1 1 0 0,-1 1 0 0 0,0 0-1 0 0,1-1 1 0 0,0 1-1 0 0,0-1 1 0 0,0 1 0 0 0,0 0-1 0 0,1-3 1 0 0,-1 3-79 0 0,0 1-1 0 0,0-1 1 0 0,0 0 0 0 0,0 0-1 0 0,0 1 1 0 0,0-1-1 0 0,0 1 1 0 0,1-1 0 0 0,-1 1-1 0 0,1-1 1 0 0,-1 1 0 0 0,1 0-1 0 0,0 0 1 0 0,-1 0 0 0 0,1 0-1 0 0,0 0 1 0 0,0 0 0 0 0,0 0-1 0 0,-1 0 1 0 0,1 1-1 0 0,0-1 1 0 0,3 1 0 0 0,-3 0-269 0 0,0 0 1 0 0,-1 0-1 0 0,1 1 0 0 0,0-1 1 0 0,0 1-1 0 0,-1 0 0 0 0,1 0 1 0 0,0-1-1 0 0,-1 1 0 0 0,1 0 1 0 0,0 0-1 0 0,-1 0 1 0 0,0 1-1 0 0,1-1 0 0 0,-1 0 1 0 0,0 1-1 0 0,1-1 0 0 0,-1 0 1 0 0,0 1-1 0 0,0-1 1 0 0,0 1-1 0 0,0 0 0 0 0,0-1 1 0 0,-1 1-1 0 0,1 0 0 0 0,-1 0 1 0 0,1-1-1 0 0,-1 1 1 0 0,1 2-1 0 0,2 10 315 0 0,-1-1 0 0 0,0 0 1 0 0,0 15-1 0 0,-2-14-264 0 0,2 11-88 0 0,0 13 89 0 0,2 0-1 0 0,14 60 1 0 0,-16-89-82 0 0,1 1-1 0 0,0-1 1 0 0,1 0 0 0 0,-1 0 0 0 0,2 0 0 0 0,-1-1 0 0 0,1 0 0 0 0,1 1 0 0 0,-1-2 0 0 0,1 1-1 0 0,1-1 1 0 0,0 0 0 0 0,0 0 0 0 0,0-1 0 0 0,12 9 0 0 0,-14-13-6 0 0,-1 0 0 0 0,1 0 1 0 0,0 0-1 0 0,0-1 0 0 0,0 1 0 0 0,1-1 0 0 0,-1 0 1 0 0,0-1-1 0 0,0 1 0 0 0,1-1 0 0 0,-1 0 0 0 0,0-1 1 0 0,0 1-1 0 0,1-1 0 0 0,-1 0 0 0 0,0 0 1 0 0,0-1-1 0 0,7-2 0 0 0,10-5-660 0 0,0-1 0 0 0,35-22 0 0 0,-42 23-284 0 0,4-3-2140 0 0,-1-1 0 0 0,25-23-1 0 0,-34 28 1620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5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40 4145 0 0,'-5'-6'-826'0'0,"-6"-9"2428"0"0,-20-3 11276 0 0,30 18-12666 0 0,0 2 5 0 0,0-1 0 0 0,0 1-1 0 0,0-1 1 0 0,0 1 0 0 0,0-1 0 0 0,0 1 0 0 0,1-1 0 0 0,-1 1-1 0 0,0 0 1 0 0,1-1 0 0 0,0 1 0 0 0,-1 3 0 0 0,0 11 242 0 0,0-1 1 0 0,1 1 0 0 0,0 0-1 0 0,1-1 1 0 0,5 20-1 0 0,1 30 84 0 0,-6-25-610 0 0,10 143 278 0 0,-6-143-1714 0 0,1-1 0 0 0,20 64 1 0 0,-19-82-5709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4.7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19 1376 0 0,'-15'-19'19690'0'0,"9"29"-21739"0"0,-1 12-2735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8754 0 0,'-7'3'7238'0'0,"7"-2"-7037"0"0,-5 13 2684 0 0,2 14-2621 0 0,3-26-15 0 0,-8 63 197 0 0,2 109 0 0 0,7-155-641 0 0,0 0 0 0 0,1 0 0 0 0,1 0 0 0 0,1 0 0 0 0,1 0 0 0 0,0-1 0 0 0,2 0 0 0 0,0 0 0 0 0,1 0 1 0 0,11 19-1 0 0,-8-23-608 0 0,1 0 1 0 0,0-1-1 0 0,1 0 1 0 0,0-1 0 0 0,1-1-1 0 0,17 12 1 0 0,-20-15-406 0 0,-2-2 744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4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29 271 5065 0 0,'-3'2'337'0'0,"1"0"0"0"0,0 0 0 0 0,-1 1 0 0 0,1-1 0 0 0,0 1 0 0 0,0-1 0 0 0,1 1 0 0 0,-1 0 0 0 0,0 0 0 0 0,1 0 0 0 0,0 0 1 0 0,0 0-1 0 0,0 0 0 0 0,0 0 0 0 0,0 0 0 0 0,0 0 0 0 0,1 0 0 0 0,0 1 0 0 0,-1-1 0 0 0,1 0 0 0 0,1 5 0 0 0,0 3 270 0 0,0 0 0 0 0,0 0 0 0 0,2 0 0 0 0,5 18 0 0 0,-2-12-298 0 0,1 1-1 0 0,1-1 0 0 0,1 0 1 0 0,0 0-1 0 0,1-1 1 0 0,20 25-1 0 0,-25-36-284 0 0,0 1 1 0 0,0-1-1 0 0,1-1 1 0 0,0 1-1 0 0,0-1 1 0 0,0 0-1 0 0,0 0 1 0 0,14 6-1 0 0,-16-9 4 0 0,0 1 0 0 0,0-1 0 0 0,1 0 0 0 0,-1-1 0 0 0,1 1 0 0 0,-1-1 0 0 0,0 1 0 0 0,1-2 0 0 0,-1 1 0 0 0,1 0 0 0 0,-1-1 0 0 0,1 0-1 0 0,-1 0 1 0 0,0 0 0 0 0,8-3 0 0 0,-6 1 82 0 0,-1 1 1 0 0,0-1-1 0 0,0 0 0 0 0,0 0 0 0 0,0-1 1 0 0,-1 1-1 0 0,0-1 0 0 0,1 0 0 0 0,-1 0 1 0 0,-1-1-1 0 0,1 1 0 0 0,0-1 0 0 0,2-5 1 0 0,-1 1 27 0 0,-1 1 1 0 0,-1-1 0 0 0,1 0-1 0 0,-2 0 1 0 0,1 0 0 0 0,-1-1-1 0 0,1-11 1 0 0,-1-10 192 0 0,-2 0-1 0 0,-1 0 1 0 0,-8-55 0 0 0,4 52-196 0 0,-1-1 0 0 0,-15-45 0 0 0,18 70-239 0 0,0 1 1 0 0,0 0-1 0 0,-1 1 1 0 0,-1-1 0 0 0,0 1-1 0 0,0 0 1 0 0,0 0-1 0 0,-1 0 1 0 0,0 1 0 0 0,0-1-1 0 0,-1 2 1 0 0,0-1-1 0 0,-15-10 1 0 0,7 10-1822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0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4145 0 0,'11'12'16717'0'0,"4"16"-13667"0"0,4 17-5621 0 0,-13-29 4106 0 0,20 62-1378 0 0,-8-19-228 0 0,3 0 0 0 0,3-2 0 0 0,46 83 0 0 0,-70-140 79 0 0,0 1 0 0 0,0-1-1 0 0,0 0 1 0 0,0 1 0 0 0,0-1 0 0 0,1 0 0 0 0,-1 1 0 0 0,0-1-1 0 0,0 0 1 0 0,0 1 0 0 0,1-1 0 0 0,-1 0 0 0 0,0 1 0 0 0,0-1-1 0 0,1 0 1 0 0,-1 0 0 0 0,0 0 0 0 0,1 1 0 0 0,-1-1-1 0 0,0 0 1 0 0,1 0 0 0 0,-1 0 0 0 0,1 0 0 0 0,-1 1 0 0 0,0-1-1 0 0,1 0 1 0 0,-1 0 0 0 0,0 0 0 0 0,1 0 0 0 0,-1 0 0 0 0,1 0-1 0 0,-1 0 1 0 0,0 0 0 0 0,1 0 0 0 0,-1 0 0 0 0,0-1 0 0 0,1 1-1 0 0,-1 0 1 0 0,1 0 0 0 0,-1 0 0 0 0,0 0 0 0 0,1 0 0 0 0,-1-1-1 0 0,0 1 1 0 0,1 0 0 0 0,-1 0 0 0 0,0-1 0 0 0,0 1 0 0 0,1 0-1 0 0,-1 0 1 0 0,0-1 0 0 0,0 1 0 0 0,1 0 0 0 0,-1-1 0 0 0,0 1-1 0 0,0 0 1 0 0,0-1 0 0 0,0 1 0 0 0,1 0 0 0 0,-1-1 0 0 0,0 1-1 0 0,0-1 1 0 0,0 1 0 0 0,0 0 0 0 0,0-1 0 0 0,0 1 0 0 0,0 0-1 0 0,0-1 1 0 0,0 0 0 0 0,8-35 255 0 0,-7 30-234 0 0,22-230 386 0 0,-13 88-2686 0 0,-6 107-5547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0 15667 0 0,'-2'2'54'0'0,"-11"27"1942"0"0,12-28-1910 0 0,1 0 1 0 0,0 0 0 0 0,0 0 0 0 0,0-1 0 0 0,0 1 0 0 0,0 0 0 0 0,0 0 0 0 0,1-1 0 0 0,-1 1 0 0 0,0 0 0 0 0,0 0 0 0 0,0-1 0 0 0,1 1 0 0 0,-1 0 0 0 0,0-1 0 0 0,1 1 0 0 0,-1 0 0 0 0,1-1 0 0 0,-1 1 0 0 0,1-1 0 0 0,-1 1 0 0 0,1 0 0 0 0,-1-1 0 0 0,1 1 0 0 0,-1-1-1 0 0,1 0 1 0 0,0 1 0 0 0,-1-1 0 0 0,1 1 0 0 0,0-1 0 0 0,-1 0 0 0 0,1 0 0 0 0,0 1 0 0 0,-1-1 0 0 0,1 0 0 0 0,0 0 0 0 0,0 0 0 0 0,-1 0 0 0 0,1 0 0 0 0,1 0 0 0 0,-1 0-33 0 0,1 0 0 0 0,-1 0 1 0 0,0 0-1 0 0,0 0 0 0 0,1-1 1 0 0,-1 1-1 0 0,0-1 0 0 0,0 1 0 0 0,0-1 1 0 0,1 1-1 0 0,-1-1 0 0 0,0 1 1 0 0,0-1-1 0 0,0 0 0 0 0,0 0 0 0 0,0 0 1 0 0,0 0-1 0 0,1-1 0 0 0,-1 0-243 0 0,0 1 0 0 0,0 0-1 0 0,0 0 1 0 0,0 0-1 0 0,1 0 1 0 0,-1 0-1 0 0,0 0 1 0 0,1 0 0 0 0,-1 1-1 0 0,0-1 1 0 0,1 0-1 0 0,-1 1 1 0 0,1-1 0 0 0,-1 1-1 0 0,1 0 1 0 0,-1-1-1 0 0,1 1 1 0 0,2 0 0 0 0,4 1-1021 0 0,0 1-92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50 11058 0 0,'2'3'1664'0'0,"-1"-3"-1588"0"0,-1 0-1 0 0,0 0 1 0 0,0 0-1 0 0,0 0 1 0 0,1 0 0 0 0,-1 0-1 0 0,0 0 1 0 0,0 0 0 0 0,2-1 831 0 0,-1 1-831 0 0,15-7 1199 0 0,19-13-2841 0 0,-32 19 1077 0 0,47-19-2091 0 0,-41 17 2580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133 386 2761 0 0,'-4'0'417'0'0,"0"0"0"0"0,0-1 1 0 0,0 0-1 0 0,0 0 1 0 0,0-1-1 0 0,0 1 0 0 0,0-1 1 0 0,0 1-1 0 0,1-1 1 0 0,-1 0-1 0 0,-5-5 1 0 0,-32-30 4711 0 0,38 33-4827 0 0,1 0 0 0 0,0 0 0 0 0,0 0 0 0 0,0 0 0 0 0,0 0 0 0 0,1 0-1 0 0,-1 0 1 0 0,1 0 0 0 0,0-1 0 0 0,1 1 0 0 0,-1 0 0 0 0,1-1 0 0 0,0 1 0 0 0,0-1 0 0 0,0 1 0 0 0,0-1 0 0 0,1 1 0 0 0,0 0 0 0 0,0-1 0 0 0,2-5 0 0 0,1-2-8 0 0,0-1-1 0 0,1 2 1 0 0,0-1 0 0 0,1 1-1 0 0,13-20 1 0 0,-7 14-147 0 0,1 1 1 0 0,1 1-1 0 0,0 0 1 0 0,26-20-1 0 0,-34 29-142 0 0,1 1 1 0 0,0 1-1 0 0,0-1 1 0 0,0 1-1 0 0,0 1 1 0 0,1-1-1 0 0,0 1 1 0 0,-1 1-1 0 0,1-1 0 0 0,0 1 1 0 0,0 1-1 0 0,1-1 1 0 0,-1 2-1 0 0,11-1 1 0 0,-16 1-26 0 0,-1 1 1 0 0,1-1 0 0 0,0 1-1 0 0,0 0 1 0 0,-1 0-1 0 0,1 0 1 0 0,0 0 0 0 0,-1 1-1 0 0,1-1 1 0 0,-1 1-1 0 0,0-1 1 0 0,1 1 0 0 0,-1 0-1 0 0,0 0 1 0 0,0 0 0 0 0,0 0-1 0 0,0 0 1 0 0,0 1-1 0 0,-1-1 1 0 0,1 0 0 0 0,-1 1-1 0 0,0 0 1 0 0,1-1 0 0 0,-1 1-1 0 0,0 0 1 0 0,0-1-1 0 0,-1 1 1 0 0,2 5 0 0 0,1 8-234 0 0,-1 0 1 0 0,0 0 0 0 0,-1 28-1 0 0,-1-42 224 0 0,-4 44-314 0 0,-1-1-1 0 0,-2 0 1 0 0,-3-1 0 0 0,-14 44-1 0 0,1-2 42 0 0,17-62 177 0 0,-3 9-215 0 0,-6 51 1 0 0,14-75 298 0 0,1 0 0 0 0,0 0 0 0 0,0 0 1 0 0,0 1-1 0 0,1-1 0 0 0,0-1 0 0 0,1 1 0 0 0,0 0 0 0 0,1 0 0 0 0,6 14 1 0 0,-8-20 60 0 0,0 0 0 0 0,1 0 0 0 0,0 0 0 0 0,0 0 0 0 0,0-1 0 0 0,0 1 1 0 0,0-1-1 0 0,0 1 0 0 0,1-1 0 0 0,-1 0 0 0 0,1 0 0 0 0,-1 0 0 0 0,1 0 0 0 0,0-1 1 0 0,0 1-1 0 0,0-1 0 0 0,0 1 0 0 0,5 0 0 0 0,-4-1 106 0 0,1 0 1 0 0,0-1-1 0 0,-1 0 1 0 0,1 0-1 0 0,0 0 0 0 0,-1 0 1 0 0,1-1-1 0 0,-1 0 0 0 0,1 0 1 0 0,-1 0-1 0 0,9-3 1 0 0,-2-1 154 0 0,0-1 1 0 0,-1 0 0 0 0,1 0-1 0 0,-1-1 1 0 0,-1 0 0 0 0,1 0-1 0 0,-1-1 1 0 0,0-1 0 0 0,8-10-1 0 0,-12 13-214 0 0,-1-1-1 0 0,1 1 0 0 0,-1-1 0 0 0,-1 0 1 0 0,1-1-1 0 0,-1 1 0 0 0,0 0 0 0 0,-1-1 1 0 0,0 0-1 0 0,0 1 0 0 0,-1-1 0 0 0,1 0 1 0 0,-2 0-1 0 0,1-13 0 0 0,-2 16-36 0 0,1 0 0 0 0,-1 0-1 0 0,0 0 1 0 0,-1 0 0 0 0,1 1 0 0 0,-1-1 0 0 0,0 1 0 0 0,0-1-1 0 0,0 1 1 0 0,0 0 0 0 0,-1-1 0 0 0,0 1 0 0 0,0 0-1 0 0,0 1 1 0 0,0-1 0 0 0,-1 1 0 0 0,1-1 0 0 0,-1 1-1 0 0,0 0 1 0 0,0 0 0 0 0,0 1 0 0 0,0-1 0 0 0,0 1 0 0 0,-9-4-1 0 0,-15-3 15 0 0,-1 2 0 0 0,0 0-1 0 0,0 2 1 0 0,-57-3-1 0 0,61 7-583 0 0,-1-1 0 0 0,1-1-1 0 0,-1-1 1 0 0,1-1 0 0 0,0-1-1 0 0,1-2 1 0 0,-31-13-1 0 0,36 11-6497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86 398 6449 0 0,'-15'-23'2226'0'0,"1"-1"0"0"0,1-1 0 0 0,1 0-1 0 0,-15-46 1 0 0,26 68-1960 0 0,-3-16 833 0 0,16 30 648 0 0,15 31 584 0 0,-13-19-2333 0 0,107 162-77 0 0,-101-159 68 0 0,1 0 1 0 0,1-1-1 0 0,1-2 1 0 0,42 34 0 0 0,-64-56 23 0 0,-1 0-1 0 0,1-1 1 0 0,0 1 0 0 0,0 0 0 0 0,0-1 0 0 0,0 1 0 0 0,0-1 0 0 0,0 1 0 0 0,0-1 0 0 0,0 0 0 0 0,0 1 0 0 0,0-1 0 0 0,0 0 0 0 0,0 0 0 0 0,1 0 0 0 0,0 1 0 0 0,-1-2 5 0 0,-1 1 1 0 0,1 0-1 0 0,-1 0 0 0 0,1-1 1 0 0,-1 1-1 0 0,1 0 0 0 0,-1 0 1 0 0,0-1-1 0 0,1 1 0 0 0,-1-1 1 0 0,1 1-1 0 0,-1 0 0 0 0,0-1 1 0 0,1 1-1 0 0,-1-1 0 0 0,0 1 1 0 0,0-1-1 0 0,1 1 0 0 0,-1-1 1 0 0,0 1-1 0 0,0-1 0 0 0,0 1 1 0 0,1-2-1 0 0,0-4 175 0 0,-1 0 1 0 0,1 0-1 0 0,-1-1 1 0 0,-2-10 0 0 0,1 1 31 0 0,3-27 50 0 0,1-1 0 0 0,3 0 0 0 0,10-43 0 0 0,42-126-1334 0 0,-36 139 233 0 0,-11 43 347 0 0,1 2-1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1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130 593 6913 0 0,'-3'-2'158'0'0,"-1"0"-1"0"0,1 0 0 0 0,0 0 1 0 0,-1 0-1 0 0,1-1 0 0 0,1 1 1 0 0,-1-1-1 0 0,-5-5 0 0 0,4 3 655 0 0,-4-4 201 0 0,-1 0 1 0 0,2-1-1 0 0,-1-1 0 0 0,1 1 1 0 0,1-1-1 0 0,-9-20 1 0 0,8 14-307 0 0,1 0 0 0 0,1 0 0 0 0,1-1 0 0 0,-3-26 0 0 0,5 26-499 0 0,0 0 0 0 0,2-1 0 0 0,0 1 1 0 0,2-1-1 0 0,0 1 0 0 0,0-1 1 0 0,2 1-1 0 0,0 0 0 0 0,2 1 0 0 0,8-23 1 0 0,-8 29-171 0 0,0 0-1 0 0,0 0 1 0 0,1 1 0 0 0,0 0 0 0 0,1 0 0 0 0,0 1-1 0 0,1 0 1 0 0,16-13 0 0 0,-21 18-37 0 0,1 1-1 0 0,0 0 1 0 0,-1-1 0 0 0,2 2 0 0 0,-1-1-1 0 0,0 0 1 0 0,1 1 0 0 0,-1 0 0 0 0,1 1-1 0 0,-1-1 1 0 0,1 1 0 0 0,0 0 0 0 0,0 0 0 0 0,-1 1-1 0 0,1-1 1 0 0,0 1 0 0 0,0 1 0 0 0,0-1-1 0 0,0 1 1 0 0,7 2 0 0 0,-9-1-21 0 0,0 0 0 0 0,0 0 0 0 0,0 1 0 0 0,0-1 0 0 0,-1 1-1 0 0,0 0 1 0 0,1 0 0 0 0,-1 0 0 0 0,0 0 0 0 0,0 0 0 0 0,-1 1 0 0 0,1 0 0 0 0,-1-1 0 0 0,1 1 0 0 0,-1 0 0 0 0,0 0 0 0 0,-1 0 0 0 0,1 0 0 0 0,-1 0 0 0 0,2 9 0 0 0,2 8-151 0 0,-2 1 1 0 0,3 39 0 0 0,-1 59-381 0 0,6-1 1 0 0,29 132 0 0 0,-38-242 511 0 0,0-1 0 0 0,1 0 1 0 0,0-1-1 0 0,0 1 0 0 0,1 0 1 0 0,0-1-1 0 0,6 8 0 0 0,-9-13 4 0 0,0 0-1 0 0,0-1 0 0 0,1 1 1 0 0,-1-1-1 0 0,0 1 0 0 0,1-1 1 0 0,0 1-1 0 0,-1-1 1 0 0,1 0-1 0 0,-1 0 0 0 0,1 0 1 0 0,0 0-1 0 0,0 0 0 0 0,0 0 1 0 0,0 0-1 0 0,0-1 1 0 0,0 1-1 0 0,0-1 0 0 0,0 1 1 0 0,0-1-1 0 0,0 0 0 0 0,0 0 1 0 0,0 0-1 0 0,0 0 1 0 0,0 0-1 0 0,0 0 0 0 0,0-1 1 0 0,0 1-1 0 0,0-1 0 0 0,0 1 1 0 0,0-1-1 0 0,0 0 1 0 0,-1 0-1 0 0,4-1 0 0 0,5-4 175 0 0,-1-1-1 0 0,1 0 1 0 0,-2 0 0 0 0,1-1-1 0 0,-1 0 1 0 0,0 0-1 0 0,-1-1 1 0 0,0 0-1 0 0,0-1 1 0 0,-1 1 0 0 0,0-1-1 0 0,-1 0 1 0 0,0-1-1 0 0,0 1 1 0 0,-1-1-1 0 0,-1 0 1 0 0,0 0 0 0 0,0 0-1 0 0,-1-1 1 0 0,-1 1-1 0 0,0-1 1 0 0,0 1 0 0 0,-1 0-1 0 0,0-1 1 0 0,-1 1-1 0 0,-1-1 1 0 0,0 1-1 0 0,0 0 1 0 0,-1 0 0 0 0,0 0-1 0 0,-1 0 1 0 0,-1 0-1 0 0,-9-17 1 0 0,10 21-93 0 0,1 1 0 0 0,-1 0 0 0 0,-1 0 0 0 0,1 1 0 0 0,-1-1 0 0 0,0 1 0 0 0,0 0 0 0 0,-1 0 0 0 0,1 1 0 0 0,-1-1 0 0 0,0 1 0 0 0,-1 1 0 0 0,1-1 0 0 0,-7-2 0 0 0,3 3-29 0 0,-1 0 0 0 0,1 0 0 0 0,-1 1 0 0 0,0 1 0 0 0,0 0 0 0 0,1 0 0 0 0,-1 1 0 0 0,-19 2 0 0 0,1 1-222 0 0,1 2 1 0 0,0 1 0 0 0,-41 14-1 0 0,43-10-2142 0 0,-43 22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2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42 375 7834 0 0,'-1'0'33'0'0,"-40"-1"13593"0"0,51 6-13536 0 0,-1 0 0 0 0,0 0 0 0 0,0 0 0 0 0,0 1 0 0 0,-1 1 0 0 0,0-1 0 0 0,0 1 0 0 0,13 15 0 0 0,-9-9-57 0 0,1 0-1 0 0,26 18 1 0 0,-27-23 13 0 0,1 1 0 0 0,0-2 1 0 0,1 0-1 0 0,0 0 0 0 0,0-1 1 0 0,0-1-1 0 0,1-1 0 0 0,0 0 1 0 0,0 0-1 0 0,23 1 0 0 0,-43-60 1524 0 0,4 27-1450 0 0,-1-1-1 0 0,-2 1 1 0 0,-1 0 0 0 0,-1 0 0 0 0,-1 0 0 0 0,-2 0-1 0 0,-1 1 1 0 0,0 1 0 0 0,-2 0 0 0 0,-17-27 0 0 0,21 42-387 0 0,1-1 1 0 0,1-1 0 0 0,0 1 0 0 0,1-1-1 0 0,0 0 1 0 0,1 0 0 0 0,0 0 0 0 0,1-1-1 0 0,1 0 1 0 0,-1-14 0 0 0,3 4-7992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33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3225 0 0,'0'-2'288'0'0,"0"1"-288"0"0,0-1 0 0 0,0 0 0 0 0,0 0 0 0 0,1 1 0 0 0,-1 2 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58 6913 0 0,'-20'-46'5082'0'0,"13"34"-1412"0"0,17 34-2831 0 0,21 49-208 0 0,-3 1 1 0 0,29 119-1 0 0,14 154-198 0 0,27 100-644 0 0,-52-307-510 0 0,-35-114-949 0 0,21 37 0 0 0,-15-34-3743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0 264 6913 0 0,'0'-8'107'0'0,"0"0"-1"0"0,1 1 0 0 0,0-1 0 0 0,0 1 0 0 0,1 0 0 0 0,0-1 0 0 0,0 1 0 0 0,6-13 0 0 0,-1 8 271 0 0,0 0 0 0 0,1 0 0 0 0,19-20-1 0 0,-26 31-342 0 0,18-20 1298 0 0,33-31 0 0 0,-47 48-1116 0 0,0 0-1 0 0,0 0 0 0 0,1 0 0 0 0,-1 0 0 0 0,1 1 0 0 0,0 0 1 0 0,0 0-1 0 0,0 0 0 0 0,0 1 0 0 0,0 0 0 0 0,1 0 1 0 0,-1 1-1 0 0,9-2 0 0 0,-12 3-173 0 0,-1 0 0 0 0,0 0 1 0 0,0 1-1 0 0,0-1 0 0 0,0 0 1 0 0,0 1-1 0 0,0-1 0 0 0,0 1 0 0 0,0 0 1 0 0,0 0-1 0 0,0-1 0 0 0,-1 1 1 0 0,1 0-1 0 0,0 1 0 0 0,0-1 0 0 0,-1 0 1 0 0,1 0-1 0 0,-1 1 0 0 0,1-1 1 0 0,1 3-1 0 0,-1 0-10 0 0,0-1 0 0 0,0 1 0 0 0,0-1 0 0 0,-1 1 0 0 0,0-1 0 0 0,1 1 0 0 0,-1 0 0 0 0,-1 0 0 0 0,1 0 0 0 0,0 4-1 0 0,-1 9 10 0 0,0-1-1 0 0,-1 0 0 0 0,0 0 0 0 0,-5 18 0 0 0,-13 37 134 0 0,-2 0-1 0 0,-3-2 0 0 0,-51 101 1 0 0,8-19 1522 0 0,66-148-1596 0 0,0 0 0 0 0,-1 1 0 0 0,1-1 0 0 0,0 1 0 0 0,1 0 0 0 0,-1-1-1 0 0,1 1 1 0 0,0 0 0 0 0,-1-1 0 0 0,2 6 0 0 0,-1-8-77 0 0,0 0 0 0 0,1 0 0 0 0,-1 0 0 0 0,1 1 0 0 0,-1-1 0 0 0,1 0 0 0 0,-1 0 0 0 0,1 0 0 0 0,-1 0 0 0 0,1 0 0 0 0,0 0 0 0 0,0 0 0 0 0,0 0 0 0 0,-1-1 0 0 0,1 1 0 0 0,0 0 0 0 0,0 0 0 0 0,0-1 0 0 0,0 1 0 0 0,0 0 0 0 0,1-1 0 0 0,-1 1 0 0 0,0-1 0 0 0,0 0 0 0 0,0 1 0 0 0,0-1 0 0 0,0 0 0 0 0,1 0 0 0 0,-1 1 0 0 0,0-1-1 0 0,0 0 1 0 0,1 0 0 0 0,1-1 0 0 0,110-4 704 0 0,25 0 153 0 0,-69 13-3172 0 0,-53-5 395 0 0,-1 1 1 0 0,23 9 0 0 0,-15-3-4324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8 10138 0 0,'-9'-3'75'0'0,"7"2"185"0"0,1 0 0 0 0,-1 1 0 0 0,0-1 0 0 0,1 1 0 0 0,-1-1 0 0 0,0 1 0 0 0,0 0 0 0 0,0 0 0 0 0,1 0 0 0 0,-1 0 0 0 0,0 0 0 0 0,-2 0 0 0 0,3 1-103 0 0,0 0-1 0 0,0 0 0 0 0,0 0 1 0 0,1 0-1 0 0,-1 0 1 0 0,1 0-1 0 0,-1 0 1 0 0,1 0-1 0 0,-1 0 1 0 0,1 0-1 0 0,-1 1 0 0 0,1-1 1 0 0,0 0-1 0 0,0 0 1 0 0,-1 0-1 0 0,1 0 1 0 0,0 1-1 0 0,0-1 0 0 0,0 0 1 0 0,0 0-1 0 0,1 0 1 0 0,-1 1-1 0 0,1 1 1 0 0,2 20 524 0 0,2 1-1 0 0,0-1 1 0 0,2 0 0 0 0,14 34 0 0 0,-3-9-342 0 0,5 21-464 0 0,63 170 1175 0 0,-32-125-2445 0 0,-33-77-982 0 0,25 34-1 0 0,-30-51-3598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49 380 7834 0 0,'-3'-2'271'0'0,"-1"0"1"0"0,0 0 0 0 0,0 0-1 0 0,1 0 1 0 0,0 0 0 0 0,-1-1-1 0 0,1 0 1 0 0,0 0 0 0 0,0 0-1 0 0,0 0 1 0 0,-4-6 0 0 0,6 7-111 0 0,1 0 0 0 0,-1-1 1 0 0,0 1-1 0 0,1-1 0 0 0,-1 1 1 0 0,1 0-1 0 0,0-1 0 0 0,0 1 1 0 0,0-1-1 0 0,0 1 0 0 0,0 0 1 0 0,0-1-1 0 0,1 1 0 0 0,-1-1 1 0 0,1 1-1 0 0,0 0 0 0 0,0-1 1 0 0,0 1-1 0 0,0 0 0 0 0,0 0 1 0 0,3-4-1 0 0,8-12 241 0 0,1 0 0 0 0,2 1 0 0 0,-1 0 0 0 0,2 1-1 0 0,0 1 1 0 0,1 1 0 0 0,27-18 0 0 0,-13 8-840 0 0,30-28 0 0 0,-54 44 51 0 0,-4 6 279 0 0,1-1 0 0 0,-1 0 1 0 0,0 0-1 0 0,0 0 0 0 0,-1 0 1 0 0,1 0-1 0 0,-1-1 0 0 0,1 1 0 0 0,-1-1 1 0 0,0 1-1 0 0,-1-1 0 0 0,1 0 1 0 0,0 0-1 0 0,1-7 0 0 0,-3 16 381 0 0,1-1-1 0 0,0 1 0 0 0,0 0 0 0 0,1-1 1 0 0,-1 1-1 0 0,1-1 0 0 0,0 1 1 0 0,0-1-1 0 0,1 0 0 0 0,2 5 1 0 0,36 47-366 0 0,-13-19 332 0 0,23 52-11 0 0,-42-69-163 0 0,2 0 0 0 0,0-1 0 0 0,1 0 0 0 0,1 0-1 0 0,0-2 1 0 0,2 1 0 0 0,23 20 0 0 0,-37-36-69 0 0,1 0 0 0 0,0-1 0 0 0,0 1-1 0 0,0-1 1 0 0,0 0 0 0 0,1 0 0 0 0,-1 0 0 0 0,0 0 0 0 0,0 0 0 0 0,1 0-1 0 0,-1-1 1 0 0,0 1 0 0 0,1-1 0 0 0,-1 1 0 0 0,1-1 0 0 0,-1 0 0 0 0,1 0-1 0 0,-1 0 1 0 0,1 0 0 0 0,3-1 0 0 0,-3-1-10 0 0,0 1 0 0 0,0 0 0 0 0,0-1 0 0 0,0 0 0 0 0,0 0 0 0 0,-1 0 0 0 0,1 0 0 0 0,0 0 0 0 0,-1 0 0 0 0,0-1 0 0 0,0 1 0 0 0,0-1 0 0 0,3-4 0 0 0,4-8-52 0 0,-1-1 0 0 0,-1-1 1 0 0,0 1-1 0 0,6-26 0 0 0,-11 37 62 0 0,8-40 36 0 0,-9 36 172 0 0,1 0 0 0 0,0 0 0 0 0,0 0-1 0 0,1 0 1 0 0,0 0 0 0 0,0 0 0 0 0,1 1 0 0 0,0-1 0 0 0,6-7 0 0 0,-10 16-183 0 0,1-1 0 0 0,0 0 0 0 0,0 1 0 0 0,0-1 0 0 0,0 1 0 0 0,-1-1 0 0 0,1 1 0 0 0,0-1 0 0 0,0 1 0 0 0,0 0 0 0 0,0-1 0 0 0,0 1 0 0 0,0 0 0 0 0,0 0 0 0 0,0 0 0 0 0,0-1 0 0 0,0 1 0 0 0,0 1 0 0 0,0-1 0 0 0,0 0 0 0 0,0 0 0 0 0,0 0 0 0 0,0 0 0 0 0,0 1 0 0 0,0-1 0 0 0,0 0 0 0 0,0 1 0 0 0,0-1 0 0 0,0 1 0 0 0,0-1 0 0 0,0 1 0 0 0,0-1 0 0 0,-1 1 0 0 0,1 0 0 0 0,0 0 0 0 0,0-1 0 0 0,-1 1 0 0 0,1 0 0 0 0,0 0 0 0 0,-1 0 0 0 0,1 0 0 0 0,31 43 917 0 0,-28-36-876 0 0,6 8-86 0 0,43 58-668 0 0,-34-53 15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0 510 3225 0 0,'3'-5'111'0'0,"-1"0"0"0"0,1 0 1 0 0,0 0-1 0 0,0 1 0 0 0,0-1 1 0 0,0 1-1 0 0,1 0 0 0 0,0 0 1 0 0,0 0-1 0 0,0 1 0 0 0,9-7 1 0 0,5-1 642 0 0,34-16 1 0 0,-24 14-817 0 0,36-17 889 0 0,1 3 0 0 0,133-36 0 0 0,146-5 1894 0 0,-194 50-1555 0 0,227 0 0 0 0,152 36-126 0 0,-106-2-1700 0 0,-2-27-1790 0 0,-367 7 1974 0 0,-1-3 0 0 0,1-1 0 0 0,-1-4 1 0 0,-1-1-1 0 0,0-3 0 0 0,-1-2 0 0 0,68-34 1 0 0,-114 49 404 0 0,0 0 0 0 0,0 0 0 0 0,-1-1 0 0 0,0 1-1 0 0,1-1 1 0 0,4-5 0 0 0,-8 8 115 0 0,-1 0 0 0 0,1 0 0 0 0,0 0 0 0 0,0 0 0 0 0,-1 0 0 0 0,1 0-1 0 0,0 0 1 0 0,-1 0 0 0 0,1 0 0 0 0,-1 0 0 0 0,1 0 0 0 0,-1 0 0 0 0,0-1-1 0 0,0 1 1 0 0,1 0 0 0 0,-1 0 0 0 0,0 0 0 0 0,0-1 0 0 0,0 1 0 0 0,0 0-1 0 0,0 0 1 0 0,0 0 0 0 0,-1-1 0 0 0,1 1 0 0 0,0 0 0 0 0,-1 0 0 0 0,1 0-1 0 0,0 0 1 0 0,-1 0 0 0 0,0-1 0 0 0,1 1 0 0 0,-1 0 0 0 0,1 0-1 0 0,-1 0 1 0 0,-1-1 0 0 0,3 17 5119 0 0,-10 20-4040 0 0,5-21-641 0 0,-9 44-264 0 0,4 1 0 0 0,2 1 0 0 0,2 0 0 0 0,3 0 0 0 0,3 0 0 0 0,2 0 0 0 0,14 71-1 0 0,108 409 1388 0 0,-118-515-1600 0 0,82 329 247 0 0,-35-133-48 0 0,-22-104-267 0 0,-9-35 228 0 0,16 101 0 0 0,-37-168-96 0 0,-1 0 1 0 0,-1 0 0 0 0,0 0-1 0 0,-1 0 1 0 0,-1-1-1 0 0,0 1 1 0 0,-1 0 0 0 0,-8 26-1 0 0,8-32-58 0 0,-1 0 1 0 0,0 0-1 0 0,-1 0 0 0 0,1-1 0 0 0,-2 0 0 0 0,1 0 0 0 0,-1 0 0 0 0,0 0 1 0 0,-1-1-1 0 0,0 0 0 0 0,0 0 0 0 0,0-1 0 0 0,-1 0 0 0 0,-10 7 0 0 0,-32 11 191 0 0,-1-2 0 0 0,0-3 0 0 0,-81 21-1 0 0,49-16-91 0 0,-62 19-15 0 0,-236 39 0 0 0,230-60-183 0 0,-372 39-1231 0 0,437-56 1121 0 0,1-5-1 0 0,-1-3 1 0 0,1-4-1 0 0,-98-20 1 0 0,-164-39-481 0 0,236 51 141 0 0,-130-1 0 0 0,65 12-3622 0 0,121 0-791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0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8754 0 0,'0'-4'360'0'0,"0"1"1"0"0,0-1-1 0 0,0 0 0 0 0,0 1 1 0 0,1-1-1 0 0,-1 0 0 0 0,1 1 1 0 0,0-1-1 0 0,0 0 1 0 0,0 1-1 0 0,0-1 0 0 0,1 1 1 0 0,3-6-1 0 0,-5 9-331 0 0,1 0 0 0 0,-1-1-1 0 0,0 1 1 0 0,0 0 0 0 0,1 0 0 0 0,-1 0-1 0 0,0 0 1 0 0,1-1 0 0 0,-1 1 0 0 0,0 0 0 0 0,1 0-1 0 0,-1 0 1 0 0,0 0 0 0 0,1 0 0 0 0,-1 0-1 0 0,0 0 1 0 0,1 0 0 0 0,-1 0 0 0 0,0 0 0 0 0,1 0-1 0 0,-1 0 1 0 0,0 0 0 0 0,1 0 0 0 0,-1 0 0 0 0,0 1-1 0 0,1-1 1 0 0,-1 0 0 0 0,0 0 0 0 0,1 0-1 0 0,-1 0 1 0 0,0 1 0 0 0,0-1 0 0 0,1 0 0 0 0,-1 0-1 0 0,0 1 1 0 0,0-1 0 0 0,1 0 0 0 0,-1 0-1 0 0,0 1 1 0 0,0-1 0 0 0,0 0 0 0 0,0 1 0 0 0,1-1-1 0 0,-1 0 1 0 0,0 0 0 0 0,0 1 0 0 0,0-1 0 0 0,0 0-1 0 0,0 1 1 0 0,0 0 0 0 0,8 18 633 0 0,4 29 72 0 0,-1 0 1 0 0,3 53-1 0 0,2 104-97 0 0,-10-109-458 0 0,43 496 95 0 0,38-1-100 0 0,-22-270-3038 0 0,-53-260-3162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2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53 9562 0 0,'0'-47'2681'0'0,"0"41"-356"0"0,0 24-928 0 0,0-8-1329 0 0,-12 307 773 0 0,3-155-136 0 0,12 164 0 0 0,32 75-671 0 0,16 265 80 0 0,38 514 1006 0 0,-86-1144-916 0 0,14 208 1499 0 0,3 41-1179 0 0,-17-261-2381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2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15 192 5137 0 0,'-15'-5'6532'0'0,"33"-6"-4661"0"0,37-9-1068 0 0,-15 11-629 0 0,0 2 0 0 0,1 2 0 0 0,0 1 0 0 0,52 3 0 0 0,-24 0-144 0 0,231-4-7 0 0,126-5 1081 0 0,-1-29 725 0 0,-192 4-235 0 0,256-5 0 0 0,-357 45-1251 0 0,184 29 0 0 0,-307-33-307 0 0,26 4-19 0 0,74 12 132 0 0,-99-14-230 0 0,1 0 1 0 0,0 0-1 0 0,-1 1 0 0 0,0 0 0 0 0,0 1 0 0 0,0 0 0 0 0,14 11 1 0 0,-12-5-877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3225 0 0,'-15'-17'9141'0'0,"19"27"-8121"0"0,1 5 89 0 0,-1 0 1 0 0,0 0-1 0 0,1 17 1 0 0,2 92 448 0 0,-4-46-1128 0 0,41 308 38 0 0,-1-15-144 0 0,-41-335-349 0 0,-1 1-1 0 0,-2-1 0 0 0,-1 1 0 0 0,-10 44 1 0 0,6-51-1204 0 0,-14 34 1 0 0,6-15-4144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 2761 0 0,'-24'9'1302'0'0,"0"1"1"0"0,0 1 0 0 0,1 2 0 0 0,0 0-1 0 0,1 1 1 0 0,1 1 0 0 0,-34 31 0 0 0,44-29-421 0 0,11-16-824 0 0,0-1 1 0 0,0 1 0 0 0,0-1-1 0 0,0 1 1 0 0,0-1 0 0 0,0 1 0 0 0,0-1-1 0 0,0 1 1 0 0,0-1 0 0 0,0 1-1 0 0,0-1 1 0 0,0 1 0 0 0,1-1-1 0 0,-1 1 1 0 0,0-1 0 0 0,0 0-1 0 0,1 1 1 0 0,-1-1 0 0 0,0 1 0 0 0,0-1-1 0 0,1 0 1 0 0,-1 1 0 0 0,0-1-1 0 0,1 1 1 0 0,3 1 246 0 0,0-1 0 0 0,-1 1 0 0 0,1-1 0 0 0,0 1 1 0 0,0-1-1 0 0,0 0 0 0 0,4 0 0 0 0,0 1-202 0 0,87 15-97 0 0,-57-11-1 0 0,-1 1-1 0 0,-1 2 0 0 0,40 15 1 0 0,-70-22 38 0 0,-3-1-83 0 0,0 0 1 0 0,0 0-1 0 0,0 1 1 0 0,0-1-1 0 0,0 1 1 0 0,0 0 0 0 0,0 0-1 0 0,4 3 1 0 0,-7-4 24 0 0,1 0-1 0 0,-1 0 1 0 0,0 0 0 0 0,1 0 0 0 0,-1 0 0 0 0,0 0 0 0 0,0 0 0 0 0,0 0 0 0 0,0 0 0 0 0,0 0 0 0 0,0 0 0 0 0,0 0-1 0 0,0 0 1 0 0,0 0 0 0 0,0 0 0 0 0,-1 0 0 0 0,1 0 0 0 0,0 0 0 0 0,-1 0 0 0 0,1 0 0 0 0,0 0 0 0 0,-1 0-1 0 0,1 0 1 0 0,-1 0 0 0 0,0-1 0 0 0,1 1 0 0 0,-1 0 0 0 0,0 0 0 0 0,1-1 0 0 0,-1 1 0 0 0,0 0 0 0 0,0-1-1 0 0,-1 2 1 0 0,-60 55-822 0 0,36-34 59 0 0,1 0 1 0 0,-43 55-1 0 0,68-78 787 0 0,-1 0-1 0 0,1 1 1 0 0,0-1-1 0 0,0 1 0 0 0,-1-1 1 0 0,1 0-1 0 0,0 1 0 0 0,0-1 1 0 0,0 1-1 0 0,0-1 1 0 0,0 1-1 0 0,-1-1 0 0 0,1 1 1 0 0,0-1-1 0 0,0 0 1 0 0,0 1-1 0 0,0-1 0 0 0,0 1 1 0 0,0-1-1 0 0,0 1 0 0 0,1-1 1 0 0,-1 1-1 0 0,0-1 1 0 0,0 0-1 0 0,0 1 0 0 0,0-1 1 0 0,1 1-1 0 0,-1-1 1 0 0,0 1-1 0 0,0-1 0 0 0,1 1 1 0 0,15 8 195 0 0,20-1-53 0 0,-8-6-167 0 0,1-1 106 0 0,0 1-1 0 0,32 8 0 0 0,-54-9-81 0 0,0 1-1 0 0,0 0 0 0 0,-1 0 0 0 0,1 1 0 0 0,0-1 1 0 0,-1 2-1 0 0,0-1 0 0 0,0 1 0 0 0,0 0 1 0 0,0 0-1 0 0,0 0 0 0 0,-1 1 0 0 0,0 0 0 0 0,5 6 1 0 0,-8-9 25 0 0,-1 1 1 0 0,1-1 0 0 0,-1 1 0 0 0,0-1 0 0 0,0 1-1 0 0,0 0 1 0 0,0-1 0 0 0,-1 1 0 0 0,1 0 0 0 0,-1 0 0 0 0,1-1-1 0 0,-1 1 1 0 0,0 0 0 0 0,0 0 0 0 0,0 0 0 0 0,-1-1-1 0 0,1 1 1 0 0,-1 0 0 0 0,1 0 0 0 0,-1-1 0 0 0,0 1-1 0 0,0 0 1 0 0,0-1 0 0 0,0 1 0 0 0,-1-1 0 0 0,-1 4 0 0 0,-6 7-125 0 0,-1 0 1 0 0,0 0 0 0 0,-19 18-1 0 0,4-4-2031 0 0,13-13-1326 0 0,3-3-901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 2304 0 0,'-11'-3'11851'0'0,"6"52"-10929"0"0,2 0 0 0 0,2 0 0 0 0,7 55 0 0 0,-1 4-16 0 0,-4 45 10 0 0,4 95-157 0 0,-1-195-405 0 0,2-1 0 0 0,22 88 0 0 0,13 30 559 0 0,14 50-331 0 0,-42-187-847 0 0,3 13 215 0 0,-16-42-1033 0 0,1-1-1 0 0,-1 1 1 0 0,0 0-1 0 0,0 0 0 0 0,0-1 1 0 0,-1 1-1 0 0,0 4 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4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57 3225 0 0,'-7'1'136'0'0,"4"-1"40"0"0,-1 0-176 0 0,1 0 0 0 0,1 0 0 0 0,2-1 512 0 0,-2-1 64 0 0,0 0 8 0 0,2-3 8 0 0,2 0-288 0 0,0-2-56 0 0,3 0-16 0 0,0-2 0 0 0,1 2-232 0 0,-1 0 0 0 0,-4 2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4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25 920 0 0,'0'-3'80'0'0,"2"-1"-80"0"0,0 1 0 0 0,-1-1 0 0 0,-1 3 624 0 0,2-1-280 0 0,-2 0 0 0 0,2-1-344 0 0,0 1 0 0 0,-20 33-128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5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168 210 3225 0 0,'-4'-1'411'0'0,"0"-1"0"0"0,0 0 1 0 0,-1 1-1 0 0,1 0 1 0 0,-1 0-1 0 0,1 0 0 0 0,-1 1 1 0 0,-7-1-1 0 0,10 1-117 0 0,0 0-1 0 0,0 0 1 0 0,-1 0 0 0 0,1 0-1 0 0,0 0 1 0 0,0 0 0 0 0,-1 1-1 0 0,1-1 1 0 0,0 1 0 0 0,0-1-1 0 0,0 1 1 0 0,-1 0 0 0 0,1 0-1 0 0,0 0 1 0 0,0 0 0 0 0,1 0-1 0 0,-1 0 1 0 0,-3 4 0 0 0,4-5-240 0 0,1 0 1 0 0,0 1 0 0 0,0-1 0 0 0,0 0 0 0 0,0 0 0 0 0,-1 1-1 0 0,1-1 1 0 0,0 1 0 0 0,0-1 0 0 0,0 0 0 0 0,0 1-1 0 0,0-1 1 0 0,0 0 0 0 0,0 1 0 0 0,0-1 0 0 0,0 0-1 0 0,0 1 1 0 0,0-1 0 0 0,0 1 0 0 0,0-1 0 0 0,0 0-1 0 0,1 1 1 0 0,-1-1 0 0 0,0 0 0 0 0,0 1 0 0 0,0-1 0 0 0,0 0-1 0 0,1 1 1 0 0,-1-1 0 0 0,0 0 0 0 0,0 0 0 0 0,1 1-1 0 0,-1-1 1 0 0,15 7 992 0 0,18-2 281 0 0,-30-5-1233 0 0,1-1-1 0 0,0 1 1 0 0,-1-1 0 0 0,1 1-1 0 0,0-1 1 0 0,-1 0-1 0 0,1 0 1 0 0,-1-1 0 0 0,1 1-1 0 0,-1-1 1 0 0,0 1 0 0 0,1-1-1 0 0,-1 0 1 0 0,0-1 0 0 0,0 1-1 0 0,0 0 1 0 0,-1-1 0 0 0,1 0-1 0 0,-1 1 1 0 0,4-5 0 0 0,-5 5-67 0 0,0 0 0 0 0,0 0 0 0 0,0 0 0 0 0,0-1 0 0 0,0 1 0 0 0,-1 0 0 0 0,1 0 1 0 0,-1-1-1 0 0,1 1 0 0 0,-1 0 0 0 0,0-1 0 0 0,0 1 0 0 0,0-1 0 0 0,0 1 0 0 0,0 0 0 0 0,-1-1 0 0 0,1 1 1 0 0,-1 0-1 0 0,1-1 0 0 0,-1 1 0 0 0,0 0 0 0 0,0 0 0 0 0,0 0 0 0 0,0 0 0 0 0,0 0 0 0 0,-1 0 1 0 0,1 0-1 0 0,0 0 0 0 0,-1 0 0 0 0,0 0 0 0 0,1 1 0 0 0,-4-3 0 0 0,0 0 10 0 0,1 1-1 0 0,0 0 0 0 0,-1 0 0 0 0,0 0 1 0 0,1 1-1 0 0,-1 0 0 0 0,0-1 1 0 0,0 2-1 0 0,-1-1 0 0 0,1 1 1 0 0,0 0-1 0 0,0 0 0 0 0,-1 0 1 0 0,1 1-1 0 0,-1-1 0 0 0,1 1 0 0 0,0 1 1 0 0,-9 0-1 0 0,10 0-21 0 0,0 0 0 0 0,0 0 0 0 0,0 0 1 0 0,0 1-1 0 0,0-1 0 0 0,1 1 0 0 0,-1 0 0 0 0,0 0 0 0 0,1 0 0 0 0,0 0 1 0 0,-1 1-1 0 0,1-1 0 0 0,0 1 0 0 0,0 0 0 0 0,1 0 0 0 0,-1 0 0 0 0,1 0 0 0 0,-1 0 1 0 0,1 1-1 0 0,0-1 0 0 0,0 1 0 0 0,0 0 0 0 0,1-1 0 0 0,-1 1 0 0 0,0 6 0 0 0,1-8-19 0 0,1-1-1 0 0,-1 1 1 0 0,1 0-1 0 0,0 0 1 0 0,-1 0 0 0 0,1 0-1 0 0,0 0 1 0 0,0-1-1 0 0,1 1 1 0 0,-1 0-1 0 0,0 0 1 0 0,0 0-1 0 0,1-1 1 0 0,0 1-1 0 0,-1 0 1 0 0,1 0-1 0 0,0-1 1 0 0,0 1-1 0 0,-1 0 1 0 0,1-1-1 0 0,0 1 1 0 0,1-1-1 0 0,1 3 1 0 0,-1-2-11 0 0,1 0-1 0 0,0-1 1 0 0,0 1 0 0 0,0-1 0 0 0,0 1 0 0 0,0-1-1 0 0,0 0 1 0 0,0 0 0 0 0,0 0 0 0 0,0 0 0 0 0,1-1 0 0 0,4 1-1 0 0,1-1-11 0 0,-1 0-1 0 0,1 0 0 0 0,0-1 0 0 0,0 0 0 0 0,0 0 1 0 0,0-1-1 0 0,-1 0 0 0 0,1-1 0 0 0,9-3 0 0 0,-12 2 94 0 0,0 0-1 0 0,0 0 0 0 0,-1 0 1 0 0,1-1-1 0 0,-1 0 0 0 0,0 0 1 0 0,0 0-1 0 0,-1 0 0 0 0,0-1 1 0 0,0 0-1 0 0,0 0 0 0 0,0 0 1 0 0,-1 0-1 0 0,0-1 0 0 0,0 1 1 0 0,3-14-1 0 0,-5 17-32 0 0,-1-1-1 0 0,1 0 1 0 0,-1 1 0 0 0,1-1 0 0 0,-1 0-1 0 0,0 1 1 0 0,0-1 0 0 0,-1 0 0 0 0,1 1-1 0 0,-1-1 1 0 0,0 1 0 0 0,0-1 0 0 0,0 1-1 0 0,0-1 1 0 0,-1 1 0 0 0,1-1 0 0 0,-1 1-1 0 0,0 0 1 0 0,0 0 0 0 0,0 0 0 0 0,0 0-1 0 0,0 0 1 0 0,-1 1 0 0 0,0-1 0 0 0,1 1-1 0 0,-1-1 1 0 0,0 1 0 0 0,0 0 0 0 0,0 0-1 0 0,0 0 1 0 0,-1 1 0 0 0,1-1 0 0 0,-7-1-1 0 0,7 1-76 0 0,0 1 0 0 0,0 0 0 0 0,0 1 0 0 0,0-1 0 0 0,0 1 0 0 0,0-1 0 0 0,0 1 0 0 0,0 0 0 0 0,0 0 0 0 0,0 0 0 0 0,0 0 0 0 0,0 1 0 0 0,0-1 0 0 0,0 1 0 0 0,0 0 0 0 0,0 0 0 0 0,0 0 0 0 0,0 0 0 0 0,0 0 0 0 0,0 1 0 0 0,1-1 0 0 0,-4 3 0 0 0,-7 8-1067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5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93 3681 0 0,'-34'-65'6621'0'0,"21"38"986"0"0,16 52-3868 0 0,-1-13-3392 0 0,15 337 276 0 0,-14-220-540 0 0,-2 157-866 0 0,17 233-1636 0 0,-14-487-108 0 0,13 42 1 0 0,-12-54-2862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6.3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1 2761 0 0,'-9'0'898'0'0,"0"1"0"0"0,0 0 1 0 0,1 0-1 0 0,-1 1 1 0 0,0 0-1 0 0,1 1 0 0 0,-1 0 1 0 0,1 0-1 0 0,0 1 0 0 0,0 0 1 0 0,0 0-1 0 0,1 1 1 0 0,-13 9-1 0 0,18-11-770 0 0,0 0-1 0 0,0 0 1 0 0,0 0 0 0 0,1 0-1 0 0,-1 0 1 0 0,1 0 0 0 0,0 0-1 0 0,-1 0 1 0 0,1 1 0 0 0,1-1-1 0 0,-1 1 1 0 0,0-1 0 0 0,1 0-1 0 0,0 1 1 0 0,0-1 0 0 0,0 1-1 0 0,0-1 1 0 0,1 1 0 0 0,-1-1-1 0 0,1 0 1 0 0,0 1 0 0 0,0-1-1 0 0,0 0 1 0 0,0 1 0 0 0,0-1-1 0 0,1 0 1 0 0,-1 0 0 0 0,1 0-1 0 0,2 3 1 0 0,0-1-151 0 0,0 0 0 0 0,0 0 0 0 0,0 0 1 0 0,0 0-1 0 0,1-1 0 0 0,0 0 0 0 0,0 0 0 0 0,0 0 0 0 0,0-1 1 0 0,1 1-1 0 0,-1-1 0 0 0,1-1 0 0 0,0 1 0 0 0,12 3 0 0 0,104 6-102 0 0,-122-11 125 0 0,0-1 0 0 0,1 0 0 0 0,-1 0 0 0 0,0 0 0 0 0,1 0 0 0 0,-1 0 0 0 0,0 1 0 0 0,0-1 0 0 0,1 0 0 0 0,-1 0 0 0 0,0 1 0 0 0,1-1 0 0 0,-1 0 0 0 0,0 0 0 0 0,0 1 0 0 0,0-1 0 0 0,1 0 0 0 0,-1 1 0 0 0,0-1 0 0 0,0 0 0 0 0,0 1 0 0 0,0-1 0 0 0,1 0 0 0 0,-1 1 0 0 0,0-1 0 0 0,0 0 0 0 0,0 1 0 0 0,0-1 0 0 0,0 0 0 0 0,0 1 0 0 0,0-1 0 0 0,0 0 0 0 0,0 1 0 0 0,0 0 0 0 0,-6 18 0 0 0,-13 19 0 0 0,18-37 0 0 0,-15 24-111 0 0,-39 44-1 0 0,40-52 45 0 0,0 0-1 0 0,2 1 1 0 0,0 0-1 0 0,-20 40 1 0 0,33-57 70 0 0,-1 1-1 0 0,0 0 1 0 0,0-1 0 0 0,1 1-1 0 0,-1 0 1 0 0,1 0 0 0 0,-1 0-1 0 0,1-1 1 0 0,0 1 0 0 0,0 0 0 0 0,-1 0-1 0 0,1 0 1 0 0,1 0 0 0 0,-1-1-1 0 0,0 1 1 0 0,0 0 0 0 0,1 0-1 0 0,-1 0 1 0 0,1 0 0 0 0,-1-1 0 0 0,1 1-1 0 0,1 2 1 0 0,0-2 7 0 0,0 0-1 0 0,0 0 1 0 0,0-1-1 0 0,0 1 1 0 0,0-1 0 0 0,0 0-1 0 0,0 1 1 0 0,0-1-1 0 0,1 0 1 0 0,-1 0 0 0 0,0 0-1 0 0,1 0 1 0 0,-1-1-1 0 0,5 1 1 0 0,9 1 46 0 0,0 0 0 0 0,1-2 1 0 0,-1 0-1 0 0,18-3 0 0 0,-24 2-39 0 0,4 0 75 0 0,-12 0-34 0 0,0 1-1 0 0,-1-1 0 0 0,1 1 0 0 0,0 0 0 0 0,0 0 0 0 0,0 0 1 0 0,-1 0-1 0 0,1 0 0 0 0,0 0 0 0 0,0 1 0 0 0,1 0 0 0 0,-2-1-43 0 0,0 1 0 0 0,0 0 0 0 0,-1 0 0 0 0,1-1 0 0 0,-1 1 0 0 0,1 0 0 0 0,-1 0 0 0 0,1 0 0 0 0,-1 0 0 0 0,1 0 0 0 0,-1 0 0 0 0,0 0 0 0 0,1 0 0 0 0,-1 0 0 0 0,0 0 0 0 0,0 0 0 0 0,0 0 0 0 0,0 0 0 0 0,0 0 0 0 0,0 0 0 0 0,0 0 0 0 0,0 0 0 0 0,0 0 0 0 0,0 0 0 0 0,-1 1 0 0 0,-1 12-272 0 0,-1 1 0 0 0,-1-1 0 0 0,0 0 0 0 0,-1 0 0 0 0,-8 17 1 0 0,-20 35-4312 0 0,16-33 332 0 0,11-20 2190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6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 0 456 0 0,'1'1'272'0'0,"1"-1"0"0"0,-1 1 1 0 0,0-1-1 0 0,0 1 0 0 0,0 0 0 0 0,-1 0 0 0 0,1 0 0 0 0,0-1 1 0 0,0 1-1 0 0,0 0 0 0 0,0 0 0 0 0,-1 0 0 0 0,1 0 0 0 0,-1 0 1 0 0,1 0-1 0 0,0 1 0 0 0,-1-1 0 0 0,0 0 0 0 0,1 0 0 0 0,-1 0 1 0 0,0 0-1 0 0,0 1 0 0 0,1-1 0 0 0,-1 0 0 0 0,0 2 0 0 0,2 33 3045 0 0,-8 44 463 0 0,-19 93 1 0 0,-73 196 398 0 0,86-327-4086 0 0,3 0 0 0 0,1 1-1 0 0,2 0 1 0 0,1 1 0 0 0,3 60 0 0 0,28 222 382 0 0,-8-155-435 0 0,-16-101 136 0 0,-3-50-192 0 0,1 0 0 0 0,2-1 0 0 0,0 1 0 0 0,0 0 0 0 0,7 19 0 0 0,-9-39-15 0 0,0 0 1 0 0,0 0-1 0 0,0 0 0 0 0,0 1 0 0 0,0-1 0 0 0,0 0 1 0 0,0 0-1 0 0,0 0 0 0 0,0 0 0 0 0,0 1 1 0 0,0-1-1 0 0,0 0 0 0 0,0 0 0 0 0,0 0 0 0 0,0 0 1 0 0,0 1-1 0 0,0-1 0 0 0,0 0 0 0 0,0 0 1 0 0,1 0-1 0 0,-1 0 0 0 0,0 0 0 0 0,0 1 0 0 0,0-1 1 0 0,0 0-1 0 0,0 0 0 0 0,0 0 0 0 0,1 0 1 0 0,-1 0-1 0 0,0 0 0 0 0,0 0 0 0 0,0 0 0 0 0,0 0 1 0 0,1 0-1 0 0,-1 1 0 0 0,0-1 0 0 0,0 0 1 0 0,0 0-1 0 0,0 0 0 0 0,1 0 0 0 0,-1 0 0 0 0,0 0 1 0 0,0 0-1 0 0,0 0 0 0 0,0 0 0 0 0,1 0 0 0 0,-1-1 1 0 0,0 1-1 0 0,0 0 0 0 0,0 0 0 0 0,0 0 1 0 0,1 0-1 0 0,-1 0 0 0 0,0 0 0 0 0,0 0 0 0 0,0 0 1 0 0,0 0-1 0 0,0 0 0 0 0,0-1 0 0 0,1 1 1 0 0,-1 0-1 0 0,0 0 0 0 0,0 0 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7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 5529 0 0,'-2'1'146'0'0,"1"0"0"0"0,-1 1 0 0 0,1-1 0 0 0,-1 1 0 0 0,1-1 0 0 0,0 1 0 0 0,0-1 0 0 0,0 1 0 0 0,0 0 0 0 0,0-1 0 0 0,0 1 0 0 0,0 0 0 0 0,1 0 0 0 0,-2 2 0 0 0,-7 34 787 0 0,6-25-428 0 0,-5 24 398 0 0,2 1 1 0 0,1 0-1 0 0,1 47 1 0 0,11 119 689 0 0,-2-106-1139 0 0,56 1099 971 0 0,-47-884-1381 0 0,-52 588 0 0 0,12-299 83 0 0,25-557-977 0 0,1 29 216 0 0,4-26-3892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7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69 3681 0 0,'-10'3'8001'0'0,"20"-13"-6062"0"0,27-16-565 0 0,-18 19-926 0 0,0 0-1 0 0,0 2 1 0 0,1 0-1 0 0,0 1 1 0 0,0 1-1 0 0,26-1 1 0 0,123 8-322 0 0,-70 1 567 0 0,184 7 1317 0 0,170 1-1130 0 0,-289-9-556 0 0,180 27 0 0 0,-129-8 217 0 0,125-20-59 0 0,-90-6-115 0 0,-196 5-51 0 0,-1 3-1 0 0,88 18 0 0 0,-129-20-269 0 0,0 0-1 0 0,1-1 0 0 0,-1-1 1 0 0,24 0-1 0 0,-31-1-51 0 0,0-1 0 0 0,0 1-1 0 0,0-1 1 0 0,0 0 0 0 0,-1-1-1 0 0,1 1 1 0 0,0-1 0 0 0,-1 0-1 0 0,1 0 1 0 0,-1-1 0 0 0,1 1-1 0 0,-1-1 1 0 0,0 0 0 0 0,7-6-1 0 0,0-2-373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9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86 157 5065 0 0,'-9'-22'2035'0'0,"0"0"1"0"0,-2 1-1 0 0,-17-26 1 0 0,0 2 3978 0 0,53 94-2772 0 0,9 41-3184 0 0,-7-17-22 0 0,172 331-52 0 0,-115-244-7567 0 0,-69-131 1131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1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28 3225 0 0,'0'-5'8609'0'0,"0"-9"-9178"0"0,0 11 1396 0 0,0 3-756 0 0,0 0 0 0 0,0 0 0 0 0,0-1 0 0 0,0 1 0 0 0,0 0 0 0 0,0 0 0 0 0,0-1 0 0 0,0 1 0 0 0,-1 0 0 0 0,1 0 0 0 0,0 0-1 0 0,0-1 1 0 0,0 1 0 0 0,0 0 0 0 0,0 0 0 0 0,0 0 0 0 0,-1-1 0 0 0,1 1 0 0 0,0 0 0 0 0,0 0 0 0 0,0 0 0 0 0,0 0 0 0 0,-1-1 0 0 0,1 1 0 0 0,0 0 0 0 0,0 0 0 0 0,-1 0 0 0 0,1 0 0 0 0,0 0 0 0 0,0 0 0 0 0,0 0 0 0 0,-1 0 0 0 0,1 0 0 0 0,0 0 0 0 0,0 0 0 0 0,-1 0 0 0 0,1 0 0 0 0,0 0-1 0 0,0 0 1 0 0,-1 0 0 0 0,1 0 0 0 0,0 0 0 0 0,0 0 0 0 0,0 0 0 0 0,-1 0 0 0 0,1 0 0 0 0,0 0 0 0 0,0 0 0 0 0,-1 0 0 0 0,1 1 0 0 0,0-1 0 0 0,0 0 0 0 0,0 0 0 0 0,0 0 0 0 0,-1 0 0 0 0,1 1 0 0 0,0-1 0 0 0,0 0 0 0 0,0 0 0 0 0,0 0 0 0 0,-1 1 0 0 0,-10 11 1505 0 0,7 1-1355 0 0,1 1 0 0 0,1 0 0 0 0,-2 22 0 0 0,4-22-102 0 0,-1-1 1 0 0,-1 0-1 0 0,-1 1 0 0 0,-4 15 0 0 0,-3 5 274 0 0,2 0 0 0 0,2 1 0 0 0,1 0 0 0 0,-1 54 0 0 0,-2 9-240 0 0,-4 49-398 0 0,6-1 0 0 0,16 180 0 0 0,-10-326 264 0 0,2 20-1525 0 0,1 10-6368 0 0,-3-24 5914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1.8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67 192 920 0 0,'-1'-3'345'0'0,"-19"-41"4662"0"0,13 16 2561 0 0,10 28-7250 0 0,0 1 1 0 0,0 0-1 0 0,0-1 0 0 0,0 1 0 0 0,0-1 0 0 0,0 0 0 0 0,0 0 1 0 0,0 0-1 0 0,0 0 0 0 0,0 0 0 0 0,0-1 0 0 0,0 0 0 0 0,4 0 1 0 0,-5-2-280 0 0,-1 0 1 0 0,1 0-1 0 0,-1 0 1 0 0,0 0 0 0 0,0 0-1 0 0,0 0 1 0 0,0 0 0 0 0,0 0-1 0 0,-1 0 1 0 0,1-1 0 0 0,-1 1-1 0 0,0 0 1 0 0,0 0-1 0 0,0-1 1 0 0,-1 1 0 0 0,1 0-1 0 0,-1 0 1 0 0,1 0 0 0 0,-1 0-1 0 0,0 0 1 0 0,0 0 0 0 0,-2-4-1 0 0,2 5-13 0 0,1 0 0 0 0,-1 0 0 0 0,0 0 0 0 0,0-1-1 0 0,0 1 1 0 0,0 0 0 0 0,0 0 0 0 0,0 0 0 0 0,-1 0 0 0 0,1 1 0 0 0,-1-1-1 0 0,1 0 1 0 0,-1 0 0 0 0,0 1 0 0 0,0-1 0 0 0,1 1 0 0 0,-1 0 0 0 0,0 0-1 0 0,0-1 1 0 0,0 1 0 0 0,-1 0 0 0 0,1 1 0 0 0,0-1 0 0 0,0 0 0 0 0,0 1-1 0 0,-1-1 1 0 0,1 1 0 0 0,0-1 0 0 0,-1 1 0 0 0,1 0 0 0 0,-3 0 0 0 0,4 1-16 0 0,-1-1 1 0 0,1 0 0 0 0,-1 1 0 0 0,0-1 0 0 0,1 1 0 0 0,-1 0-1 0 0,1 0 1 0 0,0-1 0 0 0,-1 1 0 0 0,1 0 0 0 0,0 0-1 0 0,-1 0 1 0 0,1 0 0 0 0,0 1 0 0 0,0-1 0 0 0,0 0 0 0 0,0 0-1 0 0,0 1 1 0 0,0-1 0 0 0,0 0 0 0 0,0 1 0 0 0,1-1 0 0 0,-1 1-1 0 0,0-1 1 0 0,1 1 0 0 0,0 0 0 0 0,-1-1 0 0 0,1 1-1 0 0,0-1 1 0 0,0 1 0 0 0,0 0 0 0 0,0-1 0 0 0,0 1 0 0 0,0 0-1 0 0,0-1 1 0 0,0 1 0 0 0,1 3 0 0 0,0-3 0 0 0,0 1 0 0 0,0 0 0 0 0,0-1-1 0 0,0 1 1 0 0,0-1 0 0 0,1 1 0 0 0,-1-1 0 0 0,1 0 0 0 0,-1 1 0 0 0,1-1 0 0 0,0 0 0 0 0,0 0-1 0 0,0 0 1 0 0,0-1 0 0 0,0 1 0 0 0,1 0 0 0 0,-1-1 0 0 0,0 1 0 0 0,1-1 0 0 0,-1 0 0 0 0,4 2-1 0 0,3 0 522 0 0,-11 3 450 0 0,-2 4-471 0 0,3-9-531 0 0,1 0 1 0 0,0-1-1 0 0,-1 1 1 0 0,1-1 0 0 0,0 1-1 0 0,-1 0 1 0 0,1 0-1 0 0,0-1 1 0 0,0 1-1 0 0,0 0 1 0 0,0-1-1 0 0,0 1 1 0 0,0 0 0 0 0,0-1-1 0 0,0 1 1 0 0,0 0-1 0 0,0 0 1 0 0,0-1-1 0 0,0 1 1 0 0,0 0-1 0 0,1-1 1 0 0,-1 1-1 0 0,0 0 1 0 0,1-1 0 0 0,-1 1-1 0 0,0 0 1 0 0,1-1-1 0 0,-1 1 1 0 0,1-1-1 0 0,-1 1 1 0 0,1-1-1 0 0,-1 1 1 0 0,1-1 0 0 0,-1 1-1 0 0,1-1 1 0 0,-1 1-1 0 0,1-1 1 0 0,0 0-1 0 0,-1 1 1 0 0,1-1-1 0 0,0 0 1 0 0,-1 0-1 0 0,1 1 1 0 0,0-1 0 0 0,-1 0-1 0 0,1 0 1 0 0,0 0-1 0 0,-1 0 1 0 0,1 0-1 0 0,0 0 1 0 0,0 0-1 0 0,0 0 1 0 0,2 0-104 0 0,-1-1-1 0 0,1 1 1 0 0,-1-1 0 0 0,0 0-1 0 0,1 0 1 0 0,-1 0-1 0 0,0 0 1 0 0,1 0 0 0 0,-1 0-1 0 0,0 0 1 0 0,0-1 0 0 0,0 1-1 0 0,2-3 1 0 0,5-8-1328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3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74 964 5985 0 0,'2'-44'7475'0'0,"3"19"-5534"0"0,-1 0 0 0 0,2-40-1 0 0,-11-114-580 0 0,0-103 118 0 0,6 169-1401 0 0,-8 43-1205 0 0,9 71 608 0 0,0 0 1 0 0,0 0 0 0 0,1 0 0 0 0,-1 0-1 0 0,0 0 1 0 0,0 0 0 0 0,0 0 0 0 0,1-1-1 0 0,-1 1 1 0 0,0-1 0 0 0,1 0 0 0 0,-1 0 0 0 0,1 1-1 0 0,2-2 1 0 0,2 2-286 0 0,-6-1 786 0 0,-1 0 0 0 0,1 1 0 0 0,0-1 0 0 0,0 0 0 0 0,-1 0 0 0 0,1 0 0 0 0,0 0 0 0 0,0 0 0 0 0,0 0 1 0 0,0 0-1 0 0,-1 0 0 0 0,1 0 0 0 0,0 0 0 0 0,0 0 0 0 0,-1 0 0 0 0,1-1 0 0 0,0 1 0 0 0,0 0 0 0 0,-1-1 0 0 0,1 1 0 0 0,0 0 1 0 0,0-1-1 0 0,-1 1 0 0 0,1-1 0 0 0,-1 1 0 0 0,1-1 0 0 0,0 1 0 0 0,-1-1 0 0 0,1 0 0 0 0,-1 1 0 0 0,1-1 0 0 0,-1 0 0 0 0,0 1 1 0 0,1-1-1 0 0,-1 0 0 0 0,0 0 0 0 0,1 1 0 0 0,-1-2 0 0 0,0-34 1292 0 0,-1 28-1096 0 0,0-2 24 0 0,-1-1 1 0 0,0 1 0 0 0,-4-14-1 0 0,5 22-188 0 0,1 0-1 0 0,-1-1 1 0 0,0 1 0 0 0,0 0-1 0 0,0 0 1 0 0,0 0-1 0 0,0 0 1 0 0,-1 0 0 0 0,1 0-1 0 0,0 0 1 0 0,-1 0-1 0 0,0 0 1 0 0,1 0 0 0 0,-1 1-1 0 0,0-1 1 0 0,0 1-1 0 0,0 0 1 0 0,0-1 0 0 0,0 1-1 0 0,-4-1 1 0 0,5 2 23 0 0,-1 0 1 0 0,1 0-1 0 0,-1 0 1 0 0,1 1-1 0 0,-1-1 1 0 0,0 1-1 0 0,1-1 1 0 0,0 1-1 0 0,-1 0 1 0 0,1 0-1 0 0,-1-1 0 0 0,1 1 1 0 0,0 0-1 0 0,-1 0 1 0 0,1 0-1 0 0,0 1 1 0 0,0-1-1 0 0,0 0 1 0 0,0 0-1 0 0,0 1 1 0 0,0-1-1 0 0,0 0 1 0 0,1 1-1 0 0,-1-1 1 0 0,0 2-1 0 0,-20 45 1116 0 0,18-40-1090 0 0,1-3-87 0 0,0 0-1 0 0,0 1 1 0 0,1-1 0 0 0,0 1 0 0 0,0-1 0 0 0,1 1 0 0 0,-1 10 0 0 0,1-15 21 0 0,0 0 0 0 0,0 1 0 0 0,1-1-1 0 0,-1 0 1 0 0,0 0 0 0 0,0 0 0 0 0,1 0-1 0 0,-1 0 1 0 0,1 0 0 0 0,-1 0 0 0 0,1 0-1 0 0,-1 0 1 0 0,1 0 0 0 0,0 0 0 0 0,-1 0-1 0 0,1 0 1 0 0,0-1 0 0 0,0 1 0 0 0,0 0-1 0 0,0 0 1 0 0,-1-1 0 0 0,1 1 0 0 0,0-1-1 0 0,0 1 1 0 0,0-1 0 0 0,0 1 0 0 0,0-1-1 0 0,1 1 1 0 0,-1-1 0 0 0,0 0 0 0 0,0 0-1 0 0,0 1 1 0 0,0-1 0 0 0,0 0 0 0 0,0 0-1 0 0,0 0 1 0 0,1 0 0 0 0,-1-1-1 0 0,0 1 1 0 0,0 0 0 0 0,0 0 0 0 0,0-1-1 0 0,0 1 1 0 0,0 0 0 0 0,0-1 0 0 0,2 0-1 0 0,-1 0 77 0 0,0 0 0 0 0,0-1 0 0 0,1 1 0 0 0,-1 0-1 0 0,0-1 1 0 0,0 1 0 0 0,0-1 0 0 0,-1 0-1 0 0,1 0 1 0 0,0 0 0 0 0,-1 0 0 0 0,1 0-1 0 0,-1 0 1 0 0,1 0 0 0 0,-1 0 0 0 0,0 0 0 0 0,0-1-1 0 0,0 1 1 0 0,0 0 0 0 0,-1-1 0 0 0,1 1-1 0 0,-1-1 1 0 0,1 1 0 0 0,-1-1 0 0 0,0 1-1 0 0,0-1 1 0 0,0 1 0 0 0,0-1 0 0 0,-1-3 0 0 0,1-2 73 0 0,-1 1 1 0 0,0 0-1 0 0,0 0 1 0 0,-1 0-1 0 0,0 0 1 0 0,0 0-1 0 0,-1 0 1 0 0,0 0 0 0 0,-4-7-1 0 0,6 12-112 0 0,-1-1 0 0 0,1 1 1 0 0,-1 0-1 0 0,1 0 0 0 0,-1 0 0 0 0,0 0 0 0 0,0 0 0 0 0,0 0 1 0 0,0 0-1 0 0,-1 1 0 0 0,1-1 0 0 0,0 1 0 0 0,-1 0 0 0 0,1-1 1 0 0,-1 1-1 0 0,1 0 0 0 0,-1 0 0 0 0,1 1 0 0 0,-4-2 0 0 0,4 3-12 0 0,0-1-1 0 0,1 1 1 0 0,-1-1-1 0 0,0 1 1 0 0,1-1-1 0 0,-1 1 1 0 0,0 0-1 0 0,1 0 1 0 0,-1 0-1 0 0,1 0 0 0 0,0 0 1 0 0,-1 0-1 0 0,1 0 1 0 0,0 0-1 0 0,-1 1 1 0 0,1-1-1 0 0,0 0 1 0 0,0 1-1 0 0,0-1 1 0 0,0 1-1 0 0,0-1 1 0 0,1 1-1 0 0,-1 0 1 0 0,0-1-1 0 0,1 1 0 0 0,-1 0 1 0 0,1 0-1 0 0,0-1 1 0 0,-1 1-1 0 0,1 2 1 0 0,-1-1-21 0 0,0 0 0 0 0,1 0 0 0 0,-1-1 0 0 0,1 1 0 0 0,0 0 0 0 0,-1 0 0 0 0,1 0 0 0 0,0-1 0 0 0,1 1 0 0 0,-1 0 1 0 0,0 0-1 0 0,1 0 0 0 0,1 3 0 0 0,-1-5-16 0 0,0 0 0 0 0,0 0 0 0 0,0 0 1 0 0,0 0-1 0 0,0 0 0 0 0,0-1 0 0 0,0 1 1 0 0,0 0-1 0 0,1-1 0 0 0,-1 1 0 0 0,0-1 1 0 0,1 1-1 0 0,-1-1 0 0 0,0 0 0 0 0,1 1 1 0 0,-1-1-1 0 0,0 0 0 0 0,1 0 0 0 0,-1 0 1 0 0,1 0-1 0 0,-1 0 0 0 0,0 0 0 0 0,1 0 1 0 0,-1-1-1 0 0,0 1 0 0 0,1 0 0 0 0,-1-1 0 0 0,2 0 1 0 0,13-3-1894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5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6913 0 0,'1'-5'3551'0'0,"-1"5"-3497"0"0,14 8 3262 0 0,-1 5-2765 0 0,-1 1 1 0 0,0 0 0 0 0,-1 1 0 0 0,0 0-1 0 0,-2 1 1 0 0,11 23 0 0 0,41 114 936 0 0,2 3-3536 0 0,-49-128-4142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90 3225 0 0,'-10'-9'334'0'0,"9"9"-182"0"0,1-1-1 0 0,0 1 1 0 0,-1 0 0 0 0,1 0-1 0 0,0 0 1 0 0,-1 0 0 0 0,1 0-1 0 0,-1 0 1 0 0,1 0 0 0 0,0 0-1 0 0,-1 0 1 0 0,1 0 0 0 0,-6 2 2426 0 0,5-1-2426 0 0,0 1 283 0 0,0 0 1 0 0,0 0-1 0 0,0 0 0 0 0,0 0 1 0 0,1 0-1 0 0,-1 0 1 0 0,1 0-1 0 0,-1 0 1 0 0,1 0-1 0 0,0 0 1 0 0,-1 0-1 0 0,1 4 1 0 0,0-5-288 0 0,0 0 1 0 0,0 0 0 0 0,0 0-1 0 0,1 0 1 0 0,-1 0 0 0 0,0 0 0 0 0,0 0-1 0 0,1 1 1 0 0,-1-1 0 0 0,0 0-1 0 0,1 0 1 0 0,-1 0 0 0 0,1 0 0 0 0,0-1-1 0 0,-1 1 1 0 0,1 0 0 0 0,0 0-1 0 0,-1 0 1 0 0,1 0 0 0 0,0-1 0 0 0,0 1-1 0 0,0 0 1 0 0,-1 0 0 0 0,3 0-1 0 0,0 0 54 0 0,-1 0 0 0 0,1 0-1 0 0,-1 0 1 0 0,1-1 0 0 0,-1 1-1 0 0,1-1 1 0 0,0 0-1 0 0,-1 0 1 0 0,1 0 0 0 0,3 0-1 0 0,2-1 81 0 0,0 0-1 0 0,0-1 1 0 0,-1 0-1 0 0,1 0 0 0 0,-1 0 1 0 0,9-5-1 0 0,-2-2-146 0 0,-1 0-1 0 0,0 0 1 0 0,0-1-1 0 0,19-21 1 0 0,27-21-1146 0 0,-49 47-1967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0 4609 0 0,'-28'13'6448'0'0,"30"1"-345"0"0,5 2-5955 0 0,6 18 394 0 0,-1 0 1 0 0,-2 0-1 0 0,7 39 0 0 0,-12-43-323 0 0,2-1-1 0 0,1 0 1 0 0,1 0-1 0 0,2-1 1 0 0,17 35-1 0 0,-26-60-174 0 0,0 0 0 0 0,0 1 0 0 0,0-1 0 0 0,1 0-1 0 0,-1-1 1 0 0,1 1 0 0 0,-1 0 0 0 0,1-1 0 0 0,0 1-1 0 0,0-1 1 0 0,0 0 0 0 0,0 0 0 0 0,0 0 0 0 0,1 0-1 0 0,-1 0 1 0 0,1-1 0 0 0,-1 0 0 0 0,1 0 0 0 0,-1 0-1 0 0,1 0 1 0 0,0 0 0 0 0,0-1 0 0 0,-1 1 0 0 0,1-1-1 0 0,6-1 1 0 0,-4 0-61 0 0,-1 0 0 0 0,1 0 0 0 0,0-1 0 0 0,-1 0 0 0 0,0 0 0 0 0,1-1-1 0 0,-1 1 1 0 0,0-1 0 0 0,0 0 0 0 0,-1-1 0 0 0,1 1 0 0 0,-1-1 0 0 0,1 0 0 0 0,-1 0 0 0 0,0 0 0 0 0,3-5 0 0 0,13-20-1887 0 0,18-33 0 0 0,-7 10-5919 0 0,-22 41 3482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7 3209 0 0,'-7'-3'105'0'0,"-38"0"12376"0"0,55 26-10585 0 0,-6-13-1022 0 0,47 191 3165 0 0,-18 4-5791 0 0,-29-177 978 0 0,2 7-6477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7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3681 0 0,'-7'4'9140'0'0,"10"7"-5308"0"0,10 9-3143 0 0,-12-18-343 0 0,22 44 985 0 0,-1 0 1 0 0,22 69 0 0 0,-4 27-5279 0 0,-34-114-2579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7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61 3225 0 0,'3'-35'648'0'0,"-3"31"-113"0"0,13-18 8498 0 0,-14 55-6599 0 0,-7 6-837 0 0,-4 38 228 0 0,11-69-1574 0 0,1 0 1 0 0,0 0-1 0 0,0 0 0 0 0,0 0 0 0 0,1 0 1 0 0,1-1-1 0 0,2 10 0 0 0,-4-15-197 0 0,1 0 0 0 0,-1 0-1 0 0,1 0 1 0 0,0 0 0 0 0,0 0-1 0 0,0 0 1 0 0,0 0 0 0 0,0-1-1 0 0,0 1 1 0 0,0 0 0 0 0,1-1-1 0 0,-1 1 1 0 0,0-1 0 0 0,1 0 0 0 0,0 1-1 0 0,-1-1 1 0 0,1 0 0 0 0,0 0-1 0 0,-1 0 1 0 0,1 0 0 0 0,3 1-1 0 0,-2-2-22 0 0,-1 1-1 0 0,1-1 0 0 0,0 0 0 0 0,-1 0 0 0 0,1 0 1 0 0,0 0-1 0 0,-1-1 0 0 0,1 1 0 0 0,-1-1 0 0 0,1 0 0 0 0,0 1 1 0 0,-1-1-1 0 0,1-1 0 0 0,2 0 0 0 0,7-5-30 0 0,-1-1-1 0 0,0 0 0 0 0,0 0 1 0 0,19-20-1 0 0,32-36-2269 0 0,-41 43-5171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4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22 140 920 0 0,'-3'-1'380'0'0,"-16"-30"12342"0"0,46 28-11525 0 0,0 2 0 0 0,0 0 1 0 0,53 7-1 0 0,22 1-402 0 0,-61-7-921 0 0,1-2 1 0 0,-1-2 0 0 0,1-1 0 0 0,-2-3 0 0 0,1-1 0 0 0,-1-2 0 0 0,0-1 0 0 0,38-19 0 0 0,-41 15-1773 0 0,-12 6-2699 0 0,-6 2-579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4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62 291 2761 0 0,'-61'0'14009'0'0,"75"-10"-13482"0"0,-1-1 0 0 0,-1 0-1 0 0,1 0 1 0 0,-2-1 0 0 0,18-24 0 0 0,42-73-259 0 0,-37 54-39 0 0,-22 41-161 0 0,-11 14-64 0 0,-1 0-1 0 0,0 0 1 0 0,0 0-1 0 0,1 0 0 0 0,-1 0 1 0 0,0 0-1 0 0,1 0 1 0 0,-1 0-1 0 0,0 0 1 0 0,1 0-1 0 0,-1 0 1 0 0,0 0-1 0 0,1 0 0 0 0,-1 0 1 0 0,0 0-1 0 0,0 0 1 0 0,1 0-1 0 0,-1 0 1 0 0,0 0-1 0 0,1 0 0 0 0,-1 0 1 0 0,0 1-1 0 0,0-1 1 0 0,1 0-1 0 0,-1 0 1 0 0,0 0-1 0 0,0 1 1 0 0,1-1-1 0 0,-1 0 0 0 0,12 29 169 0 0,-9-15-167 0 0,2 0 8 0 0,1 1 0 0 0,0-1 0 0 0,1-1 0 0 0,1 1 0 0 0,0-1 0 0 0,0 0 0 0 0,2-1 0 0 0,-1 0 0 0 0,2 0 0 0 0,-1-1 0 0 0,18 13 0 0 0,-26-22-11 0 0,0-1-1 0 0,0 0 1 0 0,0 0-1 0 0,0 0 1 0 0,0 0-1 0 0,0-1 0 0 0,0 1 1 0 0,0-1-1 0 0,1 1 1 0 0,-1-1-1 0 0,0 0 0 0 0,0 0 1 0 0,0 1-1 0 0,0-2 1 0 0,1 1-1 0 0,-1 0 1 0 0,0 0-1 0 0,0-1 0 0 0,0 1 1 0 0,0-1-1 0 0,1 0 1 0 0,-1 1-1 0 0,0-1 0 0 0,0 0 1 0 0,0 0-1 0 0,-1 0 1 0 0,1-1-1 0 0,0 1 1 0 0,0 0-1 0 0,-1-1 0 0 0,1 1 1 0 0,-1-1-1 0 0,3-2 1 0 0,6-7 19 0 0,-1-1 0 0 0,0 1 0 0 0,13-26 0 0 0,-13 22-4 0 0,9-17 172 0 0,18-26 64 0 0,-33 53-228 0 0,1 0 1 0 0,-1 1 0 0 0,1 0-1 0 0,0-1 1 0 0,1 1-1 0 0,-1 1 1 0 0,1-1-1 0 0,9-5 1 0 0,-13 9-14 0 0,1-1 0 0 0,-1 1 1 0 0,1-1-1 0 0,-1 1 0 0 0,1-1 0 0 0,-1 1 1 0 0,1 0-1 0 0,-1 0 0 0 0,1 0 0 0 0,-1 0 0 0 0,1 0 1 0 0,0 0-1 0 0,-1 1 0 0 0,1-1 0 0 0,-1 0 1 0 0,1 1-1 0 0,-1-1 0 0 0,1 1 0 0 0,-1-1 0 0 0,0 1 1 0 0,1 0-1 0 0,-1 0 0 0 0,0 0 0 0 0,1-1 1 0 0,-1 1-1 0 0,0 0 0 0 0,0 1 0 0 0,0-1 0 0 0,0 0 1 0 0,0 0-1 0 0,1 2 0 0 0,5 6 33 0 0,-1 0 0 0 0,0 1 0 0 0,6 15 0 0 0,-1-4 27 0 0,-1-3-58 0 0,-1-1 13 0 0,1-1-1 0 0,0 0 0 0 0,18 21 0 0 0,-26-34-41 0 0,1 0-1 0 0,-1-1 0 0 0,1 1 1 0 0,-1-1-1 0 0,1 1 0 0 0,0-1 1 0 0,0 0-1 0 0,0 0 0 0 0,0 0 1 0 0,0-1-1 0 0,1 1 0 0 0,-1-1 1 0 0,0 0-1 0 0,1 0 0 0 0,-1 0 1 0 0,1 0-1 0 0,-1 0 0 0 0,1-1 1 0 0,0 1-1 0 0,-1-1 0 0 0,1 0 1 0 0,-1 0-1 0 0,1-1 0 0 0,5 0 1 0 0,-7 0-67 0 0,0 0 0 0 0,-1 0 1 0 0,1 0-1 0 0,0 0 0 0 0,0 0 1 0 0,-1 0-1 0 0,1-1 0 0 0,0 1 1 0 0,-1 0-1 0 0,0-1 0 0 0,1 1 1 0 0,-1-1-1 0 0,0 0 0 0 0,0 1 1 0 0,0-1-1 0 0,0 0 0 0 0,2-3 1 0 0,11-39-1549 0 0,-7 20 363 0 0,-1 10 390 0 0,-4 4 308 0 0,2 1-1 0 0,-1 0 0 0 0,1 0 0 0 0,1 0 0 0 0,0 0 0 0 0,0 1 0 0 0,0 0 0 0 0,1 0 0 0 0,10-11 0 0 0,-15 19 653 0 0,1-1 0 0 0,-1 0 0 0 0,0 1 0 0 0,1 0 0 0 0,-1-1 0 0 0,0 1 0 0 0,1 0-1 0 0,-1 0 1 0 0,0-1 0 0 0,1 1 0 0 0,-1 0 0 0 0,0 1 0 0 0,1-1 0 0 0,-1 0-1 0 0,0 0 1 0 0,1 0 0 0 0,-1 1 0 0 0,0-1 0 0 0,1 1 0 0 0,-1-1 0 0 0,0 1 0 0 0,0-1-1 0 0,1 1 1 0 0,-1 0 0 0 0,0 0 0 0 0,0 0 0 0 0,0-1 0 0 0,0 1 0 0 0,0 0 0 0 0,0 0-1 0 0,0 0 1 0 0,0 1 0 0 0,-1-1 0 0 0,2 1 0 0 0,3 4 112 0 0,-1 0 0 0 0,0 1 1 0 0,0-1-1 0 0,6 14 0 0 0,0 17-882 0 0,-1-3-3840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5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3625 0 0,'5'0'8248'0'0,"19"-4"-4530"0"0,53-7-93 0 0,-25 11-2180 0 0,102 14 0 0 0,-52-2-1146 0 0,-49-9-222 0 0,1-2 0 0 0,-1-2 1 0 0,1-3-1 0 0,-1-2 1 0 0,0-2-1 0 0,53-16 0 0 0,-102 23-222 0 0,0 0-1 0 0,-1 0 0 0 0,1 0 1 0 0,0 1-1 0 0,0-1 1 0 0,0 1-1 0 0,0 0 1 0 0,0 0-1 0 0,0 0 0 0 0,0 0 1 0 0,0 1-1 0 0,-1 0 1 0 0,1 0-1 0 0,0 0 0 0 0,0 0 1 0 0,-1 0-1 0 0,5 3 1 0 0,1 4-1553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5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90 4145 0 0,'-1'-1'172'0'0,"1"1"0"0"0,-1-1 0 0 0,0 1-1 0 0,1-1 1 0 0,-1 0 0 0 0,1 1 0 0 0,-1-1 0 0 0,1 0 0 0 0,-1 0 0 0 0,1 0 0 0 0,-1 1-1 0 0,1-1 1 0 0,0 0 0 0 0,-1 0 0 0 0,1 0 0 0 0,0 0 0 0 0,0 1 0 0 0,0-1 0 0 0,0 0 0 0 0,0 0-1 0 0,0 0 1 0 0,0 0 0 0 0,0 0 0 0 0,0 0 0 0 0,0 0 0 0 0,0 1 0 0 0,0-1 0 0 0,1 0 0 0 0,-1 0-1 0 0,0 0 1 0 0,1 0 0 0 0,-1 1 0 0 0,0-1 0 0 0,1 0 0 0 0,-1 0 0 0 0,1 1 0 0 0,0-1-1 0 0,-1 0 1 0 0,1 1 0 0 0,-1-1 0 0 0,2 0 0 0 0,1-1 213 0 0,-1 0-1 0 0,1 0 1 0 0,0 0 0 0 0,0 1 0 0 0,0-1-1 0 0,0 1 1 0 0,0 0 0 0 0,0 0 0 0 0,4-1-1 0 0,21-4-228 0 0,43-7 1903 0 0,98-7 0 0 0,-146 19-1701 0 0,1 1 0 0 0,-1 1 1 0 0,0 1-1 0 0,1 1 0 0 0,-1 1 0 0 0,0 2 0 0 0,-1 0 1 0 0,30 12-1 0 0,-35-11-711 0 0,0 0-1 0 0,1-1 1 0 0,-1-1 0 0 0,1-1-1 0 0,28 3 1 0 0,-32-6-116 0 0,-1-1 0 0 0,1 0 0 0 0,-1-1 0 0 0,0-1 0 0 0,1 0 1 0 0,-1-1-1 0 0,0 0 0 0 0,16-7 0 0 0,-1-1-5642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0 260 2304 0 0,'22'-34'7622'0'0,"-18"26"-6530"0"0,26-52 3809 0 0,-25 47-4168 0 0,1 0 0 0 0,1 0 0 0 0,0 0 0 0 0,0 1 0 0 0,2 0 0 0 0,9-12 0 0 0,-16 23-694 0 0,-1 0 0 0 0,0 0 0 0 0,0-1 0 0 0,1 1-1 0 0,-1 0 1 0 0,0 0 0 0 0,1 0 0 0 0,-1 1 0 0 0,1-1 0 0 0,-1 0 0 0 0,1 0 0 0 0,0 1 0 0 0,-1-1 0 0 0,1 1 0 0 0,0 0 0 0 0,-1-1 0 0 0,1 1 0 0 0,0 0-1 0 0,-1 0 1 0 0,1 0 0 0 0,0 0 0 0 0,0 0 0 0 0,-1 0 0 0 0,1 1 0 0 0,0-1 0 0 0,-1 0 0 0 0,1 1 0 0 0,0 0 0 0 0,-1-1 0 0 0,1 1 0 0 0,-1 0 0 0 0,1 0-1 0 0,-1 0 1 0 0,1 0 0 0 0,-1 0 0 0 0,0 0 0 0 0,2 1 0 0 0,5 7-33 0 0,0-1 1 0 0,-1 1-1 0 0,0 0 0 0 0,10 18 0 0 0,-1-4 39 0 0,-4-7-45 0 0,1 0 0 0 0,30 25 0 0 0,-39-37 0 0 0,1 0 0 0 0,0 0 0 0 0,0 0 0 0 0,1-1 0 0 0,-1 0 0 0 0,1 0 0 0 0,-1 0 0 0 0,1-1 0 0 0,0 0 0 0 0,0 0 0 0 0,0 0 0 0 0,0-1 0 0 0,10 1 0 0 0,-14-2-1 0 0,-1 0-1 0 0,1 0 1 0 0,0-1 0 0 0,-1 1 0 0 0,1-1-1 0 0,-1 0 1 0 0,1 1 0 0 0,-1-1 0 0 0,0 0-1 0 0,1 0 1 0 0,-1 0 0 0 0,0 0-1 0 0,1 0 1 0 0,-1 0 0 0 0,0 0 0 0 0,0-1-1 0 0,0 1 1 0 0,0 0 0 0 0,0-1 0 0 0,0 1-1 0 0,0-1 1 0 0,-1 1 0 0 0,1 0 0 0 0,0-4-1 0 0,15-44-46 0 0,-12 31 49 0 0,1 0-64 0 0,22-61 43 0 0,-25 74 41 0 0,0-1-1 0 0,1 1 1 0 0,0-1-1 0 0,0 1 1 0 0,1 0-1 0 0,-1 0 1 0 0,1 0-1 0 0,0 1 1 0 0,0 0-1 0 0,8-7 1 0 0,-11 11-21 0 0,0 0 1 0 0,0-1-1 0 0,-1 1 1 0 0,1 0-1 0 0,0 0 1 0 0,-1 0-1 0 0,1 1 1 0 0,0-1 0 0 0,0 0-1 0 0,-1 0 1 0 0,1 0-1 0 0,0 0 1 0 0,-1 1-1 0 0,1-1 1 0 0,0 0-1 0 0,-1 1 1 0 0,1-1-1 0 0,0 0 1 0 0,-1 1-1 0 0,1-1 1 0 0,-1 1-1 0 0,1-1 1 0 0,-1 1-1 0 0,1-1 1 0 0,-1 1-1 0 0,1 0 1 0 0,16 19 83 0 0,-15-16-51 0 0,41 57 64 0 0,-35-47-108 0 0,1 0 0 0 0,1 0 0 0 0,0-1 0 0 0,1 0 0 0 0,0-1 0 0 0,1 0 0 0 0,14 11 0 0 0,-25-23-42 0 0,0 0 1 0 0,0 1-1 0 0,0-1 1 0 0,0 0-1 0 0,0 0 1 0 0,1 0-1 0 0,-1 0 1 0 0,0 0-1 0 0,0 0 1 0 0,0 0-1 0 0,0 0 1 0 0,0 0-1 0 0,0 0 1 0 0,0-1-1 0 0,0 1 1 0 0,0 0-1 0 0,0-1 1 0 0,0 1-1 0 0,0-1 1 0 0,0 1-1 0 0,0-1 1 0 0,0 1-1 0 0,0-1 1 0 0,0 0-1 0 0,0 1 1 0 0,-1-1-1 0 0,1 0 1 0 0,0 0-1 0 0,-1 0 1 0 0,1 0-1 0 0,0 1 1 0 0,-1-1-1 0 0,1 0 1 0 0,0-2-1 0 0,25-42-1585 0 0,-20 32 1173 0 0,4-7-177 0 0,-6 12 551 0 0,0 0 0 0 0,1 0-1 0 0,0 0 1 0 0,0 1-1 0 0,0-1 1 0 0,1 1 0 0 0,0 1-1 0 0,9-8 1 0 0,-12 12 106 0 0,0 0 0 0 0,1 1 0 0 0,-1-1 0 0 0,1 1 0 0 0,-1 0 0 0 0,1 0 0 0 0,-1 1 0 0 0,1-1 0 0 0,0 1 0 0 0,-1-1 0 0 0,5 1 0 0 0,48 4 181 0 0,-35-2 28 0 0,28 2-3113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6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9418 0 0,'8'-1'630'0'0,"0"0"0"0"0,0 0-1 0 0,0-1 1 0 0,11-4 0 0 0,13-3 1870 0 0,47-6 1472 0 0,91-13-202 0 0,-137 24-3664 0 0,0 2 0 0 0,0 2 0 0 0,43 4 0 0 0,-71-4-359 0 0,93 8 204 0 0,-57-11-6476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7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30 6913 0 0,'-39'-29'16000'0'0,"87"232"-15491"0"0,-6-37-441 0 0,69 539-77 0 0,-97-594-24 0 0,-10-43 223 0 0,-1-12-589 0 0,3-20-2764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7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9674 0 0,'-1'1'235'0'0,"-1"-1"0"0"0,1 0 0 0 0,0 1 0 0 0,0-1 0 0 0,0 1 0 0 0,0 0 0 0 0,0-1 0 0 0,0 1 0 0 0,0 0 0 0 0,0 0 0 0 0,0 0 0 0 0,0 0 0 0 0,0 0 0 0 0,0 0 0 0 0,1 0 0 0 0,-1 0 0 0 0,0 0 0 0 0,1 0 0 0 0,-1 0 0 0 0,1 0 0 0 0,-1 0 0 0 0,1 1 0 0 0,0-1-1 0 0,-1 0 1 0 0,1 0 0 0 0,0 0 0 0 0,0 1 0 0 0,0-1 0 0 0,0 0 0 0 0,0 2 0 0 0,-2 42 875 0 0,2-43-975 0 0,47 547 724 0 0,34-3-133 0 0,-66-448-702 0 0,-3-17-3054 0 0,2 128 0 0 0,-14-193-2888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8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947 67 2745 0 0,'0'-2'351'0'0,"0"-1"0"0"0,0 0 1 0 0,0 1-1 0 0,0-1 0 0 0,0 1 1 0 0,-1-1-1 0 0,1 1 1 0 0,-1-1-1 0 0,0 1 0 0 0,0-1 1 0 0,1 1-1 0 0,-2-1 1 0 0,1 1-1 0 0,0 0 0 0 0,0 0 1 0 0,-1 0-1 0 0,1-1 0 0 0,-1 1 1 0 0,0 0-1 0 0,1 1 1 0 0,-1-1-1 0 0,0 0 0 0 0,0 1 1 0 0,0-1-1 0 0,0 1 0 0 0,-1-1 1 0 0,1 1-1 0 0,0 0 1 0 0,-1 0-1 0 0,1 0 0 0 0,-1 0 1 0 0,1 0-1 0 0,-1 1 1 0 0,1-1-1 0 0,-1 1 0 0 0,1 0 1 0 0,-5-1-1 0 0,-8 2 537 0 0,-1 0-1 0 0,0 0 1 0 0,1 1-1 0 0,0 1 1 0 0,-17 6 0 0 0,4-2-689 0 0,-40 5-98 0 0,0-2 0 0 0,0-3 0 0 0,-1-3-1 0 0,0-3 1 0 0,1-3 0 0 0,-1-4 0 0 0,-78-15 0 0 0,107 12-503 0 0,25 5-71 0 0,0 1 0 0 0,0 0 0 0 0,-23-1 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8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68 3225 0 0,'-1'-2'117'0'0,"0"0"0"0"0,1 0 0 0 0,-1-1 1 0 0,0 1-1 0 0,0 0 0 0 0,0 0 0 0 0,0 0 1 0 0,0 0-1 0 0,-1 0 0 0 0,1 1 0 0 0,-1-1 1 0 0,1 0-1 0 0,-1 1 0 0 0,1-1 0 0 0,-1 1 0 0 0,0-1 1 0 0,0 1-1 0 0,0 0 0 0 0,0-1 0 0 0,0 1 1 0 0,0 0-1 0 0,0 1 0 0 0,0-1 0 0 0,0 0 1 0 0,-1 1-1 0 0,1-1 0 0 0,0 1 0 0 0,0-1 0 0 0,-3 1 1 0 0,2-1 179 0 0,-1 0 0 0 0,1 1 0 0 0,-1 0 0 0 0,1-1 0 0 0,-1 1 0 0 0,1 0 0 0 0,-1 0 0 0 0,1 1 0 0 0,-1-1 0 0 0,1 1 0 0 0,-1 0 0 0 0,1 0 0 0 0,-1 0 0 0 0,1 0 0 0 0,0 0 0 0 0,0 1 0 0 0,0 0 0 0 0,-6 3 0 0 0,6 0-35 0 0,-1 0 0 0 0,1 0 0 0 0,0 0 0 0 0,1 0 0 0 0,-1 1 0 0 0,1-1 0 0 0,0 1 1 0 0,0 0-1 0 0,1 0 0 0 0,0-1 0 0 0,0 1 0 0 0,0 0 0 0 0,1 0 0 0 0,0 0 0 0 0,0 0 0 0 0,1 9 0 0 0,-1-12-219 0 0,0 0 1 0 0,1-1 0 0 0,-1 1-1 0 0,1 0 1 0 0,0 0 0 0 0,0-1-1 0 0,0 1 1 0 0,0 0-1 0 0,0-1 1 0 0,0 1 0 0 0,1-1-1 0 0,-1 1 1 0 0,1-1 0 0 0,-1 0-1 0 0,1 0 1 0 0,0 0 0 0 0,0 0-1 0 0,0 0 1 0 0,1 0-1 0 0,-1 0 1 0 0,0-1 0 0 0,1 1-1 0 0,-1-1 1 0 0,0 1 0 0 0,1-1-1 0 0,0 0 1 0 0,-1 0 0 0 0,1 0-1 0 0,0-1 1 0 0,0 1-1 0 0,-1 0 1 0 0,1-1 0 0 0,0 0-1 0 0,0 0 1 0 0,5 0 0 0 0,-5 0 3 0 0,-1-1 1 0 0,1 1 0 0 0,-1-1-1 0 0,1 1 1 0 0,-1-1 0 0 0,1 0-1 0 0,-1 0 1 0 0,0 0 0 0 0,1 0-1 0 0,-1-1 1 0 0,0 1 0 0 0,0-1-1 0 0,0 1 1 0 0,0-1 0 0 0,0 0-1 0 0,0 1 1 0 0,0-1 0 0 0,-1 0-1 0 0,1 0 1 0 0,-1-1 0 0 0,1 1-1 0 0,-1 0 1 0 0,0 0-1 0 0,0-1 1 0 0,0 1 0 0 0,0 0-1 0 0,0-1 1 0 0,0 1 0 0 0,-1-1-1 0 0,1 0 1 0 0,-1 1 0 0 0,0-5-1 0 0,1 2 34 0 0,-1 0-1 0 0,0 0 0 0 0,-1 0 1 0 0,1 0-1 0 0,-1 0 0 0 0,0 0 1 0 0,0 0-1 0 0,0 0 0 0 0,-1 0 1 0 0,0 1-1 0 0,0-1 0 0 0,0 0 1 0 0,0 1-1 0 0,-1 0 0 0 0,-5-9 1 0 0,0 6 19 0 0,0 0 0 0 0,0 1 0 0 0,0 0 0 0 0,-1 0 0 0 0,0 0 0 0 0,-12-4 0 0 0,18 8-96 0 0,0 0-1 0 0,-1 1 1 0 0,1-1-1 0 0,-1 1 0 0 0,1 0 1 0 0,-1 0-1 0 0,0 0 1 0 0,1 0-1 0 0,-1 1 1 0 0,0 0-1 0 0,1 0 1 0 0,-1 0-1 0 0,0 0 1 0 0,0 0-1 0 0,1 1 1 0 0,-1-1-1 0 0,0 1 1 0 0,1 0-1 0 0,-1 0 1 0 0,-5 3-1 0 0,3 1-383 0 0,2 0-101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9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14 221 6913 0 0,'-13'8'4451'0'0,"44"-11"1195"0"0,-15 1-6072 0 0,194-29 2933 0 0,65-6 543 0 0,-253 36-3051 0 0,41-1-49 0 0,0-2 0 0 0,-1-4 0 0 0,86-20 1 0 0,-86 13-1083 0 0,-20 12-5922 0 0,-70 7-2453 0 0,-2 0 6711 0 0,28-5 3015 0 0,-1 1 0 0 0,0 0-1 0 0,1-1 1 0 0,-1 1 0 0 0,1-1 0 0 0,-1 0-1 0 0,1 0 1 0 0,-1 0 0 0 0,1 0-1 0 0,-1-1 1 0 0,-1 0 0 0 0,3 1 105 0 0,0 0 0 0 0,0 0 0 0 0,0 1 1 0 0,0-1-1 0 0,0 0 0 0 0,0 1 0 0 0,0-1 0 0 0,-1 1 0 0 0,1-1 0 0 0,0 1 1 0 0,0 0-1 0 0,0-1 0 0 0,-1 1 0 0 0,1 0 0 0 0,0 0 0 0 0,0 0 1 0 0,-1 0-1 0 0,1 0 0 0 0,0 0 0 0 0,0 0 0 0 0,-2 1 0 0 0,2-1-78 0 0,0 1 0 0 0,1 0-1 0 0,-1-1 1 0 0,0 1-1 0 0,0 0 1 0 0,1-1 0 0 0,-1 1-1 0 0,1 0 1 0 0,-1 0-1 0 0,1 0 1 0 0,-1 0 0 0 0,1-1-1 0 0,-1 1 1 0 0,1 0-1 0 0,0 0 1 0 0,-1 0 0 0 0,1 0-1 0 0,0 0 1 0 0,0 0-1 0 0,-1 2 1 0 0,1 1 98 0 0,0 0-1 0 0,0 0 1 0 0,0 1 0 0 0,1-1 0 0 0,-1 0-1 0 0,1 1 1 0 0,0-1 0 0 0,0 0 0 0 0,0 0-1 0 0,4 8 1 0 0,-1-7-296 0 0,-1 1 1 0 0,1-1-1 0 0,0 0 1 0 0,0 0-1 0 0,1-1 1 0 0,0 1-1 0 0,-1-1 1 0 0,1 0-1 0 0,1 0 1 0 0,-1-1-1 0 0,1 1 1 0 0,-1-1-1 0 0,1 0 1 0 0,0-1-1 0 0,0 0 1 0 0,0 0-1 0 0,0 0 1 0 0,0 0-1 0 0,1-1 1 0 0,-1 0-1 0 0,1-1 1 0 0,11 1-1 0 0,-13-1 7 0 0,1-1 0 0 0,-1 0-1 0 0,1 0 1 0 0,-1 0 0 0 0,1 0 0 0 0,-1-1-1 0 0,0 0 1 0 0,0 0 0 0 0,0-1 0 0 0,0 1 0 0 0,0-1-1 0 0,0 0 1 0 0,-1 0 0 0 0,1-1 0 0 0,-1 1-1 0 0,0-1 1 0 0,0 0 0 0 0,0 0 0 0 0,-1 0-1 0 0,1-1 1 0 0,-1 1 0 0 0,0-1 0 0 0,0 0 0 0 0,-1 0-1 0 0,1 0 1 0 0,2-9 0 0 0,-4 10-25 0 0,0 0 0 0 0,-1-1 0 0 0,1 1 0 0 0,-1-1 1 0 0,0 1-1 0 0,0-1 0 0 0,0 1 0 0 0,0-1 0 0 0,-1 1 0 0 0,0-1 0 0 0,0 1 1 0 0,0-1-1 0 0,0 1 0 0 0,-1 0 0 0 0,0 0 0 0 0,0 0 0 0 0,0 0 0 0 0,0 0 0 0 0,-1 0 1 0 0,1 0-1 0 0,-1 1 0 0 0,0-1 0 0 0,0 1 0 0 0,0 0 0 0 0,-1 0 0 0 0,1 0 1 0 0,-1 0-1 0 0,-6-3 0 0 0,6 3-101 0 0,0 1 0 0 0,0-1 1 0 0,0 1-1 0 0,0 0 0 0 0,0 0 0 0 0,-1 1 1 0 0,1-1-1 0 0,-1 1 0 0 0,1 0 0 0 0,-1 0 1 0 0,0 1-1 0 0,1-1 0 0 0,-1 1 0 0 0,0 0 1 0 0,1 0-1 0 0,-1 1 0 0 0,1-1 0 0 0,-1 1 1 0 0,0 0-1 0 0,1 0 0 0 0,-1 1 0 0 0,1-1 1 0 0,0 1-1 0 0,-1 0 0 0 0,1 0 0 0 0,0 0 1 0 0,-7 6-1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0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10370 0 0,'0'0'506'0'0,"-4"25"1151"0"0,4-16-961 0 0,0 0 1 0 0,0-1-1 0 0,1 1 0 0 0,0 0 0 0 0,1 0 0 0 0,0 0 0 0 0,0-1 0 0 0,6 14 0 0 0,4 5 221 0 0,20 32 0 0 0,4 10-282 0 0,41 130-864 0 0,-58-140-429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1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12443 0 0,'9'10'9655'0'0,"6"3"-9526"0"0,-1 0 0 0 0,-1 2 0 0 0,-1-1-1 0 0,0 2 1 0 0,-1 0 0 0 0,0 0 0 0 0,-1 1 0 0 0,-1 0 0 0 0,11 31 0 0 0,6 23-253 0 0,18 85 0 0 0,-35-122 77 0 0,38 145-3191 0 0,-38-151-3973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2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14 105 4145 0 0,'-2'-4'493'0'0,"0"1"0"0"0,1-1 0 0 0,-1 1 0 0 0,1-1 0 0 0,-1 0 0 0 0,1 1 0 0 0,0-1 1 0 0,1 0-1 0 0,-1 0 0 0 0,0 0 0 0 0,8-28 11572 0 0,-7 29-12058 0 0,1 2-6 0 0,-1-1 1 0 0,0 1 0 0 0,0-1-1 0 0,0 1 1 0 0,0-1-1 0 0,0 0 1 0 0,0 1-1 0 0,0-1 1 0 0,0 0 0 0 0,0 1-1 0 0,-1-1 1 0 0,1 1-1 0 0,-1-1 1 0 0,1 1-1 0 0,-2-3 1 0 0,0 3 84 0 0,1 9 628 0 0,6 30-711 0 0,1 0 1 0 0,12 38-1 0 0,-12-57 0 0 0,0 0-1 0 0,1 0 1 0 0,2-1-1 0 0,-1 0 1 0 0,2-1 0 0 0,12 18-1 0 0,-20-33 10 0 0,-1 0-1 0 0,1 0 1 0 0,0 0 0 0 0,0 0-1 0 0,0 0 1 0 0,1 0 0 0 0,-1 0 0 0 0,0 0-1 0 0,1-1 1 0 0,-1 0 0 0 0,1 1-1 0 0,-1-1 1 0 0,1 0 0 0 0,0 0-1 0 0,0 0 1 0 0,-1 0 0 0 0,1-1-1 0 0,5 1 1 0 0,-3-1-8 0 0,0 0 0 0 0,0-1 0 0 0,0 1 0 0 0,0-1 1 0 0,0 0-1 0 0,0-1 0 0 0,0 1 0 0 0,-1-1 0 0 0,9-4 0 0 0,6-5-19 0 0,-1-1 0 0 0,-1 0 0 0 0,31-29-1 0 0,-47 41 17 0 0,34-33-181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0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55 4609 0 0,'-16'-55'5460'0'0,"17"92"-1001"0"0,1 7-3276 0 0,8 29-135 0 0,39 138 1 0 0,42 66-778 0 0,6 18-1810 0 0,-83-246 322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87 272 920 0 0,'-13'3'1717'0'0,"0"1"0"0"0,0 0 0 0 0,0 1 0 0 0,-21 12 0 0 0,48-23-503 0 0,0 0 1 0 0,1 1 0 0 0,16-3-1 0 0,-3 1-656 0 0,1072-238 5369 0 0,-867 219-5918 0 0,-186 25-568 0 0,0 2 0 0 0,92 12 0 0 0,-129-11-213 0 0,1 0 0 0 0,-1 1 0 0 0,18 7-1 0 0,-6 3-5188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15 10138 0 0,'-11'-11'1170'0'0,"11"11"-1121"0"0,0-1 0 0 0,0 1 0 0 0,1 0-1 0 0,-1 0 1 0 0,0-1 0 0 0,0 1 0 0 0,0 0-1 0 0,1 0 1 0 0,-1 0 0 0 0,0-1-1 0 0,0 1 1 0 0,1 0 0 0 0,-1 0 0 0 0,0 0-1 0 0,0 0 1 0 0,1 0 0 0 0,-1-1-1 0 0,0 1 1 0 0,1 0 0 0 0,-1 0 0 0 0,0 0-1 0 0,0 0 1 0 0,1 0 0 0 0,-1 0 0 0 0,0 0-1 0 0,1 0 1 0 0,-1 0 0 0 0,0 0-1 0 0,1 0 1 0 0,-1 0 0 0 0,0 0 0 0 0,0 1-1 0 0,1-1 1 0 0,3 2 1593 0 0,2 2-444 0 0,11 7-730 0 0,-1 1-1 0 0,0 1 1 0 0,-1 1 0 0 0,0 0 0 0 0,-1 1 0 0 0,-1 0-1 0 0,0 1 1 0 0,-1 1 0 0 0,-1 0 0 0 0,-1 0 0 0 0,13 29 0 0 0,11 31-208 0 0,33 116 0 0 0,-63-180-244 0 0,9 27-554 0 0,22 82-679 0 0,-32-108-356 0 0,-1 0 0 0 0,0 0 0 0 0,-1 24 0 0 0,-3-23-3789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0 192 3225 0 0,'2'-4'185'0'0,"-1"0"-1"0"0,1 0 1 0 0,0 0 0 0 0,0 0 0 0 0,0 0 0 0 0,0 1-1 0 0,1-1 1 0 0,0 1 0 0 0,-1-1 0 0 0,1 1 0 0 0,6-5 0 0 0,-6 5 476 0 0,19-20 1102 0 0,2-1 377 0 0,27-22 0 0 0,-44 40-1603 0 0,1 0-1 0 0,-1 1 1 0 0,1 0-1 0 0,1 1 1 0 0,-1 0-1 0 0,0 0 1 0 0,1 0-1 0 0,15-3 1 0 0,-23 7-475 0 0,0 0 0 0 0,0-1 1 0 0,0 1-1 0 0,0 0 1 0 0,0 0-1 0 0,-1 0 1 0 0,1 0-1 0 0,0 0 1 0 0,0 0-1 0 0,0 0 0 0 0,0 0 1 0 0,0 1-1 0 0,0-1 1 0 0,-1 0-1 0 0,1 0 1 0 0,0 1-1 0 0,0-1 0 0 0,0 0 1 0 0,-1 1-1 0 0,1-1 1 0 0,0 1-1 0 0,0-1 1 0 0,-1 1-1 0 0,1 0 0 0 0,0-1 1 0 0,-1 1-1 0 0,1 0 1 0 0,-1-1-1 0 0,2 2 1 0 0,-1 1-14 0 0,0-1 0 0 0,0 1 0 0 0,-1 0 0 0 0,1-1 0 0 0,-1 1 0 0 0,1 0 0 0 0,-1-1 0 0 0,0 1 0 0 0,0 0 0 0 0,0 2 0 0 0,-2 9-30 0 0,0 0 0 0 0,-7 23-1 0 0,-27 61 18 0 0,23-65 431 0 0,-16 62 0 0 0,28-94-426 0 0,1 1 1 0 0,-1 0-1 0 0,1 0 1 0 0,0-1 0 0 0,0 1-1 0 0,0 0 1 0 0,0 0-1 0 0,0-1 1 0 0,0 1 0 0 0,1 0-1 0 0,-1-1 1 0 0,1 1-1 0 0,-1 0 1 0 0,1 0-1 0 0,-1-1 1 0 0,1 1 0 0 0,0-1-1 0 0,0 1 1 0 0,0-1-1 0 0,0 1 1 0 0,0-1 0 0 0,0 1-1 0 0,0-1 1 0 0,0 0-1 0 0,1 0 1 0 0,-1 0 0 0 0,0 0-1 0 0,1 0 1 0 0,-1 0-1 0 0,1 0 1 0 0,-1 0-1 0 0,1 0 1 0 0,0 0 0 0 0,-1-1-1 0 0,1 1 1 0 0,0-1-1 0 0,2 1 1 0 0,9 2 92 0 0,0-1 0 0 0,1-1 0 0 0,-1 0 0 0 0,17-1 0 0 0,6 1-169 0 0,-23 2-459 0 0,1 0 1 0 0,-1 0-1 0 0,0 2 0 0 0,-1 0 1 0 0,1 0-1 0 0,-1 1 0 0 0,0 0 1 0 0,14 11-1 0 0,-8-6-1344 0 0,0-1 0 0 0,27 11 0 0 0,-40-20 1825 0 0,-1 1 0 0 0,1-1 0 0 0,-1-1 0 0 0,1 1 0 0 0,0-1 0 0 0,0 1 0 0 0,-1-1 0 0 0,1-1 0 0 0,0 1 0 0 0,-1-1-1 0 0,1 1 1 0 0,0-1 0 0 0,7-3 0 0 0,13-6-73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53 237 1840 0 0,'1'1'173'0'0,"1"1"-1"0"0,-1-1 1 0 0,1 0 0 0 0,-1 1-1 0 0,1-1 1 0 0,-1 0-1 0 0,1 0 1 0 0,0 0-1 0 0,-1 0 1 0 0,1 0-1 0 0,0-1 1 0 0,0 1-1 0 0,0 0 1 0 0,0-1-1 0 0,0 0 1 0 0,-1 1-1 0 0,1-1 1 0 0,0 0 0 0 0,0 0-1 0 0,4 0 1 0 0,0 0 689 0 0,1 0 1 0 0,-1-1 0 0 0,0 1 0 0 0,1-1 0 0 0,7-3 0 0 0,-11 3-657 0 0,0 0 1 0 0,0 0-1 0 0,0-1 0 0 0,0 0 1 0 0,0 1-1 0 0,-1-1 0 0 0,1 0 1 0 0,0 0-1 0 0,-1-1 0 0 0,0 1 1 0 0,1 0-1 0 0,-1-1 0 0 0,0 0 1 0 0,0 1-1 0 0,0-1 0 0 0,-1 0 1 0 0,1 0-1 0 0,-1 0 1 0 0,1 0-1 0 0,-1 0 0 0 0,0 0 1 0 0,0 0-1 0 0,-1-1 0 0 0,1 1 1 0 0,0 0-1 0 0,-1-1 0 0 0,0 1 1 0 0,0 0-1 0 0,0-1 0 0 0,0 1 1 0 0,-1 0-1 0 0,1 0 0 0 0,-2-5 1 0 0,0-1 5 0 0,0-1 0 0 0,-1 1 0 0 0,0 0 0 0 0,-1 0 0 0 0,1 0 0 0 0,-2 1 0 0 0,1-1 0 0 0,-1 1 0 0 0,-1 0 1 0 0,-8-10-1 0 0,9 12-181 0 0,0 1 1 0 0,-1 0-1 0 0,0 0 1 0 0,1 1-1 0 0,-2-1 1 0 0,1 2-1 0 0,-9-6 1 0 0,13 9-27 0 0,1-1-1 0 0,-1 0 1 0 0,0 1 0 0 0,1-1 0 0 0,-1 1-1 0 0,0-1 1 0 0,0 1 0 0 0,0 0 0 0 0,1 0-1 0 0,-1 0 1 0 0,0 0 0 0 0,0 0 0 0 0,0 0-1 0 0,1 0 1 0 0,-1 0 0 0 0,0 1-1 0 0,0-1 1 0 0,1 1 0 0 0,-1 0 0 0 0,0-1-1 0 0,1 1 1 0 0,-1 0 0 0 0,0 0 0 0 0,1 0-1 0 0,-1 0 1 0 0,1 0 0 0 0,0 0-1 0 0,-1 1 1 0 0,1-1 0 0 0,0 0 0 0 0,0 1-1 0 0,0-1 1 0 0,0 1 0 0 0,0-1 0 0 0,-1 2-1 0 0,-2 5-43 0 0,0 1 0 0 0,1-1 0 0 0,0 1 0 0 0,0-1 0 0 0,1 1 0 0 0,0 0 0 0 0,0 0 0 0 0,1 0 0 0 0,0 0 0 0 0,1 0 0 0 0,0 0 0 0 0,1 0 0 0 0,0 0 0 0 0,0 0 0 0 0,0 0 0 0 0,4 11 0 0 0,-1-9-41 0 0,0 0-1 0 0,0 0 1 0 0,1 0 0 0 0,0 0-1 0 0,1-1 1 0 0,0 1 0 0 0,1-2 0 0 0,0 1-1 0 0,0-1 1 0 0,1 0 0 0 0,17 15-1 0 0,-17-18-291 0 0,1 0-1 0 0,-1 0 1 0 0,1-1-1 0 0,1-1 1 0 0,-1 1-1 0 0,1-1 1 0 0,-1-1-1 0 0,1 0 1 0 0,0 0-1 0 0,0-1 1 0 0,1-1-1 0 0,11 2 1 0 0,9-3-4801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76 1376 0 0,'10'-37'2774'0'0,"-10"35"-2440"0"0,0-1-1 0 0,1 1 1 0 0,-1 0 0 0 0,0 0-1 0 0,0-1 1 0 0,0 1 0 0 0,0 0-1 0 0,-1 0 1 0 0,1-1 0 0 0,-1 1 0 0 0,1 0-1 0 0,-1 0 1 0 0,0 0 0 0 0,-1-3-1 0 0,2 5-274 0 0,0-1 0 0 0,0 1 0 0 0,0 0-1 0 0,-1 0 1 0 0,1 0 0 0 0,0 0 0 0 0,0 0-1 0 0,0 0 1 0 0,0-1 0 0 0,0 1 0 0 0,-1 0-1 0 0,1 0 1 0 0,0 0 0 0 0,0 0 0 0 0,0 0-1 0 0,0 0 1 0 0,-1 0 0 0 0,1 0 0 0 0,0 0-1 0 0,0 0 1 0 0,0 0 0 0 0,-1 0 0 0 0,1 0-1 0 0,0 0 1 0 0,0 0 0 0 0,0 0-1 0 0,-1 0 1 0 0,1 0 0 0 0,0 0 0 0 0,0 0-1 0 0,0 0 1 0 0,-1 0 0 0 0,1 0 0 0 0,0 0-1 0 0,0 0 1 0 0,0 0 0 0 0,0 1 0 0 0,0-1-1 0 0,-1 0 1 0 0,1 0 0 0 0,-8 10 1041 0 0,-4 15-187 0 0,11-24-786 0 0,-12 30 483 0 0,2 0 0 0 0,1 1 0 0 0,-8 41 0 0 0,15-54-512 0 0,0 1-1 0 0,1 0 0 0 0,1-1 0 0 0,1 1 0 0 0,1 0 1 0 0,6 36-1 0 0,-6-49-82 0 0,1-1 0 0 0,1 1 1 0 0,-1-1-1 0 0,1 0 0 0 0,0 0 0 0 0,0 0 0 0 0,1-1 1 0 0,5 8-1 0 0,-8-12-19 0 0,0 0 1 0 0,0 0-1 0 0,0 0 1 0 0,0 0-1 0 0,0 0 0 0 0,1 0 1 0 0,-1 0-1 0 0,0-1 1 0 0,0 1-1 0 0,1 0 1 0 0,-1-1-1 0 0,0 1 0 0 0,1-1 1 0 0,-1 1-1 0 0,0-1 1 0 0,1 0-1 0 0,2 1 1 0 0,-2-1-15 0 0,-1-1 0 0 0,0 1 1 0 0,1-1-1 0 0,-1 1 1 0 0,1-1-1 0 0,-1 0 0 0 0,0 1 1 0 0,0-1-1 0 0,1 0 1 0 0,-1 0-1 0 0,0 0 0 0 0,0 0 1 0 0,0 0-1 0 0,0 0 0 0 0,0 0 1 0 0,0 0-1 0 0,0-1 1 0 0,0 1-1 0 0,0 0 0 0 0,-1-1 1 0 0,2-1-1 0 0,3-10-149 0 0,1-1 0 0 0,-2 1 0 0 0,0-1 1 0 0,-1 0-1 0 0,3-24 0 0 0,10-39 774 0 0,-14 71-517 0 0,0 0-1 0 0,1 1 0 0 0,-1-1 0 0 0,1 0 1 0 0,0 1-1 0 0,0 0 0 0 0,1 0 1 0 0,0 0-1 0 0,0 0 0 0 0,4-4 0 0 0,-6 7-47 0 0,-1 1 0 0 0,1 0 0 0 0,-1-1 0 0 0,1 1 0 0 0,0 0 0 0 0,-1 0 0 0 0,1 0 0 0 0,0 1 0 0 0,-1-1 0 0 0,1 0 0 0 0,0 1 0 0 0,0-1 0 0 0,0 1 0 0 0,0-1 0 0 0,0 1 0 0 0,0 0 0 0 0,0 0 0 0 0,0 0 0 0 0,0 0 0 0 0,-1 0 0 0 0,4 1-1 0 0,-1 0 29 0 0,-1 0-1 0 0,1 1 0 0 0,-1-1 0 0 0,0 1 1 0 0,0 0-1 0 0,1 0 0 0 0,-1 0 0 0 0,-1 0 1 0 0,1 1-1 0 0,4 3 0 0 0,2 5 115 0 0,0 0 0 0 0,0 0 0 0 0,-1 1 0 0 0,11 22 0 0 0,3 15 5 0 0,-9-20 91 0 0,24 39 1 0 0,-32-60-249 0 0,0 0 0 0 0,1-1 0 0 0,0 1 0 0 0,0-2 0 0 0,0 1 0 0 0,1-1-1 0 0,0 0 1 0 0,1 0 0 0 0,10 7 0 0 0,-17-13-31 0 0,-1 0-1 0 0,0 0 0 0 0,1 0 0 0 0,-1 1 0 0 0,0-1 0 0 0,1 0 0 0 0,-1 0 1 0 0,0 0-1 0 0,1 0 0 0 0,-1 0 0 0 0,0 0 0 0 0,1 1 0 0 0,-1-1 0 0 0,0 0 0 0 0,1 0 1 0 0,-1 0-1 0 0,0 0 0 0 0,1 0 0 0 0,-1 0 0 0 0,1-1 0 0 0,-1 1 0 0 0,0 0 1 0 0,1 0-1 0 0,-1 0 0 0 0,0 0 0 0 0,1 0 0 0 0,-1 0 0 0 0,0-1 0 0 0,1 1 0 0 0,-1 0 1 0 0,0 0-1 0 0,0 0 0 0 0,1-1 0 0 0,3-15 0 0 0,-7-33-100 0 0,1 27-62 0 0,0-5-365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60 11522 0 0,'0'0'513'0'0,"0"-2"223"0"0,-2 1-736 0 0,2-1 128 0 0,2 0 8 0 0,-2-1 0 0 0,1-3 0 0 0,3 1-296 0 0,1-2-56 0 0,0-2-8 0 0,2 2-8 0 0,0 0 160 0 0,-1 2 72 0 0,-5 2-64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2304 0 0,'3'5'201'0'0,"1"-3"-201"0"0,1-1 0 0 0,-1-1 0 0 0,-1 0 480 0 0,1-1 64 0 0,1-1 0 0 0,4-2 8 0 0,8 1-128 0 0,2-6-24 0 0,6 0-8 0 0,-1-1 0 0 0,1-2-328 0 0,-4 1-64 0 0,-4 2 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9 7834 0 0,'3'-9'6153'0'0,"-5"24"-2292"0"0,-2 54-3005 0 0,2 1 1 0 0,4 0 0 0 0,3-1-1 0 0,17 87 1 0 0,80 276-797 0 0,-58-285-1973 0 0,-20-71-5386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2304 0 0,'17'1'3388'0'0,"26"-1"395"0"0,139-40 3876 0 0,-1-15-4211 0 0,59-14-1725 0 0,-196 58-1968 0 0,0 1 1 0 0,1 2-1 0 0,0 3 0 0 0,76-1 1 0 0,-114 7-222 0 0,1 0 0 0 0,-1 0 0 0 0,1 0 0 0 0,-1 1 0 0 0,0 0 0 0 0,0 1 0 0 0,0-1 0 0 0,10 6 0 0 0,4 6-5796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23 1840 0 0,'-16'-22'19861'0'0,"19"29"-19449"0"0,158 404 453 0 0,-58-136-2098 0 0,-91-244-797 0 0,-1-1-5162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65 4609 0 0,'-14'-20'974'0'0,"10"13"247"0"0,-1 0 1 0 0,0 0-1 0 0,-1 0 0 0 0,1 1 0 0 0,-11-5 2798 0 0,17 21-2817 0 0,4 10-404 0 0,70 182 1472 0 0,10 32-2976 0 0,-76-201-977 0 0,0 1-4704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7 7370 0 0,'14'-6'833'0'0,"-9"8"162"0"0,-13 19 1173 0 0,-28 34 691 0 0,35-54-2833 0 0,-17 23 714 0 0,-47 69 50 0 0,58-81-730 0 0,0 1-1 0 0,1 0 1 0 0,0 0 0 0 0,1 0 0 0 0,-6 25-1 0 0,10-34 47 0 0,0 0-1 0 0,0 0 1 0 0,1 0 0 0 0,-1 0-1 0 0,1 0 1 0 0,0 1-1 0 0,0-1 1 0 0,1 0-1 0 0,-1 0 1 0 0,1 0-1 0 0,0 0 1 0 0,0 0-1 0 0,1 0 1 0 0,-1 0-1 0 0,1 0 1 0 0,0 0-1 0 0,0 0 1 0 0,0-1-1 0 0,0 1 1 0 0,0-1-1 0 0,1 1 1 0 0,0-1 0 0 0,0 0-1 0 0,0 0 1 0 0,0 0-1 0 0,7 4 1 0 0,-4-4-69 0 0,0 1 0 0 0,0-1 0 0 0,1-1 1 0 0,-1 1-1 0 0,1-1 0 0 0,0-1 0 0 0,0 1 0 0 0,0-1 1 0 0,0 0-1 0 0,0-1 0 0 0,0 1 0 0 0,0-1 1 0 0,0-1-1 0 0,0 1 0 0 0,8-3 0 0 0,58-16-2495 0 0,-44 10-3762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1 135 6913 0 0,'0'-1'80'0'0,"1"0"-1"0"0,-1 0 0 0 0,0 0 1 0 0,1 0-1 0 0,-1 0 0 0 0,1 0 1 0 0,0 0-1 0 0,-1 0 0 0 0,1 1 0 0 0,0-1 1 0 0,-1 0-1 0 0,1 0 0 0 0,0 1 1 0 0,0-1-1 0 0,0 0 0 0 0,0 1 0 0 0,0-1 1 0 0,-1 1-1 0 0,1-1 0 0 0,0 1 1 0 0,0 0-1 0 0,0-1 0 0 0,2 1 0 0 0,30-10 1016 0 0,-21 7-746 0 0,96-33 2160 0 0,-46 14-637 0 0,104-21 1 0 0,-152 39-2600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0 10594 0 0,'-1'1'62'0'0,"0"0"-1"0"0,0 0 0 0 0,0 0 1 0 0,0 0-1 0 0,0 0 1 0 0,1-1-1 0 0,-1 1 0 0 0,0 1 1 0 0,1-1-1 0 0,-1 0 1 0 0,1 0-1 0 0,-1 0 1 0 0,1 0-1 0 0,0 0 0 0 0,-1 0 1 0 0,1 0-1 0 0,0 1 1 0 0,0-1-1 0 0,0 0 0 0 0,0 0 1 0 0,0 0-1 0 0,0 1 1 0 0,0-1-1 0 0,0 0 0 0 0,0 0 1 0 0,1 2-1 0 0,10 38 862 0 0,-7-28-547 0 0,73 232 6288 0 0,-54-178-7584 0 0,20 41-442 0 0,-27-71 1345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10914 0 0,'0'0'132'0'0,"0"-1"-1"0"0,0 0 1 0 0,0 0-1 0 0,0 0 0 0 0,0 1 1 0 0,0-1-1 0 0,0 0 0 0 0,0 0 1 0 0,0 0-1 0 0,0 1 1 0 0,0-1-1 0 0,0 0 0 0 0,1 0 1 0 0,-1 0-1 0 0,0 1 1 0 0,1-1-1 0 0,-1 0 0 0 0,0 1 1 0 0,1-1-1 0 0,-1 0 1 0 0,1 1-1 0 0,-1-1 0 0 0,1 0 1 0 0,-1 1-1 0 0,1-1 0 0 0,0 1 1 0 0,-1-1-1 0 0,1 1 1 0 0,0 0-1 0 0,-1-1 0 0 0,1 1 1 0 0,1-1-1 0 0,-1 1 22 0 0,0 1-1 0 0,0-1 1 0 0,0 0-1 0 0,0 1 1 0 0,0-1 0 0 0,0 0-1 0 0,0 1 1 0 0,0-1-1 0 0,0 1 1 0 0,0 0-1 0 0,-1-1 1 0 0,1 1-1 0 0,0 0 1 0 0,0 0 0 0 0,-1-1-1 0 0,1 1 1 0 0,0 0-1 0 0,-1 0 1 0 0,1 0-1 0 0,0 0 1 0 0,-1 0-1 0 0,1 0 1 0 0,-1 0 0 0 0,1 1-1 0 0,6 16 228 0 0,0 0 1 0 0,-2 0-1 0 0,0 1 0 0 0,0 0 0 0 0,1 19 0 0 0,3 101 102 0 0,-7-91-288 0 0,31 369 68 0 0,13-143-4070 0 0,-30-204-2977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19 225 8290 0 0,'-17'-7'3723'0'0,"17"7"-3669"0"0,0 0 0 0 0,0 0 0 0 0,0 0 0 0 0,0-1 0 0 0,-1 1 0 0 0,1 0 0 0 0,0 0 0 0 0,0 0 0 0 0,0 0 0 0 0,0-1 0 0 0,0 1 0 0 0,0 0 0 0 0,0 0 0 0 0,0 0 0 0 0,0-1 0 0 0,0 1 0 0 0,-1 0 0 0 0,1 0 0 0 0,3-5 2214 0 0,4 1-1504 0 0,40-15 460 0 0,1 2-1 0 0,77-18 0 0 0,113-10-54 0 0,-47 10-861 0 0,-184 33-350 0 0,229-41-175 0 0,-191 37-2176 0 0,67 2 1 0 0,-76 6-3636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10594 0 0,'1'-33'2161'0'0,"5"23"-245"0"0,-5 10-1816 0 0,0 1 1 0 0,-1-1-1 0 0,1 0 1 0 0,0 1-1 0 0,0-1 0 0 0,-1 1 1 0 0,1-1-1 0 0,0 0 1 0 0,-1 1-1 0 0,1 0 0 0 0,-1-1 1 0 0,1 1-1 0 0,-1-1 1 0 0,1 1-1 0 0,-1 0 1 0 0,1-1-1 0 0,-1 1 0 0 0,0 0 1 0 0,1-1-1 0 0,-1 2 1 0 0,37 74 2201 0 0,-32-62-2212 0 0,0 0-1 0 0,1-1 1 0 0,1 0 0 0 0,0 0-1 0 0,1-1 1 0 0,1 0-1 0 0,-1 0 1 0 0,14 12-1 0 0,-11-15-47 0 0,0 0 0 0 0,0-1 0 0 0,1-1 0 0 0,0 1-1 0 0,1-2 1 0 0,-1 0 0 0 0,1-1 0 0 0,0 0 0 0 0,1-1 0 0 0,-1 0-1 0 0,21 2 1 0 0,-26-4-223 0 0,1-1 0 0 0,0-1 0 0 0,0 1 1 0 0,-1-1-1 0 0,1-1 0 0 0,0 0 0 0 0,0 0 0 0 0,-1-1 0 0 0,1 0 0 0 0,-1 0 0 0 0,0-1 0 0 0,1 0 0 0 0,-1-1 0 0 0,0 0 0 0 0,-1 0 0 0 0,1 0 0 0 0,-1-1 0 0 0,0 0 1 0 0,9-8-1 0 0,-14 10-133 0 0,1 1 0 0 0,-1-1 0 0 0,0 0 0 0 0,0 0 1 0 0,0 0-1 0 0,-1 0 0 0 0,1 0 0 0 0,-1-1 1 0 0,1 1-1 0 0,-1 0 0 0 0,0-1 0 0 0,0 1 0 0 0,0-6 1 0 0,1-5 313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4721 0 0,'0'0'353'0'0,"11"36"5638"0"0,20 171 2558 0 0,4 17-5989 0 0,-23-183-3391 0 0,1-1-1 0 0,27 58 1 0 0,-26-69-6302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 6913 0 0,'-1'-1'82'0'0,"1"1"-1"0"0,0 0 0 0 0,0 0 0 0 0,-1 0 0 0 0,1-1 0 0 0,0 1 0 0 0,-1 0 0 0 0,1 0 0 0 0,0 0 0 0 0,-1 0 0 0 0,1 0 0 0 0,0 0 0 0 0,-1-1 0 0 0,1 1 0 0 0,0 0 0 0 0,-1 0 0 0 0,1 0 0 0 0,0 0 0 0 0,-1 0 0 0 0,1 1 0 0 0,0-1 0 0 0,0 0 0 0 0,-1 0 0 0 0,1 0 0 0 0,0 0 0 0 0,-1 0 0 0 0,1 0 0 0 0,0 0 0 0 0,-1 1 0 0 0,1-1 0 0 0,0 0 0 0 0,0 0 0 0 0,-1 0 0 0 0,1 1 0 0 0,0-1 0 0 0,0 0 0 0 0,-1 0 0 0 0,1 1 0 0 0,0-1 1 0 0,0 1-1 0 0,2 16 4993 0 0,66 126-459 0 0,-43-93-5851 0 0,0-2-3333 0 0,-11-24-1501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1 9962 0 0,'0'0'475'0'0,"-9"18"366"0"0,0 1 671 0 0,0 1 0 0 0,2 0 0 0 0,0 0 0 0 0,1 0-1 0 0,-5 38 1 0 0,10-52-1416 0 0,1-1 1 0 0,0 1-1 0 0,0 0 0 0 0,0 0 0 0 0,1 0 0 0 0,0 0 0 0 0,0-1 1 0 0,0 1-1 0 0,1-1 0 0 0,0 1 0 0 0,0-1 0 0 0,0 1 1 0 0,1-1-1 0 0,-1 0 0 0 0,2 0 0 0 0,-1 0 0 0 0,0 0 1 0 0,1-1-1 0 0,0 1 0 0 0,0-1 0 0 0,0 0 0 0 0,0 0 1 0 0,1-1-1 0 0,-1 1 0 0 0,11 5 0 0 0,-6-5-30 0 0,-1 0 0 0 0,1-1 0 0 0,-1 1 1 0 0,1-2-1 0 0,0 1 0 0 0,0-1 0 0 0,0-1 0 0 0,1 0 0 0 0,-1 0 0 0 0,0-1 0 0 0,0 0 0 0 0,15-2 0 0 0,43-11-1101 0 0,-3-9-5217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28 6913 0 0,'-11'14'2029'0'0,"11"-14"-1996"0"0,-1 0 0 0 0,1 0 0 0 0,0 0 0 0 0,0 1 0 0 0,0-1-1 0 0,0 0 1 0 0,0 0 0 0 0,0 0 0 0 0,0 0 0 0 0,0 0 0 0 0,0 0 0 0 0,0 0 0 0 0,0 0-1 0 0,0 0 1 0 0,0 1 0 0 0,0-1 0 0 0,0 0 0 0 0,0 0 0 0 0,1 1 427 0 0,-1-1-427 0 0,0 0 0 0 0,0 0-1 0 0,0 0 1 0 0,1 0 0 0 0,-1 0 0 0 0,0 0 0 0 0,0 0 0 0 0,0 0 0 0 0,0 0 0 0 0,0 0-1 0 0,0 0 1 0 0,0 0 0 0 0,0 0 0 0 0,0 0 0 0 0,1 0 0 0 0,-1 0 0 0 0,0 0-1 0 0,0 0 1 0 0,0 0 0 0 0,0 0 0 0 0,0 0 0 0 0,0 0 0 0 0,0 0 0 0 0,0 0 0 0 0,0 0-1 0 0,1 0 1 0 0,-1 0 0 0 0,0 0 0 0 0,0 0 0 0 0,0 0 0 0 0,29-12 2550 0 0,-16 5-2964 0 0,21-6 335 0 0,-11 5-3521 0 0,-7 3-571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6913 0 0,'0'1'24'0'0,"0"-1"-1"0"0,0 0 1 0 0,0 0-1 0 0,0 0 0 0 0,0 0 1 0 0,0 1-1 0 0,0-1 0 0 0,0 0 1 0 0,0 0-1 0 0,0 0 1 0 0,0 0-1 0 0,0 1 0 0 0,0-1 1 0 0,1 0-1 0 0,-1 0 0 0 0,0 0 1 0 0,0 0-1 0 0,0 1 1 0 0,0-1-1 0 0,0 0 0 0 0,0 0 1 0 0,0 0-1 0 0,0 0 0 0 0,1 0 1 0 0,-1 0-1 0 0,0 0 1 0 0,0 1-1 0 0,0-1 0 0 0,0 0 1 0 0,1 0-1 0 0,-1 0 0 0 0,0 0 1 0 0,0 0-1 0 0,0 0 1 0 0,0 0-1 0 0,1 0 0 0 0,-1 0 1 0 0,0 0-1 0 0,0 0 0 0 0,0 0 1 0 0,0 0-1 0 0,1 0 1 0 0,-1 0-1 0 0,0 0 0 0 0,0 0 1 0 0,0 0-1 0 0,0 0 0 0 0,1 0 1 0 0,-1 0-1 0 0,0 0 1 0 0,0 0-1 0 0,0 0 0 0 0,0-1 1 0 0,0 1-1 0 0,1 0 0 0 0,-1 0 1 0 0,0 0-1 0 0,0 0 1 0 0,0 0-1 0 0,0 0 0 0 0,0-1 1 0 0,24-6 871 0 0,24-15 457 0 0,-26 10-1026 0 0,-8 6-1096 0 0,-1-2-1 0 0,0 0 1 0 0,21-16 0 0 0,-18 9 477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9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53 4609 0 0,'-42'14'553'0'0,"1"2"-1"0"0,-44 29 5403 0 0,85-45-5869 0 0,16 4 1741 0 0,16 2-995 0 0,38-7 66 0 0,-1-2 1 0 0,85-17-1 0 0,-30 4-127 0 0,388-25 2492 0 0,-47 5-1971 0 0,-278 22-1081 0 0,1 8-1 0 0,0 8 1 0 0,289 40-1 0 0,-161-12-703 0 0,-245-25-1324 0 0,-37-3-5731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49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19 126 3225 0 0,'-3'-3'176'0'0,"1"0"0"0"0,0-1 0 0 0,0 1 0 0 0,1-1 0 0 0,-1 1 0 0 0,1-1 0 0 0,0 0 0 0 0,-1 1 0 0 0,2-1 0 0 0,-2-7 0 0 0,1-42 6085 0 0,2 27-1626 0 0,2 48 456 0 0,8 21-4318 0 0,-2-7-617 0 0,19 155 52 0 0,2 12-1030 0 0,-22-169-2671 0 0,23 63-1 0 0,-20-70-2748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49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 8754 0 0,'-5'-3'10687'0'0,"2"17"-12111"0"0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0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4609 0 0,'10'-28'13526'0'0,"-6"23"-12297"0"0,5-6-1589 0 0,-10 16 728 0 0,0 0-1 0 0,1 0 1 0 0,-1 0-1 0 0,1-1 1 0 0,0 1-1 0 0,0 5 1 0 0,0 8-223 0 0,-5 124 105 0 0,6-122-252 0 0,0 0 1 0 0,2 0 0 0 0,0 0 0 0 0,2-1 0 0 0,6 21 0 0 0,-9-33 1 0 0,1-1 0 0 0,-1 0 0 0 0,1 0 0 0 0,1-1 0 0 0,-1 1 0 0 0,1-1 0 0 0,0 0 0 0 0,0 1 0 0 0,0-2 0 0 0,1 1 0 0 0,0 0 0 0 0,0-1 0 0 0,0 0 0 0 0,0 0 0 0 0,1-1 0 0 0,0 1 0 0 0,-1-1 0 0 0,1 0 0 0 0,7 2 0 0 0,-4-3 0 0 0,-1 0 0 0 0,1 0 0 0 0,0-1 0 0 0,0 0 0 0 0,0-1 0 0 0,-1 1 0 0 0,1-2 0 0 0,0 1 0 0 0,0-2 0 0 0,0 1 0 0 0,0-1 0 0 0,-1 0 0 0 0,14-6 0 0 0,12-6 32 0 0,-2-2 0 0 0,47-31 1 0 0,19-9-3616 0 0,-89 50 2260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0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1376 0 0,'-26'5'11619'0'0,"24"-3"-11218"0"0,0 0 47 0 0,1 1 1 0 0,0 0-1 0 0,0 0 0 0 0,-1-1 1 0 0,2 1-1 0 0,-1 0 1 0 0,0 0-1 0 0,1 0 1 0 0,-1 0-1 0 0,1 3 1 0 0,-1 7 157 0 0,1 0 0 0 0,1-1 1 0 0,4 26-1 0 0,7 12-1281 0 0,21 58 0 0 0,-26-86-685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1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60 3425 0 0,'-2'-15'-575'0'0,"1"11"1495"0"0,1-1 0 0 0,-1 1-1 0 0,0-1 1 0 0,0 1 0 0 0,0-1-1 0 0,-3-4 1 0 0,4 8-769 0 0,0 1-1 0 0,-1-1 1 0 0,1 0 0 0 0,-1 1 0 0 0,1-1-1 0 0,-1 1 1 0 0,0-1 0 0 0,1 1 0 0 0,-1-1-1 0 0,1 1 1 0 0,-1 0 0 0 0,0-1 0 0 0,1 1-1 0 0,-1 0 1 0 0,0-1 0 0 0,1 1 0 0 0,-1 0-1 0 0,0 0 1 0 0,0-1 0 0 0,1 1 0 0 0,-1 0-1 0 0,0 0 1 0 0,0 0 0 0 0,1 0 0 0 0,-1 0-1 0 0,0 0 1 0 0,0 1 0 0 0,1-1-1 0 0,-1 0 1 0 0,0 0 0 0 0,0 0 0 0 0,1 1-1 0 0,-1-1 1 0 0,0 0 0 0 0,1 1 0 0 0,-1-1-1 0 0,0 0 1 0 0,1 1 0 0 0,-1-1 0 0 0,1 1-1 0 0,-1-1 1 0 0,1 1 0 0 0,-1 0 0 0 0,0 0-1 0 0,0 0-91 0 0,0 1 0 0 0,0-1 0 0 0,0 1-1 0 0,0-1 1 0 0,1 0 0 0 0,-1 1-1 0 0,0 0 1 0 0,1-1 0 0 0,-1 1-1 0 0,1-1 1 0 0,0 1 0 0 0,-1-1 0 0 0,1 1-1 0 0,0 0 1 0 0,0-1 0 0 0,0 1-1 0 0,0 0 1 0 0,0-1 0 0 0,1 1-1 0 0,0 2 1 0 0,9 43 477 0 0,-5-29-131 0 0,6 40 139 0 0,-3-12-572 0 0,2-1 1 0 0,1 0-1 0 0,28 68 1 0 0,-30-94-6681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2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1 122 8290 0 0,'188'-54'9949'0'0,"2"12"-7966"0"0,-171 38-3827 0 0,0-1 0 0 0,27-11 0 0 0,-42 15 465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2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3681 0 0,'-6'6'14063'0'0,"0"14"-14758"0"0,3-10 906 0 0,1-1 0 0 0,0 1 0 0 0,1 0 1 0 0,0-1-1 0 0,0 1 0 0 0,1 0 0 0 0,0 0 0 0 0,1 0 0 0 0,0 0 1 0 0,0-1-1 0 0,1 1 0 0 0,0-1 0 0 0,7 16 0 0 0,-5-17-88 0 0,0 1 0 0 0,1-1 0 0 0,1 0 0 0 0,-1-1 0 0 0,1 1 0 0 0,0-1 0 0 0,1 0-1 0 0,0-1 1 0 0,0 0 0 0 0,0 0 0 0 0,1 0 0 0 0,0-1 0 0 0,16 8 0 0 0,-4-3 226 0 0,37 10-1 0 0,15 8-281 0 0,-71-28-65 0 0,0 1 0 0 0,0 0 1 0 0,1-1-1 0 0,-1 1 0 0 0,0 0 0 0 0,0-1 0 0 0,0 1 0 0 0,0 0 0 0 0,0 0 0 0 0,0 0 1 0 0,-1 0-1 0 0,1 0 0 0 0,0 0 0 0 0,0 0 0 0 0,-1 0 0 0 0,1 0 0 0 0,0 0 0 0 0,-1 1 1 0 0,1-1-1 0 0,-1 0 0 0 0,0 0 0 0 0,1 0 0 0 0,-1 1 0 0 0,0 2 0 0 0,0-2 4 0 0,0 1 0 0 0,-1-1 0 0 0,1 1 0 0 0,-1-1 0 0 0,0 1-1 0 0,0-1 1 0 0,0 1 0 0 0,0-1 0 0 0,0 1 0 0 0,-1-1 0 0 0,-2 4-1 0 0,-3 2 13 0 0,0 1-1 0 0,-1-1 1 0 0,0 0-1 0 0,-15 11 1 0 0,-2-2-1026 0 0,-1-1 0 0 0,-1-2 1 0 0,0 0-1 0 0,-32 10 0 0 0,42-17-5556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5529 0 0,'6'5'11350'0'0,"24"-11"-8480"0"0,36-13-2209 0 0,-40 11-663 0 0,41-14 303 0 0,-21 13-6502 0 0,-25 7-41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54 8034 0 0,'-4'7'176'0'0,"1"-3"40"0"0,3-2 8 0 0,0-1 0 0 0,1-1-224 0 0,3 0 0 0 0,-1 2 0 0 0,3-2 0 0 0,2-2 376 0 0,5 1 32 0 0,2-1 8 0 0,3-3 0 0 0,1 1-416 0 0,2-6-176 0 0,0-3 16 0 0,0 0 0 0 0,3-7 160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 6449 0 0,'10'-6'5798'0'0,"19"-1"-3239"0"0,92-14 2851 0 0,-25 4-4650 0 0,-95 17-809 0 0,31-1-1082 0 0,-31 1 944 0 0,1 0 0 0 0,-1 0 0 0 0,0 0 1 0 0,0 0-1 0 0,0 0 0 0 0,0 1 0 0 0,0-1 0 0 0,0 0 0 0 0,-1 1 1 0 0,1-1-1 0 0,0 1 0 0 0,0-1 0 0 0,0 1 0 0 0,0-1 0 0 0,0 1 1 0 0,-1 0-1 0 0,1 0 0 0 0,0-1 0 0 0,0 1 0 0 0,-1 0 0 0 0,1 0 1 0 0,-1 0-1 0 0,1-1 0 0 0,-1 1 0 0 0,1 0 0 0 0,-1 0 0 0 0,1 0 1 0 0,-1 1-1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 6913 0 0,'-8'2'359'0'0,"1"0"-1"0"0,-1 1 0 0 0,1 0 0 0 0,-1 1 0 0 0,1 0 0 0 0,0 0 0 0 0,0 0 0 0 0,1 1 0 0 0,-1 0 0 0 0,1 0 0 0 0,0 1 0 0 0,1-1 0 0 0,-1 1 0 0 0,1 1 0 0 0,-6 7 0 0 0,-3 7 711 0 0,1 0-1 0 0,1 0 0 0 0,-16 41 1 0 0,24-52-854 0 0,0 0 1 0 0,0 1-1 0 0,1-1 0 0 0,1 1 1 0 0,0 0-1 0 0,0 0 1 0 0,1 0-1 0 0,1 17 1 0 0,0-23-164 0 0,1-1 0 0 0,0 1 0 0 0,0-1 0 0 0,0 0-1 0 0,0 1 1 0 0,1-1 0 0 0,0 0 0 0 0,0 0 0 0 0,0 0 0 0 0,0-1 0 0 0,1 1 0 0 0,-1 0 0 0 0,1-1 0 0 0,0 1 0 0 0,0-1 0 0 0,0 0 0 0 0,1 0 0 0 0,-1 0 0 0 0,1-1 0 0 0,0 1 0 0 0,-1-1 0 0 0,1 0 0 0 0,0 0 0 0 0,5 2 0 0 0,7 1 31 0 0,1 0 1 0 0,0-1-1 0 0,1-1 1 0 0,-1 0-1 0 0,0-2 1 0 0,1 0 0 0 0,0-1-1 0 0,28-3 1 0 0,-23 2 14 0 0,1 0 0 0 0,-1 2 0 0 0,45 6 0 0 0,-66-7-97 0 0,0 0-1 0 0,1 1 1 0 0,-1-1 0 0 0,0 1 0 0 0,0-1-1 0 0,0 1 1 0 0,0 0 0 0 0,0 0-1 0 0,0 0 1 0 0,0 0 0 0 0,-1 0 0 0 0,1 1-1 0 0,0-1 1 0 0,0 1 0 0 0,-1-1-1 0 0,1 1 1 0 0,-1-1 0 0 0,0 1 0 0 0,1 0-1 0 0,-1 0 1 0 0,2 3 0 0 0,-3-3-2 0 0,1 1 0 0 0,-1-1 0 0 0,1 1 1 0 0,-1-1-1 0 0,0 1 0 0 0,0 0 0 0 0,0-1 0 0 0,-1 1 0 0 0,1-1 1 0 0,0 1-1 0 0,-1 0 0 0 0,0-1 0 0 0,0 1 0 0 0,0-1 1 0 0,-1 4-1 0 0,-4 4 25 0 0,0 0 0 0 0,0 0 0 0 0,-1-1 0 0 0,0 1 0 0 0,-1-1 0 0 0,-15 14 0 0 0,7-11-171 0 0,0 0-1 0 0,-1-1 1 0 0,0-1 0 0 0,-1 0 0 0 0,0-2 0 0 0,-37 13 0 0 0,40-16-1096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147 232 3225 0 0,'-45'4'557'0'0,"13"0"3917"0"0,-38 9-1 0 0,228-43 604 0 0,-35 8-3848 0 0,586-97 2677 0 0,-535 81-3721 0 0,-127 25-419 0 0,0 2 0 0 0,97-9-1 0 0,-110 22-511 0 0,-12 5-5324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8754 0 0,'6'-6'3765'0'0,"-5"6"-3527"0"0,-1-1 0 0 0,1 1-1 0 0,0 0 1 0 0,-1 0 0 0 0,1 0 0 0 0,-1-1 0 0 0,1 1-1 0 0,0 0 1 0 0,-1 0 0 0 0,1 0 0 0 0,-1 0 0 0 0,1 0 0 0 0,0 0-1 0 0,-1 0 1 0 0,1 1 0 0 0,0-1 0 0 0,-1 0 0 0 0,1 0-1 0 0,0 1-63 0 0,0 0 0 0 0,0 0 0 0 0,0 0 0 0 0,-1 0 0 0 0,1 0 0 0 0,0 0-1 0 0,-1 0 1 0 0,1 1 0 0 0,-1-1 0 0 0,1 0 0 0 0,-1 0 0 0 0,0 0 0 0 0,0 1-1 0 0,1 0 1 0 0,0 43 459 0 0,-3-25-442 0 0,-6 122 548 0 0,8-126-615 0 0,0-1 0 0 0,2 1 1 0 0,0-1-1 0 0,0 1 0 0 0,2-1 0 0 0,9 28 0 0 0,-11-39-82 0 0,-1 1 1 0 0,2-1-1 0 0,-1 0 0 0 0,0 0 1 0 0,1 0-1 0 0,0 0 1 0 0,0 0-1 0 0,0 0 1 0 0,0-1-1 0 0,1 1 0 0 0,-1-1 1 0 0,1 0-1 0 0,0 0 1 0 0,0 0-1 0 0,9 4 1 0 0,-8-6-31 0 0,0 1 0 0 0,0-1 0 0 0,0 0 0 0 0,0 0 0 0 0,0-1 0 0 0,0 1 0 0 0,0-1 0 0 0,0 0 0 0 0,1-1 0 0 0,-1 1 0 0 0,0-1 0 0 0,0 0 0 0 0,0 0 0 0 0,8-4 0 0 0,15-5 83 0 0,0-2 1 0 0,-1 0-1 0 0,49-33 1 0 0,65-62-4286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6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 6449 0 0,'-8'1'456'0'0,"0"0"0"0"0,0 1 0 0 0,0 0 0 0 0,1 1 0 0 0,-1 0 0 0 0,1 0 0 0 0,-10 6-1 0 0,15-8-87 0 0,-1 0-1 0 0,1 0 0 0 0,0 1 0 0 0,1-1 0 0 0,-1 1 0 0 0,0 0 0 0 0,0 0 1 0 0,1-1-1 0 0,-1 1 0 0 0,1 0 0 0 0,-1 0 0 0 0,1 1 0 0 0,0-1 0 0 0,0 0 1 0 0,0 0-1 0 0,0 0 0 0 0,0 1 0 0 0,1-1 0 0 0,-1 1 0 0 0,1-1 0 0 0,-1 0 1 0 0,1 1-1 0 0,0-1 0 0 0,0 1 0 0 0,0-1 0 0 0,0 1 0 0 0,1 4 0 0 0,37 190 2988 0 0,-2 103-2894 0 0,-31-228-526 0 0,3 50-178 0 0,-5-40-3051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8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88 5065 0 0,'-62'5'7275'0'0,"76"-8"-5576"0"0,6-1-1356 0 0,274-40 5158 0 0,-168 28-4824 0 0,-55 4-1720 0 0,-41 6-2067 0 0,-17 4 527 0 0,13-4-3375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 14283 0 0,'0'-5'203'0'0,"0"0"1"0"0,0 1-1 0 0,0-1 1 0 0,0 1-1 0 0,1-1 0 0 0,0 0 1 0 0,0 1-1 0 0,1-1 1 0 0,-1 1-1 0 0,1 0 1 0 0,0 0-1 0 0,0-1 0 0 0,4-5 1 0 0,-1 1 1870 0 0,-5 9-2003 0 0,0 0 0 0 0,1 0 0 0 0,-1 0 0 0 0,1 0 0 0 0,-1 0 0 0 0,0 0 0 0 0,1 1 0 0 0,-1-1 0 0 0,0 0 0 0 0,1 0 0 0 0,-1 0 0 0 0,0 1 0 0 0,1-1 0 0 0,-1 0 0 0 0,0 0 0 0 0,0 1 0 0 0,1-1 0 0 0,-1 0 0 0 0,0 1-1 0 0,0-1 1 0 0,1 0 0 0 0,-1 1 0 0 0,0-1 0 0 0,0 0 0 0 0,0 1 0 0 0,0-1 0 0 0,0 0 0 0 0,1 1 0 0 0,-1-1 0 0 0,0 1 0 0 0,0-1 0 0 0,0 0 0 0 0,0 1 0 0 0,0-1 0 0 0,0 0 0 0 0,0 1 0 0 0,6 19 235 0 0,57 230 104 0 0,-13-85-3840 0 0,-32-113-3548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10138 0 0,'0'0'109'0'0,"-1"0"0"0"0,1 0 1 0 0,0 0-1 0 0,-1 1 0 0 0,1-1 0 0 0,-1 0 0 0 0,1 0 0 0 0,-1 0 0 0 0,1 1 1 0 0,0-1-1 0 0,-1 0 0 0 0,1 0 0 0 0,-1 1 0 0 0,1-1 0 0 0,0 0 1 0 0,-1 1-1 0 0,1-1 0 0 0,0 1 0 0 0,0-1 0 0 0,-1 0 0 0 0,1 1 0 0 0,0-1 1 0 0,0 1-1 0 0,0-1 0 0 0,-1 1 0 0 0,1-1 0 0 0,0 0 0 0 0,0 1 0 0 0,0-1 1 0 0,0 1-1 0 0,0-1 0 0 0,0 1 0 0 0,0 26 2074 0 0,11 25 494 0 0,50 233 1783 0 0,-12-49-8875 0 0,-45-220 2398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0 200 2304 0 0,'9'-16'753'0'0,"0"0"-1"0"0,1 0 0 0 0,0 1 1 0 0,2 0-1 0 0,-1 1 0 0 0,2 0 0 0 0,0 1 1 0 0,1 1-1 0 0,0 0 0 0 0,0 0 0 0 0,2 2 1 0 0,27-16-1 0 0,-41 25-628 0 0,-1 0 0 0 0,1 0 0 0 0,0 0 0 0 0,-1 0 0 0 0,1 1 0 0 0,0-1 0 0 0,-1 1 0 0 0,1-1 0 0 0,0 1 0 0 0,0-1 0 0 0,-1 1 0 0 0,1 0 0 0 0,0 0 0 0 0,0 0 0 0 0,0 0 0 0 0,0 0 0 0 0,-1 0-1 0 0,1 1 1 0 0,0-1 0 0 0,2 1 0 0 0,-3 0-57 0 0,1 0 0 0 0,-1 0 0 0 0,0 1 0 0 0,0-1 0 0 0,-1 0 0 0 0,1 0 0 0 0,0 0 0 0 0,0 1 0 0 0,0-1 0 0 0,-1 0 0 0 0,1 1 0 0 0,-1-1-1 0 0,1 1 1 0 0,-1-1 0 0 0,0 0 0 0 0,1 1 0 0 0,-1-1 0 0 0,0 1 0 0 0,0-1 0 0 0,0 1 0 0 0,0-1 0 0 0,0 1 0 0 0,0-1 0 0 0,0 1 0 0 0,-1 1 0 0 0,-6 32 215 0 0,-2-1 1 0 0,-1 0 0 0 0,-2 0 0 0 0,-25 50 0 0 0,3-4-276 0 0,24-56 141 0 0,4-11 142 0 0,0 1 1 0 0,1 0-1 0 0,1 0 0 0 0,0 0 1 0 0,1 1-1 0 0,-3 24 1 0 0,7-37-221 0 0,-1 0 0 0 0,0 0 0 0 0,0-1 0 0 0,1 1 0 0 0,-1 0-1 0 0,1 0 1 0 0,0-1 0 0 0,-1 1 0 0 0,1 0 0 0 0,0-1 0 0 0,0 1 0 0 0,0-1 0 0 0,0 1 0 0 0,0-1 0 0 0,0 0 0 0 0,0 1 0 0 0,1-1 0 0 0,-1 0 0 0 0,1 0 0 0 0,-1 0 0 0 0,0 0 0 0 0,1 0 0 0 0,0 0 0 0 0,-1 0 0 0 0,1 0 0 0 0,0-1 0 0 0,-1 1 0 0 0,1-1 0 0 0,0 1 0 0 0,-1-1 0 0 0,1 0 0 0 0,0 0 0 0 0,0 1 0 0 0,0-1 0 0 0,1-1 0 0 0,11 2 48 0 0,-1-1-1 0 0,0-1 1 0 0,21-3-1 0 0,-26 3-11 0 0,66-13 196 0 0,-11 2-1849 0 0,-22 6-4456 0 0,-18 5-824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0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75 372 10594 0 0,'30'-35'5906'0'0,"-22"25"-4734"0"0,-1-1 1 0 0,0 0 0 0 0,11-22 0 0 0,-11 18-845 0 0,-1-1 1 0 0,7-31 0 0 0,-10 35-356 0 0,-1 0-1 0 0,0 0 1 0 0,-1-1 0 0 0,-1 1 0 0 0,0 0 0 0 0,0-1 0 0 0,-1 1-1 0 0,-1-1 1 0 0,0 1 0 0 0,-6-20 0 0 0,7 30 21 0 0,1 0 1 0 0,-1 0-1 0 0,1 0 0 0 0,-1 0 0 0 0,0 0 1 0 0,0 1-1 0 0,0-1 0 0 0,0 0 0 0 0,0 0 1 0 0,0 1-1 0 0,-1-1 0 0 0,1 1 0 0 0,0-1 1 0 0,-1 1-1 0 0,1-1 0 0 0,-1 1 0 0 0,0 0 1 0 0,1 0-1 0 0,-1 0 0 0 0,0 0 1 0 0,0 0-1 0 0,0 0 0 0 0,0 0 0 0 0,0 1 1 0 0,0-1-1 0 0,0 1 0 0 0,0-1 0 0 0,0 1 1 0 0,0 0-1 0 0,0 0 0 0 0,0 0 0 0 0,0 0 1 0 0,0 0-1 0 0,0 0 0 0 0,0 1 1 0 0,0-1-1 0 0,0 1 0 0 0,0-1 0 0 0,0 1 1 0 0,0 0-1 0 0,1 0 0 0 0,-1-1 0 0 0,0 1 1 0 0,0 1-1 0 0,-2 0 0 0 0,-3 3-43 0 0,1 0-1 0 0,-1 0 0 0 0,1 0 1 0 0,0 1-1 0 0,0-1 1 0 0,0 2-1 0 0,1-1 0 0 0,0 0 1 0 0,0 1-1 0 0,-4 9 0 0 0,5-6 23 0 0,0 1 0 0 0,1-1 0 0 0,0 0 0 0 0,0 1 0 0 0,1 0 0 0 0,1 0 0 0 0,0-1 0 0 0,1 1 0 0 0,0 0 0 0 0,0 0 0 0 0,1 0 0 0 0,0 0 0 0 0,1-1 0 0 0,1 1 0 0 0,-1-1 0 0 0,9 19 0 0 0,-7-18 22 0 0,1 0 0 0 0,0 0 0 0 0,1-1 1 0 0,1 0-1 0 0,-1 0 0 0 0,1-1 0 0 0,1 0 0 0 0,0 0 1 0 0,0-1-1 0 0,1 0 0 0 0,0 0 0 0 0,0-1 1 0 0,1 0-1 0 0,-1-1 0 0 0,18 8 0 0 0,-17-10-345 0 0,0-1 0 0 0,0-1 0 0 0,0 0-1 0 0,0 0 1 0 0,1-1 0 0 0,-1 0-1 0 0,1-1 1 0 0,12-1 0 0 0,6 0-5996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0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54 156 3225 0 0,'4'-7'121'0'0,"0"0"0"0"0,-1 0 0 0 0,0 0 0 0 0,0 0 1 0 0,0-1-1 0 0,-1 1 0 0 0,2-13 0 0 0,-4 16 225 0 0,1 1 0 0 0,-1 0 0 0 0,0-1 0 0 0,0 1 0 0 0,-1-1-1 0 0,1 1 1 0 0,-1 0 0 0 0,-2-7 0 0 0,2 8 125 0 0,0-1 0 0 0,0 1 0 0 0,0 0 0 0 0,0 0 0 0 0,-1 0 0 0 0,1 0 0 0 0,-1 0 0 0 0,0 0 0 0 0,1 0 0 0 0,-1 0-1 0 0,0 1 1 0 0,0-1 0 0 0,-3-1 0 0 0,4 2-329 0 0,1 1-1 0 0,-1 0 1 0 0,1 0 0 0 0,-1-1-1 0 0,1 1 1 0 0,-1 0-1 0 0,1 0 1 0 0,-1-1-1 0 0,0 1 1 0 0,1 0-1 0 0,-1 0 1 0 0,1 0 0 0 0,-1 0-1 0 0,0 0 1 0 0,1 0-1 0 0,-1 0 1 0 0,1 0-1 0 0,-1 0 1 0 0,0 0 0 0 0,1 0-1 0 0,-1 0 1 0 0,1 1-1 0 0,-1-1 1 0 0,1 0-1 0 0,-1 0 1 0 0,0 1-1 0 0,1-1 1 0 0,-1 0 0 0 0,1 1-1 0 0,-1-1 1 0 0,1 0-1 0 0,-1 2 1 0 0,-11 22 1607 0 0,1 32-1311 0 0,11-54-362 0 0,-6 58 9 0 0,2 1-1 0 0,9 117 1 0 0,-4-169-98 0 0,1-1 0 0 0,0 0 0 0 0,0 0 0 0 0,6 16 0 0 0,-7-23-22 0 0,0 1 1 0 0,-1 0-1 0 0,1 0 0 0 0,0-1 0 0 0,0 1 0 0 0,0-1 1 0 0,0 1-1 0 0,0 0 0 0 0,0-1 0 0 0,0 0 0 0 0,1 1 1 0 0,-1-1-1 0 0,0 0 0 0 0,1 0 0 0 0,-1 0 0 0 0,1 0 1 0 0,0 0-1 0 0,-1 0 0 0 0,1 0 0 0 0,0 0 0 0 0,-1-1 1 0 0,1 1-1 0 0,0 0 0 0 0,0-1 0 0 0,0 0 0 0 0,-1 1 1 0 0,1-1-1 0 0,2 0 0 0 0,-2-1-30 0 0,-1 1 0 0 0,0-1 0 0 0,1 0 0 0 0,-1 1 0 0 0,0-1 0 0 0,0 0 0 0 0,1 0 0 0 0,-1 0 1 0 0,0 0-1 0 0,0 0 0 0 0,0 0 0 0 0,0-1 0 0 0,0 1 0 0 0,-1 0 0 0 0,1 0 0 0 0,0-1 0 0 0,0 1 0 0 0,-1-1 0 0 0,1 1 0 0 0,-1 0 0 0 0,1-3 0 0 0,9-36-217 0 0,-8 33 178 0 0,9-66 547 0 0,5-21 251 0 0,-13 85-487 0 0,-1-1 0 0 0,1 1 1 0 0,1-1-1 0 0,0 1 1 0 0,0 0-1 0 0,11-16 0 0 0,-14 23-172 0 0,0 1-1 0 0,0-1 1 0 0,0 1-1 0 0,0-1 1 0 0,0 1-1 0 0,0 0 1 0 0,1-1-1 0 0,-1 1 1 0 0,0 0 0 0 0,1 0-1 0 0,-1 0 1 0 0,1 0-1 0 0,-1 0 1 0 0,1 0-1 0 0,-1 0 1 0 0,1 1-1 0 0,0-1 1 0 0,-1 0-1 0 0,1 1 1 0 0,0-1-1 0 0,0 1 1 0 0,0 0-1 0 0,-1 0 1 0 0,1 0-1 0 0,0 0 1 0 0,0 0-1 0 0,0 0 1 0 0,-1 0-1 0 0,1 0 1 0 0,0 1-1 0 0,0-1 1 0 0,-1 1-1 0 0,1-1 1 0 0,0 1-1 0 0,-1 0 1 0 0,1-1-1 0 0,0 1 1 0 0,-1 0-1 0 0,1 0 1 0 0,-1 0-1 0 0,0 0 1 0 0,3 3-1 0 0,5 6 22 0 0,0 0 0 0 0,0 0 0 0 0,-1 1 0 0 0,12 21-1 0 0,-7-11-1 0 0,-7-13-21 0 0,0 0 1 0 0,0-1-1 0 0,1 0 0 0 0,0 0 1 0 0,10 8-1 0 0,-14-13-17 0 0,-1 0 0 0 0,0 0 0 0 0,1-1 0 0 0,0 1 0 0 0,-1-1 0 0 0,1 1 0 0 0,0-1 0 0 0,0 0 1 0 0,0 0-1 0 0,0 0 0 0 0,0 0 0 0 0,0-1 0 0 0,0 1 0 0 0,0-1 0 0 0,0 0 0 0 0,0 0 0 0 0,0 0 0 0 0,1 0 0 0 0,-1-1 0 0 0,0 1 0 0 0,3-2 0 0 0,-4 2 25 0 0,0-1 0 0 0,-1 0 0 0 0,1-1 1 0 0,0 1-1 0 0,-1 0 0 0 0,1 0 0 0 0,-1-1 0 0 0,1 1 0 0 0,-1-1 0 0 0,0 1 0 0 0,0-1 0 0 0,1 0 0 0 0,-1 1 0 0 0,0-1 0 0 0,0 0 0 0 0,-1 0 0 0 0,1 0 0 0 0,0 1 0 0 0,-1-1 0 0 0,1 0 0 0 0,-1 0 0 0 0,1-4 1 0 0,0-5 44 0 0,0 0 0 0 0,-1-1 0 0 0,-2-10 0 0 0,1 5-41 0 0,-1-34-199 0 0,0-30 108 0 0,3 27-6826 0 0,2 31-618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5177 0 0,'0'-16'0'0'0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34 11979 0 0,'-11'-10'1944'0'0,"9"7"-1385"0"0,0 1-1 0 0,0 0 1 0 0,0 0-1 0 0,0 0 1 0 0,-1 0-1 0 0,1 0 1 0 0,-1 1-1 0 0,0-1 1 0 0,1 1 0 0 0,-1-1-1 0 0,-3 0 1 0 0,5 2-498 0 0,1 0 1 0 0,-1 1 0 0 0,1-1-1 0 0,-1 1 1 0 0,1-1 0 0 0,0 1-1 0 0,-1-1 1 0 0,1 1 0 0 0,0-1-1 0 0,-1 1 1 0 0,1-1 0 0 0,0 1-1 0 0,-1-1 1 0 0,1 1 0 0 0,0 0-1 0 0,0-1 1 0 0,0 1 0 0 0,0-1-1 0 0,0 1 1 0 0,-1 0 0 0 0,1-1-1 0 0,0 1 1 0 0,0-1 0 0 0,1 1-1 0 0,-1 0 1 0 0,0-1 0 0 0,0 2-1 0 0,2 23 335 0 0,-2-20-300 0 0,38 269 967 0 0,-14-118-904 0 0,73 567-1527 0 0,-95-700 694 0 0,2 8-5260 0 0,1-11-986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53 433 5065 0 0,'-13'-59'188'0'0,"0"6"2363"0"0,3-2 0 0 0,-6-101 1 0 0,16 151-2236 0 0,0 0 1 0 0,0 0 0 0 0,1 0 0 0 0,0 0-1 0 0,0 1 1 0 0,0-1 0 0 0,1 0 0 0 0,-1 0-1 0 0,1 1 1 0 0,0-1 0 0 0,0 1 0 0 0,1 0-1 0 0,-1 0 1 0 0,1 0 0 0 0,0 0 0 0 0,0 0-1 0 0,0 0 1 0 0,1 1 0 0 0,5-5-1 0 0,-5 5-189 0 0,-1 1 0 0 0,1 0-1 0 0,-1 0 1 0 0,1 1 0 0 0,0-1-1 0 0,0 1 1 0 0,0 0 0 0 0,0 0-1 0 0,0 0 1 0 0,0 0-1 0 0,0 1 1 0 0,0-1 0 0 0,0 1-1 0 0,1 0 1 0 0,-1 0 0 0 0,0 1-1 0 0,0-1 1 0 0,0 1 0 0 0,0 0-1 0 0,0 0 1 0 0,0 1-1 0 0,0-1 1 0 0,5 3 0 0 0,-4-1-100 0 0,1 0 1 0 0,-1 1-1 0 0,0-1 0 0 0,0 1 1 0 0,0 0-1 0 0,0 0 1 0 0,0 0-1 0 0,-1 1 1 0 0,0 0-1 0 0,0 0 0 0 0,-1 0 1 0 0,5 7-1 0 0,-3-3-21 0 0,-1 1 1 0 0,0-1-1 0 0,0 1 0 0 0,-1 1 0 0 0,-1-1 0 0 0,3 18 1 0 0,-2 1-28 0 0,-2 0 0 0 0,-2 0 0 0 0,0 0 1 0 0,-7 39-1 0 0,-39 146-271 0 0,-2 8 660 0 0,49-220-337 0 0,0 0 0 0 0,-1-1 0 0 0,1 1 0 0 0,0 0 0 0 0,0 0 1 0 0,0 0-1 0 0,0 0 0 0 0,0-1 0 0 0,0 1 0 0 0,0 0 0 0 0,1 0 0 0 0,-1 0 0 0 0,1-1 0 0 0,0 1 1 0 0,-1 0-1 0 0,1 0 0 0 0,0-1 0 0 0,0 1 0 0 0,0-1 0 0 0,0 1 0 0 0,0-1 0 0 0,0 1 1 0 0,3 1-1 0 0,-2-1 15 0 0,1-1 1 0 0,0 1-1 0 0,0-1 1 0 0,0 0-1 0 0,0 0 1 0 0,0-1-1 0 0,0 1 1 0 0,1 0-1 0 0,-1-1 1 0 0,0 0-1 0 0,0 0 1 0 0,0 0-1 0 0,5-1 0 0 0,66-4 381 0 0,-28 1-362 0 0,0 2-1 0 0,52 4 1 0 0,-82 0-510 0 0,1 0 0 0 0,-1 2 0 0 0,0-1 0 0 0,0 2 0 0 0,-1 0 0 0 0,1 1 0 0 0,-1 1 1 0 0,0 0-1 0 0,24 16 0 0 0,-16-6-668 0 0,0 0 0 0 0,28 29 1 0 0,-24-16 976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0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0 566 11058 0 0,'0'0'17'0'0,"0"0"-1"0"0,0 0 1 0 0,0 0 0 0 0,1 0-1 0 0,-1 0 1 0 0,0 0-1 0 0,0 0 1 0 0,0 0-1 0 0,0 0 1 0 0,0 0-1 0 0,0 0 1 0 0,0 0-1 0 0,0 0 1 0 0,0 0-1 0 0,0 0 1 0 0,1 0-1 0 0,-1 0 1 0 0,0 0 0 0 0,0 0-1 0 0,0 0 1 0 0,0 0-1 0 0,0 0 1 0 0,0 0-1 0 0,0 0 1 0 0,0 1-1 0 0,0-1 1 0 0,0 0-1 0 0,0 0 1 0 0,0 0-1 0 0,0 0 1 0 0,1 0 0 0 0,-1 0-1 0 0,0 0 1 0 0,0 0-1 0 0,0 0 1 0 0,0 0-1 0 0,0 0 1 0 0,0 0-1 0 0,0 1 1 0 0,0-1-1 0 0,0 0 1 0 0,0 0-1 0 0,0 0 1 0 0,0 0-1 0 0,0 0 1 0 0,0 0 0 0 0,0 0-1 0 0,0 0 1 0 0,0 0-1 0 0,0 0 1 0 0,0 1-1 0 0,0-1 1 0 0,0 0-1 0 0,0 0 1 0 0,0 0-1 0 0,0 0 1 0 0,0 0-1 0 0,0 0 1 0 0,0 0 0 0 0,-1 0-1 0 0,1 0 1 0 0,0 0-1 0 0,0 0 1 0 0,0 0-1 0 0,0 1 1 0 0,0-1-1 0 0,0 0 1 0 0,0 0-1 0 0,0 0 1 0 0,10-5 988 0 0,10-8 570 0 0,7-7-28 0 0,0-2-1 0 0,-2 0 0 0 0,23-27 1 0 0,-30 28-1308 0 0,-1 0 0 0 0,0 0 0 0 0,-2-2 1 0 0,-1 0-1 0 0,-1-1 0 0 0,0 0 0 0 0,13-39 1 0 0,-23 50-226 0 0,1 0 1 0 0,-2 0 0 0 0,0-1-1 0 0,0 1 1 0 0,-1 0 0 0 0,-2-23-1 0 0,1 31-10 0 0,0 0 0 0 0,-1 0 0 0 0,0 0 0 0 0,1 0 0 0 0,-2 1 0 0 0,1-1 0 0 0,0 1 0 0 0,-1-1 0 0 0,0 1 0 0 0,0-1 0 0 0,-1 1 0 0 0,1 0-1 0 0,-1 0 1 0 0,0 0 0 0 0,0 0 0 0 0,0 0 0 0 0,0 1 0 0 0,-1 0 0 0 0,1-1 0 0 0,-1 1 0 0 0,-7-4 0 0 0,7 5-10 0 0,0 1 1 0 0,1 0-1 0 0,-1 0 0 0 0,0 0 1 0 0,0 0-1 0 0,-1 1 0 0 0,1-1 1 0 0,0 1-1 0 0,0 0 1 0 0,0 0-1 0 0,0 1 0 0 0,0-1 1 0 0,0 1-1 0 0,0 0 0 0 0,0 0 1 0 0,0 0-1 0 0,0 1 0 0 0,1-1 1 0 0,-1 1-1 0 0,0 0 0 0 0,1 0 1 0 0,-1 0-1 0 0,1 1 1 0 0,-4 3-1 0 0,1-2-5 0 0,1 0 1 0 0,0 1-1 0 0,1 0 1 0 0,-1 0-1 0 0,1 0 0 0 0,0 0 1 0 0,0 1-1 0 0,1 0 0 0 0,-1-1 1 0 0,1 1-1 0 0,1 1 1 0 0,-1-1-1 0 0,1 0 0 0 0,-2 8 1 0 0,3-2 7 0 0,0 1 1 0 0,1 0-1 0 0,1-1 1 0 0,0 1-1 0 0,0-1 1 0 0,1 1-1 0 0,8 23 0 0 0,-5-19 22 0 0,1 0-1 0 0,1 0 1 0 0,1 0-1 0 0,18 28 1 0 0,-22-38-10 0 0,1 0 0 0 0,0 0-1 0 0,1 0 1 0 0,0-1 0 0 0,0 0 0 0 0,0 0 0 0 0,1-1-1 0 0,0 0 1 0 0,0 0 0 0 0,0 0 0 0 0,0-1 0 0 0,1 0-1 0 0,0 0 1 0 0,0-1 0 0 0,0 0 0 0 0,0-1 0 0 0,0 1-1 0 0,0-2 1 0 0,1 1 0 0 0,-1-1 0 0 0,1 0 0 0 0,-1-1 0 0 0,1 0-1 0 0,0 0 1 0 0,-1-1 0 0 0,1 0 0 0 0,-1-1 0 0 0,0 0-1 0 0,1 0 1 0 0,-1 0 0 0 0,0-1 0 0 0,15-8 0 0 0,-9 3-568 0 0,1-1 0 0 0,-1-1 0 0 0,-1 0 0 0 0,19-18 0 0 0,19-26-4352 0 0,-35 34-921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0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13 920 0 0,'-1'-1'353'0'0,"0"0"0"0"0,0 0 0 0 0,0 0 1 0 0,0 0-1 0 0,0 0 0 0 0,0 1 0 0 0,0-1 0 0 0,0 0 0 0 0,-1 1 0 0 0,1-1 0 0 0,0 1 0 0 0,-1-1 0 0 0,1 1 1 0 0,0-1-1 0 0,-1 1 0 0 0,1 0 0 0 0,0 0 0 0 0,-1 0 0 0 0,1-1 0 0 0,0 1 0 0 0,-3 1 0 0 0,-33-2 3651 0 0,32 2-3615 0 0,-1 0 0 0 0,1 1 1 0 0,0 0-1 0 0,-1 0 0 0 0,1 0 0 0 0,0 1 0 0 0,0-1 0 0 0,1 1 1 0 0,-1 0-1 0 0,1 1 0 0 0,-1-1 0 0 0,1 1 0 0 0,0 0 1 0 0,0 0-1 0 0,1 0 0 0 0,-1 0 0 0 0,1 1 0 0 0,-5 8 0 0 0,-4 9 102 0 0,1 0 0 0 0,1 1 0 0 0,-6 23-1 0 0,3-10-200 0 0,4-12-200 0 0,-6 13-3 0 0,-13 51 1 0 0,26-79-88 0 0,0 1 0 0 0,0-1 0 0 0,1 0 0 0 0,0 1 0 0 0,1-1 0 0 0,0 1 0 0 0,0-1 0 0 0,1 1 1 0 0,0-1-1 0 0,1 1 0 0 0,3 10 0 0 0,-4-17-11 0 0,-1-1 1 0 0,1 0-1 0 0,0 0 0 0 0,0 0 1 0 0,0 0-1 0 0,0 0 0 0 0,0 0 1 0 0,1 0-1 0 0,-1-1 0 0 0,1 1 1 0 0,-1 0-1 0 0,1-1 0 0 0,-1 1 1 0 0,1-1-1 0 0,0 1 0 0 0,3 1 1 0 0,-3-3-28 0 0,-1 1 1 0 0,1-1 0 0 0,-1 0 0 0 0,1 1 0 0 0,-1-1-1 0 0,1 0 1 0 0,-1 0 0 0 0,0 0 0 0 0,1 0 0 0 0,-1-1-1 0 0,1 1 1 0 0,-1 0 0 0 0,1-1 0 0 0,-1 1 0 0 0,0-1-1 0 0,1 1 1 0 0,-1-1 0 0 0,0 1 0 0 0,2-2 0 0 0,3-2-74 0 0,-1 0 0 0 0,0 0 0 0 0,-1-1 1 0 0,1 1-1 0 0,-1-1 0 0 0,0 0 1 0 0,0 0-1 0 0,0-1 0 0 0,5-10 0 0 0,1-10 296 0 0,-1-1 0 0 0,-1 0 0 0 0,-1 0 0 0 0,-1-1 0 0 0,-1 0 0 0 0,1-53-1 0 0,-3 38 524 0 0,-3 43-702 0 0,0-1-1 0 0,0 1 1 0 0,0 0-1 0 0,0-1 1 0 0,0 1 0 0 0,0 0-1 0 0,0-1 1 0 0,-1 1-1 0 0,1 0 1 0 0,0-1-1 0 0,1 1 1 0 0,-1 0 0 0 0,0-1-1 0 0,0 1 1 0 0,0 0-1 0 0,0-1 1 0 0,0 1-1 0 0,0 0 1 0 0,0-1 0 0 0,0 1-1 0 0,0 0 1 0 0,1-1-1 0 0,-1 1 1 0 0,0 0-1 0 0,0-1 1 0 0,1 1 0 0 0,-1 0-1 0 0,0 0 1 0 0,0-1-1 0 0,1 1 1 0 0,-1 0-1 0 0,0 0 1 0 0,0 0 0 0 0,1-1-1 0 0,-1 1 1 0 0,0 0-1 0 0,1 0 1 0 0,-1 0-1 0 0,0 0 1 0 0,1 0 0 0 0,0-1-1 0 0,9 15 372 0 0,8 27 154 0 0,-17-41-530 0 0,53 156-1 0 0,17 41 0 0 0,-54-159 0 0 0,1 0 0 0 0,2-2 0 0 0,26 38 0 0 0,-35-58 16 0 0,18 25 88 0 0,-27-38-92 0 0,0-1-1 0 0,1 1 1 0 0,-1-1 0 0 0,1 1 0 0 0,0-1 0 0 0,-1 0-1 0 0,1 0 1 0 0,0 0 0 0 0,0 0 0 0 0,6 2-1 0 0,-8-4 2 0 0,0 0-1 0 0,0 0 0 0 0,-1-1 0 0 0,1 1 0 0 0,0 0 0 0 0,-1 0 0 0 0,1 0 0 0 0,0-1 0 0 0,-1 1 0 0 0,1 0 0 0 0,0-1 1 0 0,-1 1-1 0 0,1 0 0 0 0,0-1 0 0 0,-1 1 0 0 0,1-1 0 0 0,-1 1 0 0 0,1-1 0 0 0,-1 1 0 0 0,1-1 0 0 0,-1 0 0 0 0,1 1 1 0 0,-1-1-1 0 0,0 1 0 0 0,1-1 0 0 0,-1 0 0 0 0,0 1 0 0 0,0-1 0 0 0,1 0 0 0 0,-1 0 0 0 0,0 1 0 0 0,0-1 0 0 0,0 0 1 0 0,0 0-1 0 0,5-29 102 0 0,-4 29-109 0 0,3-76 350 0 0,-5-92 0 0 0,0-45-515 0 0,4 185-1164 0 0,0 0 1 0 0,2 0-1 0 0,1 1 1 0 0,1-1 0 0 0,13-32-1 0 0,0 15-6048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10 117 11979 0 0,'-9'4'3244'0'0,"16"-19"2110"0"0,-2 8-4200 0 0,2-6-873 0 0,24-37 960 0 0,-29 47-1459 0 0,0-1 0 0 0,1 1 1 0 0,-1 0-1 0 0,1 1 1 0 0,0-1-1 0 0,0 0 1 0 0,0 1-1 0 0,0 0 1 0 0,0-1-1 0 0,0 1 0 0 0,1 1 1 0 0,6-4-1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72 6449 0 0,'-1'1'57'0'0,"1"1"0"0"0,-1-1 0 0 0,1 0 0 0 0,-1 1-1 0 0,1-1 1 0 0,0 1 0 0 0,0-1 0 0 0,0 0 0 0 0,-1 1-1 0 0,1-1 1 0 0,1 1 0 0 0,-1-1 0 0 0,0 1 0 0 0,0-1 0 0 0,0 0-1 0 0,1 1 1 0 0,-1-1 0 0 0,1 1 0 0 0,0 1 0 0 0,1-2 96 0 0,-1-1 0 0 0,1 1 1 0 0,-1-1-1 0 0,1 0 0 0 0,-1 0 1 0 0,1 1-1 0 0,-1-1 1 0 0,1 0-1 0 0,-1 0 0 0 0,1 0 1 0 0,-1-1-1 0 0,1 1 0 0 0,-1 0 1 0 0,1 0-1 0 0,-1-1 0 0 0,1 1 1 0 0,-1-1-1 0 0,1 0 1 0 0,1 0-1 0 0,16-7 269 0 0,-1-1-1 0 0,30-19 1 0 0,-32 18-1545 0 0,0 1 0 0 0,1 0 0 0 0,29-10 0 0 0,-24 12 1083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184 383 3225 0 0,'-31'7'2855'0'0,"23"-4"-2085"0"0,1-1 1 0 0,0-1-1 0 0,-1 0 1 0 0,1 0-1 0 0,-11 0 1 0 0,15-1-479 0 0,-1-1 0 0 0,0 1 0 0 0,1-1 0 0 0,-1 0 0 0 0,1 0 1 0 0,-1-1-1 0 0,1 1 0 0 0,-1-1 0 0 0,1 0 0 0 0,0 1 0 0 0,0-2 0 0 0,0 1 0 0 0,0 0 0 0 0,-4-4 1 0 0,3 1-122 0 0,-1 0 0 0 0,1 0 0 0 0,0-1 0 0 0,1 0 0 0 0,-1 1 0 0 0,1-1 0 0 0,0 0 0 0 0,1-1 0 0 0,-1 1 0 0 0,1 0 0 0 0,0-1 0 0 0,1 1 0 0 0,0-1 0 0 0,0 0 0 0 0,0 1 0 0 0,1-1 0 0 0,0 0 0 0 0,0 1 1 0 0,0-1-1 0 0,1 0 0 0 0,0 1 0 0 0,1-1 0 0 0,2-9 0 0 0,0 4 121 0 0,0 0 1 0 0,0 0 0 0 0,1 1-1 0 0,1-1 1 0 0,0 1-1 0 0,1 0 1 0 0,0 0-1 0 0,0 1 1 0 0,1 0 0 0 0,0 0-1 0 0,16-13 1 0 0,-13 15-341 0 0,0 0 0 0 0,0 0 0 0 0,1 2 0 0 0,0-1 0 0 0,1 1 0 0 0,0 1 0 0 0,-1 0 0 0 0,1 1 0 0 0,1 0 0 0 0,-1 1 0 0 0,17-1 0 0 0,-25 3 23 0 0,1 1-1 0 0,-1-1 1 0 0,0 1 0 0 0,0 1 0 0 0,1-1-1 0 0,-1 1 1 0 0,0 0 0 0 0,0 0 0 0 0,0 0 0 0 0,0 1-1 0 0,0 0 1 0 0,0 0 0 0 0,-1 0 0 0 0,1 0-1 0 0,0 1 1 0 0,-1 0 0 0 0,0 0 0 0 0,0 0 0 0 0,0 0-1 0 0,0 1 1 0 0,0 0 0 0 0,-1-1 0 0 0,1 1-1 0 0,-1 1 1 0 0,0-1 0 0 0,0 0 0 0 0,-1 1 0 0 0,1-1-1 0 0,-1 1 1 0 0,0 0 0 0 0,0 0 0 0 0,1 5 0 0 0,2 12-448 0 0,-1-1 1 0 0,-1 1 0 0 0,0 0 0 0 0,-2 0-1 0 0,-1 26 1 0 0,-15 114-1488 0 0,7-91 1188 0 0,6-55 707 0 0,-1 14-146 0 0,0 0-1 0 0,4 57 0 0 0,0-81 194 0 0,-1 1-1 0 0,1-1 0 0 0,0 0 0 0 0,0 0 0 0 0,1 1 1 0 0,0-1-1 0 0,0 0 0 0 0,0-1 0 0 0,1 1 0 0 0,0 0 0 0 0,0-1 1 0 0,0 1-1 0 0,1-1 0 0 0,0 0 0 0 0,0 0 0 0 0,0 0 1 0 0,1-1-1 0 0,-1 0 0 0 0,11 8 0 0 0,-12-10 68 0 0,0-1 0 0 0,0 0 0 0 0,0 0 0 0 0,0 0 0 0 0,0 0 0 0 0,0 0 0 0 0,0-1 0 0 0,0 1 0 0 0,0-1 0 0 0,0 0 0 0 0,0 0 0 0 0,0 0 0 0 0,0 0 0 0 0,0 0 0 0 0,0-1 0 0 0,0 1 0 0 0,0-1 0 0 0,4-1 0 0 0,-2-1 158 0 0,1 1 0 0 0,-1-1 0 0 0,0 0 0 0 0,0 0 0 0 0,0 0 0 0 0,-1-1 0 0 0,1 0 0 0 0,-1 1 0 0 0,6-9 0 0 0,-6 8-61 0 0,0 0 0 0 0,0-1 1 0 0,-1 1-1 0 0,0-1 0 0 0,0 0 0 0 0,0 0 0 0 0,-1 0 0 0 0,1 0 0 0 0,-1-1 0 0 0,0 1 1 0 0,-1-1-1 0 0,1 1 0 0 0,-1-1 0 0 0,-1 1 0 0 0,1-1 0 0 0,-1 0 0 0 0,1 1 1 0 0,-2-1-1 0 0,1 0 0 0 0,-1 0 0 0 0,-1-6 0 0 0,-2 4-15 0 0,0 1 1 0 0,-1 0-1 0 0,0 0 0 0 0,0 1 0 0 0,0 0 0 0 0,-1-1 1 0 0,0 2-1 0 0,0-1 0 0 0,-1 1 0 0 0,1 0 1 0 0,-1 0-1 0 0,0 0 0 0 0,-1 1 0 0 0,1 1 0 0 0,-10-5 1 0 0,-8-2 45 0 0,-1 1 0 0 0,0 1-1 0 0,-38-6 1 0 0,30 8-198 0 0,0 3 0 0 0,0 0-1 0 0,-69 5 1 0 0,17 11-6836 0 0,59-6-337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2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204 159 6913 0 0,'5'-9'3930'0'0,"-25"15"384"0"0,10 0-3853 0 0,1 1 1 0 0,-1 1 0 0 0,2 0 0 0 0,-1 0 0 0 0,1 0 0 0 0,0 1 0 0 0,1 1 0 0 0,0-1-1 0 0,0 1 1 0 0,1 0 0 0 0,0 0 0 0 0,1 1 0 0 0,-7 19 0 0 0,6-13-365 0 0,1 0 0 0 0,0 1 0 0 0,2 0 0 0 0,0 0 0 0 0,0 0 0 0 0,2 0 1 0 0,1 0-1 0 0,1 24 0 0 0,1-29-39 0 0,1 1 0 0 0,0-1 0 0 0,1 0 0 0 0,0 0 0 0 0,1-1 0 0 0,1 1 0 0 0,0-1 0 0 0,0 0 0 0 0,1 0 0 0 0,1-1 0 0 0,0 0 0 0 0,13 14 0 0 0,-15-18-31 0 0,1-1 0 0 0,-1 0-1 0 0,1 0 1 0 0,0 0 0 0 0,1-1 0 0 0,0 0 0 0 0,0 0 0 0 0,0-1 0 0 0,0 0 0 0 0,0 0 0 0 0,1-1 0 0 0,0 0 0 0 0,-1-1 0 0 0,1 0 0 0 0,0 0-1 0 0,0-1 1 0 0,0 0 0 0 0,1-1 0 0 0,10 0 0 0 0,-17 0-23 0 0,-1 0 0 0 0,1 0 0 0 0,-1 0-1 0 0,1-1 1 0 0,-1 1 0 0 0,1-1 0 0 0,-1 1 0 0 0,0-1 0 0 0,1 0 0 0 0,-1 0-1 0 0,0 0 1 0 0,0 0 0 0 0,1-1 0 0 0,-1 1 0 0 0,0-1 0 0 0,0 1-1 0 0,0-1 1 0 0,-1 1 0 0 0,1-1 0 0 0,0 0 0 0 0,-1 0 0 0 0,1 0-1 0 0,-1 0 1 0 0,1 0 0 0 0,-1 0 0 0 0,0-1 0 0 0,0 1 0 0 0,0 0 0 0 0,0-1-1 0 0,-1 1 1 0 0,1-1 0 0 0,0 1 0 0 0,-1 0 0 0 0,0-1 0 0 0,0 1-1 0 0,1-1 1 0 0,-2 1 0 0 0,1-1 0 0 0,0 1 0 0 0,0-1 0 0 0,-1 1 0 0 0,1-1-1 0 0,-2-2 1 0 0,-1-6 34 0 0,-1-1-1 0 0,0 1 1 0 0,0 0-1 0 0,-2 1 1 0 0,1-1-1 0 0,-1 1 1 0 0,-14-18 0 0 0,-6-1-36 0 0,-1 2 0 0 0,-56-43 0 0 0,59 51-62 0 0,0-1 1 0 0,1-1 0 0 0,1 0 0 0 0,1-2-1 0 0,-24-33 1 0 0,43 53 43 0 0,0 0-1 0 0,0 0 1 0 0,0 0-1 0 0,0 0 1 0 0,1-1-1 0 0,0 1 1 0 0,-1 0 0 0 0,1-1-1 0 0,1 1 1 0 0,-1-1-1 0 0,0 1 1 0 0,1-1-1 0 0,-1 0 1 0 0,1 1-1 0 0,0-1 1 0 0,1 1 0 0 0,-1-1-1 0 0,1 0 1 0 0,-1 1-1 0 0,2-5 1 0 0,0 4-31 0 0,0 0 0 0 0,0 1 0 0 0,1 0 0 0 0,-1-1 0 0 0,1 1-1 0 0,0 0 1 0 0,0 0 0 0 0,0 0 0 0 0,0 1 0 0 0,0-1 0 0 0,0 1 0 0 0,1 0 0 0 0,-1-1 0 0 0,1 2 0 0 0,0-1 0 0 0,0 0 0 0 0,5-1 0 0 0,21-6-788 0 0,0 2 0 0 0,0 1 0 0 0,35-3 0 0 0,-32 5-314 0 0,0-1 1 0 0,46-13-1 0 0,-2-13 281 0 0,8-1 1884 0 0,-74 28-156 0 0,2 1 1 0 0,-1 0 0 0 0,0 1 0 0 0,1 0-1 0 0,12 0 1 0 0,-24 3-828 0 0,0-1 0 0 0,0 0-1 0 0,0 1 1 0 0,0-1 0 0 0,0 0-1 0 0,0 1 1 0 0,-1-1 0 0 0,1 1 0 0 0,0-1-1 0 0,0 1 1 0 0,0 0 0 0 0,-1-1-1 0 0,1 1 1 0 0,0 0 0 0 0,-1 0-1 0 0,1-1 1 0 0,-1 1 0 0 0,1 0 0 0 0,-1 0-1 0 0,1 0 1 0 0,-1 0 0 0 0,1-1-1 0 0,-1 1 1 0 0,0 0 0 0 0,0 0-1 0 0,1 0 1 0 0,-1 0 0 0 0,0 0 0 0 0,0 0-1 0 0,0 0 1 0 0,0 0 0 0 0,0 0-1 0 0,0 2 1 0 0,-3 41 1063 0 0,2-34-998 0 0,-2 35-172 0 0,1 1 0 0 0,3-1 0 0 0,11 85 0 0 0,-8-112 39 0 0,0-1 0 0 0,1 1 0 0 0,1-1 0 0 0,0 0 0 0 0,13 22 0 0 0,-14-30 25 0 0,1 0-1 0 0,0 0 1 0 0,0 0 0 0 0,1-1 0 0 0,1 0 0 0 0,-1 0 0 0 0,1-1 0 0 0,0 0 0 0 0,1-1 0 0 0,9 6 0 0 0,-13-8 23 0 0,0-1 0 0 0,0-1 0 0 0,0 1 0 0 0,0-1 0 0 0,0 0 0 0 0,1 0 0 0 0,-1 0 1 0 0,1-1-1 0 0,0 0 0 0 0,-1 0 0 0 0,1-1 0 0 0,0 1 0 0 0,-1-1 0 0 0,1 0 0 0 0,0-1 1 0 0,0 1-1 0 0,-1-1 0 0 0,1 0 0 0 0,-1-1 0 0 0,1 1 0 0 0,-1-1 0 0 0,1 0 0 0 0,-1-1 1 0 0,0 1-1 0 0,0-1 0 0 0,0 0 0 0 0,0 0 0 0 0,-1-1 0 0 0,1 1 0 0 0,-1-1 0 0 0,0 0 1 0 0,0 0-1 0 0,0-1 0 0 0,-1 1 0 0 0,1-1 0 0 0,-1 0 0 0 0,0 0 0 0 0,0 0 0 0 0,-1 0 1 0 0,0 0-1 0 0,0 0 0 0 0,0-1 0 0 0,2-8 0 0 0,-2 4 26 0 0,-1 0 0 0 0,0 0 1 0 0,0 1-1 0 0,-1-1 0 0 0,0 0 0 0 0,0 0 1 0 0,-1 0-1 0 0,-1 1 0 0 0,0-1 0 0 0,0 0 1 0 0,-6-15-1 0 0,-6-11 171 0 0,-32-56 1 0 0,29 60-112 0 0,10 20-95 0 0,0-1 0 0 0,-1 1 1 0 0,-1 1-1 0 0,0 0 0 0 0,-12-13 0 0 0,17 20-109 0 0,1 0 0 0 0,-1 1 0 0 0,0-1 0 0 0,-1 1 0 0 0,1 0 0 0 0,-1 0 0 0 0,1 1 0 0 0,-1-1 0 0 0,0 1 0 0 0,0 0 0 0 0,0 0 0 0 0,0 1-1 0 0,0 0 1 0 0,0 0 0 0 0,0 0 0 0 0,0 0 0 0 0,-7 0 0 0 0,3 3-1853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3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0 426 6449 0 0,'15'12'2730'0'0,"-1"-1"1"0"0,1 0-1 0 0,33 18 0 0 0,-4-3 319 0 0,-32-19-2447 0 0,-8-5-489 0 0,-1-1 0 0 0,1 1 0 0 0,0 1 0 0 0,-1-1-1 0 0,0 0 1 0 0,1 1 0 0 0,-1 0 0 0 0,0 0 0 0 0,0 0 0 0 0,-1 0 0 0 0,1 0 0 0 0,-1 1 0 0 0,1-1-1 0 0,-1 1 1 0 0,0-1 0 0 0,-1 1 0 0 0,4 7 0 0 0,-5-10-88 0 0,0 0 0 0 0,0-1 0 0 0,0 1 0 0 0,1 0 0 0 0,-1 0 1 0 0,0-1-1 0 0,1 1 0 0 0,-1 0 0 0 0,0-1 0 0 0,1 1 0 0 0,-1 0 0 0 0,1-1 0 0 0,-1 1 0 0 0,1-1 1 0 0,-1 1-1 0 0,1-1 0 0 0,0 1 0 0 0,-1-1 0 0 0,1 1 0 0 0,0-1 0 0 0,-1 1 0 0 0,1-1 0 0 0,0 0 0 0 0,0 1 1 0 0,-1-1-1 0 0,1 0 0 0 0,0 0 0 0 0,0 0 0 0 0,-1 0 0 0 0,2 1 0 0 0,-1-1-19 0 0,0-1 0 0 0,-1 1 0 0 0,1 0 0 0 0,-1 0 1 0 0,1 0-1 0 0,-1 0 0 0 0,1-1 0 0 0,-1 1 0 0 0,1 0 0 0 0,-1 0 0 0 0,1-1 0 0 0,-1 1 0 0 0,0-1 0 0 0,1 1 0 0 0,-1 0 0 0 0,1-1 0 0 0,-1 1 1 0 0,0-1-1 0 0,1 1 0 0 0,-1-1 0 0 0,0 1 0 0 0,0 0 0 0 0,1-1 0 0 0,-1 0 0 0 0,0 1 0 0 0,0-1 0 0 0,0 1 0 0 0,1-1 0 0 0,-1 1 0 0 0,0-1 0 0 0,0 1 1 0 0,0-1-1 0 0,0 1 0 0 0,0-1 0 0 0,0 0 0 0 0,0 1 0 0 0,-1-1 0 0 0,1 1 0 0 0,0-1 0 0 0,0 1 0 0 0,0-1 0 0 0,0 1 0 0 0,-1-2 0 0 0,-7-20 91 0 0,0-1-1 0 0,-23-39 0 0 0,18 36-162 0 0,-16-40 1 0 0,18 35 31 0 0,2 6-31 0 0,0 1-1 0 0,2-1 1 0 0,0-1-1 0 0,2 1 1 0 0,-3-38-1 0 0,9 57 74 0 0,0 0 0 0 0,0 1 0 0 0,0-1 0 0 0,1 0 0 0 0,0 0 0 0 0,0 1 0 0 0,1-1 0 0 0,-1 1 0 0 0,1 0 0 0 0,0 0 0 0 0,0 0 0 0 0,1 0 0 0 0,0 1 0 0 0,0-1 0 0 0,0 1 0 0 0,0 0 0 0 0,6-4 0 0 0,-1 0 10 0 0,0 1 0 0 0,1 0 0 0 0,0 0 0 0 0,0 2 0 0 0,1-1 0 0 0,0 1 0 0 0,17-6 0 0 0,-21 9-21 0 0,-1 1 0 0 0,1 0 0 0 0,-1 0-1 0 0,1 0 1 0 0,-1 0 0 0 0,1 1 0 0 0,0 1 0 0 0,-1-1 0 0 0,1 1-1 0 0,-1 0 1 0 0,1 0 0 0 0,-1 1 0 0 0,1 0 0 0 0,7 3 0 0 0,-5 0-14 0 0,-1-1 1 0 0,1 2-1 0 0,-1-1 1 0 0,0 1-1 0 0,0 0 1 0 0,-1 1-1 0 0,0 0 1 0 0,11 13 0 0 0,0 6-37 0 0,-1 0 0 0 0,-1 2 1 0 0,-1 0-1 0 0,21 55 0 0 0,-18-31 287 0 0,-2 2-1 0 0,10 64 1 0 0,-26-117-184 0 0,0 0 0 0 0,0 0 0 0 0,0 1 0 0 0,1-1 0 0 0,-1 0 1 0 0,1 0-1 0 0,-1 1 0 0 0,0-1 0 0 0,1 0 0 0 0,0 0 1 0 0,-1 0-1 0 0,1 0 0 0 0,0 0 0 0 0,0 0 0 0 0,-1 0 0 0 0,1 0 1 0 0,0 0-1 0 0,0 0 0 0 0,1 1 0 0 0,-1-2-9 0 0,0 0-1 0 0,0 0 1 0 0,-1 0 0 0 0,1 0-1 0 0,0 0 1 0 0,0 0-1 0 0,0 0 1 0 0,-1 0 0 0 0,1 0-1 0 0,0 0 1 0 0,0 0-1 0 0,-1-1 1 0 0,1 1 0 0 0,0 0-1 0 0,0-1 1 0 0,-1 1-1 0 0,1 0 1 0 0,0-1 0 0 0,-1 1-1 0 0,1-1 1 0 0,0 1-1 0 0,0-2 1 0 0,6-4 142 0 0,-1-1 1 0 0,0 0 0 0 0,-1 0-1 0 0,6-9 1 0 0,-7 11-216 0 0,33-47 141 0 0,3 1 0 0 0,60-58 0 0 0,36-16-3315 0 0,-85 81-5590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7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44 123 456 0 0,'-23'10'2461'0'0,"23"-10"-2294"0"0,-1 0 0 0 0,1 1 0 0 0,-1-1 0 0 0,1 0 0 0 0,-1 1 0 0 0,1-1 0 0 0,-1 0 0 0 0,0 0 0 0 0,1 1 0 0 0,-1-1 0 0 0,1 0 0 0 0,-1 0 0 0 0,0 0 0 0 0,1 0 0 0 0,-1 0 0 0 0,1 0 0 0 0,-1 0 1 0 0,0 0-1 0 0,1 0 0 0 0,-1 0 0 0 0,1 0 0 0 0,-1 0 0 0 0,0 0 0 0 0,1-1 0 0 0,-1 1 0 0 0,1 0 0 0 0,-1 0 0 0 0,1-1 0 0 0,-1 1 0 0 0,1 0 0 0 0,-1-1 0 0 0,1 1 0 0 0,-1 0 0 0 0,1-1 0 0 0,-1 0 0 0 0,1-1 124 0 0,1 0 0 0 0,-1 0 0 0 0,1 0 0 0 0,0-1-1 0 0,0 1 1 0 0,0 1 0 0 0,0-1 0 0 0,0 0 0 0 0,0 0 0 0 0,1 0 0 0 0,-1 0 0 0 0,0 1 0 0 0,1-1 0 0 0,3-2-1 0 0,28-23 1833 0 0,-26 22-1537 0 0,7-5 4 0 0,0 1 0 0 0,1 1-1 0 0,0 0 1 0 0,21-8 0 0 0,-28 13-718 0 0,0 0-1 0 0,1 0 1 0 0,0 1 0 0 0,0 0 0 0 0,-1 1 0 0 0,1 0 0 0 0,0 0-1 0 0,0 1 1 0 0,17 1 0 0 0,-4 8-1839 0 0,-10 2-2469 0 0,-3 0-445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7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0 133 5065 0 0,'4'-3'418'0'0,"-1"0"0"0"0,1 0 0 0 0,-1 0 0 0 0,1 1 0 0 0,0-1 0 0 0,0 1 0 0 0,0 0 0 0 0,0 0 0 0 0,0 0 0 0 0,7-1 0 0 0,4-3 329 0 0,26-13 1556 0 0,47-21 828 0 0,-66 31-3497 0 0,-1 2 1 0 0,27-6-1 0 0,17 5-354 0 0,-45 5 720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8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62 390 7834 0 0,'-5'-4'483'0'0,"0"0"0"0"0,0-1 1 0 0,0 1-1 0 0,1-1 0 0 0,-1 0 0 0 0,1-1 1 0 0,1 1-1 0 0,-1-1 0 0 0,1 0 1 0 0,-1 0-1 0 0,2 0 0 0 0,-1 0 0 0 0,1 0 1 0 0,0-1-1 0 0,0 1 0 0 0,1-1 1 0 0,-2-9-1 0 0,3 9-351 0 0,1-1 0 0 0,0 0 0 0 0,0 1 0 0 0,0-1 0 0 0,1 1 0 0 0,0-1 0 0 0,1 1 0 0 0,0 0 1 0 0,0 0-1 0 0,0 0 0 0 0,1 0 0 0 0,0 1 0 0 0,0 0 0 0 0,1-1 0 0 0,-1 1 0 0 0,1 1 0 0 0,1-1 0 0 0,11-9 0 0 0,5-3 126 0 0,1 0-1 0 0,1 1 1 0 0,43-22-1 0 0,-49 30-193 0 0,1 0 0 0 0,0 0-1 0 0,21-4 1 0 0,-35 11-91 0 0,1 0 0 0 0,1 1 0 0 0,-1 0 0 0 0,0 0 0 0 0,0 0 0 0 0,0 1 1 0 0,1 0-1 0 0,-1 0 0 0 0,0 1 0 0 0,0-1 0 0 0,0 1 0 0 0,1 1 0 0 0,-1-1 0 0 0,10 5 0 0 0,-14-5-25 0 0,0 0 0 0 0,0 1 0 0 0,0-1 0 0 0,0 1 0 0 0,0-1 0 0 0,0 1 0 0 0,0 0 0 0 0,-1 0 0 0 0,1 0 0 0 0,-1 0 1 0 0,1 0-1 0 0,-1 0 0 0 0,0 0 0 0 0,0 0 0 0 0,0 0 0 0 0,2 4 0 0 0,-2-1-33 0 0,0 1-1 0 0,0-1 1 0 0,0 1 0 0 0,0-1-1 0 0,-1 1 1 0 0,0-1 0 0 0,-1 7-1 0 0,-1 8-100 0 0,-2 0-1 0 0,-1 0 1 0 0,-7 20-1 0 0,11-34 164 0 0,-63 157-768 0 0,44-117 384 0 0,2 0 0 0 0,1 1 1 0 0,-14 73-1 0 0,30-115 409 0 0,1 1 0 0 0,-1 0 0 0 0,1-1 0 0 0,0 1 0 0 0,1 0 0 0 0,-1 0-1 0 0,1-1 1 0 0,1 1 0 0 0,-1-1 0 0 0,1 1 0 0 0,0-1 0 0 0,0 1 0 0 0,0-1 0 0 0,6 9 0 0 0,-7-12 58 0 0,1 0 0 0 0,0 0 0 0 0,0 0 0 0 0,-1 0 0 0 0,2 0 0 0 0,-1 0 0 0 0,0 0 0 0 0,0 0 1 0 0,1-1-1 0 0,-1 1 0 0 0,1-1 0 0 0,-1 0 0 0 0,1 0 0 0 0,-1 0 0 0 0,1 0 0 0 0,0 0 0 0 0,-1 0 0 0 0,1-1 0 0 0,0 1 0 0 0,0-1 0 0 0,0 0 0 0 0,0 0 0 0 0,-1 0 0 0 0,1 0 1 0 0,0-1-1 0 0,0 1 0 0 0,0-1 0 0 0,-1 1 0 0 0,1-1 0 0 0,0 0 0 0 0,4-2 0 0 0,-4 2 75 0 0,0-1 0 0 0,1 1 0 0 0,-1-1 0 0 0,0 0 0 0 0,0 0 0 0 0,0 0 0 0 0,0 0 0 0 0,0-1 0 0 0,-1 1 0 0 0,1-1 0 0 0,-1 1 0 0 0,1-1 1 0 0,-1 0-1 0 0,0 0 0 0 0,0 0 0 0 0,-1 0 0 0 0,1-1 0 0 0,0 1 0 0 0,-1 0 0 0 0,0-1 0 0 0,0 1 0 0 0,0-1 0 0 0,0 1 0 0 0,-1-1 0 0 0,1 1 0 0 0,-1-5 0 0 0,0 4-60 0 0,0-1 1 0 0,-1 1-1 0 0,1 0 0 0 0,-1 0 0 0 0,0 0 1 0 0,-1 0-1 0 0,1 0 0 0 0,-1 0 0 0 0,1 0 1 0 0,-1 0-1 0 0,-1 1 0 0 0,1-1 1 0 0,0 0-1 0 0,-1 1 0 0 0,1 0 0 0 0,-1 0 1 0 0,0 0-1 0 0,0 0 0 0 0,-1 0 0 0 0,1 0 1 0 0,0 1-1 0 0,-6-3 0 0 0,0 0-46 0 0,-1 1 1 0 0,0 0-1 0 0,0 0 0 0 0,0 1 0 0 0,0 1 0 0 0,0 0 0 0 0,-1 0 1 0 0,1 1-1 0 0,-1 0 0 0 0,-11 1 0 0 0,-15 2-297 0 0,-57 11 0 0 0,23-3-1573 0 0,50-7-3199 0 0,3 0-1592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8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4145 0 0,'9'-7'1663'0'0,"0"0"-1"0"0,1 0 1 0 0,0 1 0 0 0,17-8 0 0 0,-26 13-1560 0 0,-1 1 1 0 0,0 0-1 0 0,1 0 1 0 0,-1 0-1 0 0,0 0 1 0 0,1 0-1 0 0,-1-1 1 0 0,0 1-1 0 0,1 0 1 0 0,-1 0-1 0 0,1 0 1 0 0,-1 0-1 0 0,0 0 1 0 0,1 0 0 0 0,-1 0-1 0 0,1 0 1 0 0,-1 0-1 0 0,0 0 1 0 0,1 0-1 0 0,-1 1 1 0 0,0-1-1 0 0,1 0 1 0 0,-1 0-1 0 0,1 0 1 0 0,-1 0-1 0 0,0 0 1 0 0,1 1-1 0 0,-1-1 1 0 0,0 0-1 0 0,0 0 1 0 0,1 1-1 0 0,-1-1 1 0 0,0 0-1 0 0,1 1 1 0 0,4 17 1605 0 0,-5 25-765 0 0,0-38-699 0 0,-1 16 70 0 0,-1 11-103 0 0,1-1 1 0 0,1 1-1 0 0,2-1 0 0 0,11 58 1 0 0,-11-81-199 0 0,0-1 1 0 0,0 0-1 0 0,1 0 1 0 0,0 0-1 0 0,0 0 1 0 0,0-1-1 0 0,1 1 1 0 0,0-1-1 0 0,0 0 1 0 0,1 0-1 0 0,0 0 1 0 0,0 0-1 0 0,0-1 1 0 0,1 0-1 0 0,0 0 1 0 0,0-1-1 0 0,0 1 1 0 0,0-1-1 0 0,1 0 1 0 0,-1-1-1 0 0,1 0 1 0 0,0 0-1 0 0,0 0 1 0 0,0-1-1 0 0,1 0 1 0 0,8 1-1 0 0,-14-3 0 0 0,0 1-1 0 0,0 0 0 0 0,1-1 0 0 0,-1 0 1 0 0,0 0-1 0 0,1 1 0 0 0,-1-1 1 0 0,0-1-1 0 0,1 1 0 0 0,-1 0 0 0 0,0 0 1 0 0,1-1-1 0 0,-1 0 0 0 0,0 1 0 0 0,0-1 1 0 0,0 0-1 0 0,1 0 0 0 0,-1 0 0 0 0,0 0 1 0 0,0-1-1 0 0,0 1 0 0 0,-1 0 0 0 0,1-1 1 0 0,0 1-1 0 0,0-1 0 0 0,-1 0 0 0 0,1 0 1 0 0,-1 1-1 0 0,3-5 0 0 0,-3 3 11 0 0,0-1 0 0 0,0 1-1 0 0,-1 0 1 0 0,1-1 0 0 0,-1 1 0 0 0,1-1-1 0 0,-1 1 1 0 0,0-1 0 0 0,-1 1-1 0 0,1-1 1 0 0,-1 1 0 0 0,1 0 0 0 0,-1-1-1 0 0,0 1 1 0 0,0 0 0 0 0,0-1-1 0 0,-1 1 1 0 0,1 0 0 0 0,-4-4 0 0 0,-45-73 164 0 0,27 45 140 0 0,-38-75 1 0 0,56 99-293 0 0,0-1 0 0 0,1-1 0 0 0,0 1 0 0 0,1 0-1 0 0,1-1 1 0 0,0 0 0 0 0,0 1 0 0 0,1-1 0 0 0,1 0 0 0 0,2-24 0 0 0,-1 36-35 0 0,-1 0 0 0 0,1-1 0 0 0,0 1 1 0 0,0 0-1 0 0,-1 0 0 0 0,1 0 0 0 0,0 0 0 0 0,0 0 1 0 0,0 0-1 0 0,0 0 0 0 0,0 0 0 0 0,0 0 0 0 0,1 0 1 0 0,-1 0-1 0 0,0 1 0 0 0,0-1 0 0 0,1 0 0 0 0,1 0 1 0 0,31-11 32 0 0,-22 8-27 0 0,-5 1-7 0 0,139-47 0 0 0,-132 46 0 0 0,0 1 0 0 0,0 1 0 0 0,1 0 0 0 0,-1 1 0 0 0,1 1 0 0 0,-1 0 0 0 0,1 0 0 0 0,20 5 0 0 0,-30-4-6 0 0,-1 0 0 0 0,1 0 1 0 0,0 1-1 0 0,-1-1 0 0 0,1 1 1 0 0,-1 0-1 0 0,1 1 0 0 0,-1-1 1 0 0,0 1-1 0 0,0 0 0 0 0,0 0 0 0 0,0 0 1 0 0,-1 0-1 0 0,1 1 0 0 0,-1 0 1 0 0,0-1-1 0 0,0 1 0 0 0,0 0 1 0 0,-1 1-1 0 0,1-1 0 0 0,-1 0 0 0 0,0 1 1 0 0,0-1-1 0 0,0 1 0 0 0,-1 0 1 0 0,0 0-1 0 0,1 6 0 0 0,0 12-50 0 0,0-1 0 0 0,-2 0 0 0 0,-1 1 0 0 0,-7 42-1 0 0,1 6-37 0 0,7-62 31 0 0,0 0 0 0 0,1 0 1 0 0,0 0-1 0 0,1 0 0 0 0,0 0 0 0 0,0 0 0 0 0,1-1 0 0 0,0 1 0 0 0,0-1 0 0 0,1 0 1 0 0,0 0-1 0 0,7 9 0 0 0,-9-13 71 0 0,0-1 1 0 0,0 0-1 0 0,1-1 0 0 0,-1 1 1 0 0,1 0-1 0 0,0-1 0 0 0,0 1 1 0 0,0-1-1 0 0,0 0 0 0 0,0 0 1 0 0,0 0-1 0 0,1-1 0 0 0,-1 1 1 0 0,1-1-1 0 0,-1 0 1 0 0,1 0-1 0 0,0 0 0 0 0,-1 0 1 0 0,1 0-1 0 0,0-1 0 0 0,-1 0 1 0 0,1 0-1 0 0,0 0 0 0 0,0 0 1 0 0,0 0-1 0 0,-1-1 1 0 0,1 1-1 0 0,0-1 0 0 0,-1 0 1 0 0,1-1-1 0 0,-1 1 0 0 0,4-2 1 0 0,-2 1 39 0 0,-1 0 0 0 0,0-1 0 0 0,0 1 0 0 0,0-1 0 0 0,0 0 1 0 0,0 0-1 0 0,-1 0 0 0 0,1-1 0 0 0,-1 1 0 0 0,0-1 0 0 0,0 0 1 0 0,0 0-1 0 0,0 0 0 0 0,2-5 0 0 0,-2 2 10 0 0,0 0-1 0 0,0-1 1 0 0,-1 0-1 0 0,0 1 1 0 0,0-1 0 0 0,-1 0-1 0 0,1-16 1 0 0,-3 6 43 0 0,0-1 0 0 0,0 1 0 0 0,-2 0 0 0 0,-1-1 1 0 0,0 1-1 0 0,-11-29 0 0 0,8 31-52 0 0,0 1 0 0 0,0 0 0 0 0,-2 1 0 0 0,1-1 0 0 0,-2 2 0 0 0,0-1 0 0 0,-1 1 0 0 0,-14-13 0 0 0,19 20-169 0 0,-1 0 0 0 0,0 0 1 0 0,-1 0-1 0 0,1 1 1 0 0,-1 1-1 0 0,0-1 0 0 0,0 1 1 0 0,-1 0-1 0 0,1 1 1 0 0,-1 0-1 0 0,0 0 0 0 0,1 1 1 0 0,-1 0-1 0 0,0 1 1 0 0,-1 0-1 0 0,-13 0 0 0 0,20 1-179 0 0,1 0-1 0 0,-1 1 0 0 0,0-1 0 0 0,1 1 0 0 0,-1-1 1 0 0,1 1-1 0 0,-1 0 0 0 0,1 0 0 0 0,-3 1 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9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1 478 8290 0 0,'148'-7'13861'0'0,"-130"5"-13807"0"0,-14 2-36 0 0,0-1 1 0 0,0 1-1 0 0,0 0 0 0 0,-1 0 1 0 0,1 1-1 0 0,0-1 0 0 0,0 1 1 0 0,0 0-1 0 0,0 0 1 0 0,-1 0-1 0 0,1 0 0 0 0,0 0 1 0 0,-1 1-1 0 0,1 0 1 0 0,-1 0-1 0 0,0 0 0 0 0,1 0 1 0 0,-1 0-1 0 0,0 1 0 0 0,-1 0 1 0 0,1-1-1 0 0,0 1 1 0 0,-1 0-1 0 0,1 0 0 0 0,-1 0 1 0 0,0 1-1 0 0,2 3 1 0 0,-6-5-33 0 0,-17-13 17 0 0,5 1-3 0 0,0 0 0 0 0,1-1 0 0 0,1 0 0 0 0,-16-18 0 0 0,23 23 0 0 0,1 0 0 0 0,0 0 0 0 0,1 0 0 0 0,0 0 0 0 0,-1 0 0 0 0,2-1 0 0 0,-1 0 0 0 0,1 1 0 0 0,0-1 0 0 0,0 0 0 0 0,1 0 0 0 0,0 0 0 0 0,0-14 0 0 0,1 4 37 0 0,1 1-1 0 0,1-1 1 0 0,1 0 0 0 0,0 1 0 0 0,1 0 0 0 0,1 0 0 0 0,0 0-1 0 0,2 1 1 0 0,8-18 0 0 0,-9 23-8 0 0,0-1 0 0 0,0 1 0 0 0,2 0 1 0 0,-1 1-1 0 0,1 0 0 0 0,0 0 0 0 0,1 0 0 0 0,0 1 0 0 0,0 0 0 0 0,1 1 1 0 0,0 0-1 0 0,0 1 0 0 0,15-7 0 0 0,-14 8 4 0 0,0 0 0 0 0,1 1 0 0 0,-1 0 1 0 0,1 1-1 0 0,20-3 0 0 0,-29 6-28 0 0,-1-1 0 0 0,1 1 0 0 0,-1 0 0 0 0,1 1 0 0 0,-1-1 0 0 0,1 0 0 0 0,-1 1 0 0 0,1-1 0 0 0,-1 1 0 0 0,0 0 0 0 0,1 0 0 0 0,-1 0 0 0 0,0 0 0 0 0,1 0 0 0 0,-1 1 0 0 0,0-1-1 0 0,0 1 1 0 0,0-1 0 0 0,0 1 0 0 0,-1 0 0 0 0,1-1 0 0 0,0 1 0 0 0,-1 0 0 0 0,1 0 0 0 0,-1 1 0 0 0,0-1 0 0 0,1 0 0 0 0,-1 0 0 0 0,0 0 0 0 0,0 1 0 0 0,-1-1 0 0 0,1 1 0 0 0,0 4 0 0 0,4 20-119 0 0,-1 1 0 0 0,1 51 0 0 0,2 24-138 0 0,-6-91 243 0 0,2-1 0 0 0,-1 0 0 0 0,1 0 0 0 0,1 0 0 0 0,0 0 0 0 0,9 17 0 0 0,-11-25 50 0 0,0 0 1 0 0,0 1 0 0 0,1-2-1 0 0,-1 1 1 0 0,1 0 0 0 0,-1 0-1 0 0,1-1 1 0 0,0 1 0 0 0,0-1-1 0 0,0 0 1 0 0,0 0 0 0 0,1 0-1 0 0,-1 0 1 0 0,0-1 0 0 0,1 1-1 0 0,-1-1 1 0 0,1 0 0 0 0,0 0-1 0 0,-1 0 1 0 0,1 0 0 0 0,0-1-1 0 0,-1 1 1 0 0,1-1 0 0 0,0 0-1 0 0,0-1 1 0 0,-1 1 0 0 0,1 0-1 0 0,0-1 1 0 0,0 0 0 0 0,-1 0-1 0 0,1 0 1 0 0,5-2 0 0 0,11-6 156 0 0,0 0 0 0 0,-1-1 1 0 0,0 0-1 0 0,24-20 1 0 0,-30 21-245 0 0,166-109-2371 0 0,-142 95-5904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39.4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26 6913 0 0,'-20'-26'9854'0'0,"20"46"-8948"0"0,7 117 151 0 0,45 238 0 0 0,-48-359-1693 0 0,0-1 1 0 0,12 28-1 0 0,-12-36-234 0 0,-1 0 0 0 0,1 0 0 0 0,1 0 0 0 0,6 8 0 0 0,-3-7-713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39.8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 1 8754 0 0,'-18'28'3621'0'0,"-64"84"-2895"0"0,54-76 280 0 0,-44 73 0 0 0,71-108-988 0 0,1 1 0 0 0,-1-1 0 0 0,0 1 1 0 0,0-1-1 0 0,1 1 0 0 0,-1-1 1 0 0,1 1-1 0 0,-1 0 0 0 0,1-1 0 0 0,-1 1 1 0 0,1-1-1 0 0,0 1 0 0 0,0 0 1 0 0,0-1-1 0 0,0 1 0 0 0,0 0 0 0 0,0-1 1 0 0,1 1-1 0 0,-1 0 0 0 0,1-1 1 0 0,-1 1-1 0 0,1 0 0 0 0,-1-1 0 0 0,2 3 1 0 0,0-3 56 0 0,-1 1 1 0 0,1 0 0 0 0,0 0-1 0 0,0-1 1 0 0,0 1 0 0 0,1-1-1 0 0,-1 1 1 0 0,0-1 0 0 0,0 0-1 0 0,1 0 1 0 0,-1 0 0 0 0,1 0 0 0 0,-1-1-1 0 0,3 2 1 0 0,9 0 359 0 0,-1 0-1 0 0,0-1 1 0 0,1-1 0 0 0,25-1 0 0 0,-2-5 87 0 0,0-2 0 0 0,60-19 0 0 0,14-4-3337 0 0,-87 26-3605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54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7370 0 0,'0'0'860'0'0,"0"22"2757"0"0,6 17-984 0 0,16 61 0 0 0,47 104-2984 0 0,-65-193-393 0 0,1 0 0 0 0,0 0 0 0 0,0-1 0 0 0,1 0-1 0 0,13 17 1 0 0,-7-15-727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55.5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24 269 6449 0 0,'-1'0'-51'0'0,"0"0"0"0"0,1 0 0 0 0,-1 0 0 0 0,0 0 0 0 0,0 0 0 0 0,0 0 0 0 0,0 1 0 0 0,1-1 0 0 0,-1 0 0 0 0,0 1 0 0 0,0-1 0 0 0,1 0 0 0 0,-1 1 0 0 0,0-1 0 0 0,1 1 0 0 0,-1-1 0 0 0,1 1 0 0 0,-1 0 0 0 0,0-1 0 0 0,1 1 0 0 0,-1 0 0 0 0,1-1 0 0 0,-1 1 0 0 0,0 1 0 0 0,-5 25 926 0 0,10 34 2064 0 0,-3-54-2865 0 0,1 15 482 0 0,1 7 274 0 0,2 1 0 0 0,10 41 0 0 0,-13-64-755 0 0,0 0 1 0 0,1 0 0 0 0,-1-1 0 0 0,1 0-1 0 0,1 1 1 0 0,-1-1 0 0 0,1 0-1 0 0,0 0 1 0 0,0-1 0 0 0,1 1 0 0 0,-1-1-1 0 0,1 0 1 0 0,0 0 0 0 0,1-1-1 0 0,-1 0 1 0 0,7 4 0 0 0,-9-6-70 0 0,0 0 0 0 0,0-1 1 0 0,1 1-1 0 0,-1-1 0 0 0,0 0 0 0 0,0 0 0 0 0,1-1 1 0 0,-1 1-1 0 0,0-1 0 0 0,1 1 0 0 0,-1-1 1 0 0,0 0-1 0 0,1 0 0 0 0,-1-1 0 0 0,1 1 1 0 0,-1-1-1 0 0,0 1 0 0 0,0-1 0 0 0,1 0 0 0 0,-1 0 1 0 0,0-1-1 0 0,0 1 0 0 0,0-1 0 0 0,0 1 1 0 0,0-1-1 0 0,0 0 0 0 0,-1 0 0 0 0,1 0 0 0 0,0 0 1 0 0,-1-1-1 0 0,0 1 0 0 0,0-1 0 0 0,0 0 1 0 0,4-5-1 0 0,-2 1 25 0 0,0 0 0 0 0,0 0 1 0 0,-1-1-1 0 0,1 1 0 0 0,-2-1 1 0 0,1 0-1 0 0,-1 0 0 0 0,0 0 1 0 0,-1 0-1 0 0,0 0 0 0 0,0-1 0 0 0,-1 1 1 0 0,-1-11-1 0 0,-1 1 34 0 0,0 0 0 0 0,-1 1 0 0 0,-1-1 0 0 0,-1 1 0 0 0,-1 0 0 0 0,0 1 1 0 0,-1-1-1 0 0,-1 1 0 0 0,0 0 0 0 0,-1 1 0 0 0,-1 0 0 0 0,0 1 0 0 0,-2-1 0 0 0,-13-12 0 0 0,24 26-67 0 0,0-1 0 0 0,-1 1 0 0 0,1 0 1 0 0,0 0-1 0 0,0 0 0 0 0,0-1 0 0 0,0 1 0 0 0,0-1 0 0 0,0 1 0 0 0,0-1 0 0 0,1 1 0 0 0,-2-3 0 0 0,2 3-1 0 0,0 1 1 0 0,0-1-1 0 0,0 1 0 0 0,0-1 0 0 0,0 1 1 0 0,0-1-1 0 0,0 0 0 0 0,1 1 0 0 0,-1 0 0 0 0,0-1 1 0 0,0 1-1 0 0,0-1 0 0 0,0 1 0 0 0,1-1 1 0 0,-1 1-1 0 0,0-1 0 0 0,1 1 0 0 0,-1 0 1 0 0,0-1-1 0 0,1 1 0 0 0,-1-1 0 0 0,0 1 0 0 0,1 0 1 0 0,-1 0-1 0 0,1-1 0 0 0,0 1 0 0 0,4-3-18 0 0,0 2 0 0 0,1-1 0 0 0,-1 1 0 0 0,0-1 0 0 0,1 2 0 0 0,5-2 0 0 0,7 0 16 0 0,-8 0-6 0 0,5-1 13 0 0,-1 0 0 0 0,1 1-1 0 0,0 1 1 0 0,23 0-1 0 0,-35 2-6 0 0,1-1 0 0 0,-1 0-1 0 0,0 1 1 0 0,0 0-1 0 0,0-1 1 0 0,0 1 0 0 0,0 0-1 0 0,0 1 1 0 0,0-1 0 0 0,0 0-1 0 0,0 1 1 0 0,0 0-1 0 0,-1 0 1 0 0,1 0 0 0 0,-1 0-1 0 0,1 0 1 0 0,-1 0 0 0 0,0 1-1 0 0,0-1 1 0 0,0 1-1 0 0,0-1 1 0 0,0 1 0 0 0,-1 0-1 0 0,1 0 1 0 0,-1-1 0 0 0,0 1-1 0 0,2 4 1 0 0,1 11-215 0 0,-1 0 1 0 0,0 0 0 0 0,-2 1 0 0 0,0-1-1 0 0,-1 22 1 0 0,-1-23 57 0 0,1 0 0 0 0,0 1 1 0 0,2-1-1 0 0,0 0 0 0 0,1 0 0 0 0,6 23 0 0 0,-6-31 208 0 0,1-1 0 0 0,0 1 0 0 0,0-1 0 0 0,0 0-1 0 0,1 0 1 0 0,9 11 0 0 0,-13-18-44 0 0,0 1 0 0 0,0-1 0 0 0,1 1 0 0 0,-1-1 0 0 0,1 0 0 0 0,-1 0 0 0 0,1 0 0 0 0,0 0-1 0 0,-1 0 1 0 0,1 0 0 0 0,0 0 0 0 0,0 0 0 0 0,0-1 0 0 0,0 1 0 0 0,-1-1 0 0 0,1 1 0 0 0,0-1 0 0 0,0 0 0 0 0,0 1 0 0 0,0-1 0 0 0,0 0 0 0 0,0-1 0 0 0,0 1 0 0 0,0 0 0 0 0,0 0 0 0 0,0-1 0 0 0,0 1 0 0 0,0-1-1 0 0,-1 0 1 0 0,1 0 0 0 0,0 1 0 0 0,0-1 0 0 0,-1 0 0 0 0,1 0 0 0 0,0-1 0 0 0,-1 1 0 0 0,3-2 0 0 0,1-1 71 0 0,0-1 1 0 0,0 0-1 0 0,0 0 1 0 0,0 0-1 0 0,-1-1 0 0 0,0 1 1 0 0,0-1-1 0 0,0 0 1 0 0,-1-1-1 0 0,0 1 0 0 0,0 0 1 0 0,3-13-1 0 0,-3 8 52 0 0,-1 0 0 0 0,-1 0 0 0 0,0 0-1 0 0,0 0 1 0 0,-1-1 0 0 0,0 1 0 0 0,-3-15-1 0 0,-2-1 39 0 0,-2 1 0 0 0,0 1 0 0 0,-1-1-1 0 0,-2 1 1 0 0,-24-45 0 0 0,23 53-132 0 0,-6-14 4 0 0,17 30-37 0 0,0 0 0 0 0,0 0 0 0 0,1 0 0 0 0,-1 1 0 0 0,0-1 0 0 0,1 0 0 0 0,-1 1 0 0 0,1-1 0 0 0,-1 0 0 0 0,1 1 0 0 0,-1-1 0 0 0,1 0 0 0 0,-1 1 0 0 0,1-1 0 0 0,0 1 0 0 0,-1-1 0 0 0,1 1 0 0 0,0-1 0 0 0,-1 1-1 0 0,1 0 1 0 0,0-1 0 0 0,0 1 0 0 0,0 0 0 0 0,0-1 0 0 0,24-8-73 0 0,-22 8 68 0 0,1-1 0 0 0,1 1-1 0 0,0 0 1 0 0,-1-1 0 0 0,1 1-1 0 0,0 1 1 0 0,0-1 0 0 0,-1 1-1 0 0,1 0 1 0 0,0 0 0 0 0,0 0-1 0 0,0 1 1 0 0,-1 0 0 0 0,1 0-1 0 0,0 0 1 0 0,-1 0-1 0 0,1 1 1 0 0,-1-1 0 0 0,1 1-1 0 0,-1 0 1 0 0,0 1 0 0 0,0-1-1 0 0,0 1 1 0 0,0 0 0 0 0,0 0-1 0 0,0 0 1 0 0,4 6 0 0 0,4 7 11 0 0,0 0 1 0 0,-2 0-1 0 0,0 1 1 0 0,-1 0-1 0 0,10 25 1 0 0,16 29-70 0 0,-33-67 59 0 0,1 1 0 0 0,0-1 0 0 0,0 0 0 0 0,0-1 0 0 0,1 1-1 0 0,-1-1 1 0 0,1 1 0 0 0,0-1 0 0 0,0 0 0 0 0,0-1 0 0 0,0 1 0 0 0,1-1 0 0 0,6 4 0 0 0,-8-6 6 0 0,-1 1 0 0 0,1 0 0 0 0,-1-1 1 0 0,1 0-1 0 0,-1 0 0 0 0,1 1 0 0 0,-1-1 1 0 0,1-1-1 0 0,-1 1 0 0 0,1 0 0 0 0,-1-1 1 0 0,1 1-1 0 0,-1-1 0 0 0,1 0 0 0 0,-1 0 0 0 0,1 0 1 0 0,-1 0-1 0 0,0 0 0 0 0,0 0 0 0 0,1-1 1 0 0,-1 1-1 0 0,0-1 0 0 0,0 1 0 0 0,-1-1 1 0 0,1 0-1 0 0,0 0 0 0 0,2-4 0 0 0,1 0 6 0 0,0-1 0 0 0,0 1 0 0 0,-1-1 0 0 0,0 0 0 0 0,-1 0 0 0 0,1-1 0 0 0,-1 1 0 0 0,-1-1 0 0 0,1 0 0 0 0,-1 0 0 0 0,-1 1 0 0 0,0-1 0 0 0,0 0 0 0 0,0-14 0 0 0,-2 11 60 0 0,0 1 0 0 0,-1-1 0 0 0,-1 0 1 0 0,1 1-1 0 0,-2-1 0 0 0,1 1 0 0 0,-1 0 0 0 0,-1 0 0 0 0,0 1 1 0 0,-9-13-1 0 0,4 6 211 0 0,0 2 1 0 0,-23-26 0 0 0,29 37-263 0 0,1-1 1 0 0,0 1-1 0 0,-1 0 1 0 0,0 0-1 0 0,0 0 1 0 0,0 0-1 0 0,0 1 0 0 0,-1 0 1 0 0,1 0-1 0 0,0 0 1 0 0,-1 0-1 0 0,0 1 1 0 0,1-1-1 0 0,-1 1 1 0 0,-8-1-1 0 0,-1 5-1201 0 0,1 3-4479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56.1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 10594 0 0,'5'-11'670'0'0,"-5"11"-631"0"0,0 0-1 0 0,0 0 1 0 0,0 0 0 0 0,0 0-1 0 0,0 0 1 0 0,1 1-1 0 0,-1-1 1 0 0,0 0-1 0 0,0 0 1 0 0,0 0 0 0 0,0 0-1 0 0,0 0 1 0 0,0 0-1 0 0,0 0 1 0 0,0 0-1 0 0,0 1 1 0 0,0-1 0 0 0,1 0-1 0 0,-1 0 1 0 0,0 0-1 0 0,0 0 1 0 0,0 0-1 0 0,0 0 1 0 0,0 0 0 0 0,0 0-1 0 0,0 0 1 0 0,1 0-1 0 0,-1 0 1 0 0,0 0 0 0 0,0 0-1 0 0,0 0 1 0 0,0 0-1 0 0,0 0 1 0 0,1 0-1 0 0,-1 0 1 0 0,0 0 0 0 0,0 0-1 0 0,0 0 1 0 0,0 0-1 0 0,0 0 1 0 0,0 0-1 0 0,1 0 1 0 0,-1 0 0 0 0,0 0-1 0 0,0 0 1 0 0,0 0-1 0 0,0 0 1 0 0,0 0-1 0 0,0 0 1 0 0,0 0 0 0 0,1-1-1 0 0,-1 1 1 0 0,0 0-1 0 0,0 0 1 0 0,0 0-1 0 0,0 0 1 0 0,0 0 0 0 0,-3 133 2155 0 0,0 2-838 0 0,4-115-1132 0 0,0 1-1 0 0,2-1 1 0 0,0 0 0 0 0,10 30 0 0 0,-12-46-199 0 0,1 1 1 0 0,-1-1 0 0 0,1 1-1 0 0,0-1 1 0 0,0 0 0 0 0,1 0-1 0 0,-1 0 1 0 0,1 0 0 0 0,0 0 0 0 0,0-1-1 0 0,0 1 1 0 0,0-1 0 0 0,1 0-1 0 0,-1 0 1 0 0,1 0 0 0 0,0 0-1 0 0,0-1 1 0 0,0 1 0 0 0,0-1 0 0 0,0 0-1 0 0,1 0 1 0 0,-1-1 0 0 0,0 1-1 0 0,1-1 1 0 0,-1 0 0 0 0,1 0-1 0 0,0-1 1 0 0,-1 1 0 0 0,1-1 0 0 0,0 0-1 0 0,8-1 1 0 0,-3-1-119 0 0,-1 0 1 0 0,1 0-1 0 0,-1-1 0 0 0,0 0 0 0 0,0-1 1 0 0,0 0-1 0 0,0 0 0 0 0,0-1 1 0 0,-1 0-1 0 0,0-1 0 0 0,0 0 1 0 0,0 0-1 0 0,-1 0 0 0 0,9-11 0 0 0,10-16-5218 0 0,-14 18 5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56.3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2 2761 0 0,'-30'-2'6911'0'0,"29"3"-6657"0"0,0 0-1 0 0,1 0 1 0 0,-1 0-1 0 0,1 0 1 0 0,0 0-1 0 0,-1 1 1 0 0,1-1-1 0 0,0 0 1 0 0,0 0-1 0 0,0 0 1 0 0,-1 0-1 0 0,1 0 1 0 0,0 0-1 0 0,0 0 1 0 0,1 1-1 0 0,-1-1 1 0 0,0 1-1 0 0,7 60 2600 0 0,16 63-1 0 0,-2-12-2660 0 0,-2 4-416 0 0,-8-67-5224 0 0,-5-19-762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8:57.2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27 266 7370 0 0,'-3'5'347'0'0,"-1"-1"1"0"0,2 1 0 0 0,-1 0-1 0 0,0 0 1 0 0,1 0 0 0 0,0 0-1 0 0,0 0 1 0 0,1 0 0 0 0,-1 1 0 0 0,1-1-1 0 0,0 1 1 0 0,1-1 0 0 0,-1 1-1 0 0,1-1 1 0 0,0 1 0 0 0,0-1-1 0 0,1 1 1 0 0,1 5 0 0 0,0 2-79 0 0,0 0 0 0 0,1 1 0 0 0,1-1 0 0 0,0-1 0 0 0,1 1 0 0 0,9 17 0 0 0,-6-17-166 0 0,0-1-1 0 0,0 0 1 0 0,2-1-1 0 0,-1 0 0 0 0,23 19 1 0 0,-26-25-107 0 0,1 1 1 0 0,0-1-1 0 0,0 0 1 0 0,1-1-1 0 0,-1 0 1 0 0,1 0-1 0 0,0 0 1 0 0,0-1-1 0 0,0 0 1 0 0,0-1-1 0 0,12 2 1 0 0,-18-3-1 0 0,-1-1 0 0 0,1 0 0 0 0,-1 1 0 0 0,1-1 0 0 0,0 0 0 0 0,-1 0 0 0 0,1 0 0 0 0,-1 0 0 0 0,1 0 0 0 0,0 0 0 0 0,-1-1 0 0 0,1 1 0 0 0,-1-1 0 0 0,1 1 0 0 0,-1-1 0 0 0,1 1 0 0 0,-1-1 0 0 0,1 0 0 0 0,-1 1 0 0 0,0-1 0 0 0,1 0 0 0 0,-1 0 0 0 0,0 0 0 0 0,0 0 0 0 0,0 0 0 0 0,1-1 0 0 0,-1 1 0 0 0,0 0 0 0 0,-1 0 0 0 0,1-1 0 0 0,0 1 0 0 0,0-1 0 0 0,-1 1 0 0 0,1-1 0 0 0,0 1 0 0 0,-1-1 0 0 0,1 1 0 0 0,-1-1 0 0 0,0 1 0 0 0,0-1 0 0 0,0 0 0 0 0,1-1 0 0 0,-2-3-23 0 0,1 0 0 0 0,-1 1 1 0 0,0-1-1 0 0,-1 1 0 0 0,1-1 0 0 0,-1 1 0 0 0,0-1 0 0 0,0 1 0 0 0,-1 0 1 0 0,-5-9-1 0 0,-28-36-462 0 0,17 26 541 0 0,1-2-1 0 0,-24-45 0 0 0,38 63-6 0 0,1 0 0 0 0,0 0 1 0 0,0 0-1 0 0,0-1 0 0 0,1 0 0 0 0,1 1 0 0 0,-1-1 0 0 0,1 0 1 0 0,1 0-1 0 0,0 1 0 0 0,0-1 0 0 0,1 0 0 0 0,0 0 0 0 0,2-8 0 0 0,-1 10 8 0 0,1 0 0 0 0,0 0-1 0 0,0 1 1 0 0,1 0-1 0 0,0-1 1 0 0,0 1 0 0 0,0 1-1 0 0,1-1 1 0 0,0 1 0 0 0,0 0-1 0 0,6-5 1 0 0,4-3 113 0 0,1 1 0 0 0,30-19 0 0 0,-43 30-159 0 0,-1-1 0 0 0,1 1 0 0 0,-1 0 0 0 0,1-1 0 0 0,-1 1-1 0 0,1 0 1 0 0,0 0 0 0 0,-1 1 0 0 0,1-1 0 0 0,0 1 0 0 0,0-1 0 0 0,0 1 0 0 0,-1 0 0 0 0,1 0 0 0 0,0 0-1 0 0,0 0 1 0 0,0 1 0 0 0,0-1 0 0 0,-1 1 0 0 0,6 1 0 0 0,-5 0 5 0 0,0 0-1 0 0,0 0 1 0 0,-1 0 0 0 0,1 0-1 0 0,0 1 1 0 0,-1-1-1 0 0,0 1 1 0 0,1 0 0 0 0,-1 0-1 0 0,0 0 1 0 0,-1 0 0 0 0,1 0-1 0 0,0 0 1 0 0,1 5 0 0 0,3 10 55 0 0,0 2 0 0 0,-2-1 1 0 0,0 1-1 0 0,1 30 0 0 0,-4-48-61 0 0,1 25 5 0 0,-1-5 13 0 0,1 0 1 0 0,1 0-1 0 0,2 0 0 0 0,10 36 1 0 0,-13-53-22 0 0,0 0 0 0 0,1 0 1 0 0,-1-1-1 0 0,1 1 0 0 0,0 0 1 0 0,0-1-1 0 0,0 0 1 0 0,0 0-1 0 0,1 0 0 0 0,0 0 1 0 0,0 0-1 0 0,0-1 0 0 0,0 0 1 0 0,1 0-1 0 0,-1 0 1 0 0,1 0-1 0 0,-1-1 0 0 0,1 1 1 0 0,0-1-1 0 0,0 0 0 0 0,0-1 1 0 0,1 1-1 0 0,-1-1 1 0 0,11 1-1 0 0,-13-2-3 0 0,1 1 1 0 0,0-1 0 0 0,0 0-1 0 0,0-1 1 0 0,0 1-1 0 0,0-1 1 0 0,-1 1-1 0 0,1-1 1 0 0,0-1-1 0 0,0 1 1 0 0,-1 0 0 0 0,1-1-1 0 0,-1 1 1 0 0,1-1-1 0 0,-1 0 1 0 0,0 0-1 0 0,6-5 1 0 0,-5 2 1 0 0,1 0 0 0 0,-1 0 0 0 0,-1 0 0 0 0,1 0 0 0 0,-1 0 0 0 0,0-1 0 0 0,0 0 0 0 0,0 1 0 0 0,-1-1 0 0 0,2-8 0 0 0,0-1 1 0 0,-1 0 1 0 0,0 0 0 0 0,-1 0-1 0 0,-1-1 1 0 0,-1 1-1 0 0,0-1 1 0 0,-1 1-1 0 0,-4-21 1 0 0,2 22-14 0 0,-2 1 1 0 0,0 0-1 0 0,0 0 1 0 0,-1 0-1 0 0,-1 1 1 0 0,-10-14-1 0 0,8 11-14 0 0,1 0 1 0 0,0 0-1 0 0,-8-21 1 0 0,16 35 23 0 0,0 0 1 0 0,0 0-1 0 0,1 1 1 0 0,-1-1-1 0 0,0 0 0 0 0,0 0 1 0 0,1 0-1 0 0,-1 0 1 0 0,0 1-1 0 0,1-1 1 0 0,-1 0-1 0 0,1 0 1 0 0,-1 1-1 0 0,1-1 1 0 0,-1 0-1 0 0,1 1 1 0 0,0-1-1 0 0,-1 0 1 0 0,1 1-1 0 0,0-1 1 0 0,0 1-1 0 0,-1-1 1 0 0,1 1-1 0 0,0 0 1 0 0,0-1-1 0 0,0 1 1 0 0,-1 0-1 0 0,1-1 1 0 0,0 1-1 0 0,0 0 1 0 0,1 0-1 0 0,29-8 66 0 0,-25 7-62 0 0,0 0 0 0 0,0 0 1 0 0,0 1-1 0 0,1 0 0 0 0,-1 0 1 0 0,0 0-1 0 0,0 1 0 0 0,0 0 1 0 0,0 0-1 0 0,-1 1 0 0 0,1 0 0 0 0,0 0 1 0 0,0 0-1 0 0,-1 0 0 0 0,1 1 1 0 0,-1 0-1 0 0,0 0 0 0 0,0 0 0 0 0,5 6 1 0 0,4 4 18 0 0,-1 1 0 0 0,-1 0 0 0 0,0 1 0 0 0,17 29 0 0 0,-28-42-21 0 0,34 44 314 0 0,-33-43-300 0 0,1-1-1 0 0,-1 0 0 0 0,0 0 0 0 0,1 0 0 0 0,-1 0 0 0 0,1 0 0 0 0,-1 0 0 0 0,1 0 1 0 0,0-1-1 0 0,0 0 0 0 0,0 1 0 0 0,0-1 0 0 0,0 0 0 0 0,0-1 0 0 0,5 2 0 0 0,-7-2 6 0 0,0 0-1 0 0,-1 0 0 0 0,1 0 0 0 0,0 0 1 0 0,0 0-1 0 0,-1-1 0 0 0,1 1 1 0 0,0 0-1 0 0,-1 0 0 0 0,1-1 0 0 0,-1 1 1 0 0,1 0-1 0 0,0-1 0 0 0,-1 1 0 0 0,1-1 1 0 0,-1 1-1 0 0,1 0 0 0 0,-1-1 0 0 0,1 1 1 0 0,-1-1-1 0 0,1 0 0 0 0,-1 1 0 0 0,0-1 1 0 0,1 1-1 0 0,-1-2 0 0 0,5-22 560 0 0,-11-25 544 0 0,6 47-1062 0 0,-2-7 52 0 0,0 0 0 0 0,0 0 0 0 0,-1 1 0 0 0,0-1 0 0 0,-1 0 0 0 0,0 1 1 0 0,0 0-1 0 0,-1 0 0 0 0,0 0 0 0 0,0 1 0 0 0,-7-7 0 0 0,7 9-208 0 0,1 1 0 0 0,-1-1 0 0 0,0 1 0 0 0,-1 1 1 0 0,1-1-1 0 0,0 1 0 0 0,-1 0 0 0 0,0 0 0 0 0,0 0 0 0 0,0 1 0 0 0,0 0 1 0 0,0 0-1 0 0,0 1 0 0 0,0 0 0 0 0,-1 0 0 0 0,-10 0 0 0 0,-13 1-7454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7:10.3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201 376 8290 0 0,'-71'-5'1661'0'0,"38"3"-371"0"0,-45-8 0 0 0,61 10 233 0 0,17 0-1501 0 0,0 1 0 0 0,0-1 0 0 0,-1 0 0 0 0,1 0 0 0 0,0 0-1 0 0,0 1 1 0 0,0-1 0 0 0,0 0 0 0 0,0 0 0 0 0,0 0 0 0 0,0 1 0 0 0,0-1 0 0 0,0 0 0 0 0,0 0-1 0 0,0 0 1 0 0,0 1 0 0 0,0-1 0 0 0,0 0 0 0 0,0 0 0 0 0,0 1 0 0 0,0-1 0 0 0,0 0 0 0 0,0 0-1 0 0,0 0 1 0 0,0 1 0 0 0,0-1 0 0 0,0 0 0 0 0,0 0 0 0 0,0 0 0 0 0,0 1 0 0 0,1-1 0 0 0,-1 0 0 0 0,0 0-1 0 0,0 0 1 0 0,0 1 0 0 0,1-1 0 0 0,0 2 2 0 0,1-1 0 0 0,-1 1 0 0 0,1 0-1 0 0,0-1 1 0 0,0 0 0 0 0,0 1 0 0 0,0-1 0 0 0,0 0-1 0 0,0 0 1 0 0,0 0 0 0 0,3 1 0 0 0,27 4 404 0 0,1-2 1 0 0,0-1-1 0 0,-1-1 0 0 0,56-5 1 0 0,-23 2-89 0 0,595-50 1162 0 0,-392 23-752 0 0,951-156 643 0 0,-752 85-1233 0 0,-431 90 46 0 0,-1 1 0 0 0,1 2 1 0 0,0 1-1 0 0,65 1 1 0 0,-100 4-210 0 0,-1 0-1 0 0,0 0 1 0 0,1-1 0 0 0,-1 1 0 0 0,1 0 0 0 0,-1 0-1 0 0,1 0 1 0 0,-1 0 0 0 0,1 0 0 0 0,-1 0 0 0 0,1 0-1 0 0,-1 1 1 0 0,1-1 0 0 0,-1 0 0 0 0,1 0 0 0 0,-1 0 0 0 0,1 0-1 0 0,-1 0 1 0 0,0 1 0 0 0,1-1 0 0 0,-1 0 0 0 0,1 1-1 0 0,-1-1 1 0 0,0 0 0 0 0,1 0 0 0 0,-1 1 0 0 0,1-1-1 0 0,-1 1 1 0 0,0-1 0 0 0,0 0 0 0 0,1 1 0 0 0,-1-1-1 0 0,0 1 1 0 0,0-1 0 0 0,0 1 0 0 0,1-1 0 0 0,-1 0-1 0 0,0 1 1 0 0,0-1 0 0 0,0 1 0 0 0,0-1 0 0 0,0 1-1 0 0,0-1 1 0 0,0 1 0 0 0,0-1 0 0 0,0 1 0 0 0,0-1 0 0 0,0 1-1 0 0,0-1 1 0 0,0 1 0 0 0,0-1 0 0 0,-1 1 0 0 0,1-1-1 0 0,0 1 1 0 0,0-1 0 0 0,0 0 0 0 0,-1 1 0 0 0,1-1-1 0 0,0 1 1 0 0,-1-1 0 0 0,1 0 0 0 0,0 1 0 0 0,-1-1-1 0 0,1 0 1 0 0,0 1 0 0 0,-1-1 0 0 0,0 0 0 0 0,-30 29-1897 0 0,26-25 1146 0 0,-20 16-6369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38.1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93 10138 0 0,'0'-22'2046'0'0,"-1"1"0"0"0,-5-28-1 0 0,7 68-1419 0 0,0 0 0 0 0,-1 0-1 0 0,-1 0 1 0 0,-6 33-1 0 0,0 4-344 0 0,-12 231 449 0 0,34 554 1 0 0,-8-772-650 0 0,10 160 428 0 0,-16-173-430 0 0,-1 1 0 0 0,-10 57 1 0 0,-2-46-522 0 0,0-24-3396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38.7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244 83 456 0 0,'-77'-5'1337'0'0,"61"3"-865"0"0,0 1 0 0 0,-1 0-1 0 0,1 1 1 0 0,-1 0-1 0 0,1 2 1 0 0,0 0-1 0 0,-1 0 1 0 0,-19 12 5273 0 0,67-14-4009 0 0,45-6-628 0 0,472-14 4194 0 0,519-36-3152 0 0,-1033 52-2130 0 0,-12 1-46 0 0,0 0 0 0 0,0 2 0 0 0,0 0 0 0 0,0 2 0 0 0,1 0 0 0 0,21 5 0 0 0,-28 0-1916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39.0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 60 2304 0 0,'-12'1'404'0'0,"-14"2"-659"0"0,12-5 5488 0 0,57-14-1227 0 0,-42 16-3973 0 0,127-36 4949 0 0,-112 33-5120 0 0,0 0 0 0 0,0 1 0 0 0,0 1 1 0 0,0 1-1 0 0,0 0 0 0 0,21 3 0 0 0,-26 0-1121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39.3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3681 0 0,'2'1'412'0'0,"-1"0"0"0"0,1 0 1 0 0,-1 0-1 0 0,1 1 1 0 0,-1-1-1 0 0,0 0 0 0 0,1 1 1 0 0,-1-1-1 0 0,0 1 0 0 0,0-1 1 0 0,0 1-1 0 0,0-1 0 0 0,0 1 1 0 0,-1 0-1 0 0,1-1 0 0 0,0 3 1 0 0,13 34 4171 0 0,-6 2-3186 0 0,-2 0-1 0 0,-2 0 0 0 0,0 54 1 0 0,-1-2-825 0 0,62 1096 722 0 0,-63-1160-1451 0 0,1 6-947 0 0,-3 55 0 0 0,0-82 240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0.0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441 220 2553 0 0,'-117'35'292'0'0,"70"-19"-281"0"0,-1-2 0 0 0,0-3 0 0 0,-97 12 0 0 0,143-23 162 0 0,-1 0 0 0 0,0 0 1 0 0,0-1-1 0 0,0 1 0 0 0,1-1 1 0 0,-1 1-1 0 0,0-1 0 0 0,0 0 1 0 0,-4-2-1 0 0,7 3-110 0 0,0 0 1 0 0,0 0-1 0 0,-1 0 1 0 0,1 0-1 0 0,0 0 1 0 0,0 0-1 0 0,0-1 1 0 0,0 1-1 0 0,-1 0 0 0 0,1 0 1 0 0,0 0-1 0 0,0 0 1 0 0,0-1-1 0 0,0 1 1 0 0,0 0-1 0 0,-1 0 1 0 0,1 0-1 0 0,0-1 1 0 0,0 1-1 0 0,0 0 1 0 0,0 0-1 0 0,0 0 1 0 0,0-1-1 0 0,0 1 0 0 0,0 0 1 0 0,0 0-1 0 0,0 0 1 0 0,0-1-1 0 0,0 1 1 0 0,0 0-1 0 0,0 0 1 0 0,0-1-1 0 0,0 1 1 0 0,0 0-1 0 0,0 0 1 0 0,0 0-1 0 0,0-1 0 0 0,1 1 1 0 0,15-10 1900 0 0,40-6-1163 0 0,0 3 0 0 0,110-13 0 0 0,-95 17-410 0 0,441-40 1772 0 0,-218 25-775 0 0,279-15 1002 0 0,-95 9-643 0 0,-380 22-1700 0 0,629-47 972 0 0,1 29-239 0 0,-568 34-1932 0 0,-139-5 909 0 0,-1 0-1 0 0,0 2 1 0 0,0 0 0 0 0,-1 2 0 0 0,34 14-1 0 0,-21-10-5568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0.4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40 2272 0 0,'-1'-2'62'0'0,"1"0"-1"0"0,0 0 0 0 0,1 0 0 0 0,-1 0 0 0 0,0 0 1 0 0,1 0-1 0 0,-1 0 0 0 0,1 1 0 0 0,-1-1 0 0 0,1 0 1 0 0,0 0-1 0 0,0 1 0 0 0,1-3 0 0 0,-2 3 127 0 0,0 0 0 0 0,1 1 0 0 0,-1-1 0 0 0,1 0 0 0 0,-1 1 0 0 0,0-1 0 0 0,1 0-1 0 0,-1 1 1 0 0,1-1 0 0 0,-1 1 0 0 0,1-1 0 0 0,0 1 0 0 0,-1-1 0 0 0,1 1 0 0 0,0-1 0 0 0,-1 1 0 0 0,1 0 0 0 0,0-1 0 0 0,-1 1 0 0 0,1 0-1 0 0,0 0 1 0 0,-1-1 0 0 0,1 1 0 0 0,0 0 0 0 0,0 0 0 0 0,-1 0 0 0 0,1 0 0 0 0,0 0 0 0 0,0 0 0 0 0,0 0 0 0 0,-1 0 0 0 0,1 0-1 0 0,0 1 1 0 0,-1-1 0 0 0,1 0 0 0 0,1 1 0 0 0,0 0 146 0 0,0 1 1 0 0,-1 0-1 0 0,1 0 0 0 0,0 0 0 0 0,-1 0 1 0 0,1 0-1 0 0,-1 0 0 0 0,0 1 0 0 0,0-1 1 0 0,0 0-1 0 0,0 1 0 0 0,0-1 0 0 0,0 0 1 0 0,-1 1-1 0 0,2 3 0 0 0,3 42 1144 0 0,-4-40-1150 0 0,8 325 2564 0 0,-6-80-2192 0 0,1-183-599 0 0,-4-1 0 0 0,-3 1 0 0 0,-23 135-1 0 0,23-193-772 0 0,2-2-195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1.9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253 1 5529 0 0,'-21'5'1137'0'0,"0"1"-1"0"0,0 1 1 0 0,-34 16 0 0 0,4-2 504 0 0,29-13-858 0 0,10-4 63 0 0,1 0 0 0 0,0 1-1 0 0,-16 9 1 0 0,67-14 380 0 0,-38-1-1236 0 0,45-3 8 0 0,69 1 0 0 0,-103 4 56 0 0,1 0 0 0 0,0 1 0 0 0,-1 0 0 0 0,0 1 0 0 0,1 1 0 0 0,-1 0 1 0 0,0 1-1 0 0,-1 0 0 0 0,22 13 0 0 0,-32-17-54 0 0,0 0-1 0 0,-1 0 1 0 0,1 0 0 0 0,-1 0 0 0 0,1 0 0 0 0,-1 1 0 0 0,0-1 0 0 0,0 1-1 0 0,1-1 1 0 0,-1 1 0 0 0,0-1 0 0 0,0 1 0 0 0,0-1 0 0 0,-1 1 0 0 0,1 0-1 0 0,0 0 1 0 0,-1-1 0 0 0,1 1 0 0 0,-1 0 0 0 0,1 2 0 0 0,-1-1-1 0 0,0 1 1 0 0,-1-1-1 0 0,1 0 0 0 0,-1 0 1 0 0,1 0-1 0 0,-1 0 1 0 0,0 0-1 0 0,0-1 0 0 0,-1 1 1 0 0,1 0-1 0 0,-3 4 1 0 0,-5 6-4 0 0,-2 0 1 0 0,1 0 0 0 0,-24 21 0 0 0,21-22 2 0 0,-51 47 228 0 0,38-37-50 0 0,1 1 0 0 0,-26 33-1 0 0,50-56-170 0 0,0 1 0 0 0,1 0-1 0 0,-1 0 1 0 0,0-1-1 0 0,0 1 1 0 0,1 0 0 0 0,-1 0-1 0 0,1 0 1 0 0,-1 0 0 0 0,1 0-1 0 0,-1 0 1 0 0,1 0 0 0 0,0 0-1 0 0,-1 0 1 0 0,1 0-1 0 0,0 0 1 0 0,0 0 0 0 0,0 0-1 0 0,0 0 1 0 0,0 0 0 0 0,0 1-1 0 0,0-1 1 0 0,0 0 0 0 0,0 0-1 0 0,0 0 1 0 0,0 0 0 0 0,1 0-1 0 0,-1 0 1 0 0,1 0-1 0 0,0 1 1 0 0,0-1-18 0 0,1 1 0 0 0,0-1 0 0 0,-1 0 1 0 0,1 1-1 0 0,0-1 0 0 0,0 0 0 0 0,0 0 0 0 0,0-1 0 0 0,0 1 0 0 0,0 0 0 0 0,0-1 1 0 0,0 1-1 0 0,0-1 0 0 0,3 1 0 0 0,6 0-67 0 0,1 0 0 0 0,-1-1 0 0 0,1 0 0 0 0,19-4 0 0 0,7-4 54 0 0,-27 4 18 0 0,1 1 0 0 0,-1 0 0 0 0,1 1 0 0 0,0 0 0 0 0,0 1 0 0 0,-1 1 0 0 0,1 0 0 0 0,0 0 0 0 0,16 3 0 0 0,-26-3 13 0 0,-1 1 1 0 0,0-1-1 0 0,0 0 0 0 0,0 1 1 0 0,0-1-1 0 0,0 1 0 0 0,0-1 1 0 0,0 1-1 0 0,0 0 0 0 0,0-1 1 0 0,0 1-1 0 0,0 0 0 0 0,0 0 1 0 0,0 0-1 0 0,0 0 0 0 0,-1-1 1 0 0,1 1-1 0 0,0 0 0 0 0,-1 0 1 0 0,1 0-1 0 0,0 1 1 0 0,-1-1-1 0 0,1 0 0 0 0,-1 0 1 0 0,0 0-1 0 0,1 0 0 0 0,-1 0 1 0 0,0 0-1 0 0,0 1 0 0 0,0-1 1 0 0,0 0-1 0 0,0 0 0 0 0,0 0 1 0 0,0 1-1 0 0,0-1 0 0 0,0 0 1 0 0,-1 0-1 0 0,1 0 0 0 0,0 0 1 0 0,-1 1-1 0 0,1-1 0 0 0,-1 0 1 0 0,0 1-1 0 0,-3 7 81 0 0,-1 0-1 0 0,0 0 1 0 0,-1-1-1 0 0,-7 9 1 0 0,6-7-23 0 0,-67 81 719 0 0,-11 16-713 0 0,83-105-185 0 0,1-1-1 0 0,0 1 0 0 0,0-1 0 0 0,0 1 1 0 0,0 0-1 0 0,0-1 0 0 0,0 1 0 0 0,1 0 0 0 0,-1 0 1 0 0,1 0-1 0 0,-1 0 0 0 0,1-1 0 0 0,-1 1 1 0 0,1 0-1 0 0,0 0 0 0 0,0 0 0 0 0,0 0 0 0 0,0 0 1 0 0,1 0-1 0 0,-1 0 0 0 0,0 0 0 0 0,1 0 1 0 0,-1-1-1 0 0,1 1 0 0 0,0 0 0 0 0,-1 0 0 0 0,1 0 1 0 0,0-1-1 0 0,2 3 0 0 0,-1-2-282 0 0,-1-1 0 0 0,1 0-1 0 0,0 1 1 0 0,0-1 0 0 0,0 0 0 0 0,0 0-1 0 0,0 0 1 0 0,0 0 0 0 0,1-1 0 0 0,-1 1-1 0 0,0-1 1 0 0,0 1 0 0 0,1-1 0 0 0,-1 0-1 0 0,0 0 1 0 0,0 0 0 0 0,1 0 0 0 0,-1 0-1 0 0,0 0 1 0 0,1-1 0 0 0,-1 1 0 0 0,0-1-1 0 0,0 1 1 0 0,4-3 0 0 0,29-13-1827 0 0,-28 12 2009 0 0,-1 0 1 0 0,1 1 0 0 0,0 0-1 0 0,0 0 1 0 0,0 1 0 0 0,0 0 0 0 0,14-2-1 0 0,-49 44 3721 0 0,25-35-2501 0 0,0 0 0 0 0,0 0 0 0 0,1 0-1 0 0,0 0 1 0 0,0 0 0 0 0,0 1 0 0 0,-2 7-1 0 0,3-4-67 0 0,-1 1 0 0 0,1 0-1 0 0,1 16 1 0 0,3 5-128 0 0,12 54 0 0 0,-6-36 436 0 0,4 27-782 0 0,-2-18-177 0 0,-2 1 0 0 0,-2 1 0 0 0,-4 105 1 0 0,-6-126-241 0 0,0-11-134 0 0,1 1 0 0 0,1-1 0 0 0,2 1 0 0 0,3 29 0 0 0,1-45-520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2.39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91 98 5985 0 0,'0'0'151'0'0,"-1"0"-1"0"0,1 0 1 0 0,-1 0-1 0 0,1 0 0 0 0,-1 0 1 0 0,1 1-1 0 0,-1-1 1 0 0,1 0-1 0 0,0 0 1 0 0,-1 1-1 0 0,1-1 0 0 0,-1 0 1 0 0,1 0-1 0 0,0 1 1 0 0,-1-1-1 0 0,1 1 1 0 0,-1-1-1 0 0,1 0 0 0 0,0 1 1 0 0,0-1-1 0 0,-1 1 1 0 0,1-1-1 0 0,0 0 1 0 0,0 1-1 0 0,0-1 1 0 0,-1 1-1 0 0,1-1 0 0 0,0 1 1 0 0,0-1-1 0 0,0 1 1 0 0,0-1-1 0 0,0 1 1 0 0,0-1-1 0 0,0 1 0 0 0,0-1 1 0 0,0 1-1 0 0,0-1 1 0 0,0 1-1 0 0,0-1 1 0 0,0 1-1 0 0,1-1 0 0 0,-1 1 1 0 0,0-1-1 0 0,0 1 1 0 0,1-1-1 0 0,-1 1 1 0 0,0-1-1 0 0,0 1 0 0 0,1-1 1 0 0,-1 0-1 0 0,0 1 1 0 0,1-1-1 0 0,-1 0 1 0 0,1 1-1 0 0,0-1 0 0 0,1 2 37 0 0,-1-1-1 0 0,1 0 1 0 0,0 0-1 0 0,0 0 0 0 0,0 0 1 0 0,0 0-1 0 0,0 0 0 0 0,0 0 1 0 0,1-1-1 0 0,3 1 1 0 0,-2-1-109 0 0,-1 0 0 0 0,1 0 0 0 0,-1-1 0 0 0,1 0 1 0 0,-1 1-1 0 0,0-1 0 0 0,1-1 0 0 0,-1 1 0 0 0,0 0 1 0 0,0-1-1 0 0,1 0 0 0 0,-1 1 0 0 0,-1-1 0 0 0,1 0 1 0 0,0-1-1 0 0,0 1 0 0 0,-1-1 0 0 0,1 1 0 0 0,-1-1 1 0 0,3-3-1 0 0,-4 4-90 0 0,0 0 0 0 0,0 1 1 0 0,0-1-1 0 0,-1 0 0 0 0,1 0 1 0 0,0 0-1 0 0,-1 0 0 0 0,1 0 0 0 0,-1 0 1 0 0,0 0-1 0 0,1 0 0 0 0,-1-1 1 0 0,0 1-1 0 0,0 0 0 0 0,-1 0 0 0 0,1 0 1 0 0,0 0-1 0 0,-1 0 0 0 0,1 0 1 0 0,-1 0-1 0 0,0 0 0 0 0,0 0 0 0 0,1 0 1 0 0,-1 0-1 0 0,0 1 0 0 0,-1-1 1 0 0,1 0-1 0 0,0 0 0 0 0,0 1 0 0 0,-1-1 1 0 0,1 1-1 0 0,-1-1 0 0 0,1 1 0 0 0,-4-2 1 0 0,0-1 48 0 0,0 1 1 0 0,0 0-1 0 0,-1 0 1 0 0,1 0-1 0 0,-1 1 1 0 0,1 0 0 0 0,-1 0-1 0 0,0 1 1 0 0,0-1-1 0 0,1 1 1 0 0,-1 0-1 0 0,0 1 1 0 0,0-1-1 0 0,0 1 1 0 0,0 0-1 0 0,-10 2 1 0 0,13-1-19 0 0,0-1 0 0 0,0 1 1 0 0,1 0-1 0 0,-1 0 0 0 0,0 0 0 0 0,0 0 1 0 0,1 1-1 0 0,-1-1 0 0 0,0 1 1 0 0,1-1-1 0 0,0 1 0 0 0,-1 0 0 0 0,1 0 1 0 0,0 0-1 0 0,0 0 0 0 0,0 1 0 0 0,0-1 1 0 0,0 1-1 0 0,1-1 0 0 0,-1 1 0 0 0,1-1 1 0 0,-1 1-1 0 0,1 0 0 0 0,0 0 0 0 0,0-1 1 0 0,0 1-1 0 0,1 0 0 0 0,-1 0 0 0 0,1 0 1 0 0,-1 0-1 0 0,1 0 0 0 0,0 0 1 0 0,0 0-1 0 0,1 5 0 0 0,0-6-61 0 0,-1-1 1 0 0,0 1-1 0 0,0-1 0 0 0,1 0 0 0 0,-1 1 0 0 0,1-1 1 0 0,0 0-1 0 0,-1 0 0 0 0,1 1 0 0 0,0-1 1 0 0,-1 0-1 0 0,1 0 0 0 0,0 0 0 0 0,0 0 1 0 0,0 0-1 0 0,0 0 0 0 0,0 0 0 0 0,0 0 1 0 0,1 0-1 0 0,-1 0 0 0 0,0-1 0 0 0,0 1 1 0 0,1 0-1 0 0,-1-1 0 0 0,0 1 0 0 0,1-1 1 0 0,-1 0-1 0 0,0 1 0 0 0,1-1 0 0 0,-1 0 0 0 0,0 0 1 0 0,1 0-1 0 0,-1 0 0 0 0,2 0 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2.8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44 0 1376 0 0,'-40'3'12065'0'0,"39"-3"-11749"0"0,1 1-1 0 0,0 0 1 0 0,0 1 0 0 0,-2 15 198 0 0,4 40 1836 0 0,14 75-1 0 0,0-1-1418 0 0,25 536 911 0 0,-41-595-1821 0 0,0-50-116 0 0,0-1 1 0 0,0 0-1 0 0,7 32 1 0 0,-3-45-1062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4.1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3817 1 7370 0 0,'-10'13'2759'0'0,"0"2"0"0"0,0-1 0 0 0,-10 24 1 0 0,20-38-2738 0 0,0 1 1 0 0,0-1 0 0 0,0 0 0 0 0,0 1 0 0 0,1-1 0 0 0,-1 0 0 0 0,0 1-1 0 0,0-1 1 0 0,0 0 0 0 0,0 0 0 0 0,1 1 0 0 0,-1-1 0 0 0,0 0 0 0 0,0 1-1 0 0,0-1 1 0 0,1 0 0 0 0,-1 0 0 0 0,0 0 0 0 0,0 1 0 0 0,1-1 0 0 0,-1 0-1 0 0,0 0 1 0 0,1 0 0 0 0,-1 0 0 0 0,0 1 0 0 0,1-1 0 0 0,-1 0-1 0 0,0 0 1 0 0,1 0 0 0 0,-1 0 0 0 0,0 0 0 0 0,1 0 0 0 0,-1 0 0 0 0,0 0-1 0 0,1 0 1 0 0,-1 0 0 0 0,0 0 0 0 0,1 0 0 0 0,-1 0 0 0 0,0-1 0 0 0,1 1-1 0 0,-1 0 1 0 0,0 0 0 0 0,1 0 0 0 0,-1 0 0 0 0,1-1 0 0 0,17-2-93 0 0,27-13 306 0 0,19-4 283 0 0,-59 19-505 0 0,-1 0 0 0 0,1 0 0 0 0,0 1 1 0 0,0 0-1 0 0,0 0 0 0 0,0 0 0 0 0,0 0 0 0 0,-1 1 0 0 0,1 0 0 0 0,0 0 0 0 0,5 2 0 0 0,-9-2-41 0 0,1-1 0 0 0,-1 1 0 0 0,0 0-1 0 0,0-1 1 0 0,1 1 0 0 0,-1 0 0 0 0,0 0 0 0 0,0 0 0 0 0,0 0 0 0 0,0 0-1 0 0,0 0 1 0 0,0 0 0 0 0,0 1 0 0 0,0-1 0 0 0,-1 0 0 0 0,1 0 0 0 0,0 1-1 0 0,-1-1 1 0 0,1 0 0 0 0,-1 1 0 0 0,1-1 0 0 0,-1 1 0 0 0,0-1 0 0 0,0 1-1 0 0,1-1 1 0 0,-1 0 0 0 0,0 1 0 0 0,0-1 0 0 0,-1 1 0 0 0,1-1 0 0 0,0 1-1 0 0,0-1 1 0 0,-1 1 0 0 0,1-1 0 0 0,-1 0 0 0 0,1 1 0 0 0,-1-1 0 0 0,1 0-1 0 0,-1 1 1 0 0,-1 1 0 0 0,-4 8-210 0 0,0 0-1 0 0,-1-1 1 0 0,-13 17-1 0 0,15-21 183 0 0,-38 46-264 0 0,-27 35-69 0 0,62-75 455 0 0,1 0 1 0 0,0 1 0 0 0,0-1-1 0 0,1 1 1 0 0,-7 22 0 0 0,13-33-54 0 0,-1 0 1 0 0,1-1-1 0 0,-1 1 1 0 0,1 0-1 0 0,0-1 0 0 0,-1 1 1 0 0,1 0-1 0 0,0-1 1 0 0,0 1-1 0 0,0 0 1 0 0,1 0-1 0 0,-1-1 0 0 0,0 1 1 0 0,1 0-1 0 0,-1-1 1 0 0,1 1-1 0 0,-1 0 1 0 0,1-1-1 0 0,0 1 0 0 0,-1-1 1 0 0,1 1-1 0 0,2 2 1 0 0,-1-3-11 0 0,0 1-1 0 0,0-1 1 0 0,0 0 0 0 0,0 1 0 0 0,0-1 0 0 0,1 0 0 0 0,-1 0-1 0 0,0-1 1 0 0,1 1 0 0 0,-1 0 0 0 0,0-1 0 0 0,1 1 0 0 0,-1-1 0 0 0,4 0-1 0 0,9 0-35 0 0,0-1-1 0 0,1 0 1 0 0,-1-1-1 0 0,16-4 1 0 0,-21 3 28 0 0,-3 2-13 0 0,39-6-65 0 0,-44 7 86 0 0,0 0 0 0 0,-1-1 0 0 0,1 1 1 0 0,0 0-1 0 0,0 1 0 0 0,0-1 0 0 0,0 0 0 0 0,0 0 1 0 0,0 1-1 0 0,0-1 0 0 0,-1 1 0 0 0,1 0 0 0 0,0-1 1 0 0,0 1-1 0 0,-1 0 0 0 0,1 0 0 0 0,0 0 0 0 0,-1 0 1 0 0,3 3-1 0 0,-3-2-9 0 0,0-1 1 0 0,-1 1-1 0 0,1 0 1 0 0,-1 0-1 0 0,1 0 0 0 0,-1 0 1 0 0,0 0-1 0 0,0 0 1 0 0,1 0-1 0 0,-2 1 0 0 0,1-1 1 0 0,0 0-1 0 0,0 0 1 0 0,-1 0-1 0 0,1 0 1 0 0,-1 0-1 0 0,1 0 0 0 0,-1-1 1 0 0,0 1-1 0 0,-1 2 1 0 0,-22 41-185 0 0,20-39 124 0 0,-33 45-381 0 0,28-41 392 0 0,1 1 1 0 0,0 0 0 0 0,1 0-1 0 0,0 0 1 0 0,0 1 0 0 0,1 0-1 0 0,1 0 1 0 0,0 1 0 0 0,-3 13-1 0 0,8-25-4 0 0,0 0 1 0 0,-1 1-1 0 0,1-1 0 0 0,0 0 0 0 0,0 0 1 0 0,0 0-1 0 0,1 1 0 0 0,-1-1 0 0 0,0 0 0 0 0,0 0 1 0 0,0 0-1 0 0,1 1 0 0 0,-1-1 0 0 0,1 0 0 0 0,-1 0 1 0 0,1 0-1 0 0,-1 0 0 0 0,1 0 0 0 0,0 0 0 0 0,0 0 1 0 0,-1 0-1 0 0,1 0 0 0 0,0 0 0 0 0,0-1 1 0 0,1 2-1 0 0,1 0-243 0 0,0-1 0 0 0,-1 0 0 0 0,1 0 1 0 0,0 0-1 0 0,0 0 0 0 0,0 0 0 0 0,0-1 1 0 0,0 1-1 0 0,0-1 0 0 0,3 0 0 0 0,10 0-1427 0 0,-1-1-1 0 0,0-1 1 0 0,17-4-1 0 0,-28 6 1397 0 0,47-12-3668 0 0,-59 54 14903 0 0,1 103-3641 0 0,11-2-4582 0 0,24 144-1685 0 0,-27-281-994 0 0,11 98 60 0 0,49 197 1 0 0,-9-86-62 0 0,-52-214 0 0 0,0 0 0 0 0,0 0 0 0 0,0 0 0 0 0,0 0 0 0 0,0 0 0 0 0,0 0 0 0 0,0 0 1 0 0,0 0-1 0 0,-1 0 0 0 0,1 0 0 0 0,0 0 0 0 0,-1 0 0 0 0,1 0 0 0 0,-1 0 0 0 0,1 0 0 0 0,-1 0 0 0 0,1 0 0 0 0,-1 0 1 0 0,0 0-1 0 0,1-1 0 0 0,-1 1 0 0 0,0 0 0 0 0,0-1 0 0 0,0 1 0 0 0,1 0 0 0 0,-1-1 0 0 0,0 1 0 0 0,0-1 0 0 0,0 1 1 0 0,0-1-1 0 0,0 1 0 0 0,0-1 0 0 0,0 0 0 0 0,0 0 0 0 0,0 1 0 0 0,-2-1 0 0 0,-49 5-5 0 0,32-4-8 0 0,-137 26 93 0 0,68-10-4 0 0,-72 14-29 0 0,46-8 3 0 0,-119 9 0 0 0,-122 5-229 0 0,80-7 37 0 0,-384-5-459 0 0,373-27-57 0 0,-533-14 667 0 0,367-21 450 0 0,392 31-521 0 0,-74 4 1 0 0,-24-2-103 0 0,146 3-95 0 0,0 0 0 0 0,0-1-1 0 0,0 0 1 0 0,0-1 0 0 0,0-1 0 0 0,1 0-1 0 0,-22-10 1 0 0,16 2-837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4.9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4 212 3225 0 0,'-1'-2'80'0'0,"0"-1"1"0"0,1 0-1 0 0,-1 1 0 0 0,1-1 1 0 0,0 1-1 0 0,0-1 1 0 0,0 0-1 0 0,0 1 1 0 0,0-1-1 0 0,0 0 0 0 0,1 1 1 0 0,-1-1-1 0 0,1 1 1 0 0,0-1-1 0 0,0 1 1 0 0,0-1-1 0 0,0 1 0 0 0,0 0 1 0 0,1-1-1 0 0,-1 1 1 0 0,1 0-1 0 0,-1 0 1 0 0,4-3-1 0 0,7-11 1296 0 0,28-26 0 0 0,-34 35-993 0 0,7-6 249 0 0,28-29 991 0 0,-21 12-4118 0 0,-41 42 3552 0 0,19-10-1519 0 0,0-1 657 0 0,1 1 1 0 0,-1 0 0 0 0,1 0-1 0 0,0 0 1 0 0,0 1 0 0 0,0-1-1 0 0,0 0 1 0 0,0 0 0 0 0,1 1-1 0 0,-1-1 1 0 0,1 0 0 0 0,-1 1-1 0 0,1-1 1 0 0,0 0 0 0 0,0 1-1 0 0,0 3 1 0 0,7 43 1881 0 0,-3-26-1135 0 0,74 893 3174 0 0,-46-487-2922 0 0,-15-279-770 0 0,4 89 531 0 0,-17-110-14 0 0,-1-54-344 0 0,-7 78-1 0 0,3-123-2031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7.5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130 21 6449 0 0,'-129'73'5314'0'0,"162"-67"-3489"0"0,287-45 2789 0 0,-261 30-4085 0 0,49-3 606 0 0,146 0 1 0 0,107 23-369 0 0,-96-1-765 0 0,455-25 1064 0 0,-468 11-873 0 0,-70 2-98 0 0,-150 2-284 0 0,49 8 1 0 0,-65-6 97 0 0,-15-2-42 0 0,0 0-1 0 0,0 0 1 0 0,0 0 0 0 0,0 0-1 0 0,-1 0 1 0 0,1 0 0 0 0,0 0 0 0 0,0 0-1 0 0,0-1 1 0 0,0 1 0 0 0,-1 0 0 0 0,1-1-1 0 0,0 1 1 0 0,0 0 0 0 0,-1-1-1 0 0,1 1 1 0 0,0-1 0 0 0,-1 1 0 0 0,1-1-1 0 0,0 0 1 0 0,-1 1 0 0 0,1-1 0 0 0,-1 1-1 0 0,1-1 1 0 0,-1 0 0 0 0,1 0 0 0 0,-1 1-1 0 0,1-2 1 0 0,5-24-7654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7.8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70 0 1896 0 0,'-2'0'227'0'0,"-1"1"1"0"0,1-1-1 0 0,0 1 0 0 0,-1-1 0 0 0,1 1 0 0 0,0 0 0 0 0,-1 0 0 0 0,1 0 0 0 0,0 0 0 0 0,-3 2 0 0 0,1-1 410 0 0,1 0 1 0 0,1 0-1 0 0,-1 1 0 0 0,0-1 0 0 0,0 0 0 0 0,1 1 1 0 0,0 0-1 0 0,-1-1 0 0 0,1 1 0 0 0,0 0 0 0 0,0 0 1 0 0,1 0-1 0 0,-1 1 0 0 0,1-1 0 0 0,-1 0 0 0 0,1 1 1 0 0,0-1-1 0 0,0 0 0 0 0,0 6 0 0 0,2-3-435 0 0,0 0-1 0 0,1 0 0 0 0,0 0 0 0 0,0 0 0 0 0,1-1 1 0 0,-1 1-1 0 0,1 0 0 0 0,0-1 0 0 0,1 0 0 0 0,-1 0 1 0 0,1 0-1 0 0,0 0 0 0 0,1 0 0 0 0,-1-1 1 0 0,1 0-1 0 0,0 0 0 0 0,0 0 0 0 0,7 4 0 0 0,-5-4-116 0 0,-1 0-1 0 0,1 0 1 0 0,0-1-1 0 0,0 0 1 0 0,1 0-1 0 0,-1 0 1 0 0,1-1-1 0 0,-1 0 1 0 0,1-1-1 0 0,0 0 1 0 0,-1 0-1 0 0,1-1 1 0 0,0 1-1 0 0,9-2 1 0 0,-15 1-74 0 0,0 0 0 0 0,-1-1 0 0 0,1 1 0 0 0,0 0 1 0 0,-1 0-1 0 0,1-1 0 0 0,0 1 0 0 0,-1-1 0 0 0,1 1 0 0 0,-1-1 1 0 0,1 0-1 0 0,-1 0 0 0 0,1 1 0 0 0,-1-1 0 0 0,0 0 0 0 0,1 0 1 0 0,-1-1-1 0 0,0 1 0 0 0,0 0 0 0 0,0 0 0 0 0,0 0 0 0 0,0-1 1 0 0,0 1-1 0 0,0-1 0 0 0,0 1 0 0 0,0-1 0 0 0,-1 1 0 0 0,1-1 1 0 0,0 1-1 0 0,-1-1 0 0 0,1-3 0 0 0,-1 2 4 0 0,-1 1-1 0 0,1-1 1 0 0,-1 0 0 0 0,0 0 0 0 0,0 1-1 0 0,0-1 1 0 0,0 0 0 0 0,0 1 0 0 0,-1-1-1 0 0,1 1 1 0 0,-1-1 0 0 0,0 1 0 0 0,0 0-1 0 0,1 0 1 0 0,-1 0 0 0 0,-1 0 0 0 0,1 0-1 0 0,-3-2 1 0 0,1 1-41 0 0,-1 0-1 0 0,0 0 1 0 0,0 0-1 0 0,0 0 1 0 0,0 1-1 0 0,0 0 1 0 0,-1 0-1 0 0,1 1 1 0 0,-1-1-1 0 0,-5 0 1 0 0,-18 3-5968 0 0,9 3-1129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8.5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155 46 4145 0 0,'-64'26'1766'0'0,"-26"21"5318"0"0,118-55-2953 0 0,99-17-2876 0 0,229-8 1477 0 0,-161 19-1860 0 0,34-5-372 0 0,428 19 1 0 0,-193 42-571 0 0,-380-36 145 0 0,1-4 0 0 0,125-12 0 0 0,-209 10-103 0 0,1 0-1 0 0,0 0 1 0 0,0 0-1 0 0,-1 0 1 0 0,1-1-1 0 0,0 1 1 0 0,-1 0 0 0 0,1-1-1 0 0,0 1 1 0 0,-1-1-1 0 0,1 0 1 0 0,0 1 0 0 0,-1-1-1 0 0,1 0 1 0 0,-1 0-1 0 0,1 0 1 0 0,-1 0-1 0 0,0 0 1 0 0,1 0 0 0 0,-1 0-1 0 0,0-1 1 0 0,0 1-1 0 0,1-2 1 0 0,-1 1-354 0 0,-1-1 0 0 0,0 1 0 0 0,0 0 0 0 0,0-1 0 0 0,0 1 0 0 0,-1 0 0 0 0,1 0 0 0 0,-1-1-1 0 0,1 1 1 0 0,-1 0 0 0 0,0 0 0 0 0,0 0 0 0 0,1 0 0 0 0,-2 0 0 0 0,1 0 0 0 0,0 0 0 0 0,-2-2 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8.8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101 8 920 0 0,'-4'-1'303'0'0,"0"0"-1"0"0,0 0 0 0 0,0 0 1 0 0,-1 1-1 0 0,1-1 0 0 0,0 1 1 0 0,0 0-1 0 0,-1 0 1 0 0,1 0-1 0 0,0 1 0 0 0,0-1 1 0 0,-1 1-1 0 0,1 0 1 0 0,0 0-1 0 0,0 1 0 0 0,0-1 1 0 0,0 1-1 0 0,-4 3 0 0 0,7-5-108 0 0,-1 1-1 0 0,1 0 1 0 0,0 0-1 0 0,0 0 1 0 0,0 0-1 0 0,0 0 1 0 0,0 0-1 0 0,0 0 0 0 0,0 1 1 0 0,0-1-1 0 0,0 0 1 0 0,0 1-1 0 0,1-1 1 0 0,-1 0-1 0 0,1 1 1 0 0,-1-1-1 0 0,1 1 0 0 0,-1-1 1 0 0,1 1-1 0 0,-1 2 1 0 0,2-2-78 0 0,-1 0-1 0 0,1 1 1 0 0,-1-1 0 0 0,1 0-1 0 0,0 0 1 0 0,0 0 0 0 0,0 1 0 0 0,0-1-1 0 0,0 0 1 0 0,0 0 0 0 0,0 0-1 0 0,1 0 1 0 0,-1-1 0 0 0,1 1 0 0 0,0 0-1 0 0,-1-1 1 0 0,4 3 0 0 0,6 4 450 0 0,-1 0 1 0 0,1-1-1 0 0,0-1 1 0 0,0 0-1 0 0,1 0 1 0 0,0-1-1 0 0,0-1 1 0 0,19 5-1 0 0,-24-7-395 0 0,-1 0-1 0 0,1-1 1 0 0,-1 0 0 0 0,1 0-1 0 0,0-1 1 0 0,-1 0-1 0 0,1 0 1 0 0,0-1-1 0 0,-1 1 1 0 0,1-1-1 0 0,-1-1 1 0 0,1 1 0 0 0,-1-1-1 0 0,0 0 1 0 0,1-1-1 0 0,-1 1 1 0 0,0-1-1 0 0,6-5 1 0 0,-10 7-123 0 0,0-1 0 0 0,0 0 1 0 0,0 0-1 0 0,0-1 0 0 0,0 1 1 0 0,0 0-1 0 0,-1-1 0 0 0,1 1 1 0 0,-1-1-1 0 0,1 1 0 0 0,-1-1 0 0 0,0 0 1 0 0,0 1-1 0 0,0-1 0 0 0,-1 0 1 0 0,1 0-1 0 0,-1 0 0 0 0,1 0 1 0 0,-1 1-1 0 0,0-1 0 0 0,0 0 1 0 0,0 0-1 0 0,-1 0 0 0 0,1 0 0 0 0,-1 0 1 0 0,1 0-1 0 0,-1 1 0 0 0,0-1 1 0 0,-2-4-1 0 0,2 4-205 0 0,-1 1 0 0 0,1-1 1 0 0,-1 0-1 0 0,0 1 0 0 0,0-1 0 0 0,0 1 1 0 0,0 0-1 0 0,-1 0 0 0 0,1 0 1 0 0,0 0-1 0 0,-1 0 0 0 0,0 0 0 0 0,1 0 1 0 0,-1 1-1 0 0,0 0 0 0 0,0-1 0 0 0,-5-1 1 0 0,-8 0-2354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9.4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 60 10594 0 0,'-8'-15'1315'0'0,"6"11"-614"0"0,-1 1 0 0 0,1-1 0 0 0,0 0 0 0 0,1 0 0 0 0,-1 0 0 0 0,0 0-1 0 0,1 0 1 0 0,-2-9 0 0 0,4 13-650 0 0,-1 0 0 0 0,0 0 0 0 0,1 0 0 0 0,-1 0 0 0 0,0 0 0 0 0,1 0 0 0 0,-1 0 0 0 0,1 0 0 0 0,-1 0 0 0 0,0 0 0 0 0,1 0 0 0 0,-1 0 0 0 0,0 0 0 0 0,1 0 0 0 0,-1 0 0 0 0,0 0 0 0 0,1 0 0 0 0,-1 0 0 0 0,0 0 0 0 0,1 1 0 0 0,-1-1 0 0 0,0 0 0 0 0,0 0 0 0 0,1 0 0 0 0,-1 1 0 0 0,0-1 0 0 0,0 0 0 0 0,1 0 0 0 0,-1 1 0 0 0,0-1 0 0 0,0 0 0 0 0,1 1 0 0 0,-1-1 0 0 0,0 0 0 0 0,0 1 0 0 0,0-1 0 0 0,13 13 371 0 0,-2 10-200 0 0,0 1 0 0 0,-1 1 0 0 0,-1 0-1 0 0,-2 0 1 0 0,7 40 0 0 0,0-5-5 0 0,-8-37-466 0 0,50 172 1444 0 0,-18-101-2341 0 0,-25-68-1657 0 0,24 36-1 0 0,-20-37-4181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49.7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20 4609 0 0,'-12'-19'9075'0'0,"21"26"-6637"0"0,3 6-1705 0 0,-1 0 0 0 0,-1 0 0 0 0,0 1-1 0 0,-1 0 1 0 0,9 18 0 0 0,31 81 429 0 0,-36-79-1762 0 0,1 0 0 0 0,37 61 1 0 0,-37-75-1339 0 0,-1-3-4628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0.07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223 1 4609 0 0,'-1'0'140'0'0,"-1"1"-1"0"0,0 0 1 0 0,1-1 0 0 0,-1 1-1 0 0,0 0 1 0 0,1 0 0 0 0,-1 0-1 0 0,1 0 1 0 0,-1 0 0 0 0,1 0-1 0 0,0 0 1 0 0,0 0 0 0 0,-2 2-1 0 0,2-2-22 0 0,-22 20 493 0 0,0 0-1 0 0,2 2 0 0 0,1 0 1 0 0,0 1-1 0 0,2 1 0 0 0,1 1 1 0 0,1 1-1 0 0,-17 37 0 0 0,32-61-376 0 0,-1 1 0 0 0,1 0 1 0 0,0-1-1 0 0,0 1 0 0 0,0 0 0 0 0,0 0 0 0 0,1 0 0 0 0,-1 0 0 0 0,1-1 0 0 0,0 1 0 0 0,0 0 0 0 0,2 5 1 0 0,-2-7-117 0 0,1-1 0 0 0,0 1 1 0 0,-1-1-1 0 0,1 1 1 0 0,0-1-1 0 0,0 1 1 0 0,1-1-1 0 0,-1 0 0 0 0,0 1 1 0 0,0-1-1 0 0,0 0 1 0 0,1 0-1 0 0,-1 0 1 0 0,1 0-1 0 0,-1 0 0 0 0,1-1 1 0 0,-1 1-1 0 0,1 0 1 0 0,-1-1-1 0 0,1 1 1 0 0,0-1-1 0 0,-1 1 1 0 0,1-1-1 0 0,0 0 0 0 0,-1 1 1 0 0,1-1-1 0 0,0 0 1 0 0,0 0-1 0 0,-1-1 1 0 0,3 1-1 0 0,16-2 22 0 0,0-1 1 0 0,0-1-1 0 0,0 0 1 0 0,0-2-1 0 0,-1 0 0 0 0,0-2 1 0 0,26-13-1 0 0,24-8-3042 0 0,-41 20-3343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0.7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10138 0 0,'1'5'5197'0'0,"8"15"-3264"0"0,0 3-1376 0 0,2 20 178 0 0,-2 0 1 0 0,7 77-1 0 0,-13-82-380 0 0,2 0 0 0 0,1 0-1 0 0,2-1 1 0 0,17 51 0 0 0,-24-85-337 0 0,0 0 0 0 0,0-1-1 0 0,0 1 1 0 0,1 0 0 0 0,-1 0 0 0 0,0 0 0 0 0,1-1 0 0 0,0 1 0 0 0,0-1 0 0 0,0 1 0 0 0,0-1 0 0 0,0 0 0 0 0,0 0 0 0 0,0 0 0 0 0,1 0 0 0 0,-1 0 0 0 0,1 0 0 0 0,0-1 0 0 0,-1 1 0 0 0,1-1-1 0 0,0 0 1 0 0,0 0 0 0 0,0 0 0 0 0,0 0 0 0 0,0 0 0 0 0,0-1 0 0 0,0 1 0 0 0,0-1 0 0 0,0 0 0 0 0,0 0 0 0 0,0 0 0 0 0,0 0 0 0 0,0-1 0 0 0,0 1 0 0 0,1-1 0 0 0,-1 1 0 0 0,-1-1-1 0 0,1 0 1 0 0,0-1 0 0 0,0 1 0 0 0,0 0 0 0 0,0-1 0 0 0,4-3 0 0 0,25-17-764 0 0,-1-1-1 0 0,-1-2 1 0 0,-1-1-1 0 0,39-46 1 0 0,-32 34-2987 0 0,-19 20-1970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0.9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42 1 6913 0 0,'-1'0'223'0'0,"-1"0"-1"0"0,0 0 0 0 0,1 0 0 0 0,-1 0 1 0 0,1 0-1 0 0,-1 1 0 0 0,0-1 0 0 0,1 0 1 0 0,-1 1-1 0 0,1 0 0 0 0,-1-1 0 0 0,1 1 1 0 0,-1 0-1 0 0,1-1 0 0 0,-1 1 0 0 0,1 0 1 0 0,0 0-1 0 0,0 0 0 0 0,-1 0 0 0 0,1 1 1 0 0,0-1-1 0 0,0 0 0 0 0,0 0 0 0 0,-1 3 1 0 0,1-2 232 0 0,0 1 1 0 0,0 0 0 0 0,0 0 0 0 0,1-1 0 0 0,0 1 0 0 0,-1 0 0 0 0,1 0 0 0 0,0-1 0 0 0,0 1 0 0 0,0 0 0 0 0,1 0-1 0 0,-1 0 1 0 0,0-1 0 0 0,2 4 0 0 0,45 144 3404 0 0,-37-125-4469 0 0,1 0 0 0 0,2 0-1 0 0,25 38 1 0 0,-29-52-838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1.1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12443 0 0,'1'7'768'0'0,"1"0"0"0"0,-1 0 0 0 0,1-1 0 0 0,1 1 0 0 0,0-1 0 0 0,-1 0 0 0 0,2 0 0 0 0,-1 0 0 0 0,5 6 0 0 0,7 13 578 0 0,33 75 263 0 0,-11-21-1891 0 0,4-1 0 0 0,51 73 1 0 0,-78-131-1609 0 0,-5-7-2818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1.4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129 24 6913 0 0,'-7'0'572'0'0,"1"1"-1"0"0,-1 0 1 0 0,1 1-1 0 0,-1 0 0 0 0,1 0 1 0 0,0 0-1 0 0,0 0 1 0 0,-1 1-1 0 0,2 0 0 0 0,-11 7 1 0 0,12-8-384 0 0,0 1-1 0 0,1 0 1 0 0,-1 0-1 0 0,1 0 1 0 0,-1 0 0 0 0,1 0-1 0 0,0 1 1 0 0,0 0 0 0 0,0-1-1 0 0,1 1 1 0 0,-1 0 0 0 0,1 0-1 0 0,0 0 1 0 0,0 1 0 0 0,1-1-1 0 0,-2 5 1 0 0,3-8-95 0 0,0 0 1 0 0,-1 0-1 0 0,1 0 1 0 0,0 0-1 0 0,0 0 1 0 0,0 0-1 0 0,1 0 1 0 0,-1 0-1 0 0,0 0 1 0 0,0 0-1 0 0,1 0 1 0 0,-1 0-1 0 0,0 0 1 0 0,1 0-1 0 0,-1 0 1 0 0,1 0-1 0 0,-1 0 1 0 0,1-1-1 0 0,-1 1 1 0 0,1 0-1 0 0,0 0 1 0 0,-1 0-1 0 0,1-1 1 0 0,1 2-1 0 0,1 0 96 0 0,-1-1 0 0 0,1 0 0 0 0,0 0-1 0 0,-1 0 1 0 0,1 0 0 0 0,0 0 0 0 0,-1 0 0 0 0,7 0-1 0 0,3 0 237 0 0,1 0 0 0 0,-1-1 0 0 0,14-2 0 0 0,-5-1-138 0 0,0-1 1 0 0,0-1-1 0 0,0-1 0 0 0,28-11 1 0 0,80-43-61 0 0,-34 14-1380 0 0,-74 37 762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3.2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 10138 0 0,'6'-18'8183'0'0,"-6"18"-8072"0"0,11 11 56 0 0,-1 0 0 0 0,-1 1 0 0 0,0 1 0 0 0,0-1 1 0 0,-2 1-1 0 0,10 21 0 0 0,34 94 1201 0 0,-29-71-1141 0 0,-1-1-357 0 0,43 101-1387 0 0,-54-137 1031 0 0,1 0 0 0 0,1 0 0 0 0,1-1-1 0 0,0-1 1 0 0,20 22 0 0 0,-10-19-5673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3.6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 5985 0 0,'-1'0'28'0'0,"1"0"-1"0"0,-1 0 0 0 0,1 0 1 0 0,-1 0-1 0 0,1 0 0 0 0,0 0 1 0 0,-1 0-1 0 0,1 0 0 0 0,-1 0 1 0 0,1 0-1 0 0,-1 1 0 0 0,1-1 0 0 0,-1 0 1 0 0,1 0-1 0 0,0 0 0 0 0,-1 1 1 0 0,1-1-1 0 0,0 0 0 0 0,-1 1 1 0 0,1-1-1 0 0,0 0 0 0 0,-1 1 1 0 0,1-1-1 0 0,0 0 0 0 0,-1 1 1 0 0,1-1-1 0 0,0 1 0 0 0,0-1 1 0 0,0 0-1 0 0,-1 1 0 0 0,1-1 1 0 0,0 1-1 0 0,0-1 0 0 0,0 1 1 0 0,0-1-1 0 0,0 1 0 0 0,0-1 1 0 0,0 1-1 0 0,0-1 0 0 0,0 0 1 0 0,0 1-1 0 0,0-1 0 0 0,0 2 1 0 0,-1 25 592 0 0,1-25-596 0 0,0 25 347 0 0,2 0 0 0 0,2 0 0 0 0,0 0 0 0 0,2 0 0 0 0,11 33-1 0 0,-11-42-249 0 0,1 0-1 0 0,0-1 0 0 0,1-1 0 0 0,1 1 1 0 0,1-1-1 0 0,0 0 0 0 0,1-1 0 0 0,21 22 1 0 0,-25-32-28 0 0,-1 1 0 0 0,2-1 0 0 0,-1 0 0 0 0,0-1 1 0 0,1 1-1 0 0,0-2 0 0 0,0 1 0 0 0,0-1 0 0 0,0 0 0 0 0,1-1 0 0 0,14 3 1 0 0,-19-4 49 0 0,0-1 0 0 0,1 1 0 0 0,-1-1 0 0 0,0 0 0 0 0,0 0 1 0 0,1 0-1 0 0,-1-1 0 0 0,0 1 0 0 0,0-1 0 0 0,0 0 0 0 0,1 0 0 0 0,-1-1 1 0 0,0 1-1 0 0,0-1 0 0 0,-1 0 0 0 0,1 0 0 0 0,0 0 0 0 0,-1 0 0 0 0,1-1 1 0 0,-1 0-1 0 0,0 1 0 0 0,0-1 0 0 0,0 0 0 0 0,0-1 0 0 0,4-4 0 0 0,-6 4-30 0 0,1 1-1 0 0,-1-1 0 0 0,0 1 1 0 0,0-1-1 0 0,-1 1 0 0 0,1-1 1 0 0,-1 0-1 0 0,0 1 0 0 0,0-1 0 0 0,0 1 1 0 0,0-1-1 0 0,-1 0 0 0 0,1 1 1 0 0,-1-1-1 0 0,0 1 0 0 0,0-1 1 0 0,0 1-1 0 0,0-1 0 0 0,-1 1 0 0 0,0 0 1 0 0,-1-4-1 0 0,-6-8 243 0 0,-1-1 1 0 0,-20-24-1 0 0,8 13-256 0 0,-1 2 0 0 0,-1 0 0 0 0,-43-33 0 0 0,-2 13-6324 0 0,49 34 332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4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5 239 10594 0 0,'-4'-2'5025'0'0,"7"4"-4417"0"0,22 14 643 0 0,32 29-1 0 0,-35-27-913 0 0,0 0 1 0 0,35 19-1 0 0,-51-33-286 0 0,63 30 422 0 0,-64-32-376 0 0,0 0 0 0 0,0 0 0 0 0,0-1 0 0 0,0 0 0 0 0,0 0 0 0 0,1 0 0 0 0,-1 0 0 0 0,0-1 0 0 0,1 0 1 0 0,-1 0-1 0 0,10-1 0 0 0,-14 0-59 0 0,0 1 0 0 0,0-1 1 0 0,0 0-1 0 0,0 1 1 0 0,0-1-1 0 0,0 0 1 0 0,0 0-1 0 0,0 0 0 0 0,0 0 1 0 0,-1 1-1 0 0,1-1 1 0 0,0 0-1 0 0,-1-1 0 0 0,1 1 1 0 0,0 0-1 0 0,-1 0 1 0 0,1 0-1 0 0,-1 0 1 0 0,0 0-1 0 0,1-1 0 0 0,-1 1 1 0 0,0 0-1 0 0,0 0 1 0 0,0 0-1 0 0,0-1 1 0 0,0 1-1 0 0,0 0 0 0 0,0 0 1 0 0,0-1-1 0 0,0 1 1 0 0,0 0-1 0 0,-1-1 0 0 0,-12-49 385 0 0,10 41-281 0 0,-22-70 422 0 0,8 26-388 0 0,-21-107 0 0 0,36 131-476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7.3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85 6913 0 0,'-1'-12'1666'0'0,"0"0"0"0"0,-1 0 0 0 0,-1 1-1 0 0,0-1 1 0 0,-5-13 0 0 0,10 43 2730 0 0,2 15-4339 0 0,14 48 80 0 0,-4 1 1 0 0,7 138 0 0 0,-16-150-298 0 0,103 1033 231 0 0,-83-820-160 0 0,-18-162-6768 0 0,-6-94 512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7.9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1096 50 3681 0 0,'-5'-4'265'0'0,"-1"-1"1"0"0,1 1-1 0 0,-1 0 1 0 0,0 0 0 0 0,0 0-1 0 0,-1 1 1 0 0,1 0-1 0 0,0 1 1 0 0,-1-1-1 0 0,0 1 1 0 0,0 0 0 0 0,1 1-1 0 0,-10-2 1 0 0,-9 0 599 0 0,1 1 1 0 0,-36 1-1 0 0,16 4-331 0 0,1 1-1 0 0,0 2 0 0 0,1 2 0 0 0,-1 2 0 0 0,2 2 1 0 0,0 2-1 0 0,0 1 0 0 0,1 2 0 0 0,-50 30 0 0 0,65-30-326 0 0,0 1 1 0 0,1 2-1 0 0,1 0 0 0 0,1 1 0 0 0,1 1 0 0 0,1 1 0 0 0,-25 38 1 0 0,11-8-10 0 0,1 2 0 0 0,-38 93 1 0 0,54-107-203 0 0,3 0-1 0 0,2 0 1 0 0,1 1 0 0 0,2 1 0 0 0,2-1-1 0 0,2 2 1 0 0,2-1 0 0 0,2 0 0 0 0,1 0 0 0 0,3 1-1 0 0,1-1 1 0 0,17 71 0 0 0,-12-78-37 0 0,2 1-1 0 0,2-2 1 0 0,1 0 0 0 0,1 0-1 0 0,2-1 1 0 0,2-1 0 0 0,0-1-1 0 0,3-1 1 0 0,0-1 0 0 0,2 0-1 0 0,1-2 1 0 0,2-1 0 0 0,0-1-1 0 0,55 39 1 0 0,-31-32-180 0 0,1-3-1 0 0,107 45 1 0 0,121 20-195 0 0,-249-86 330 0 0,1-1-1 0 0,0-2 1 0 0,0-2 0 0 0,0-1 0 0 0,1-1-1 0 0,33-3 1 0 0,-41-1 137 0 0,-1-1 0 0 0,0-1-1 0 0,-1-1 1 0 0,1-1 0 0 0,-1-1 0 0 0,0-1 0 0 0,-1-1-1 0 0,38-21 1 0 0,16-20 775 0 0,-1-3 0 0 0,-3-3 1 0 0,66-67-1 0 0,-115 99-732 0 0,-1-1 0 0 0,-1-1 0 0 0,-1-1 0 0 0,-1-1 0 0 0,-1-1 0 0 0,-2 0 0 0 0,-1-1 1 0 0,-1-1-1 0 0,-2 0 0 0 0,-1-1 0 0 0,-1 0 0 0 0,8-53 0 0 0,-8 15 133 0 0,-3 0 0 0 0,-3-1 0 0 0,-3 1 0 0 0,-17-139 0 0 0,12 175-162 0 0,-2 0 1 0 0,-1 1-1 0 0,-2 0 1 0 0,-1 0-1 0 0,-2 1 1 0 0,-18-36-1 0 0,20 49-40 0 0,-1 0 0 0 0,-1 1 1 0 0,-1 0-1 0 0,-1 0 0 0 0,0 2 0 0 0,-1 0 0 0 0,-1 0 0 0 0,0 2 0 0 0,-1 0 0 0 0,-30-19 0 0 0,10 11 95 0 0,0 2-1 0 0,-2 1 1 0 0,-45-15-1 0 0,63 28-480 0 0,0 0 0 0 0,0 1-1 0 0,-24-2 1 0 0,31 6-704 0 0,1 1-1 0 0,-1 0 1 0 0,0 0-1 0 0,0 1 1 0 0,-22 6-1 0 0,12-1-5271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8.7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22 10594 0 0,'2'-21'3035'0'0,"2"30"-1542"0"0,4 72 445 0 0,-1 107-1 0 0,5 58-3340 0 0,-8-200-584 0 0,-1-26 447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29:59.2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243 92 3225 0 0,'1'-7'-229'0'0,"1"0"561"0"0,-1 1 0 0 0,0-1 0 0 0,-1 0 0 0 0,0-12 0 0 0,0 18-225 0 0,0 0-1 0 0,0 0 0 0 0,0 1 0 0 0,0-1 0 0 0,0 0 1 0 0,-1 0-1 0 0,1 0 0 0 0,0 1 0 0 0,-1-1 0 0 0,1 0 1 0 0,0 1-1 0 0,-1-1 0 0 0,1 0 0 0 0,-1 1 0 0 0,1-1 0 0 0,-1 0 1 0 0,1 1-1 0 0,-1-1 0 0 0,-1 0 0 0 0,1 1 27 0 0,0-1 0 0 0,0 1 0 0 0,0 0 0 0 0,0 0 0 0 0,0 0 0 0 0,0 0 0 0 0,0 0 0 0 0,-1 0 0 0 0,1 0 0 0 0,0 0 0 0 0,0 0 0 0 0,0 1 0 0 0,0-1 0 0 0,0 0 0 0 0,0 1 0 0 0,0-1-1 0 0,0 1 1 0 0,0-1 0 0 0,-1 1 0 0 0,-15 9 397 0 0,0 0 0 0 0,1 1 0 0 0,0 1 0 0 0,1 0 0 0 0,-20 21 0 0 0,10-5 40 0 0,-42 58 0 0 0,66-85-568 0 0,0 0-1 0 0,0 0 1 0 0,0 1 0 0 0,0-1-1 0 0,0 0 1 0 0,1 1 0 0 0,-1-1-1 0 0,1 1 1 0 0,-1-1 0 0 0,1 1-1 0 0,-1-1 1 0 0,1 1 0 0 0,0-1-1 0 0,0 1 1 0 0,-1 1 0 0 0,7-2-134 0 0,7-12-18 0 0,10-16 321 0 0,30-50 0 0 0,-37 51 720 0 0,2 1 0 0 0,36-41 1 0 0,-52 64-775 0 0,-1 0 0 0 0,0 0 1 0 0,1 1-1 0 0,-1-1 1 0 0,1 1-1 0 0,0 0 0 0 0,-1-1 1 0 0,1 1-1 0 0,0 0 1 0 0,0 0-1 0 0,0 0 1 0 0,0 0-1 0 0,0 0 0 0 0,0 1 1 0 0,0-1-1 0 0,0 0 1 0 0,0 1-1 0 0,1 0 0 0 0,-1-1 1 0 0,0 1-1 0 0,0 0 1 0 0,0 0-1 0 0,0 0 1 0 0,1 1-1 0 0,-1-1 0 0 0,0 0 1 0 0,0 1-1 0 0,0 0 1 0 0,0-1-1 0 0,0 1 0 0 0,0 0 1 0 0,0 0-1 0 0,0 0 1 0 0,0 0-1 0 0,0 0 1 0 0,2 2-1 0 0,4 5 186 0 0,0 1 1 0 0,-1 0-1 0 0,1 0 1 0 0,-2 0-1 0 0,11 19 0 0 0,3 4-150 0 0,6 0-827 0 0,52 50 0 0 0,-56-60-1271 0 0,-5-4-5180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0.0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1 5985 0 0,'-12'9'10483'0'0,"14"-2"-11820"0"0,17 189 6187 0 0,-15 96-3073 0 0,3 46-1666 0 0,44 89-111 0 0,-17-173 0 0 0,-10 217 623 0 0,-11-117 42 0 0,16-98-513 0 0,-26-226-115 0 0,2 8 38 0 0,-5-37-79 0 0,1-1 0 0 0,0 0 0 0 0,-1 1 0 0 0,1-1 0 0 0,-1 0-1 0 0,1 0 1 0 0,0 0 0 0 0,-1 1 0 0 0,1-1 0 0 0,0 0 0 0 0,0 0 0 0 0,-1 0 0 0 0,1 0 0 0 0,0 0 0 0 0,-1 0-1 0 0,1 0 1 0 0,0 0 0 0 0,-1-1 0 0 0,1 1 0 0 0,0 0 0 0 0,-1 0 0 0 0,1 0 0 0 0,0-1 0 0 0,-1 1 0 0 0,1 0 0 0 0,-1-1-1 0 0,1 0 1 0 0,23-9-109 0 0,-23 9 109 0 0,48-19 4 0 0,0 3 0 0 0,0 1 0 0 0,2 3 0 0 0,53-7 0 0 0,-72 13 0 0 0,31-2-362 0 0,-1 2 1 0 0,1 3-1 0 0,0 2 0 0 0,1 4 1 0 0,108 15-1 0 0,75 12-4061 0 0,-193-25-1699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0.7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82 73 2304 0 0,'-11'1'1190'0'0,"0"0"0"0"0,0 1-1 0 0,0 0 1 0 0,0 1-1 0 0,-16 7 1 0 0,56-7 2520 0 0,69-8-2634 0 0,160-28 0 0 0,2-2 160 0 0,527 15 1364 0 0,-572 18-3057 0 0,93 3-1042 0 0,-209 3 928 0 0,107 19 0 0 0,-17 13-3640 0 0,-155-31-162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1.1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1 6913 0 0,'-6'-1'7118'0'0,"10"12"-7394"0"0,7 40 1894 0 0,-2 2-1 0 0,3 102 1 0 0,-5-36-579 0 0,40 318 787 0 0,18 217-1009 0 0,-52-447-764 0 0,31 296 105 0 0,-42-488-461 0 0,-1-6-391 0 0,0 0-1 0 0,0 0 1 0 0,1 0-1 0 0,0 0 1 0 0,1-1 0 0 0,0 1-1 0 0,0-1 1 0 0,7 12 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1.7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180 0 4145 0 0,'-47'27'1680'0'0,"28"-18"-686"0"0,1 1 1 0 0,1 1 0 0 0,0 0 0 0 0,1 1-1 0 0,-21 20 1 0 0,36-31-918 0 0,0-1 0 0 0,1 1 1 0 0,-1-1-1 0 0,0 1 0 0 0,1-1 0 0 0,-1 1 0 0 0,1 0 0 0 0,-1-1 0 0 0,1 1 0 0 0,-1 0 0 0 0,1 0 1 0 0,0-1-1 0 0,-1 1 0 0 0,1 0 0 0 0,0 0 0 0 0,0 0 0 0 0,-1-1 0 0 0,1 1 0 0 0,0 0 1 0 0,0 0-1 0 0,0 0 0 0 0,0 0 0 0 0,0-1 0 0 0,0 1 0 0 0,0 0 0 0 0,0 0 0 0 0,1 0 0 0 0,-1-1 1 0 0,0 2-1 0 0,1 0-40 0 0,1-1 1 0 0,-1 0-1 0 0,0 0 1 0 0,0-1-1 0 0,0 1 1 0 0,1 0 0 0 0,-1 0-1 0 0,0-1 1 0 0,1 1-1 0 0,-1 0 1 0 0,1-1-1 0 0,-1 1 1 0 0,1-1-1 0 0,2 1 1 0 0,7 0 7 0 0,0 0 1 0 0,0 0-1 0 0,14-2 0 0 0,47-6 607 0 0,50-3 175 0 0,-110 10-756 0 0,1 0 0 0 0,-1 1 1 0 0,0 1-1 0 0,0 0 0 0 0,1 0 0 0 0,-2 1 0 0 0,18 7 1 0 0,-28-10-70 0 0,0 1 1 0 0,0-1-1 0 0,0 1 1 0 0,1 0 0 0 0,-1-1-1 0 0,0 1 1 0 0,0 0-1 0 0,0 0 1 0 0,0-1 0 0 0,0 1-1 0 0,-1 0 1 0 0,1 0-1 0 0,0 0 1 0 0,0 0 0 0 0,-1 0-1 0 0,1 0 1 0 0,0 0-1 0 0,-1 1 1 0 0,1-1 0 0 0,-1 0-1 0 0,1 0 1 0 0,-1 0-1 0 0,0 1 1 0 0,1 0 0 0 0,-1 1-5 0 0,0-1 1 0 0,-1 1 0 0 0,1 0 0 0 0,-1-1 0 0 0,1 1 0 0 0,-1-1 0 0 0,0 1 0 0 0,0-1 0 0 0,0 1-1 0 0,0-1 1 0 0,-2 3 0 0 0,-5 8-74 0 0,-1-1 0 0 0,0-1 0 0 0,-15 15-1 0 0,18-19-18 0 0,-69 62-476 0 0,-12 11 91 0 0,79-71 517 0 0,1 0 0 0 0,0 0 0 0 0,0 0 0 0 0,1 1 0 0 0,0 0 0 0 0,1 0 0 0 0,-8 20 0 0 0,12-27-31 0 0,0 0 1 0 0,0 1-1 0 0,0-1 0 0 0,0 0 0 0 0,1 1 0 0 0,-1-1 0 0 0,1 0 0 0 0,0 1 0 0 0,0-1 0 0 0,0 0 0 0 0,1 1 0 0 0,-1-1 0 0 0,1 0 1 0 0,-1 0-1 0 0,1 1 0 0 0,0-1 0 0 0,1 0 0 0 0,-1 0 0 0 0,0 0 0 0 0,1 0 0 0 0,0 0 0 0 0,-1 0 0 0 0,1-1 0 0 0,0 1 0 0 0,1 0 1 0 0,-1-1-1 0 0,0 0 0 0 0,1 1 0 0 0,-1-1 0 0 0,1 0 0 0 0,0 0 0 0 0,0-1 0 0 0,0 1 0 0 0,-1 0 0 0 0,2-1 0 0 0,3 2 0 0 0,13 3 38 0 0,0 0-1 0 0,0-1 0 0 0,0-1 1 0 0,38 3-1 0 0,-24-3 261 0 0,-28-4-258 0 0,1 1 1 0 0,0 1-1 0 0,0-1 1 0 0,-1 1-1 0 0,1 0 1 0 0,-1 1-1 0 0,1 0 1 0 0,5 3-1 0 0,-10-5-49 0 0,0 0-1 0 0,-1 1 1 0 0,1-1-1 0 0,-1 0 1 0 0,0 1-1 0 0,0-1 1 0 0,1 1 0 0 0,-1 0-1 0 0,0-1 1 0 0,0 1-1 0 0,0 0 1 0 0,-1 0-1 0 0,1-1 1 0 0,0 1-1 0 0,-1 0 1 0 0,1 0 0 0 0,-1 0-1 0 0,1 0 1 0 0,-1 0-1 0 0,0 0 1 0 0,0 0-1 0 0,0 0 1 0 0,0 0-1 0 0,0 0 1 0 0,-1 0-1 0 0,1 0 1 0 0,0 0 0 0 0,-1-1-1 0 0,0 1 1 0 0,1 0-1 0 0,-1 0 1 0 0,-2 3-1 0 0,-8 17 78 0 0,-1-1 0 0 0,-1 0-1 0 0,0-1 1 0 0,-2-1 0 0 0,-1 0-1 0 0,0-1 1 0 0,-23 21 0 0 0,9-10 67 0 0,-30 41 0 0 0,58-68-395 0 0,0 0 0 0 0,0 1 0 0 0,0 0 1 0 0,1-1-1 0 0,-1 1 0 0 0,1 0 0 0 0,0 0 1 0 0,0 0-1 0 0,0-1 0 0 0,0 1 0 0 0,0 0 1 0 0,0 5-1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2.5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1166 1 456 0 0,'-11'30'1513'0'0,"3"1"1"0"0,0 0-1 0 0,2 0 0 0 0,1 1 1 0 0,2 0-1 0 0,1-1 0 0 0,4 53 1 0 0,57 412 7223 0 0,0-12-7848 0 0,-34-88-889 0 0,-6-62 0 0 0,-14-296 0 0 0,1 0 0 0 0,1 0 0 0 0,3-1 0 0 0,1-1 0 0 0,1 1 0 0 0,2-2 0 0 0,23 43 0 0 0,-2-14 120 0 0,57 80 0 0 0,-88-138-120 0 0,-1 1 0 0 0,1 0 0 0 0,-1 0 0 0 0,-1 1 0 0 0,1-1 0 0 0,2 14 0 0 0,3 11 0 0 0,-8-31 0 0 0,0 0 0 0 0,0 0 0 0 0,0 0 1 0 0,0 0-1 0 0,-1 0 0 0 0,1 0 0 0 0,0-1 0 0 0,-1 1 1 0 0,1 0-1 0 0,0 0 0 0 0,-1 0 0 0 0,1-1 0 0 0,-1 1 1 0 0,0 0-1 0 0,1 0 0 0 0,-1-1 0 0 0,1 1 0 0 0,-1-1 1 0 0,0 1-1 0 0,0 0 0 0 0,1-1 0 0 0,-1 1 0 0 0,0-1 1 0 0,0 0-1 0 0,0 1 0 0 0,1-1 0 0 0,-3 1 0 0 0,2-1 5 0 0,-12 7 2 0 0,-1 0-1 0 0,0-1 0 0 0,0-1 0 0 0,-1 0 1 0 0,0-1-1 0 0,0 0 0 0 0,-21 1 0 0 0,-5 3-2 0 0,-103 17 210 0 0,-170 6 1 0 0,187-23-266 0 0,0 6 0 0 0,-142 35 0 0 0,258-46-216 0 0,-214 46 825 0 0,192-45-3746 0 0,-33-1 1 0 0,28-3-3976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3.5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14 134 2304 0 0,'-14'-2'470'0'0,"18"2"938"0"0,23 3 900 0 0,-21-3-2731 0 0,139 8 4093 0 0,272-22 1 0 0,-192 1-1361 0 0,-14 1-983 0 0,174-3 23 0 0,205 22-709 0 0,-74-20-465 0 0,-508 12-252 0 0,0 1-1 0 0,0-1 1 0 0,0-1-1 0 0,0 0 1 0 0,11-3 0 0 0,-18 4 20 0 0,0 1 1 0 0,0 0-1 0 0,-1-1 1 0 0,1 1-1 0 0,0-1 1 0 0,0 1-1 0 0,0-1 1 0 0,-1 1-1 0 0,1-1 1 0 0,0 1-1 0 0,-1-1 0 0 0,1 0 1 0 0,0 0-1 0 0,-1 1 1 0 0,1-1-1 0 0,-1 0 1 0 0,1 0-1 0 0,-1 1 1 0 0,1-1-1 0 0,-1 0 1 0 0,0 0-1 0 0,1-1 1 0 0,-1 0-68 0 0,-1 1 0 0 0,1 0-1 0 0,0-1 1 0 0,-1 1 0 0 0,1-1 0 0 0,-1 1 0 0 0,0 0 0 0 0,1-1 0 0 0,-1 1-1 0 0,0 0 1 0 0,0 0 0 0 0,0-1 0 0 0,0 1 0 0 0,0 0 0 0 0,0 0-1 0 0,0 0 1 0 0,0 0 0 0 0,0 0 0 0 0,-2-1 0 0 0,-3-2-189 0 0,-1 1 0 0 0,0-1 0 0 0,1 1 0 0 0,-1 0 0 0 0,-1 0-1 0 0,1 1 1 0 0,0 0 0 0 0,0 0 0 0 0,-1 1 0 0 0,1 0 0 0 0,-1 0 0 0 0,1 1 0 0 0,-11 0 0 0 0,0 1 304 0 0,0 1-1 0 0,0 0 1 0 0,0 1 0 0 0,-26 8 0 0 0,35-9 233 0 0,1 1 0 0 0,0 0 0 0 0,0 0 1 0 0,0 1-1 0 0,1 0 0 0 0,-12 8 1 0 0,17-10-177 0 0,1-1 1 0 0,-1 1 0 0 0,0 0 0 0 0,0 0-1 0 0,1 0 1 0 0,0 0 0 0 0,-1 0 0 0 0,1 1 0 0 0,0-1-1 0 0,0 0 1 0 0,0 0 0 0 0,0 1 0 0 0,0-1-1 0 0,1 1 1 0 0,-1-1 0 0 0,1 1 0 0 0,-1-1-1 0 0,1 1 1 0 0,0-1 0 0 0,0 1 0 0 0,0-1-1 0 0,1 1 1 0 0,-1-1 0 0 0,0 1 0 0 0,1-1-1 0 0,1 4 1 0 0,2 5 98 0 0,0 0-1 0 0,1-1 1 0 0,1 1-1 0 0,0-1 1 0 0,0 0-1 0 0,1 0 0 0 0,0-1 1 0 0,1 0-1 0 0,0 0 1 0 0,0-1-1 0 0,1 0 1 0 0,0 0-1 0 0,0-1 1 0 0,1 0-1 0 0,0-1 1 0 0,13 7-1 0 0,-14-9-21 0 0,0 1 1 0 0,0-2-1 0 0,1 1 0 0 0,0-2 0 0 0,-1 1 1 0 0,1-1-1 0 0,0 0 0 0 0,18 0 0 0 0,-22-2-37 0 0,1-1 0 0 0,-1 1 0 0 0,1-1 0 0 0,-1 0 0 0 0,0-1 0 0 0,1 0 0 0 0,-1 0 0 0 0,0 0 0 0 0,0 0 0 0 0,0-1 1 0 0,0 0-1 0 0,-1-1 0 0 0,1 1 0 0 0,5-6 0 0 0,-7 5 52 0 0,0-1 0 0 0,-1 0-1 0 0,1 0 1 0 0,-1 0 0 0 0,0 0 0 0 0,0-1 0 0 0,0 1 0 0 0,-1-1 0 0 0,0 0 0 0 0,0 0 0 0 0,-1 0 0 0 0,2-11 0 0 0,-2 14-57 0 0,-1 0 0 0 0,0 0 0 0 0,0 0 0 0 0,0 0 0 0 0,0 0 0 0 0,0 0 0 0 0,-1 0 0 0 0,1 0-1 0 0,-1 1 1 0 0,0-1 0 0 0,0 0 0 0 0,-2-5 0 0 0,2 7-66 0 0,0 0 1 0 0,-1-1-1 0 0,1 1 0 0 0,0 0 0 0 0,0-1 1 0 0,-1 1-1 0 0,1 0 0 0 0,-1 0 0 0 0,1 0 1 0 0,-1 0-1 0 0,1 0 0 0 0,-1 1 0 0 0,1-1 1 0 0,-1 0-1 0 0,0 1 0 0 0,0-1 1 0 0,1 1-1 0 0,-1-1 0 0 0,0 1 0 0 0,0 0 1 0 0,1 0-1 0 0,-4 0 0 0 0,1 0-234 0 0,1 1 0 0 0,-1-1 0 0 0,0 1 0 0 0,1 0 0 0 0,0 0 0 0 0,-1 0 0 0 0,1 0 0 0 0,-5 3 0 0 0,-13 8-6955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4.7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14 2304 0 0,'-28'12'3840'0'0,"27"-12"-3582"0"0,-1 1 0 0 0,1 0 0 0 0,-1-1 0 0 0,1 1 0 0 0,-1 0 0 0 0,1 0 0 0 0,0 0 0 0 0,0 0 0 0 0,-1 0 0 0 0,1 1 0 0 0,0-1 1 0 0,0 0-1 0 0,0 0 0 0 0,0 1 0 0 0,-1 1 0 0 0,2-2-224 0 0,0-1 0 0 0,1 1-1 0 0,-1-1 1 0 0,0 0 0 0 0,0 1 0 0 0,0-1 0 0 0,0 0-1 0 0,1 1 1 0 0,-1-1 0 0 0,0 1 0 0 0,0-1 0 0 0,1 0 0 0 0,-1 0-1 0 0,0 1 1 0 0,1-1 0 0 0,-1 0 0 0 0,0 1 0 0 0,1-1-1 0 0,-1 0 1 0 0,1 0 0 0 0,-1 0 0 0 0,0 1 0 0 0,1-1 0 0 0,-1 0-1 0 0,1 0 1 0 0,-1 0 0 0 0,0 0 0 0 0,1 0 0 0 0,-1 0-1 0 0,1 0 1 0 0,-1 0 0 0 0,1 0 0 0 0,-1 0 0 0 0,0 0 0 0 0,1 0-1 0 0,-1 0 1 0 0,1 0 0 0 0,22-2 279 0 0,-19 2-147 0 0,394-26 5622 0 0,-253 19-5378 0 0,157 13-1 0 0,-173-1-321 0 0,200 22 510 0 0,-23-1-60 0 0,220-34-410 0 0,-272 1-39 0 0,-169 8-167 0 0,0-4 1 0 0,127-21-1 0 0,-212 25 23 0 0,1-1 0 0 0,-1 0 0 0 0,0 0 0 0 0,0 0 0 0 0,1 0 0 0 0,-1 0 0 0 0,0 0 0 0 0,0 0 0 0 0,1 0 0 0 0,-1 0 0 0 0,0 0 0 0 0,0 0 0 0 0,1 0 0 0 0,-1 0 1 0 0,0 0-1 0 0,0 0 0 0 0,1 0 0 0 0,-1-1 0 0 0,0 1 0 0 0,0 0 0 0 0,0 0 0 0 0,1 0 0 0 0,-1 0 0 0 0,0 0 0 0 0,0 0 0 0 0,0-1 0 0 0,1 1 0 0 0,-1 0 0 0 0,0 0 0 0 0,0 0 0 0 0,0-1 0 0 0,0 1 0 0 0,0 0 0 0 0,0 0 0 0 0,1 0 0 0 0,-1-1 0 0 0,0 1 0 0 0,0 0 0 0 0,0 0 0 0 0,0 0 0 0 0,0-1 0 0 0,0 1 0 0 0,0 0 0 0 0,0 0 0 0 0,0-1 0 0 0,0 1 0 0 0,0 0 0 0 0,0 0 0 0 0,0-1 0 0 0,-14-7-3261 0 0,-20-4-1840 0 0,14 10 4258 0 0,1 0 1 0 0,0 0-1 0 0,-1 2 0 0 0,-27 3 1 0 0,16 1 2671 0 0,0 1 1 0 0,-31 10 0 0 0,61-15-1513 0 0,0 1 0 0 0,0-1 0 0 0,0 0-1 0 0,0 1 1 0 0,0 0 0 0 0,0-1 0 0 0,0 1-1 0 0,0-1 1 0 0,0 1 0 0 0,0 0 0 0 0,0 0 0 0 0,1-1-1 0 0,-1 1 1 0 0,0 0 0 0 0,0 0 0 0 0,1 0-1 0 0,-1 0 1 0 0,0 0 0 0 0,1 0 0 0 0,-1 0-1 0 0,1 0 1 0 0,0 0 0 0 0,-1 0 0 0 0,1 2-1 0 0,-1 1 53 0 0,1-1 0 0 0,0 1 0 0 0,0-1 0 0 0,0 0 0 0 0,0 1 0 0 0,1-1 0 0 0,-1 1-1 0 0,3 4 1 0 0,-1-1-165 0 0,0 0 0 0 0,1 0 0 0 0,0 0 0 0 0,1 0-1 0 0,-1-1 1 0 0,1 1 0 0 0,8 8 0 0 0,-7-10-109 0 0,0-1-1 0 0,1 0 1 0 0,-1-1 0 0 0,1 1-1 0 0,-1-1 1 0 0,1 0 0 0 0,0 0 0 0 0,0-1-1 0 0,1 0 1 0 0,-1 0 0 0 0,0-1-1 0 0,1 1 1 0 0,-1-1 0 0 0,1-1-1 0 0,-1 1 1 0 0,1-1 0 0 0,0 0-1 0 0,-1-1 1 0 0,1 1 0 0 0,-1-1 0 0 0,1-1-1 0 0,10-3 1 0 0,-11 4-11 0 0,0-1-1 0 0,0-1 1 0 0,0 1 0 0 0,-1-1-1 0 0,1 0 1 0 0,-1 0 0 0 0,1-1-1 0 0,-1 0 1 0 0,0 0 0 0 0,0 0 0 0 0,-1 0-1 0 0,1-1 1 0 0,-1 0 0 0 0,0 0-1 0 0,-1 0 1 0 0,1 0 0 0 0,-1 0-1 0 0,0-1 1 0 0,0 0 0 0 0,0 0 0 0 0,-1 1-1 0 0,0-1 1 0 0,2-12 0 0 0,-3 16-3 0 0,0-1 1 0 0,-1 1-1 0 0,0-1 1 0 0,0 1-1 0 0,0 0 1 0 0,0-1-1 0 0,0 1 1 0 0,0-1-1 0 0,-1 1 1 0 0,1 0-1 0 0,-1-1 1 0 0,1 1-1 0 0,-1 0 1 0 0,0-1-1 0 0,0 1 1 0 0,0 0-1 0 0,0 0 1 0 0,0 0-1 0 0,-1 0 1 0 0,1 0-1 0 0,-1 0 1 0 0,1 0-1 0 0,-1 1 1 0 0,0-1-1 0 0,1 0 1 0 0,-1 1-1 0 0,0-1 1 0 0,0 1-1 0 0,0 0 1 0 0,0 0-1 0 0,-4-2 1 0 0,2 2-3 0 0,0 0 1 0 0,0 0-1 0 0,-1 0 1 0 0,1 0-1 0 0,-1 1 0 0 0,1 0 1 0 0,0 0-1 0 0,-1 0 1 0 0,1 0-1 0 0,0 1 1 0 0,-1 0-1 0 0,1 0 1 0 0,0 0-1 0 0,0 0 1 0 0,0 1-1 0 0,-6 2 1 0 0,0 1 4 0 0,1 1 1 0 0,-1 0-1 0 0,1 0 1 0 0,1 1-1 0 0,-9 9 0 0 0,13-13-92 0 0,0 1 0 0 0,1 0-1 0 0,0 0 1 0 0,-1 0 0 0 0,2 0-1 0 0,-1 0 1 0 0,0 1 0 0 0,1-1-1 0 0,0 1 1 0 0,0 0 0 0 0,0 0-1 0 0,-1 9 1 0 0,2-12-18 0 0,1 0-1 0 0,0-1 1 0 0,0 1 0 0 0,1 0-1 0 0,-1-1 1 0 0,0 1 0 0 0,0 0-1 0 0,1-1 1 0 0,-1 1 0 0 0,1-1-1 0 0,-1 1 1 0 0,1 0 0 0 0,0-1-1 0 0,0 1 1 0 0,-1-1-1 0 0,1 0 1 0 0,0 1 0 0 0,3 1-1 0 0,11 8-710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6.7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16 11979 0 0,'0'0'74'0'0,"-1"0"1"0"0,1-1-1 0 0,0 1 1 0 0,0 0-1 0 0,0-1 1 0 0,-1 1-1 0 0,1-1 1 0 0,0 1-1 0 0,0 0 1 0 0,0-1-1 0 0,0 1 1 0 0,0-1-1 0 0,0 1 1 0 0,0 0-1 0 0,0-1 1 0 0,0 1-1 0 0,0-1 1 0 0,0 1-1 0 0,0 0 1 0 0,0-1-1 0 0,0 1 1 0 0,0-1-1 0 0,0 1 1 0 0,1 0-1 0 0,-1-1 1 0 0,0 1-1 0 0,0 0 1 0 0,0-1-1 0 0,1 1 1 0 0,-1 0-1 0 0,0-1 1 0 0,0 1-1 0 0,1 0 1 0 0,-1-1-1 0 0,0 1 1 0 0,1 0-1 0 0,-1 0 1 0 0,0-1-1 0 0,1 1 1 0 0,-1 0-1 0 0,1 0 1 0 0,-1 0-1 0 0,0 0 1 0 0,1-1-1 0 0,0 1 1 0 0,0 0-1 0 0,0 0 0 0 0,0 0 1 0 0,0 0-1 0 0,0 0 0 0 0,0 0 1 0 0,0 0-1 0 0,-1 0 0 0 0,1 0 1 0 0,0 0-1 0 0,0 0 0 0 0,0 1 1 0 0,0-1-1 0 0,0 0 0 0 0,0 1 1 0 0,0-1-1 0 0,0 1 0 0 0,-1-1 1 0 0,1 1-1 0 0,0-1 0 0 0,0 1 1 0 0,0 0-1 0 0,5 6 168 0 0,-1 1 1 0 0,0-1-1 0 0,0 1 0 0 0,0 0 0 0 0,-1 0 1 0 0,-1 0-1 0 0,5 13 0 0 0,14 67 641 0 0,-10-37-507 0 0,55 154 268 0 0,0 0-5024 0 0,-59-167-1280 0 0,-7-21 955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6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96 105 2761 0 0,'-27'-2'1409'0'0,"-15"-1"5274"0"0,19-5-5487 0 0,22 8-1163 0 0,1-1 0 0 0,0 1-1 0 0,0 0 1 0 0,-1 0 0 0 0,1 0 0 0 0,0-1-1 0 0,0 1 1 0 0,-1 0 0 0 0,1 0 0 0 0,0-1-1 0 0,0 1 1 0 0,0 0 0 0 0,0-1 0 0 0,0 1-1 0 0,-1 0 1 0 0,1-1 0 0 0,0 1 0 0 0,0 0-1 0 0,0 0 1 0 0,0-1 0 0 0,0 1 0 0 0,0 0-1 0 0,0-1 1 0 0,0 1 0 0 0,0 0 0 0 0,0-1-1 0 0,0 1 1 0 0,0 0 0 0 0,0-1 0 0 0,0 1-1 0 0,1 0 1 0 0,-1-1 0 0 0,0 1 0 0 0,10-14 660 0 0,19-8-138 0 0,-26 20-526 0 0,5-4-324 0 0,2 1-1 0 0,-1-1 0 0 0,1 2 1 0 0,0-1-1 0 0,0 1 0 0 0,0 0 0 0 0,21-3 1 0 0,-16 5-4130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7.1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84 5529 0 0,'3'8'488'0'0,"-1"-3"-392"0"0,2-1-96 0 0,1-1 0 0 0,-1-2 88 0 0,0-1-8 0 0,1-1 0 0 0,5 0 0 0 0,5-1 80 0 0,5-3 24 0 0,5-5 0 0 0,-2-2 1 0 0,0-2-89 0 0,-1 1-24 0 0,0-1 0 0 0,-6 2 24 0 0,2 1-96 0 0,-3 1 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8.4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41 175 6913 0 0,'-41'0'11978'0'0,"44"3"-11657"0"0,11 15 719 0 0,4-22 1147 0 0,-9 1-2149 0 0,-8 3-38 0 0,0 0 0 0 0,0 0 0 0 0,-1 1 0 0 0,1-1 0 0 0,0 0 0 0 0,0 0 0 0 0,0 0 0 0 0,0 1 0 0 0,0-1 0 0 0,0 1 0 0 0,-1-1 0 0 0,1 0 0 0 0,0 1 0 0 0,0-1 0 0 0,-1 1 0 0 0,1 0 0 0 0,0-1 0 0 0,-1 1 0 0 0,1 0 0 0 0,0-1 0 0 0,-1 1 0 0 0,2 1 0 0 0,14 26 0 0 0,0-4 0 0 0,-12-20 0 0 0,-2-2 0 0 0,0-1 0 0 0,0 1 0 0 0,0 0 0 0 0,0 0 0 0 0,-1 0 0 0 0,1 0 0 0 0,0 1 0 0 0,-1-1 0 0 0,0 0 0 0 0,1 1 0 0 0,-1-1 0 0 0,0 1 0 0 0,0-1 0 0 0,-1 1 0 0 0,1-1 0 0 0,0 4 0 0 0,-4-15-1662 0 0,2 7 1646 0 0,0 1 0 0 0,0-1 1 0 0,0 1-1 0 0,0-1 0 0 0,1 1 0 0 0,-1-1 0 0 0,1 0 0 0 0,-1 1 0 0 0,1-1 0 0 0,0 0 0 0 0,-1-2 0 0 0,2-3-3067 0 0,-1 5 3083 0 0,0 1 0 0 0,0 0 0 0 0,0 0 1 0 0,-1 0-1 0 0,1-1 0 0 0,0 1 0 0 0,-2-2 0 0 0,0-5-82 0 0,-3-20 2046 0 0,-15-47 1 0 0,29 111-1438 0 0,-1 0 0 0 0,4 50 0 0 0,-8-48-608 0 0,2-1 0 0 0,1 0 0 0 0,17 49 0 0 0,-23-83 35 0 0,9 25-163 0 0,-10-27 132 0 0,1-1-1 0 0,-1 1 1 0 0,0 0-1 0 0,0 0 1 0 0,1-1 0 0 0,-1 1-1 0 0,0 0 1 0 0,0 0 0 0 0,0-1-1 0 0,1 1 1 0 0,-1 0-1 0 0,0 0 1 0 0,0 0 0 0 0,0 0-1 0 0,-1-1 1 0 0,1 1-1 0 0,0 0 1 0 0,0 0 0 0 0,0 0-1 0 0,-1-1 1 0 0,1 1 0 0 0,0 0-1 0 0,0 0 1 0 0,-1-1-1 0 0,0 2 1 0 0,0-2-16 0 0,-1 0 0 0 0,1-1 0 0 0,-1 1 0 0 0,1-1 0 0 0,0 1 0 0 0,0-1 0 0 0,-1 0 0 0 0,1 1 0 0 0,0-1 0 0 0,0 0 0 0 0,0 0 0 0 0,0 0 0 0 0,0 0 0 0 0,0 0 0 0 0,0 0 0 0 0,0 0 0 0 0,0 0 0 0 0,0 0 0 0 0,0-1 0 0 0,0-1 0 0 0,-16-26-360 0 0,1-14 763 0 0,2-1 0 0 0,1 0 0 0 0,-6-47 0 0 0,9 42 67 0 0,8 34 137 0 0,7 14 130 0 0,12 19 158 0 0,-11-11-911 0 0,3 4 110 0 0,0-1 1 0 0,1-1-1 0 0,1 0 1 0 0,0 0-1 0 0,0-1 1 0 0,0 0-1 0 0,19 9 0 0 0,-24-14 0 0 0,0-1 0 0 0,0 1 0 0 0,0-1-1 0 0,0 0 1 0 0,0-1 0 0 0,0 1-1 0 0,1-1 1 0 0,-1 0 0 0 0,0-1 0 0 0,1 0-1 0 0,-1 0 1 0 0,0 0 0 0 0,1 0-1 0 0,-1-1 1 0 0,0 0 0 0 0,1-1-1 0 0,-1 0 1 0 0,9-3 0 0 0,-12 3 13 0 0,0 1 1 0 0,0-1-1 0 0,0 0 0 0 0,0 0 1 0 0,0-1-1 0 0,-1 1 0 0 0,1-1 1 0 0,-1 1-1 0 0,0-1 1 0 0,1 0-1 0 0,-1 0 0 0 0,0 0 1 0 0,-1 0-1 0 0,1 0 0 0 0,-1-1 1 0 0,1 1-1 0 0,-1 0 0 0 0,0-1 1 0 0,0 1-1 0 0,0-1 1 0 0,-1 1-1 0 0,1-1 0 0 0,-1 1 1 0 0,0-1-1 0 0,0 1 0 0 0,0-1 1 0 0,-1-3-1 0 0,-1-12 116 0 0,-1 1 0 0 0,-1-1 0 0 0,-12-34 0 0 0,8 27-89 0 0,-29-73-7279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8.7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27 3225 0 0,'-6'24'2694'0'0,"4"-15"-2171"0"0,1 1 0 0 0,1 0 0 0 0,-1 0 1 0 0,2 0-1 0 0,-1 0 0 0 0,1 0 0 0 0,1 0 1 0 0,0 0-1 0 0,0-1 0 0 0,1 1 0 0 0,0-1 1 0 0,9 17-1 0 0,-10-22-436 0 0,0 0 0 0 0,0 0 0 0 0,0-1 0 0 0,0 1 0 0 0,1-1 0 0 0,0 1 0 0 0,0-1-1 0 0,0 0 1 0 0,0 0 0 0 0,0 0 0 0 0,1-1 0 0 0,-1 1 0 0 0,1-1 0 0 0,-1 0 0 0 0,1 1 0 0 0,0-2 0 0 0,0 1 0 0 0,0 0 0 0 0,0-1 0 0 0,0 0 0 0 0,1 0 0 0 0,-1 0 0 0 0,0-1 0 0 0,1 1 0 0 0,-1-1 0 0 0,0 0 0 0 0,0 0 0 0 0,1 0-1 0 0,-1-1 1 0 0,0 0 0 0 0,8-2 0 0 0,-10 3-44 0 0,0-1 0 0 0,1 1 1 0 0,-1-1-1 0 0,0 0 0 0 0,0 0 0 0 0,0 0 0 0 0,0 0 0 0 0,0 0 0 0 0,0-1 0 0 0,0 1 0 0 0,0-1 0 0 0,0 1 1 0 0,0-1-1 0 0,-1 0 0 0 0,1 1 0 0 0,-1-1 0 0 0,1 0 0 0 0,-1 0 0 0 0,0 0 0 0 0,0 0 0 0 0,2-4 0 0 0,-2 3 14 0 0,-1-1-1 0 0,1 1 1 0 0,-1-1-1 0 0,0 1 0 0 0,0-1 1 0 0,0 1-1 0 0,0-1 1 0 0,-1 1-1 0 0,1-1 0 0 0,-1 1 1 0 0,0 0-1 0 0,-3-7 0 0 0,-2-4 9 0 0,-1 1 0 0 0,0-1-1 0 0,-1 2 1 0 0,0-1-1 0 0,-17-17 1 0 0,14 18-402 0 0,-15-20 320 0 0,12 9-5020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9.05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1 152 456 0 0,'4'-1'335'0'0,"0"0"-1"0"0,0 0 0 0 0,0 0 1 0 0,0 1-1 0 0,1-1 1 0 0,-1 1-1 0 0,0 0 1 0 0,1 0-1 0 0,-1 0 1 0 0,0 1-1 0 0,0 0 1 0 0,1-1-1 0 0,-1 1 1 0 0,6 3-1 0 0,56 23 4118 0 0,-52-20-3629 0 0,-5-3-177 0 0,-1 0 0 0 0,0 0 0 0 0,0 1 0 0 0,13 10 0 0 0,-26-20-9 0 0,1 0 0 0 0,-1 0 1 0 0,1-1-1 0 0,1 1 1 0 0,-1-1-1 0 0,1 0 0 0 0,0 0 1 0 0,0 0-1 0 0,0 0 0 0 0,1-1 1 0 0,0 1-1 0 0,-2-13 0 0 0,3 10-874 0 0,0 1-1 0 0,1-1 0 0 0,1-16 0 0 0,10-28-5196 0 0,-2 26-1378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09.8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23 13363 0 0,'0'0'72'0'0,"-1"0"0"0"0,1 0 0 0 0,-1-1 0 0 0,1 1 0 0 0,-1 0 0 0 0,1-1 0 0 0,0 1-1 0 0,-1-1 1 0 0,1 1 0 0 0,0-1 0 0 0,-1 1 0 0 0,1 0 0 0 0,0-1 0 0 0,0 1 0 0 0,-1-1 0 0 0,1 1 0 0 0,0-1 0 0 0,0 1 0 0 0,0-1 0 0 0,0 1 0 0 0,0-1 0 0 0,0 0 0 0 0,0 1 0 0 0,0-1 0 0 0,0 1 0 0 0,0-1 0 0 0,0 1 0 0 0,0-1 0 0 0,0 1 0 0 0,0-1-1 0 0,0 1 1 0 0,0-1 0 0 0,1 1 0 0 0,-1-1 0 0 0,0 1 0 0 0,0-1 0 0 0,1 1 0 0 0,-1-1 0 0 0,0 1 0 0 0,1 0 0 0 0,-1-1 0 0 0,0 1 0 0 0,1-1 0 0 0,-1 1 0 0 0,1 0 0 0 0,-1-1 0 0 0,0 1 0 0 0,1 0 0 0 0,-1 0 0 0 0,1-1 0 0 0,-1 1 0 0 0,1 0-1 0 0,0 0 1 0 0,0 0 84 0 0,0-1 0 0 0,1 1 0 0 0,-1 0 0 0 0,0 0 0 0 0,0 0 0 0 0,0 1 0 0 0,0-1 0 0 0,0 0 0 0 0,1 0 0 0 0,-1 1 0 0 0,0-1 0 0 0,0 1 0 0 0,0-1 0 0 0,0 1 0 0 0,0-1 0 0 0,0 1 0 0 0,0-1 0 0 0,0 1-1 0 0,0 0 1 0 0,0 0 0 0 0,-1-1 0 0 0,1 1 0 0 0,0 0 0 0 0,1 2 0 0 0,2 5 21 0 0,-1 0-1 0 0,1 0 1 0 0,-1 0 0 0 0,-1 1-1 0 0,0-1 1 0 0,0 1-1 0 0,1 9 1 0 0,1 67 84 0 0,-2-36-108 0 0,27 188-513 0 0,-28-232 3 0 0,0-1 0 0 0,0 0 0 0 0,0 1 0 0 0,-1-1 0 0 0,0 1 0 0 0,0-1 0 0 0,0 1 0 0 0,-1-1 0 0 0,1 1 0 0 0,-3 7 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0.1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4 301 3225 0 0,'-2'-12'-134'0'0,"1"1"1"0"0,1-1-1 0 0,0 0 1 0 0,1 0-1 0 0,0 1 1 0 0,1-1-1 0 0,0 0 1 0 0,6-18-1 0 0,-2 14 1184 0 0,0 0 0 0 0,1 0 0 0 0,1 0 0 0 0,0 1 0 0 0,1 0 0 0 0,14-16 0 0 0,-19 26-666 0 0,0 1 0 0 0,0 0 1 0 0,0 0-1 0 0,1 0 0 0 0,-1 0 1 0 0,1 1-1 0 0,0 0 0 0 0,0 0 0 0 0,0 0 1 0 0,0 0-1 0 0,0 1 0 0 0,1 0 1 0 0,-1 0-1 0 0,1 1 0 0 0,0-1 1 0 0,-1 1-1 0 0,1 0 0 0 0,0 1 1 0 0,0-1-1 0 0,0 1 0 0 0,-1 0 1 0 0,11 2-1 0 0,-14-2-364 0 0,0 1 0 0 0,0-1 0 0 0,0 1 0 0 0,0-1 0 0 0,0 1-1 0 0,0 0 1 0 0,0-1 0 0 0,0 1 0 0 0,-1 0 0 0 0,1 0 0 0 0,0 1 0 0 0,-1-1 0 0 0,1 0 0 0 0,-1 0 0 0 0,1 1 0 0 0,-1-1 0 0 0,1 1 0 0 0,-1 0 0 0 0,0-1-1 0 0,0 1 1 0 0,0 0 0 0 0,0-1 0 0 0,0 1 0 0 0,0 0 0 0 0,0 0 0 0 0,-1 0 0 0 0,1 0 0 0 0,-1 0 0 0 0,1 0 0 0 0,-1 0 0 0 0,0 0 0 0 0,0 0 0 0 0,0 0-1 0 0,0 0 1 0 0,0 0 0 0 0,0 0 0 0 0,0 0 0 0 0,-1 0 0 0 0,0 3 0 0 0,-3 10 116 0 0,0 0 1 0 0,-1 0-1 0 0,-1-1 1 0 0,-9 18-1 0 0,7-15-95 0 0,-9 21 16 0 0,3-10 146 0 0,-15 45-1 0 0,27-66-172 0 0,0 1-1 0 0,0-1 0 0 0,0 1 1 0 0,1 0-1 0 0,0 0 0 0 0,1 0 0 0 0,0 0 1 0 0,0 0-1 0 0,0 0 0 0 0,1-1 0 0 0,2 10 1 0 0,-2-15 18 0 0,0 1 0 0 0,1-1 0 0 0,-1 0 0 0 0,0 1-1 0 0,1-1 1 0 0,-1 0 0 0 0,1 0 0 0 0,0 0 0 0 0,0 0 0 0 0,0 0 0 0 0,0-1 0 0 0,0 1 0 0 0,0 0 0 0 0,0-1 0 0 0,1 0 0 0 0,-1 1 0 0 0,1-1 0 0 0,-1 0 0 0 0,1 0 0 0 0,-1-1 0 0 0,1 1 0 0 0,-1 0 0 0 0,1-1 0 0 0,0 1 0 0 0,3-1 0 0 0,9 1-8 0 0,0 0 1 0 0,1-1 0 0 0,17-3 0 0 0,-23 2-175 0 0,10 0-1403 0 0,1 0-1 0 0,-1 2 1 0 0,26 3 0 0 0,-29 0-4326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2.8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29 2304 0 0,'1'-22'10100'0'0,"0"21"-9679"0"0,8-4 1077 0 0,-8 5-1331 0 0,0 1 0 0 0,-1-1 1 0 0,1 1-1 0 0,0-1 0 0 0,-1 1 0 0 0,1 0 0 0 0,-1-1 1 0 0,1 1-1 0 0,-1 0 0 0 0,1-1 0 0 0,-1 1 0 0 0,1 0 0 0 0,-1 0 1 0 0,1-1-1 0 0,-1 1 0 0 0,0 0 0 0 0,0 0 0 0 0,1 0 1 0 0,-1 0-1 0 0,0 1 0 0 0,5 25 745 0 0,-4-21-511 0 0,36 192 1927 0 0,-6-21-5758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3.2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1 126 1376 0 0,'0'-1'313'0'0,"0"0"0"0"0,0-1 0 0 0,0 1 0 0 0,0 0-1 0 0,0 0 1 0 0,0 0 0 0 0,0 0 0 0 0,0 0 0 0 0,1 0-1 0 0,-1 0 1 0 0,0 0 0 0 0,1 0 0 0 0,-1 0 0 0 0,1 0-1 0 0,-1 0 1 0 0,2-2 0 0 0,-2 3-195 0 0,0 0 0 0 0,1 0-1 0 0,-1 0 1 0 0,1 0 0 0 0,-1 0 0 0 0,0 0-1 0 0,1 0 1 0 0,-1 0 0 0 0,1 0 0 0 0,-1 0-1 0 0,1 0 1 0 0,-1 0 0 0 0,0 0-1 0 0,1 0 1 0 0,-1 0 0 0 0,1 0 0 0 0,-1 0-1 0 0,0 1 1 0 0,1-1 0 0 0,-1 0 0 0 0,0 0-1 0 0,1 0 1 0 0,-1 1 0 0 0,0-1 0 0 0,1 0-1 0 0,-1 0 1 0 0,0 1 0 0 0,1 0 0 0 0,28 36 2804 0 0,-17-21-2475 0 0,7 3 349 0 0,36 29 0 0 0,-46-41-606 0 0,0-1 0 0 0,0 0 1 0 0,0 0-1 0 0,1-1 1 0 0,0-1-1 0 0,0 0 0 0 0,12 4 1 0 0,-21-8-135 0 0,1 1 0 0 0,0-1 0 0 0,-1 1 0 0 0,1-1 0 0 0,0 0 0 0 0,-1 0 0 0 0,1 1 0 0 0,0-1-1 0 0,-1 0 1 0 0,1-1 0 0 0,0 1 0 0 0,-1 0 0 0 0,1 0 0 0 0,0-1 0 0 0,-1 1 0 0 0,1-1 0 0 0,0 1 0 0 0,-1-1 0 0 0,1 0 0 0 0,-1 0 0 0 0,1 1 0 0 0,-1-1 0 0 0,0 0 0 0 0,1 0 0 0 0,0-2 0 0 0,0 1 41 0 0,-1-1 0 0 0,1 0 1 0 0,-1 1-1 0 0,0-1 1 0 0,0 0-1 0 0,0 1 0 0 0,0-1 1 0 0,-1 0-1 0 0,1 0 0 0 0,-1 0 1 0 0,0 1-1 0 0,1-1 1 0 0,-2-5-1 0 0,0-7 207 0 0,-1 0 0 0 0,-1-1 0 0 0,0 1 0 0 0,-7-19 0 0 0,-12-19-448 0 0,-3-13-4290 0 0,23 56 2948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3.5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16 6913 0 0,'-2'1'98'0'0,"0"0"0"0"0,0 0 0 0 0,0 0 0 0 0,0 1 0 0 0,0-1 0 0 0,1 0 0 0 0,-1 1 0 0 0,0 0 0 0 0,1-1 0 0 0,-1 1 0 0 0,1 0 0 0 0,0 0 0 0 0,-1-1 0 0 0,1 1 0 0 0,0 0 0 0 0,0 0 0 0 0,0 1 0 0 0,1-1 0 0 0,-1 0 0 0 0,0 0 0 0 0,1 0 0 0 0,-1 0 0 0 0,1 1 0 0 0,0-1 0 0 0,0 0 0 0 0,0 1 0 0 0,0-1 0 0 0,0 0 0 0 0,0 0 0 0 0,2 4 0 0 0,-2 1 212 0 0,2 0-1 0 0,-1-1 0 0 0,1 1 0 0 0,0-1 0 0 0,0 0 0 0 0,1 0 0 0 0,0 0 1 0 0,0 0-1 0 0,5 8 0 0 0,-2-8-33 0 0,0 0-1 0 0,0 0 1 0 0,0 0 0 0 0,1-1 0 0 0,-1 0 0 0 0,1-1-1 0 0,0 0 1 0 0,1 0 0 0 0,-1 0 0 0 0,1-1 0 0 0,9 3-1 0 0,-12-4-206 0 0,0 0 0 0 0,0-1 0 0 0,0 0 0 0 0,0 0-1 0 0,0-1 1 0 0,0 1 0 0 0,0-1 0 0 0,0 0 0 0 0,1 0-1 0 0,-1-1 1 0 0,0 0 0 0 0,0 1 0 0 0,0-2 0 0 0,0 1 0 0 0,0-1-1 0 0,0 1 1 0 0,0-1 0 0 0,8-6 0 0 0,-11 7-49 0 0,-1 0 0 0 0,1 0 0 0 0,-1-1 0 0 0,0 1 0 0 0,1 0 0 0 0,-1-1 0 0 0,0 1 0 0 0,0-1 0 0 0,0 1 0 0 0,0-1 0 0 0,0 0 0 0 0,-1 1 0 0 0,1-1 0 0 0,0 0 0 0 0,-1 0 0 0 0,1 0 0 0 0,-1 1 0 0 0,1-1 0 0 0,-1-2 0 0 0,0 0 7 0 0,0 0 0 0 0,-1-1-1 0 0,1 1 1 0 0,-1 0 0 0 0,0 1 0 0 0,0-1-1 0 0,0 0 1 0 0,-3-6 0 0 0,-1 0-13 0 0,0 1 1 0 0,0 0 0 0 0,-1 1 0 0 0,0-1-1 0 0,0 1 1 0 0,-10-9 0 0 0,-22-13-565 0 0,10 15-4499 0 0,11 9-458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3.8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0 155 6913 0 0,'11'1'408'0'0,"0"0"-1"0"0,-1 1 1 0 0,1 0-1 0 0,-1 0 0 0 0,1 1 1 0 0,-1 1-1 0 0,0-1 1 0 0,0 2-1 0 0,15 9 0 0 0,-19-11-235 0 0,1 1 1 0 0,-2 0-1 0 0,1 0 0 0 0,0 1 0 0 0,-1-1 0 0 0,0 1 0 0 0,0 0 0 0 0,0 1 1 0 0,-1-1-1 0 0,1 1 0 0 0,-1 0 0 0 0,-1 0 0 0 0,1 1 0 0 0,-1-1 0 0 0,3 17 3015 0 0,-6-23-3120 0 0,-1 1 0 0 0,1-1 0 0 0,0 0 0 0 0,0 0 0 0 0,0 0 0 0 0,0 0-1 0 0,-1 0 1 0 0,1 0 0 0 0,-11-7 2057 0 0,-11-17-448 0 0,17 14-1549 0 0,1 0 1 0 0,0 0-1 0 0,0 0 1 0 0,1-1-1 0 0,1 1 1 0 0,-1-1-1 0 0,2 0 1 0 0,0 0-1 0 0,0 1 1 0 0,1-1-1 0 0,1-13 1 0 0,0 12-571 0 0,1 0 1 0 0,1 0 0 0 0,-1 0 0 0 0,2 0 0 0 0,9-21 0 0 0,1 5-6814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4.5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81 58 4609 0 0,'-6'-22'1774'0'0,"-5"-14"5515"0"0,-6 81-2833 0 0,3 20-3548 0 0,3 0-1 0 0,-5 104 1 0 0,19 133-969 0 0,-4-238-2075 0 0,-3-37-3230 0 0,0-11-368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4.8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75 5985 0 0,'-1'-3'144'0'0,"1"-1"-1"0"0,0 1 0 0 0,0-1 0 0 0,0 1 0 0 0,1-1 1 0 0,-1 1-1 0 0,1-1 0 0 0,0 1 0 0 0,-1 0 1 0 0,2-1-1 0 0,-1 1 0 0 0,3-5 0 0 0,-3 5 265 0 0,1 1 0 0 0,-1 0-1 0 0,1 0 1 0 0,0 0 0 0 0,-1 0-1 0 0,1 0 1 0 0,0 0 0 0 0,1 0 0 0 0,-1 0-1 0 0,3-1 1 0 0,-4 3-251 0 0,0-1 0 0 0,0 1-1 0 0,0 0 1 0 0,0 0 0 0 0,-1 0 0 0 0,1 0 0 0 0,0 0 0 0 0,0 0 0 0 0,0 0-1 0 0,0 0 1 0 0,0 1 0 0 0,0-1 0 0 0,0 0 0 0 0,-1 0 0 0 0,1 1-1 0 0,0-1 1 0 0,0 0 0 0 0,0 1 0 0 0,-1-1 0 0 0,1 1 0 0 0,0-1-1 0 0,0 1 1 0 0,-1 0 0 0 0,1-1 0 0 0,-1 1 0 0 0,1 0 0 0 0,0-1-1 0 0,-1 1 1 0 0,1 1 0 0 0,20 28 1574 0 0,-16-22-1015 0 0,46 64 1174 0 0,-9-15-1576 0 0,-3 1-1 0 0,32 64 1 0 0,-62-103-687 0 0,31 66-963 0 0,-18-26-4227 0 0,-16-43-158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5.0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63 8754 0 0,'4'-3'436'0'0,"0"-1"-1"0"0,1 2 1 0 0,0-1 0 0 0,0 1 0 0 0,-1-1-1 0 0,1 1 1 0 0,7-1 0 0 0,31-10 1006 0 0,53-8 0 0 0,-80 18-1849 0 0,0 1 1 0 0,0 1 0 0 0,1 0 0 0 0,-1 1-1 0 0,0 1 1 0 0,28 5 0 0 0,-16 2 377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5.6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10594 0 0,'26'26'5956'0'0,"-19"-15"-5246"0"0,0-1 0 0 0,-2 1 0 0 0,1 0 0 0 0,-1 1 0 0 0,-1 0 0 0 0,6 21 0 0 0,9 80 385 0 0,-12-65-810 0 0,21 100-45 0 0,-11-60-1604 0 0,10 120 0 0 0,-27-182-6021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16.1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35 3225 0 0,'-2'-4'7189'0'0,"8"-1"-5871"0"0,8 0-1616 0 0,12-1 1416 0 0,0 0 0 0 0,1 2-1 0 0,0 2 1 0 0,0 0-1 0 0,46 3 1 0 0,-56 0-993 0 0,1 0 0 0 0,-1 1-1 0 0,0 1 1 0 0,0 1 0 0 0,0 0 0 0 0,-1 1 0 0 0,1 1-1 0 0,-1 1 1 0 0,27 14 0 0 0,-41-19-136 0 0,0-1 0 0 0,0 0-1 0 0,-1 1 1 0 0,1 0 0 0 0,0-1 0 0 0,-1 1-1 0 0,1 0 1 0 0,-1 0 0 0 0,1 0 0 0 0,-1 0-1 0 0,0 0 1 0 0,0 0 0 0 0,0 0-1 0 0,0 0 1 0 0,0 0 0 0 0,0 1 0 0 0,-1-1-1 0 0,1 0 1 0 0,-1 3 0 0 0,0-1-36 0 0,0 0 0 0 0,0 1 1 0 0,0-1-1 0 0,-1 0 0 0 0,0 0 0 0 0,0 0 1 0 0,0 0-1 0 0,-1 0 0 0 0,1 0 0 0 0,-3 4 1 0 0,-6 8-186 0 0,0 0 0 0 0,-1 0 0 0 0,-24 26 0 0 0,24-30 195 0 0,11-12 29 0 0,1 1-1 0 0,-1 0 1 0 0,0-1 0 0 0,0 1 0 0 0,0 0 0 0 0,1-1 0 0 0,-1 1 0 0 0,0-1-1 0 0,0 1 1 0 0,1 0 0 0 0,-1-1 0 0 0,1 1 0 0 0,-1-1 0 0 0,1 1-1 0 0,-1-1 1 0 0,0 1 0 0 0,1-1 0 0 0,0 1 0 0 0,-1-1 0 0 0,1 0-1 0 0,-1 1 1 0 0,1-1 0 0 0,-1 0 0 0 0,1 0 0 0 0,0 1 0 0 0,0-1 0 0 0,31 19-386 0 0,-8-6 224 0 0,-11-4 93 0 0,-1-2 209 0 0,0 1 0 0 0,-1 1 0 0 0,0-1 0 0 0,17 19 0 0 0,-26-25-31 0 0,0 1-1 0 0,0-1 0 0 0,0 1 1 0 0,-1-1-1 0 0,1 1 0 0 0,-1 0 1 0 0,1-1-1 0 0,-1 1 0 0 0,0 0 1 0 0,0 0-1 0 0,0 0 0 0 0,-1 0 1 0 0,1 0-1 0 0,-1 0 0 0 0,0 0 0 0 0,1 0 1 0 0,-1 1-1 0 0,-1-1 0 0 0,1 0 1 0 0,0 0-1 0 0,-1 0 0 0 0,1 0 1 0 0,-1 0-1 0 0,0 0 0 0 0,0 0 1 0 0,0 0-1 0 0,-3 3 0 0 0,0 2 86 0 0,-1-1 0 0 0,0 0 0 0 0,-1 0 0 0 0,0 0 0 0 0,0 0-1 0 0,0-1 1 0 0,-1 0 0 0 0,0-1 0 0 0,0 1 0 0 0,-1-1 0 0 0,-8 4-1 0 0,5-3-453 0 0,0-1-1 0 0,0 0 0 0 0,-1-1 0 0 0,-15 4 0 0 0,6-4-7282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46.1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4 2761 0 0,'1'0'180'0'0,"-1"0"1"0"0,0-1 0 0 0,1 1-1 0 0,0 0 1 0 0,-1-1 0 0 0,1 1 0 0 0,-1 0-1 0 0,1-1 1 0 0,-1 1 0 0 0,1 0-1 0 0,0 0 1 0 0,-1 0 0 0 0,1 0 0 0 0,-1 0-1 0 0,1 0 1 0 0,0 0 0 0 0,-1 0-1 0 0,1 0 1 0 0,-1 0 0 0 0,1 0 0 0 0,0 0-1 0 0,-1 0 1 0 0,2 0 0 0 0,0 16 2709 0 0,-3-7-2524 0 0,-1 82 7405 0 0,-4 1-4932 0 0,-2 148-2129 0 0,12 32-163 0 0,0 22-366 0 0,-6 135-173 0 0,-7-275 153 0 0,16 219 1 0 0,-7-114-177 0 0,0-9 17 0 0,5-157 190 0 0,0 8 119 0 0,30 169-1 0 0,-33-263-241 0 0,-1 1-1 0 0,0 0 1 0 0,0-1 0 0 0,-1 14-1 0 0,0-19-81 0 0,0 0 1 0 0,0 0-1 0 0,-1 0 0 0 0,1 0 0 0 0,-1 0 0 0 0,1 0 0 0 0,-1 0 0 0 0,0 0 0 0 0,0 0 0 0 0,1 0 0 0 0,-2 0 1 0 0,1 0-1 0 0,0-1 0 0 0,0 1 0 0 0,0 0 0 0 0,-1-1 0 0 0,1 1 0 0 0,-1-1 0 0 0,1 0 0 0 0,-1 1 0 0 0,0-1 1 0 0,-2 2-1 0 0,-1-4-674 0 0,4-1 343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46.3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0 11979 0 0,'-3'5'1168'0'0,"2"-4"-1040"0"0,0 0-128 0 0,-1-1 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1.0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2747 2761 0 0,'8'-112'2913'0'0,"0"10"-1289"0"0,-29-384 3373 0 0,0 119-3586 0 0,22 278-844 0 0,4 0 0 0 0,3 1-1 0 0,4 0 1 0 0,4 0 0 0 0,4 2 0 0 0,4 0 0 0 0,67-158 0 0 0,80-147 1940 0 0,-166 385-1546 0 0,-5 6-922 0 0,0 0-20 0 0,9 13 368 0 0,-4-8-404 0 0,0-1 0 0 0,0 0-1 0 0,0 0 1 0 0,1-1 0 0 0,-1 1 0 0 0,1-1-1 0 0,0-1 1 0 0,0 1 0 0 0,0-1-1 0 0,0 0 1 0 0,1 0 0 0 0,-1-1 0 0 0,0 1-1 0 0,1-2 1 0 0,-1 1 0 0 0,11-1 0 0 0,16 0 36 0 0,0-2 0 0 0,36-7-1 0 0,-28 4 30 0 0,194-31-119 0 0,90-8-42 0 0,339-31 113 0 0,-183-4-53 0 0,133-15-22 0 0,-305 57 65 0 0,605-56-44 0 0,-791 88-5 0 0,0 5 0 0 0,0 5 0 0 0,202 36 0 0 0,-187-16 39 0 0,0 7 0 0 0,150 55 0 0 0,-263-76 20 0 0,1 2 0 0 0,-2 0 0 0 0,38 28 0 0 0,21 13 0 0 0,-80-52-1 0 0,-1-1 2 0 0,0 0 0 0 0,0 0 0 0 0,0 0 0 0 0,0 0 0 0 0,1 0 0 0 0,-1-1 0 0 0,0 1 0 0 0,0 0-1 0 0,0-1 1 0 0,1 0 0 0 0,2 1 118 0 0,12-12-2 0 0,-16 11-115 0 0,0 0 0 0 0,-1 0 0 0 0,1 0-1 0 0,0 0 1 0 0,-1 0 0 0 0,1 0 0 0 0,0 0 0 0 0,0 0 0 0 0,-1 0 0 0 0,1 0 0 0 0,0 0 0 0 0,-1 0-1 0 0,1 1 1 0 0,0-1 0 0 0,-1 0 0 0 0,1 0 0 0 0,0 1 0 0 0,-1-1 0 0 0,1 0 0 0 0,-1 1 0 0 0,1-1-1 0 0,0 1 1 0 0,-1-1 0 0 0,1 1 0 0 0,-1-1 0 0 0,1 1 0 0 0,-1-1 0 0 0,0 1 0 0 0,1-1 0 0 0,-1 1-1 0 0,0 0 1 0 0,1-1 0 0 0,-1 2 0 0 0,13 24 67 0 0,-11-20-63 0 0,11 29-6 0 0,-2 0 0 0 0,-1 2 0 0 0,7 57 0 0 0,-2-13 0 0 0,75 384-149 0 0,-13-68-14 0 0,9 147-317 0 0,-26-141 287 0 0,23 226-143 0 0,-82-557 444 0 0,-2-58-71 0 0,0 0 1 0 0,2 0-1 0 0,-1 1 1 0 0,1-1-1 0 0,1 0 1 0 0,1 0 0 0 0,0 0-1 0 0,8 22 1 0 0,-10-34-32 0 0,1 0 0 0 0,-1 1-1 0 0,1-1 1 0 0,0-1 0 0 0,-1 1 0 0 0,1 0 0 0 0,0 0 0 0 0,0-1 0 0 0,0 1 0 0 0,1-1 0 0 0,-1 1 0 0 0,0-1-1 0 0,0 0 1 0 0,1 0 0 0 0,-1 0 0 0 0,0 0 0 0 0,1-1 0 0 0,-1 1 0 0 0,1-1 0 0 0,0 1 0 0 0,-1-1 0 0 0,1 0-1 0 0,-1 0 1 0 0,5 0 0 0 0,8-1 41 0 0,0-1 0 0 0,0 0 0 0 0,17-6 0 0 0,-10 3-27 0 0,46-10-20 0 0,245-38 0 0 0,-208 43-8 0 0,238-15-76 0 0,-262 23 64 0 0,0 4 0 0 0,99 15-1 0 0,335 36-48 0 0,-453-48 66 0 0,127 18 7 0 0,-161-17-3 0 0,0 1 0 0 0,0 1 0 0 0,-1 1 0 0 0,43 22-1 0 0,-48-20-1 0 0,-8-4-3 0 0,0 1 0 0 0,21 14-1 0 0,-30-17 4 0 0,0-1 0 0 0,0 1 0 0 0,0 0 0 0 0,0 1 0 0 0,-1-1 0 0 0,0 1 0 0 0,0-1 0 0 0,-1 1 0 0 0,4 7 0 0 0,-1 3 39 0 0,0 1 0 0 0,-1-1 0 0 0,0 1-1 0 0,-1 0 1 0 0,-1 0 0 0 0,0 20 0 0 0,-1 110 104 0 0,-2-55-39 0 0,14 107-20 0 0,47 233 0 0 0,-21-176-110 0 0,52 801 27 0 0,-75-770-16 0 0,101 527 0 0 0,-26-468 135 0 0,-57-227-102 0 0,-27-94 72 0 0,2 0 1 0 0,0 0 0 0 0,1-1 0 0 0,1-1 0 0 0,2 0-1 0 0,0 0 1 0 0,1-1 0 0 0,25 26 0 0 0,-39-47-87 0 0,0-1 0 0 0,0 1 1 0 0,0 0-1 0 0,-1-1 0 0 0,1 1 0 0 0,0 0 0 0 0,-1 0 1 0 0,1-1-1 0 0,-1 1 0 0 0,1 0 0 0 0,-1 0 1 0 0,1 0-1 0 0,-1 0 0 0 0,1 0 0 0 0,-1 0 1 0 0,0 0-1 0 0,1 0 0 0 0,-1 0 0 0 0,0 0 1 0 0,0 0-1 0 0,0 0 0 0 0,0 0 0 0 0,0 0 1 0 0,0 0-1 0 0,0 0 0 0 0,0 0 0 0 0,0 0 0 0 0,-1 0 1 0 0,0 1-1 0 0,-1 0 11 0 0,0 0 0 0 0,0-1 0 0 0,0 1 0 0 0,0-1 0 0 0,0 0 0 0 0,-1 0 1 0 0,1 0-1 0 0,-1 0 0 0 0,-4 1 0 0 0,-8 4 4 0 0,-94 46 129 0 0,20-8-38 0 0,-251 92-109 0 0,192-83-17 0 0,33-11-19 0 0,-145 32 1 0 0,-320 65-422 0 0,71-15-258 0 0,-6-33 313 0 0,280-58 306 0 0,-135 14-26 0 0,-164 17 92 0 0,264-27 6 0 0,-317 1 78 0 0,33 22 93 0 0,305-24-102 0 0,102-25 9 0 0,-250-14 0 0 0,221-2-34 0 0,46 1 213 0 0,-201 3 62 0 0,251 6-295 0 0,-1-5 0 0 0,0-2 0 0 0,0-5 0 0 0,-87-17 0 0 0,153 22-11 0 0,-22-6 33 0 0,35 8-28 0 0,1-1 0 0 0,0 1 0 0 0,0 0 0 0 0,0-1 0 0 0,0 1 1 0 0,0-1-1 0 0,0 0 0 0 0,0 1 0 0 0,1-1 0 0 0,-1 0 0 0 0,0 0 0 0 0,0 1 0 0 0,0-1 1 0 0,1 0-1 0 0,-1 0 0 0 0,0 0 0 0 0,1 0 0 0 0,-1 0 0 0 0,1 0 0 0 0,-1 0 0 0 0,1 0 1 0 0,0 0-1 0 0,-1 0 0 0 0,1-1 0 0 0,0 1 0 0 0,0 0 0 0 0,-1-1 0 0 0,0 0-18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2.0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72 368 4145 0 0,'-6'-8'447'0'0,"1"0"0"0"0,1 0 0 0 0,0-1-1 0 0,0 1 1 0 0,0-1 0 0 0,1 0 0 0 0,-2-11 0 0 0,-15-36 5289 0 0,28 68-674 0 0,5 2-3910 0 0,14 19-971 0 0,19 53 380 0 0,14 23-315 0 0,-51-96-213 0 0,1 0-1 0 0,0 0 0 0 0,1-1 1 0 0,0-1-1 0 0,24 20 0 0 0,-27-25-20 0 0,0 1-1 0 0,0 0 0 0 0,-1 0 0 0 0,12 15 0 0 0,-17-19-9 0 0,0-1 0 0 0,0 1 0 0 0,0 0-1 0 0,-1 0 1 0 0,1 0 0 0 0,-1 0-1 0 0,0 0 1 0 0,0 1 0 0 0,0-1-1 0 0,0 0 1 0 0,0 1 0 0 0,-1-1-1 0 0,0 0 1 0 0,0 1 0 0 0,1-1-1 0 0,-2 0 1 0 0,1 1 0 0 0,-1 4-1 0 0,1-8-1 0 0,0 0 0 0 0,0 0 0 0 0,0 0 0 0 0,0 0-1 0 0,0 0 1 0 0,0 1 0 0 0,0-1 0 0 0,0 0 0 0 0,-1 0-1 0 0,1 0 1 0 0,0 0 0 0 0,0 0 0 0 0,0 1 0 0 0,0-1-1 0 0,0 0 1 0 0,0 0 0 0 0,0 0 0 0 0,-1 0 0 0 0,1 0-1 0 0,0 0 1 0 0,0 0 0 0 0,0 1 0 0 0,0-1 0 0 0,0 0-1 0 0,-1 0 1 0 0,1 0 0 0 0,0 0 0 0 0,0 0 0 0 0,0 0-1 0 0,0 0 1 0 0,0 0 0 0 0,-1 0 0 0 0,1 0 0 0 0,0 0-1 0 0,0 0 1 0 0,0 0 0 0 0,0 0 0 0 0,-1 0 0 0 0,1 0-1 0 0,0 0 1 0 0,0 0 0 0 0,0 0 0 0 0,0 0 0 0 0,-1 0-1 0 0,1-1 1 0 0,0 1 0 0 0,0 0 0 0 0,0 0-1 0 0,-10-8-21 0 0,-7-12-10 0 0,-2-10 42 0 0,-19-40 0 0 0,22 39 0 0 0,-28-41 0 0 0,29 52 28 0 0,0 1-1 0 0,-1 0 1 0 0,-1 1-1 0 0,-1 1 0 0 0,-1 1 1 0 0,-23-17-1 0 0,38 31-169 0 0,-15-13 121 0 0,18 15 14 0 0,1-1 0 0 0,-1 1 0 0 0,1-1 0 0 0,-1 1 0 0 0,1-1 0 0 0,-1 1 0 0 0,1-1 0 0 0,-1 1 0 0 0,1-1 0 0 0,0 0 0 0 0,-1 1 0 0 0,1-1 0 0 0,0 0 0 0 0,-1 1 0 0 0,1-1 0 0 0,0 0 0 0 0,0 0 0 0 0,0 1 0 0 0,-1-1 0 0 0,1 0 0 0 0,0 1 0 0 0,0-1 0 0 0,0 0 0 0 0,0 0 0 0 0,1 1 0 0 0,-1-2 1 0 0,13-2 62 0 0,7-1-71 0 0,0-1-1 0 0,-1-1 0 0 0,1-1 1 0 0,-2 0-1 0 0,25-15 1 0 0,31-14-15 0 0,-26 14 18 0 0,69-46 1 0 0,-69 39 129 0 0,62-29 0 0 0,-86 51 2350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3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1 14283 0 0,'0'0'61'0'0,"-1"0"-1"0"0,1 0 1 0 0,0 0-1 0 0,-1 0 1 0 0,1 0 0 0 0,-1 0-1 0 0,1 0 1 0 0,0 0 0 0 0,-1 0-1 0 0,1 0 1 0 0,-1 0-1 0 0,1 0 1 0 0,0 0 0 0 0,-1 1-1 0 0,1-1 1 0 0,-1 0-1 0 0,1 0 1 0 0,0 0 0 0 0,-1 1-1 0 0,1-1 1 0 0,0 0-1 0 0,-1 0 1 0 0,1 1 0 0 0,0-1-1 0 0,0 0 1 0 0,-1 1-1 0 0,1-1 1 0 0,0 0 0 0 0,0 1-1 0 0,-1-1 1 0 0,1 0-1 0 0,0 1 1 0 0,0-1 0 0 0,0 1-1 0 0,0-1 1 0 0,0 0 0 0 0,0 1-1 0 0,0-1 1 0 0,-1 1-1 0 0,1-1 1 0 0,0 0 0 0 0,0 1-1 0 0,1 0 1 0 0,-8 21 413 0 0,-3 33-84 0 0,3 1 0 0 0,2 0 0 0 0,3 0 0 0 0,2 0 0 0 0,2 0 0 0 0,3 0 0 0 0,20 88 0 0 0,23 61-1685 0 0,-39-170-5559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3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432 93 8290 0 0,'-3'-3'115'0'0,"1"1"1"0"0,-1 0-1 0 0,0 0 0 0 0,0 0 1 0 0,0 0-1 0 0,0 0 0 0 0,0 0 1 0 0,0 1-1 0 0,-1 0 1 0 0,1-1-1 0 0,0 1 0 0 0,-1 1 1 0 0,1-1-1 0 0,-1 0 1 0 0,1 1-1 0 0,-1 0 0 0 0,1-1 1 0 0,-1 2-1 0 0,0-1 0 0 0,1 0 1 0 0,-1 1-1 0 0,1-1 1 0 0,-1 1-1 0 0,1 0 0 0 0,0 0 1 0 0,-1 0-1 0 0,1 1 1 0 0,0-1-1 0 0,0 1 0 0 0,0 0 1 0 0,-5 3-1 0 0,-6 5 120 0 0,1 1-1 0 0,0 0 1 0 0,1 0-1 0 0,0 1 1 0 0,-12 16 0 0 0,0 3 233 0 0,2 2 0 0 0,1 0 0 0 0,1 1 0 0 0,2 1 1 0 0,2 1-1 0 0,1 1 0 0 0,-17 63 0 0 0,12-15-174 0 0,4 0 0 0 0,-9 122 0 0 0,21-147-321 0 0,2 1-1 0 0,3-1 1 0 0,10 73 0 0 0,-6-100-46 0 0,2-1 0 0 0,1 0 1 0 0,1-1-1 0 0,2 0 0 0 0,1-1 1 0 0,2 0-1 0 0,26 45 0 0 0,-16-39-451 0 0,1-1 0 0 0,1-1 1 0 0,2-1-1 0 0,1-1 0 0 0,1-2 0 0 0,2-1 0 0 0,67 46 0 0 0,-78-61 396 0 0,0-2-1 0 0,1 0 1 0 0,0-2-1 0 0,1 0 1 0 0,0-2 0 0 0,1 0-1 0 0,-1-2 1 0 0,1 0 0 0 0,1-2-1 0 0,-1-1 1 0 0,1 0-1 0 0,-1-2 1 0 0,1-1 0 0 0,0-1-1 0 0,28-5 1 0 0,-15-2 348 0 0,0-2 0 0 0,-1-1 0 0 0,0-2 0 0 0,-1-2 0 0 0,0-1 0 0 0,-1-1 0 0 0,-1-3 0 0 0,-1 0 0 0 0,44-37 1 0 0,-54 37-43 0 0,-2-2 0 0 0,0 0 0 0 0,-2-1 1 0 0,0-2-1 0 0,24-41 0 0 0,-13 13 311 0 0,40-104 0 0 0,-51 103 123 0 0,-3 0 0 0 0,-2-1 0 0 0,-2-1 1 0 0,-3 0-1 0 0,3-101 0 0 0,-12 90-130 0 0,-2-1 0 0 0,-4 0 0 0 0,-3 1 0 0 0,-25-99 1 0 0,24 127-273 0 0,-2 2 1 0 0,-2 0-1 0 0,-1 0 1 0 0,-25-43 0 0 0,31 64-176 0 0,-1 2 0 0 0,0-1 1 0 0,0 2-1 0 0,-2-1 0 0 0,0 1 1 0 0,0 1-1 0 0,-1 0 0 0 0,0 1 1 0 0,-1 0-1 0 0,-1 2 0 0 0,0-1 1 0 0,-16-7-1 0 0,9 8-16 0 0,-1 1 1 0 0,1 1-1 0 0,-2 0 1 0 0,1 2 0 0 0,-1 1-1 0 0,0 1 1 0 0,1 1-1 0 0,-1 1 1 0 0,0 1-1 0 0,0 1 1 0 0,-35 6-1 0 0,7 3-143 0 0,0 3-1 0 0,2 2 1 0 0,-1 2-1 0 0,-53 27 1 0 0,91-39-148 0 0,1 0 0 0 0,0 1 0 0 0,0 1 0 0 0,1 0 0 0 0,0 0 0 0 0,0 1 0 0 0,1 0 1 0 0,-19 20-1 0 0,6 7-1598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4.3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179 0 6449 0 0,'0'0'499'0'0,"-4"13"2108"0"0,-16 20-1033 0 0,-63 118 1204 0 0,71-127-2562 0 0,2 1 0 0 0,0 0-1 0 0,2 1 1 0 0,-7 34 0 0 0,14-56-185 0 0,0-1 0 0 0,1 1 0 0 0,-1 0-1 0 0,1-1 1 0 0,0 1 0 0 0,0 0 0 0 0,0-1 0 0 0,0 1 0 0 0,1 0 0 0 0,0-1 0 0 0,-1 1 0 0 0,1-1-1 0 0,1 1 1 0 0,-1-1 0 0 0,0 1 0 0 0,1-1 0 0 0,2 4 0 0 0,-1-4-20 0 0,0 0 0 0 0,0 0 0 0 0,0-1 0 0 0,1 1 0 0 0,-1-1 0 0 0,1 1 0 0 0,0-1 0 0 0,0 0 0 0 0,0 0 0 0 0,0-1 0 0 0,0 1 0 0 0,0-1 0 0 0,0 0 0 0 0,5 0 0 0 0,57 12-43 0 0,-43-10 10 0 0,0 1-1 0 0,-1 2 1 0 0,1 0 0 0 0,33 15-1 0 0,-51-19 81 0 0,-1 0-1 0 0,1 0 0 0 0,-1 1 0 0 0,0 0 0 0 0,0 0 0 0 0,-1 0 1 0 0,1 0-1 0 0,0 1 0 0 0,-1-1 0 0 0,0 1 0 0 0,0 0 1 0 0,0 0-1 0 0,-1 0 0 0 0,1 0 0 0 0,-1 1 0 0 0,0-1 1 0 0,0 1-1 0 0,0-1 0 0 0,1 8 0 0 0,-2-7 30 0 0,-1 1 1 0 0,1 0-1 0 0,-1-1 0 0 0,0 1 0 0 0,-1 0 0 0 0,0-1 0 0 0,0 1 1 0 0,0-1-1 0 0,0 1 0 0 0,-1-1 0 0 0,0 0 0 0 0,0 1 1 0 0,0-1-1 0 0,-1 0 0 0 0,0 0 0 0 0,-5 7 0 0 0,-3 3 364 0 0,0-1 0 0 0,-1 0 0 0 0,0 0 0 0 0,-2-1 0 0 0,1-1 0 0 0,-1 0 0 0 0,-1-1 0 0 0,-21 12 0 0 0,28-18-496 0 0,-1-1 0 0 0,0 0-1 0 0,0 0 1 0 0,0-1-1 0 0,0 0 1 0 0,-1-1 0 0 0,1 0-1 0 0,-1 0 1 0 0,0-1-1 0 0,1-1 1 0 0,-1 1 0 0 0,0-2-1 0 0,0 1 1 0 0,1-1-1 0 0,-1-1 1 0 0,0 0 0 0 0,-12-4-1 0 0,3-5-4211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4.8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8754 0 0,'1'9'6987'0'0,"8"24"-4852"0"0,-7-25-1747 0 0,16 59 1355 0 0,34 109 188 0 0,-38-114-1696 0 0,-11-47-245 0 0,0 0 0 0 0,8 25 0 0 0,-11-40 8 0 0,0 0-1 0 0,0 0 0 0 0,1 0 0 0 0,-1 1 1 0 0,0-1-1 0 0,0 0 0 0 0,0 0 1 0 0,0 0-1 0 0,0 0 0 0 0,0 0 0 0 0,0 0 1 0 0,0 0-1 0 0,1 1 0 0 0,-1-1 0 0 0,0 0 1 0 0,0 0-1 0 0,0 0 0 0 0,0 0 0 0 0,0 0 1 0 0,0 0-1 0 0,1 0 0 0 0,-1 0 1 0 0,0 0-1 0 0,0 0 0 0 0,0 0 0 0 0,0 0 1 0 0,0 0-1 0 0,1 0 0 0 0,-1 0 0 0 0,0 0 1 0 0,0 0-1 0 0,0 0 0 0 0,0 0 0 0 0,0 0 1 0 0,1 0-1 0 0,-1 0 0 0 0,0 0 0 0 0,0 0 1 0 0,0 0-1 0 0,0 0 0 0 0,0 0 1 0 0,0-1-1 0 0,1 1 0 0 0,-1 0 0 0 0,0 0 1 0 0,0 0-1 0 0,0 0 0 0 0,0 0 0 0 0,0 0 1 0 0,0 0-1 0 0,0-1 0 0 0,1 1 0 0 0,8-12-214 0 0,4-13-265 0 0,7-37-310 0 0,-13 38 597 0 0,1-1 0 0 0,20-42 0 0 0,-25 61 208 0 0,0 1 0 0 0,0 0 1 0 0,1 0-1 0 0,-1 0 0 0 0,1 0 0 0 0,0 1 0 0 0,0-1 0 0 0,1 1 0 0 0,-1 0 0 0 0,1 0 0 0 0,0 1 0 0 0,0-1 0 0 0,0 1 0 0 0,1 0 0 0 0,-1 1 0 0 0,1-1 1 0 0,6-1-1 0 0,-10 4 2 0 0,0-1 1 0 0,0 1 0 0 0,0 0-1 0 0,0 0 1 0 0,0 0 0 0 0,0 1-1 0 0,0-1 1 0 0,0 0-1 0 0,0 1 1 0 0,0-1 0 0 0,0 1-1 0 0,0 0 1 0 0,0 0 0 0 0,0-1-1 0 0,0 1 1 0 0,0 1 0 0 0,0-1-1 0 0,-1 0 1 0 0,1 0 0 0 0,-1 1-1 0 0,1-1 1 0 0,-1 1 0 0 0,1-1-1 0 0,-1 1 1 0 0,0-1 0 0 0,1 1-1 0 0,-1 0 1 0 0,0 0-1 0 0,1 2 1 0 0,4 7 130 0 0,-1 1-1 0 0,0 0 1 0 0,5 18-1 0 0,-7-22-103 0 0,19 74 173 0 0,-14-47-96 0 0,16 42-1 0 0,-19-65-1615 0 0,0-1 0 0 0,1 1-1 0 0,14 20 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5.1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6 6129 0 0,'0'0'290'0'0,"0"25"1641"0"0,-1-17-719 0 0,1 0 0 0 0,1-1 0 0 0,-1 1 0 0 0,4 12 1 0 0,-3-14-794 0 0,1 1 1 0 0,0-1 0 0 0,1 0 0 0 0,-1 0-1 0 0,7 11 1 0 0,-7-14-392 0 0,1 0 0 0 0,-1 0 0 0 0,0 1-1 0 0,1-2 1 0 0,0 1 0 0 0,0 0 0 0 0,0 0 0 0 0,0-1 0 0 0,0 0-1 0 0,0 1 1 0 0,1-1 0 0 0,-1 0 0 0 0,1-1 0 0 0,0 1 0 0 0,-1-1-1 0 0,1 0 1 0 0,0 1 0 0 0,0-2 0 0 0,0 1 0 0 0,0 0 0 0 0,0-1-1 0 0,-1 0 1 0 0,9 0 0 0 0,-10 0 18 0 0,0 0-1 0 0,-1 0 1 0 0,1-1-1 0 0,-1 1 0 0 0,1 0 1 0 0,-1-1-1 0 0,1 1 1 0 0,-1-1-1 0 0,1 0 1 0 0,-1 1-1 0 0,0-1 1 0 0,1 0-1 0 0,-1 0 1 0 0,0 0-1 0 0,0 0 1 0 0,1 0-1 0 0,-1 0 1 0 0,0 0-1 0 0,0 0 1 0 0,0 0-1 0 0,0-1 0 0 0,0 1 1 0 0,0-2-1 0 0,1 0 84 0 0,-1-1-1 0 0,0 1 1 0 0,-1 0-1 0 0,1 0 0 0 0,-1-1 1 0 0,1 1-1 0 0,-1 0 0 0 0,0-1 1 0 0,0 1-1 0 0,-1-6 1 0 0,0 2 19 0 0,0-1 1 0 0,-1 1 0 0 0,0 0 0 0 0,0 0 0 0 0,-1 0-1 0 0,1 1 1 0 0,-2-1 0 0 0,1 1 0 0 0,-8-12 0 0 0,8 15-138 0 0,0 0 1 0 0,-1 0-1 0 0,1 1 1 0 0,-1-1-1 0 0,1 1 1 0 0,-1 0 0 0 0,0 0-1 0 0,0 0 1 0 0,0 0-1 0 0,0 0 1 0 0,0 1-1 0 0,-1 0 1 0 0,1 0-1 0 0,0 0 1 0 0,-1 1 0 0 0,1-1-1 0 0,-8 1 1 0 0,0 1-384 0 0,0 0 0 0 0,0 0-1 0 0,0 2 1 0 0,0-1 0 0 0,-14 6 0 0 0,-1 2-6677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5.5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0 188 3225 0 0,'19'3'1828'0'0,"0"2"0"0"0,0 0 1 0 0,29 13-1 0 0,-44-16-1438 0 0,0-1-1 0 0,0 1 1 0 0,0 0 0 0 0,0 1-1 0 0,0-1 1 0 0,-1 1-1 0 0,1 0 1 0 0,-1 0 0 0 0,0 0-1 0 0,0 0 1 0 0,0 0-1 0 0,0 1 1 0 0,0-1 0 0 0,-1 1-1 0 0,1 0 1 0 0,-1 0-1 0 0,0 0 1 0 0,0 0-1 0 0,-1 0 1 0 0,1 0 0 0 0,-1 1-1 0 0,1 4 1 0 0,-2-9-300 0 0,0 1 0 0 0,0-1 0 0 0,1 1 0 0 0,-1-1 0 0 0,0 1 0 0 0,0 0 1 0 0,0-1-1 0 0,0 1 0 0 0,0-1 0 0 0,0 1 0 0 0,0-1 0 0 0,0 1 0 0 0,-1-1 0 0 0,1 1 0 0 0,0-1 0 0 0,0 1 0 0 0,0-1 1 0 0,0 1-1 0 0,-1-1 0 0 0,1 1 0 0 0,0-1 0 0 0,-1 1 0 0 0,1-1 0 0 0,0 1 0 0 0,-1-1 0 0 0,1 1 0 0 0,-12-6 864 0 0,-8-19-705 0 0,16 15-236 0 0,0-1-1 0 0,1 0 1 0 0,0 0-1 0 0,1 0 0 0 0,0 0 1 0 0,1 0-1 0 0,0-1 1 0 0,0 1-1 0 0,1 0 1 0 0,2-20-1 0 0,1 15-653 0 0,0 0 0 0 0,0 0-1 0 0,2 0 1 0 0,-1 0 0 0 0,2 1 0 0 0,12-24 0 0 0,-3 12-6291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5.8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0 9218 0 0,'-3'2'8626'0'0,"35"156"-4232"0"0,-21-92-4067 0 0,2 0 1 0 0,4-2 0 0 0,35 91 0 0 0,-25-98-135 0 0,-15-33-1871 0 0,-1-1-3974 0 0,-4-6-1406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6.0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1 135 3225 0 0,'7'-1'840'0'0,"0"-1"1"0"0,0 1 0 0 0,0-1-1 0 0,0 0 1 0 0,11-6 0 0 0,7-1 205 0 0,63-20 1459 0 0,-36 10-2602 0 0,1 3-1 0 0,1 1 0 0 0,0 4 0 0 0,62-7 1 0 0,-77 17 183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6.5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14747 0 0,'4'9'615'0'0,"0"0"1"0"0,-1 1-1 0 0,0-1 0 0 0,0 1 0 0 0,-1 0 1 0 0,0 0-1 0 0,0 18 0 0 0,1 2-9 0 0,17 141 788 0 0,18 101-300 0 0,-31-242-1645 0 0,0 0 0 0 0,3 0 0 0 0,0-1 0 0 0,2 0 0 0 0,1-1-1 0 0,26 42 1 0 0,-38-67 441 0 0,1 0 0 0 0,0 0 0 0 0,0 0-1 0 0,0 0 1 0 0,0-1 0 0 0,0 1 0 0 0,1-1-1 0 0,-1 0 1 0 0,1 0 0 0 0,-1 0 0 0 0,1 0-1 0 0,0 0 1 0 0,0 0 0 0 0,5 2 0 0 0,-7-4 107 0 0,-1 0 1 0 0,0 0 0 0 0,1 0 0 0 0,-1 0-1 0 0,0 0 1 0 0,0 0 0 0 0,1 0 0 0 0,-1-1-1 0 0,0 1 1 0 0,0 0 0 0 0,1 0 0 0 0,-1 0-1 0 0,0 0 1 0 0,0 0 0 0 0,1 0 0 0 0,-1-1-1 0 0,0 1 1 0 0,0 0 0 0 0,0 0 0 0 0,1 0-1 0 0,-1-1 1 0 0,0 1 0 0 0,0 0 0 0 0,0 0-1 0 0,0-1 1 0 0,0 1 0 0 0,1 0 0 0 0,-1 0-1 0 0,0-1 1 0 0,0 1 0 0 0,0 0 0 0 0,0 0-1 0 0,0-1 1 0 0,0 1 0 0 0,0 0 0 0 0,0-1-1 0 0,0 1 1 0 0,0 0 0 0 0,0 0 0 0 0,0-1-1 0 0,0 1 1 0 0,0 0 0 0 0,0 0 0 0 0,0-1-1 0 0,0 1 1 0 0,-1 0 0 0 0,1-1 0 0 0,-1-10-90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6.7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89 6913 0 0,'4'0'301'0'0,"-1"-2"1"0"0,1 1-1 0 0,-1 0 0 0 0,1-1 0 0 0,-1 0 0 0 0,1 0 0 0 0,-1 0 0 0 0,5-4 0 0 0,11-6 313 0 0,102-39-2624 0 0,-106 44-1040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7.3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9218 0 0,'0'5'491'0'0,"-1"-1"1"0"0,1 0-1 0 0,1 1 0 0 0,-1-1 1 0 0,0 0-1 0 0,1 1 0 0 0,0-1 0 0 0,2 7 1 0 0,-1-3-64 0 0,85 342 7077 0 0,-83-331-7443 0 0,1 0 0 0 0,0-1 0 0 0,1 0 1 0 0,1 0-1 0 0,1 0 0 0 0,0-1 0 0 0,1 0 0 0 0,13 17 1 0 0,-22-34-65 0 0,0 0 1 0 0,0 0 0 0 0,0 1 0 0 0,0-1-1 0 0,0 0 1 0 0,1 0 0 0 0,-1 0-1 0 0,0 1 1 0 0,0-1 0 0 0,0 0-1 0 0,0 0 1 0 0,1 0 0 0 0,-1 0 0 0 0,0 0-1 0 0,0 1 1 0 0,1-1 0 0 0,-1 0-1 0 0,0 0 1 0 0,0 0 0 0 0,0 0-1 0 0,1 0 1 0 0,-1 0 0 0 0,0 0 0 0 0,0 0-1 0 0,1 0 1 0 0,-1 0 0 0 0,0 0-1 0 0,0 0 1 0 0,1 0 0 0 0,-1 0 0 0 0,0 0-1 0 0,0 0 1 0 0,1 0 0 0 0,-1 0-1 0 0,0 0 1 0 0,0 0 0 0 0,1 0-1 0 0,-1 0 1 0 0,0-1 0 0 0,0 1 0 0 0,0 0-1 0 0,1 0 1 0 0,-1 0 0 0 0,0 0-1 0 0,0-1 1 0 0,6-14-179 0 0,-2-18-266 0 0,-3 1-101 0 0,-1 2-55 0 0,9-55 0 0 0,-8 77 585 0 0,0 1-1 0 0,1 0 0 0 0,0-1 0 0 0,1 1 1 0 0,0 0-1 0 0,0 0 0 0 0,0 1 0 0 0,1-1 1 0 0,0 1-1 0 0,0-1 0 0 0,0 1 0 0 0,10-9 0 0 0,-12 14 65 0 0,0-1 0 0 0,0 1 0 0 0,0-1 0 0 0,1 1-1 0 0,-1 0 1 0 0,0 0 0 0 0,1 0 0 0 0,-1 0 0 0 0,1 1-1 0 0,-1-1 1 0 0,1 1 0 0 0,-1-1 0 0 0,1 1 0 0 0,-1 0-1 0 0,1 0 1 0 0,0 0 0 0 0,-1 0 0 0 0,1 0 0 0 0,-1 1-1 0 0,1-1 1 0 0,-1 1 0 0 0,1 0 0 0 0,-1 0-1 0 0,1 0 1 0 0,-1 0 0 0 0,0 0 0 0 0,0 0 0 0 0,1 0-1 0 0,2 3 1 0 0,9 6 283 0 0,0 1 0 0 0,-1 0 0 0 0,18 19 1 0 0,-10-10-364 0 0,44 38 242 0 0,80 70-1551 0 0,-126-116-838 0 0,-9-8 1060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7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1 338 6913 0 0,'3'-1'321'0'0,"1"0"-1"0"0,-1 0 0 0 0,0 0 0 0 0,1 0 0 0 0,-1 0 0 0 0,0-1 0 0 0,0 1 0 0 0,0-1 0 0 0,0 0 0 0 0,-1 0 0 0 0,4-3 0 0 0,5-4 276 0 0,-1 0-1 0 0,0-1 0 0 0,-1 0 0 0 0,0-1 0 0 0,0 0 1 0 0,-1 0-1 0 0,-1-1 0 0 0,0 0 0 0 0,7-17 1 0 0,-9 19-365 0 0,-1 0 1 0 0,-1 0 0 0 0,0-1 0 0 0,0 0 0 0 0,-1 1 0 0 0,0-1-1 0 0,-1 0 1 0 0,0 0 0 0 0,-1 0 0 0 0,0 0 0 0 0,0 0-1 0 0,-4-15 1 0 0,4 25-210 0 0,0-1 0 0 0,-1 0 0 0 0,1 0 0 0 0,-1 0 0 0 0,1 0 0 0 0,-1 1 0 0 0,1-1 0 0 0,-1 0 0 0 0,0 1 0 0 0,0-1 0 0 0,0 1-1 0 0,0-1 1 0 0,0 1 0 0 0,0-1 0 0 0,-1 1 0 0 0,1-1 0 0 0,0 1 0 0 0,-1 0 0 0 0,1 0 0 0 0,-1 0 0 0 0,1 0 0 0 0,-1 0 0 0 0,0 0 0 0 0,1 0 0 0 0,-1 1 0 0 0,0-1 0 0 0,0 0-1 0 0,1 1 1 0 0,-1 0 0 0 0,0-1 0 0 0,0 1 0 0 0,0 0 0 0 0,0 0 0 0 0,0 0 0 0 0,1 0 0 0 0,-1 0 0 0 0,0 0 0 0 0,0 1 0 0 0,0-1 0 0 0,1 1 0 0 0,-1-1 0 0 0,-3 2-1 0 0,0 0 9 0 0,0 0 0 0 0,0 1 0 0 0,0-1 0 0 0,1 1 0 0 0,-1 0 0 0 0,1 0 0 0 0,0 1 0 0 0,0-1-1 0 0,0 1 1 0 0,0 0 0 0 0,1 0 0 0 0,-1 0 0 0 0,-4 9 0 0 0,4-5 30 0 0,1 0 1 0 0,0-1 0 0 0,1 1-1 0 0,0 0 1 0 0,0 0-1 0 0,1 1 1 0 0,0-1-1 0 0,0 0 1 0 0,1 0 0 0 0,0 0-1 0 0,0 1 1 0 0,1-1-1 0 0,0 0 1 0 0,0 0-1 0 0,1 0 1 0 0,0 0 0 0 0,1 0-1 0 0,0 0 1 0 0,0 0-1 0 0,1-1 1 0 0,7 13-1 0 0,-5-10-197 0 0,1-2-1 0 0,0 1 0 0 0,0-1 1 0 0,0 0-1 0 0,1 0 0 0 0,0-1 1 0 0,0 0-1 0 0,19 11 0 0 0,-18-13-728 0 0,0-1-1 0 0,0 0 1 0 0,0 0 0 0 0,1 0-1 0 0,18 3 1 0 0,-1-3-6005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8.3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36 7834 0 0,'-1'-3'802'0'0,"0"0"1"0"0,0 0 0 0 0,0 0-1 0 0,-1 1 1 0 0,1-1-1 0 0,-1 0 1 0 0,1 1 0 0 0,-1-1-1 0 0,0 1 1 0 0,0 0-1 0 0,-4-5 1 0 0,8 17 2670 0 0,4 13-2646 0 0,11 49-341 0 0,-3 1 0 0 0,5 85 1 0 0,-13-93-585 0 0,2-1 0 0 0,3 0 1 0 0,30 96-1 0 0,-27-125-322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8.6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252 117 1376 0 0,'-4'3'488'0'0,"1"-1"0"0"0,-1 1-1 0 0,1 0 1 0 0,0 0 0 0 0,0 1 0 0 0,0-1-1 0 0,0 1 1 0 0,0-1 0 0 0,1 1 0 0 0,0 0-1 0 0,0 0 1 0 0,0 0 0 0 0,0 0 0 0 0,-2 7-1 0 0,4-10-381 0 0,-1 1-1 0 0,1-1 0 0 0,-1 0 1 0 0,1 1-1 0 0,0-1 0 0 0,-1 0 1 0 0,1 1-1 0 0,0-1 0 0 0,0 1 1 0 0,0-1-1 0 0,0 1 0 0 0,0-1 1 0 0,0 0-1 0 0,1 1 0 0 0,-1-1 1 0 0,0 1-1 0 0,1-1 0 0 0,-1 0 1 0 0,1 1-1 0 0,0-1 0 0 0,-1 0 1 0 0,1 0-1 0 0,0 0 0 0 0,0 1 1 0 0,-1-1-1 0 0,1 0 0 0 0,0 0 1 0 0,0 0-1 0 0,0 0 0 0 0,1 0 1 0 0,-1 0-1 0 0,0-1 0 0 0,0 1 1 0 0,0 0-1 0 0,1-1 0 0 0,-1 1 1 0 0,0 0-1 0 0,1-1 0 0 0,-1 0 1 0 0,0 1-1 0 0,1-1 0 0 0,-1 0 1 0 0,1 1-1 0 0,-1-1 0 0 0,0 0 1 0 0,1 0-1 0 0,-1 0 0 0 0,3-1 1 0 0,-1 1-1 0 0,-1 0 1 0 0,0 0-1 0 0,1 0 1 0 0,-1 0 0 0 0,1 0-1 0 0,-1-1 1 0 0,1 1 0 0 0,-1-1-1 0 0,0 0 1 0 0,1 0-1 0 0,-1 0 1 0 0,0 0 0 0 0,0 0-1 0 0,0 0 1 0 0,0-1-1 0 0,0 1 1 0 0,0 0 0 0 0,0-1-1 0 0,0 0 1 0 0,0 0-1 0 0,-1 1 1 0 0,1-1 0 0 0,-1 0-1 0 0,1 0 1 0 0,-1 0-1 0 0,0 0 1 0 0,0-1 0 0 0,0 1-1 0 0,0 0 1 0 0,0 0 0 0 0,0-1-1 0 0,-1 1 1 0 0,1-1-1 0 0,-1 1 1 0 0,0 0 0 0 0,1-1-1 0 0,-1-2 1 0 0,0-1 56 0 0,-1 1 1 0 0,1-1-1 0 0,-1 0 1 0 0,0 1-1 0 0,0-1 1 0 0,0 1-1 0 0,-1-1 1 0 0,0 1-1 0 0,0 0 1 0 0,0 0-1 0 0,-1 0 1 0 0,0 0-1 0 0,0 0 1 0 0,0 0 0 0 0,-4-4-1 0 0,-1 1-102 0 0,0 1 0 0 0,-1 0 0 0 0,1 1 0 0 0,-1-1 0 0 0,0 2 1 0 0,-1-1-1 0 0,0 1 0 0 0,1 1 0 0 0,-1 0 0 0 0,-1 0 0 0 0,1 1 0 0 0,-1 1 0 0 0,1-1 0 0 0,-1 2 0 0 0,0-1 0 0 0,1 1 0 0 0,-1 1 1 0 0,-21 2-1 0 0,28-2-133 0 0,1 1 0 0 0,-1 0 1 0 0,1 1-1 0 0,0-1 0 0 0,-1 0 1 0 0,1 1-1 0 0,0 0 0 0 0,0 0 1 0 0,0 0-1 0 0,0 0 0 0 0,0 0 1 0 0,-4 4-1 0 0,-6 12-5237 0 0,4 2-1290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9.1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218 10 7370 0 0,'-5'-2'530'0'0,"0"0"0"0"0,0 1 0 0 0,-1-1 0 0 0,1 1 1 0 0,-1 1-1 0 0,1-1 0 0 0,-1 1 0 0 0,1 0 0 0 0,-1 0 1 0 0,1 1-1 0 0,0-1 0 0 0,-1 1 0 0 0,1 0 1 0 0,-1 1-1 0 0,1-1 0 0 0,-7 4 0 0 0,6-1-215 0 0,0-1 0 0 0,1 1 1 0 0,0 0-1 0 0,0 0 0 0 0,0 1 0 0 0,0 0 0 0 0,1 0 0 0 0,0 0 0 0 0,0 0 1 0 0,0 0-1 0 0,0 1 0 0 0,1 0 0 0 0,-4 9 0 0 0,-4 9 35 0 0,1 0 0 0 0,2 0 0 0 0,-10 41 0 0 0,16-56-330 0 0,0 1 0 0 0,1 0 0 0 0,0 0 0 0 0,1 0 1 0 0,0 0-1 0 0,1 0 0 0 0,0 0 0 0 0,0-1 0 0 0,1 1 0 0 0,0 0 1 0 0,1 0-1 0 0,5 13 0 0 0,-7-20-32 0 0,0 0 1 0 0,1-1-1 0 0,-1 1 1 0 0,1 0-1 0 0,-1-1 1 0 0,1 1-1 0 0,0-1 0 0 0,0 0 1 0 0,0 0-1 0 0,0 0 1 0 0,0 0-1 0 0,0 0 1 0 0,1 0-1 0 0,-1 0 1 0 0,1-1-1 0 0,-1 1 1 0 0,1-1-1 0 0,0 1 0 0 0,0-1 1 0 0,-1 0-1 0 0,1-1 1 0 0,0 1-1 0 0,0 0 1 0 0,0-1-1 0 0,0 1 1 0 0,0-1-1 0 0,0 0 1 0 0,0 0-1 0 0,0 0 0 0 0,0 0 1 0 0,0-1-1 0 0,0 1 1 0 0,0-1-1 0 0,0 0 1 0 0,4-2-1 0 0,0 1-85 0 0,-1-2 0 0 0,0 1-1 0 0,1-1 1 0 0,-2 1 0 0 0,1-2-1 0 0,0 1 1 0 0,-1-1 0 0 0,0 1 0 0 0,0-2-1 0 0,0 1 1 0 0,-1 0 0 0 0,1-1-1 0 0,-1 0 1 0 0,3-7 0 0 0,-2 2 34 0 0,-1 0 1 0 0,-1 0-1 0 0,0-1 0 0 0,0 1 1 0 0,-1-1-1 0 0,1-21 1 0 0,5-28 618 0 0,-8 60-531 0 0,0 1 0 0 0,0-1 0 0 0,0 1 0 0 0,0-1 0 0 0,1 1 0 0 0,-1-1 0 0 0,0 0 0 0 0,0 1-1 0 0,0-1 1 0 0,1 1 0 0 0,-1-1 0 0 0,0 1 0 0 0,0-1 0 0 0,1 1 0 0 0,-1-1 0 0 0,0 1 0 0 0,1 0-1 0 0,-1-1 1 0 0,1 1 0 0 0,-1-1 0 0 0,1 1 0 0 0,-1 0 0 0 0,0-1 0 0 0,1 1 0 0 0,0 0 0 0 0,-1 0-1 0 0,1-1 1 0 0,-1 1 0 0 0,1 0 0 0 0,-1 0 0 0 0,2 0 0 0 0,-1 0 6 0 0,1 0 1 0 0,-1 1-1 0 0,1-1 1 0 0,-1 1-1 0 0,0-1 1 0 0,1 1-1 0 0,-1 0 1 0 0,0-1-1 0 0,0 1 1 0 0,0 0-1 0 0,1 0 1 0 0,0 2-1 0 0,35 40 208 0 0,-30-34-179 0 0,0-1-292 0 0,1 0 0 0 0,0 0 0 0 0,0-1 1 0 0,1 0-1 0 0,0 0 0 0 0,0-1 0 0 0,1 0 0 0 0,0-1 1 0 0,13 6-1 0 0,-3-3-6948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9.5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253 124 6449 0 0,'0'-6'483'0'0,"-1"1"0"0"0,0-1 0 0 0,0 0 0 0 0,0 1 0 0 0,-1-1-1 0 0,0 1 1 0 0,0-1 0 0 0,0 1 0 0 0,-1 0 0 0 0,0 0 0 0 0,0 0-1 0 0,0 0 1 0 0,0 1 0 0 0,-1-1 0 0 0,0 1 0 0 0,0 0 0 0 0,0 0 0 0 0,0 0-1 0 0,-1 0 1 0 0,1 1 0 0 0,-9-5 0 0 0,10 6-362 0 0,0 1 0 0 0,-1-1 0 0 0,1 0 0 0 0,-1 1 0 0 0,1 0 0 0 0,-1 0 0 0 0,1 0 1 0 0,-1 0-1 0 0,0 1 0 0 0,1-1 0 0 0,-1 1 0 0 0,0 0 0 0 0,0 0 0 0 0,1 0 0 0 0,-1 0 0 0 0,0 1 0 0 0,0 0 0 0 0,1 0 0 0 0,-1 0 0 0 0,1 0 1 0 0,-1 0-1 0 0,1 1 0 0 0,-1-1 0 0 0,1 1 0 0 0,0 0 0 0 0,0 0 0 0 0,0 0 0 0 0,0 1 0 0 0,0-1 0 0 0,0 1 0 0 0,1-1 0 0 0,-1 1 0 0 0,-3 5 1 0 0,-3 8-37 0 0,0 0 1 0 0,1 0 0 0 0,0 1 0 0 0,2 0 0 0 0,0 0 0 0 0,1 1 0 0 0,0 0 0 0 0,2 0 0 0 0,0 0 0 0 0,1 0 0 0 0,1 0 0 0 0,1 19 0 0 0,0-33-81 0 0,0 1-1 0 0,1-1 1 0 0,0 1-1 0 0,0-1 1 0 0,0 1-1 0 0,0-1 1 0 0,1 0-1 0 0,-1 1 1 0 0,1-1-1 0 0,0 0 1 0 0,1 0-1 0 0,-1 0 1 0 0,1-1-1 0 0,-1 1 1 0 0,1 0-1 0 0,0-1 0 0 0,1 0 1 0 0,-1 0-1 0 0,5 4 1 0 0,-4-5-31 0 0,-1 0 1 0 0,0-1-1 0 0,1 1 0 0 0,-1-1 1 0 0,1 0-1 0 0,0 0 1 0 0,-1 0-1 0 0,1 0 0 0 0,0 0 1 0 0,0-1-1 0 0,-1 0 0 0 0,1 0 1 0 0,0 0-1 0 0,0 0 0 0 0,-1-1 1 0 0,1 1-1 0 0,0-1 0 0 0,-1 0 1 0 0,1 0-1 0 0,0 0 1 0 0,-1-1-1 0 0,1 1 0 0 0,5-5 1 0 0,1-1-615 0 0,0-1 0 0 0,-1 0 0 0 0,1 0 0 0 0,-2-1 1 0 0,1 0-1 0 0,-1-1 0 0 0,-1 0 0 0 0,0 0 0 0 0,0-1 1 0 0,-1 0-1 0 0,8-19 0 0 0,0-2-1476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0:59.7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113 372 4609 0 0,'-9'-101'407'0'0,"2"63"1352"0"0,0 0 1 0 0,-3 1-1 0 0,-1 0 1 0 0,-29-63 0 0 0,40 99-1584 0 0,-1 0 1 0 0,1-1 0 0 0,-1 1 0 0 0,0 0 0 0 0,1-1 0 0 0,-1 1 0 0 0,0 0 0 0 0,0 0-1 0 0,0-1 1 0 0,1 1 0 0 0,-1 0 0 0 0,-1 0 0 0 0,1 0 0 0 0,0 0 0 0 0,0 0 0 0 0,-1 0-1 0 0,1 1-94 0 0,1 0 0 0 0,-1 0 0 0 0,1 0 0 0 0,-1 1-1 0 0,1-1 1 0 0,-1 0 0 0 0,1 0 0 0 0,0 1-1 0 0,-1-1 1 0 0,1 0 0 0 0,-1 1 0 0 0,1-1-1 0 0,0 0 1 0 0,-1 1 0 0 0,1-1 0 0 0,0 1-1 0 0,0-1 1 0 0,-1 0 0 0 0,1 1 0 0 0,0-1 0 0 0,0 1-1 0 0,0-1 1 0 0,-1 1 0 0 0,1-1 0 0 0,0 1-1 0 0,0-1 1 0 0,0 1 0 0 0,0-1 0 0 0,0 1-1 0 0,-5 50 1987 0 0,5-50-2088 0 0,2 56 559 0 0,3-1 1 0 0,2 1 0 0 0,19 69 0 0 0,-10-49-47 0 0,-6-24 126 0 0,3-1-1 0 0,33 87 1 0 0,-35-114-863 0 0,1 0 0 0 0,24 35 0 0 0,-23-42-1439 0 0,0 0 0 0 0,1-2 0 0 0,30 28 0 0 0,-21-25-6208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0.7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2 124 920 0 0,'0'-1'148'0'0,"0"1"1"0"0,-1-1-1 0 0,1 0 0 0 0,0 0 1 0 0,0 0-1 0 0,0 0 0 0 0,0 0 0 0 0,0 1 1 0 0,0-1-1 0 0,0 0 0 0 0,0 0 1 0 0,0 0-1 0 0,0 0 0 0 0,0 0 0 0 0,0 1 1 0 0,1-1-1 0 0,-1 0 0 0 0,0 0 1 0 0,1 0-1 0 0,-1 1 0 0 0,1-1 0 0 0,-1 0 1 0 0,1 1-1 0 0,-1-1 0 0 0,1 0 1 0 0,-1 1-1 0 0,1-1 0 0 0,0 0 0 0 0,-1 1 1 0 0,1-1-1 0 0,0 1 0 0 0,0-1 1 0 0,28-23 1406 0 0,-25 21-1714 0 0,8-6 305 0 0,1 1 1 0 0,1 0-1 0 0,0 0 1 0 0,0 2 0 0 0,0-1-1 0 0,0 2 1 0 0,1 0 0 0 0,0 1-1 0 0,0 0 1 0 0,1 1-1 0 0,-1 1 1 0 0,0 1 0 0 0,17 0-1 0 0,-24 1-33 0 0,1 0-1 0 0,-1 1 1 0 0,0 0-1 0 0,0 1 1 0 0,1-1-1 0 0,-1 2 1 0 0,0-1-1 0 0,0 1 1 0 0,-1 0-1 0 0,1 1 1 0 0,-1 0-1 0 0,1 0 0 0 0,-1 1 1 0 0,-1 0-1 0 0,1 0 1 0 0,-1 0-1 0 0,1 1 1 0 0,-2 0-1 0 0,1 0 1 0 0,-1 1-1 0 0,1-1 1 0 0,-2 1-1 0 0,1 0 1 0 0,-1 1-1 0 0,5 12 1 0 0,-4-7 14 0 0,-1 0 0 0 0,0 0 0 0 0,-1 1 0 0 0,0-1 0 0 0,-1 1 0 0 0,0 20 0 0 0,-8 84 428 0 0,2-84 4 0 0,2 1 0 0 0,3 36-1 0 0,-1-69-449 0 0,1-1-1 0 0,-1 1 0 0 0,1 0 1 0 0,-1-1-1 0 0,1 1 0 0 0,0-1 1 0 0,0 1-1 0 0,0-1 1 0 0,0 1-1 0 0,0-1 0 0 0,0 0 1 0 0,0 1-1 0 0,1-1 0 0 0,-1 0 1 0 0,0 0-1 0 0,1 0 1 0 0,-1 0-1 0 0,1 0 0 0 0,-1 0 1 0 0,1 0-1 0 0,-1-1 0 0 0,1 1 1 0 0,-1-1-1 0 0,1 1 0 0 0,0-1 1 0 0,-1 1-1 0 0,1-1 1 0 0,0 0-1 0 0,0 0 0 0 0,-1 0 1 0 0,3 0-1 0 0,8 1 196 0 0,0-1 0 0 0,0 0-1 0 0,13-3 1 0 0,-22 3-254 0 0,34-5-491 0 0,62-18-1 0 0,-75 16-6424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1.3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559 130 5529 0 0,'-9'-12'700'0'0,"-1"1"-1"0"0,0 0 1 0 0,0 0-1 0 0,-2 1 1 0 0,-23-16-1 0 0,28 22-344 0 0,1 0 0 0 0,-1 1 0 0 0,0 0 1 0 0,0 1-1 0 0,0-1 0 0 0,0 1 0 0 0,0 0 0 0 0,0 1 0 0 0,-1 0 0 0 0,1 0 0 0 0,-1 1 1 0 0,1 0-1 0 0,-15 1 0 0 0,8 2-133 0 0,1 0-1 0 0,0 1 1 0 0,1 0 0 0 0,-1 1-1 0 0,1 0 1 0 0,-1 1 0 0 0,2 1-1 0 0,-1 0 1 0 0,1 0 0 0 0,0 1-1 0 0,0 1 1 0 0,1 0 0 0 0,1 0 0 0 0,-1 1-1 0 0,1 0 1 0 0,1 0 0 0 0,-8 13-1 0 0,-2 5 367 0 0,1 1-1 0 0,1 0 1 0 0,2 1-1 0 0,1 1 0 0 0,-17 58 1 0 0,18-43-601 0 0,2 0 1 0 0,2 1 0 0 0,1 0-1 0 0,3 1 1 0 0,2 0 0 0 0,2-1 0 0 0,2 1-1 0 0,3-1 1 0 0,1 0 0 0 0,2 0-1 0 0,2 0 1 0 0,32 86 0 0 0,-19-75-338 0 0,3-2 1 0 0,2 0-1 0 0,42 61 0 0 0,-53-92 164 0 0,1-1 0 0 0,2 0 0 0 0,0-2 0 0 0,2-1 0 0 0,0 0 0 0 0,1-2 0 0 0,2 0 0 0 0,39 23 0 0 0,-22-19-390 0 0,0-1-1 0 0,57 19 1 0 0,-76-34 461 0 0,-1 0 1 0 0,1-2-1 0 0,0-1 1 0 0,0 0-1 0 0,1-2 0 0 0,37-1 1 0 0,-29-3 238 0 0,-1-1 0 0 0,-1-2 0 0 0,1-1 0 0 0,0-1 0 0 0,-1-2 1 0 0,-1-1-1 0 0,53-25 0 0 0,-60 23 175 0 0,-1 0 0 0 0,0-1 0 0 0,-1-2 0 0 0,-1 0 1 0 0,0 0-1 0 0,-1-2 0 0 0,-1-1 0 0 0,-1 0 0 0 0,0-1 0 0 0,20-33 0 0 0,-5-2-48 0 0,-2-2 0 0 0,-3 0-1 0 0,-3-2 1 0 0,-2-1-1 0 0,-2-1 1 0 0,-3 0 0 0 0,-3-1-1 0 0,-3-1 1 0 0,-2 0 0 0 0,-3 0-1 0 0,-5-109 1 0 0,-2 143-192 0 0,-1 0 1 0 0,-2 0-1 0 0,0 1 1 0 0,-2 0-1 0 0,-1 0 1 0 0,-1 1 0 0 0,-1 0-1 0 0,-1 0 1 0 0,-2 1-1 0 0,0 1 1 0 0,-2 0-1 0 0,-1 1 1 0 0,0 1-1 0 0,-2 0 1 0 0,0 1-1 0 0,-40-34 1 0 0,38 38-58 0 0,0 1 1 0 0,-1 0-1 0 0,-1 2 0 0 0,-1 1 0 0 0,0 0 1 0 0,0 2-1 0 0,-1 1 0 0 0,-1 0 0 0 0,0 2 1 0 0,0 1-1 0 0,0 1 0 0 0,-1 1 1 0 0,0 1-1 0 0,0 2 0 0 0,0 0 0 0 0,-46 4 1 0 0,50-1-224 0 0,1 2 0 0 0,0 0 0 0 0,0 1 0 0 0,0 1 0 0 0,0 1 0 0 0,1 1 1 0 0,-1 0-1 0 0,2 2 0 0 0,-1 0 0 0 0,1 1 0 0 0,1 1 0 0 0,-26 21 0 0 0,10 0-7679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2.6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43 2761 0 0,'-25'-42'16927'0'0,"21"84"-15269"0"0,11 272-409 0 0,0-250-1439 0 0,2 0 1 0 0,33 116-1 0 0,-33-153-1533 0 0,-1-5-5593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2.8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1 138 12443 0 0,'14'-16'505'0'0,"1"1"0"0"0,1 0 0 0 0,0 1 0 0 0,1 1 0 0 0,0 1 0 0 0,1 0 0 0 0,27-12 1 0 0,-41 21-530 0 0,1 1 1 0 0,-1 0 0 0 0,1 0 0 0 0,0 0 0 0 0,-1 1 0 0 0,1 0-1 0 0,0-1 1 0 0,0 2 0 0 0,0-1 0 0 0,0 1 0 0 0,0-1 0 0 0,7 2-1 0 0,-8 0-271 0 0,-1-1-1 0 0,-1 1 0 0 0,1 0 0 0 0,0 1 0 0 0,0-1 0 0 0,0 0 0 0 0,0 1 0 0 0,-1 0 0 0 0,1 0 1 0 0,-1-1-1 0 0,1 2 0 0 0,-1-1 0 0 0,0 0 0 0 0,0 0 0 0 0,0 1 0 0 0,0-1 0 0 0,0 1 0 0 0,-1-1 1 0 0,1 1-1 0 0,2 6 0 0 0,0 0-107 0 0,0 0 0 0 0,-1 1 1 0 0,0-1-1 0 0,-1 1 0 0 0,0 0 0 0 0,1 12 1 0 0,-1 7 382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2.9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1 167 7834 0 0,'-1'0'696'0'0,"1"-1"-560"0"0,1-2-136 0 0,1 0 0 0 0,-1 0 288 0 0,2-2 32 0 0,2-6 8 0 0,5-8 0 0 0,5-7-648 0 0,4-6-128 0 0,0 1-24 0 0,-1-2-8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3.2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6449 0 0,'7'13'1634'0'0,"0"0"0"0"0,-1 1 0 0 0,8 26 0 0 0,1 0 842 0 0,28 83 1884 0 0,-32-84-4262 0 0,-3 1 0 0 0,8 72 0 0 0,-16-103-1172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3.3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28 14283 0 0,'-2'-7'632'0'0,"0"5"136"0"0,1-1-616 0 0,1 0-152 0 0,0 2 0 0 0,0 0 0 0 0,0-1 480 0 0,0 1 73 0 0,3-2 15 0 0,-1 0 0 0 0,4 2-440 0 0,-2 1-128 0 0,1 1 64 0 0,2 2-64 0 0,1 3-1032 0 0,2 0-249 0 0,2 5-39 0 0,2 2-16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3.7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90 6913 0 0,'0'0'77'0'0,"0"-1"0"0"0,-1 1-1 0 0,1-1 1 0 0,0 1-1 0 0,0 0 1 0 0,0-1-1 0 0,0 1 1 0 0,0-1-1 0 0,0 1 1 0 0,0-1-1 0 0,0 1 1 0 0,0-1 0 0 0,0 1-1 0 0,0-1 1 0 0,0 1-1 0 0,0-1 1 0 0,0 1-1 0 0,1-1 1 0 0,-1 1-1 0 0,0-1 1 0 0,0 1 0 0 0,0 0-1 0 0,1-1 1 0 0,-1 1-1 0 0,0-1 1 0 0,1 1-1 0 0,-1 0 1 0 0,0-1-1 0 0,1 1 1 0 0,-1 0-1 0 0,0-1 1 0 0,1 1 0 0 0,-1 0-1 0 0,0 0 1 0 0,1-1-1 0 0,-1 1 1 0 0,1 0-1 0 0,-1 0 1 0 0,1 0-1 0 0,-1-1 1 0 0,1 1-1 0 0,-1 0 1 0 0,1 0 0 0 0,-1 0-1 0 0,1 0 1 0 0,-1 0-1 0 0,1 0 1 0 0,-1 0-1 0 0,1 0 1 0 0,-1 0-1 0 0,0 0 1 0 0,1 1-1 0 0,-1-1 1 0 0,1 0 0 0 0,-1 0-1 0 0,1 0 1 0 0,-1 0-1 0 0,1 1 1 0 0,-1-1-1 0 0,0 0 1 0 0,1 1-1 0 0,0-1 1 0 0,2 2 318 0 0,-1 0-1 0 0,1 0 1 0 0,-1 1 0 0 0,1-1 0 0 0,-1 0-1 0 0,0 1 1 0 0,0-1 0 0 0,2 4 0 0 0,2 8-63 0 0,-2 1 1 0 0,1-1 0 0 0,-2 1 0 0 0,0-1 0 0 0,0 1-1 0 0,-1 0 1 0 0,-1 0 0 0 0,-2 29 0 0 0,1-44-334 0 0,0 0 0 0 0,0 0 1 0 0,0 0-1 0 0,0 0 0 0 0,0 0 0 0 0,0 0 0 0 0,0-1 1 0 0,0 1-1 0 0,1 0 0 0 0,-1 0 0 0 0,0 0 1 0 0,0 0-1 0 0,0 0 0 0 0,0 0 0 0 0,0 0 0 0 0,0 0 1 0 0,0 0-1 0 0,0 0 0 0 0,0 0 0 0 0,0 0 1 0 0,0 0-1 0 0,1 0 0 0 0,-1 0 0 0 0,0 0 0 0 0,0 0 1 0 0,0 0-1 0 0,0 0 0 0 0,0 0 0 0 0,0 0 1 0 0,0 0-1 0 0,0 0 0 0 0,0 0 0 0 0,0 0 0 0 0,1 0 1 0 0,-1 0-1 0 0,0 0 0 0 0,0 0 0 0 0,0 0 1 0 0,0 0-1 0 0,0 1 0 0 0,0-1 0 0 0,0 0 0 0 0,0 0 1 0 0,0 0-1 0 0,0 0 0 0 0,0 0 0 0 0,0 0 1 0 0,0 0-1 0 0,0 0 0 0 0,0 0 0 0 0,0 0 0 0 0,0 0 1 0 0,0 0-1 0 0,1 1 0 0 0,-1-1 0 0 0,8-14-99 0 0,6-17-92 0 0,3-30-82 0 0,-14 47 130 0 0,0 0-1 0 0,1 0 0 0 0,0 0 0 0 0,1 1 1 0 0,1-1-1 0 0,0 1 0 0 0,1 0 0 0 0,16-22 0 0 0,-22 34 157 0 0,0 0 0 0 0,0-1 0 0 0,1 1 0 0 0,-1 0 0 0 0,0 1 0 0 0,1-1 0 0 0,-1 0 0 0 0,0 0 0 0 0,1 0 0 0 0,-1 1-1 0 0,1-1 1 0 0,-1 1 0 0 0,1-1 0 0 0,-1 1 0 0 0,1 0 0 0 0,0 0 0 0 0,-1-1 0 0 0,1 1 0 0 0,-1 0 0 0 0,1 0 0 0 0,0 1-1 0 0,-1-1 1 0 0,1 0 0 0 0,-1 0 0 0 0,1 1 0 0 0,-1-1 0 0 0,1 1 0 0 0,-1-1 0 0 0,1 1 0 0 0,-1 0 0 0 0,1 0 0 0 0,-1 0-1 0 0,0-1 1 0 0,0 1 0 0 0,1 0 0 0 0,-1 1 0 0 0,0-1 0 0 0,2 2 0 0 0,6 7 383 0 0,0 0 0 0 0,-1 0 0 0 0,13 21 0 0 0,-10-14 76 0 0,68 96-2650 0 0,-65-96-3879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4.1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103 101 6449 0 0,'0'0'29'0'0,"0"-1"-1"0"0,0 1 0 0 0,0-1 0 0 0,0 1 0 0 0,0-1 0 0 0,0 1 0 0 0,0-1 0 0 0,0 1 1 0 0,0-1-1 0 0,0 1 0 0 0,0-1 0 0 0,0 1 0 0 0,-1-1 0 0 0,1 1 0 0 0,0-1 0 0 0,0 1 1 0 0,0-1-1 0 0,-1 1 0 0 0,1-1 0 0 0,0 1 0 0 0,-1-1 0 0 0,1 1 0 0 0,0 0 0 0 0,-1-1 1 0 0,1 1-1 0 0,0 0 0 0 0,-1-1 0 0 0,1 1 0 0 0,-1 0 0 0 0,1 0 0 0 0,-1-1 1 0 0,1 1-1 0 0,-1 0 0 0 0,1 0 0 0 0,-1 0 0 0 0,0-1 0 0 0,0 2 93 0 0,-1-1 0 0 0,0 0 0 0 0,1 0 0 0 0,-1 1-1 0 0,0-1 1 0 0,1 1 0 0 0,-1 0 0 0 0,1-1 0 0 0,-1 1 0 0 0,1 0 0 0 0,-3 1-1 0 0,-1 2 344 0 0,0-1 0 0 0,0 1 0 0 0,0 0-1 0 0,1 1 1 0 0,-1-1 0 0 0,-4 7 0 0 0,4-1 37 0 0,0 0 0 0 0,0 1 1 0 0,1 0-1 0 0,1 0 0 0 0,0 0 1 0 0,0 0-1 0 0,1 0 0 0 0,0 0 1 0 0,1 1-1 0 0,0-1 0 0 0,1 1 1 0 0,2 20-1 0 0,-1-26-450 0 0,-1-1-1 0 0,1 1 1 0 0,1-1 0 0 0,-1 1 0 0 0,1-1-1 0 0,0 0 1 0 0,0 1 0 0 0,0-1-1 0 0,1 0 1 0 0,0 0 0 0 0,0-1 0 0 0,0 1-1 0 0,1 0 1 0 0,-1-1 0 0 0,1 0 0 0 0,0 0-1 0 0,0 0 1 0 0,0-1 0 0 0,1 1-1 0 0,0-1 1 0 0,-1 0 0 0 0,1 0 0 0 0,0 0-1 0 0,0-1 1 0 0,1 0 0 0 0,-1 0 0 0 0,9 2-1 0 0,-11-3-30 0 0,-1-1-1 0 0,1 1 1 0 0,0-1-1 0 0,0 1 1 0 0,0-1-1 0 0,0 0 0 0 0,0 0 1 0 0,0-1-1 0 0,0 1 1 0 0,0 0-1 0 0,-1-1 1 0 0,1 0-1 0 0,0 0 0 0 0,0 0 1 0 0,0 0-1 0 0,-1 0 1 0 0,1 0-1 0 0,-1-1 1 0 0,1 1-1 0 0,-1-1 1 0 0,1 0-1 0 0,-1 1 0 0 0,0-1 1 0 0,0 0-1 0 0,0-1 1 0 0,0 1-1 0 0,0 0 1 0 0,-1 0-1 0 0,1-1 1 0 0,0 1-1 0 0,-1-1 0 0 0,0 0 1 0 0,0 1-1 0 0,0-1 1 0 0,0 0-1 0 0,1-3 1 0 0,0-3 49 0 0,0 0 0 0 0,-1 0 0 0 0,0 0 0 0 0,0-1 0 0 0,-1 1 0 0 0,0 0 0 0 0,-1 0 0 0 0,0-1 0 0 0,0 1 0 0 0,-3-11 0 0 0,-8-15 8 0 0,-2 1 1 0 0,-28-54-1 0 0,3 9-1809 0 0,34 68-255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4.7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81 14283 0 0,'-1'0'15'0'0,"-2"-3"551"0"0,0 1 0 0 0,0 0-1 0 0,0 0 1 0 0,0 0-1 0 0,-1 0 1 0 0,1 0 0 0 0,-1 1-1 0 0,-4-2 1 0 0,7 3-500 0 0,0 0 0 0 0,0 0 0 0 0,0 0-1 0 0,0 1 1 0 0,0-1 0 0 0,0 0 0 0 0,0 0 0 0 0,0 1 0 0 0,0-1-1 0 0,0 1 1 0 0,0-1 0 0 0,0 1 0 0 0,0-1 0 0 0,1 1 0 0 0,-1 0 0 0 0,0-1-1 0 0,0 1 1 0 0,0 0 0 0 0,1 0 0 0 0,-1 0 0 0 0,0-1 0 0 0,1 1-1 0 0,-1 0 1 0 0,1 0 0 0 0,-1 0 0 0 0,1 0 0 0 0,0 0 0 0 0,-1 0-1 0 0,1 0 1 0 0,0 0 0 0 0,-1 0 0 0 0,1 0 0 0 0,0 0 0 0 0,0 0 0 0 0,0 2-1 0 0,0-3-66 0 0,0 0-1 0 0,0 0 0 0 0,0 0 1 0 0,0 0-1 0 0,0 0 1 0 0,0 0-1 0 0,0 0 0 0 0,0 0 1 0 0,0 1-1 0 0,-1-1 1 0 0,1 0-1 0 0,0 0 0 0 0,0 0 1 0 0,0 0-1 0 0,0 0 1 0 0,0 0-1 0 0,0 0 0 0 0,0 0 1 0 0,0 1-1 0 0,0-1 1 0 0,0 0-1 0 0,0 0 0 0 0,0 0 1 0 0,0 0-1 0 0,0 0 1 0 0,0 0-1 0 0,0 0 0 0 0,1 0 1 0 0,-1 1-1 0 0,0-1 0 0 0,0 0 1 0 0,0 0-1 0 0,0 0 1 0 0,0 0-1 0 0,0 0 0 0 0,0 0 1 0 0,0 0-1 0 0,0 0 1 0 0,0 0-1 0 0,0 0 0 0 0,0 0 1 0 0,0 0-1 0 0,0 1 1 0 0,1-1-1 0 0,-1 0 0 0 0,0 0 1 0 0,0 0-1 0 0,0 0 1 0 0,0 0-1 0 0,0 0 0 0 0,0 0 1 0 0,0 0-1 0 0,0 0 1 0 0,1 0-1 0 0,-1 0 0 0 0,0 0 1 0 0,0 0-1 0 0,0 0 0 0 0,0 0 1 0 0,0 0-1 0 0,0 0 1 0 0,0 0-1 0 0,0 0 0 0 0,1 0 1 0 0,-1 0-1 0 0,0 0 1 0 0,0-1-1 0 0,9-12-91 0 0,0-29-23 0 0,-8 41 113 0 0,-1 0 0 0 0,0 0 0 0 0,1 0 0 0 0,-1-1 0 0 0,0 1 1 0 0,0 0-1 0 0,0 0 0 0 0,0 0 0 0 0,0 0 0 0 0,0 0 0 0 0,0 0 1 0 0,0 0-1 0 0,-1-1 0 0 0,1 1 0 0 0,0 0 0 0 0,-1 0 0 0 0,1 0 1 0 0,0 0-1 0 0,-1 0 0 0 0,0 0 0 0 0,1 0 0 0 0,-1 0 1 0 0,1 0-1 0 0,-1 0 0 0 0,0 1 0 0 0,0-1 0 0 0,0 0 0 0 0,1 0 1 0 0,-1 1-1 0 0,0-1 0 0 0,0 0 0 0 0,0 1 0 0 0,0-1 0 0 0,0 1 1 0 0,0-1-1 0 0,0 1 0 0 0,0 0 0 0 0,-1-1 0 0 0,1 1 0 0 0,-1 0 1 0 0,2 3 50 0 0,-1 0 0 0 0,1 0 0 0 0,0 0 0 0 0,0 0 0 0 0,0 0 0 0 0,1 0 0 0 0,0 5 0 0 0,-1-6-15 0 0,19 101 1167 0 0,39 128-1 0 0,-15-90-2875 0 0,-4-15-3855 0 0,-31-95-1745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5.3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151 33 1840 0 0,'-18'-14'282'0'0,"-12"0"5152"0"0,27 14-4899 0 0,1-1-1 0 0,-1 1 1 0 0,1 0-1 0 0,-1 0 1 0 0,1 0-1 0 0,-1 0 1 0 0,1 0-1 0 0,-1 1 1 0 0,0-1-1 0 0,-3 2 1 0 0,-15 10 536 0 0,17-7-763 0 0,-1 0 0 0 0,1 0 0 0 0,0 1 0 0 0,0 0-1 0 0,1-1 1 0 0,-1 1 0 0 0,1 0 0 0 0,1 1 0 0 0,-1-1 0 0 0,1 0 0 0 0,0 1-1 0 0,0-1 1 0 0,0 12 0 0 0,-1 3 13 0 0,1 0 0 0 0,1 0 0 0 0,2 23-1 0 0,-1-38-280 0 0,1-1-1 0 0,-1 0 1 0 0,1 0-1 0 0,1 0 1 0 0,-1 0-1 0 0,0 0 0 0 0,1 0 1 0 0,0 0-1 0 0,1-1 1 0 0,-1 1-1 0 0,1-1 1 0 0,-1 1-1 0 0,1-1 1 0 0,1 0-1 0 0,3 5 0 0 0,-5-8-22 0 0,0 1-1 0 0,0-1 1 0 0,1 1-1 0 0,-1-1 1 0 0,0 0-1 0 0,1 0 1 0 0,-1 0-1 0 0,0 0 0 0 0,1 0 1 0 0,-1-1-1 0 0,1 1 1 0 0,0-1-1 0 0,-1 1 1 0 0,1-1-1 0 0,-1 0 1 0 0,1 0-1 0 0,0 0 1 0 0,-1 0-1 0 0,1-1 0 0 0,-1 1 1 0 0,1-1-1 0 0,-1 0 1 0 0,1 1-1 0 0,-1-1 1 0 0,1 0-1 0 0,-1 0 1 0 0,0-1-1 0 0,1 1 1 0 0,-1 0-1 0 0,0-1 0 0 0,3-3 1 0 0,0 2-9 0 0,-1-1 0 0 0,1-1 0 0 0,-1 1 0 0 0,0 0 0 0 0,0-1 0 0 0,-1 0 0 0 0,0 0 0 0 0,0 0 0 0 0,0 0 0 0 0,0-1 0 0 0,-1 1 0 0 0,0-1 0 0 0,0 1 0 0 0,0-1 0 0 0,-1 0 0 0 0,0 0 0 0 0,0 0 0 0 0,0 0 0 0 0,-1 0 0 0 0,0 1 0 0 0,0-1 0 0 0,0 0 0 0 0,-1 0 0 0 0,0 0 0 0 0,-2-7 0 0 0,1 1-97 0 0,-2 1 0 0 0,1-1 0 0 0,-2 0 1 0 0,1 1-1 0 0,-2 0 0 0 0,1 0 0 0 0,-1 1 0 0 0,-1-1 1 0 0,0 1-1 0 0,-1 1 0 0 0,-11-13 0 0 0,5 11-1850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5.7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0 6449 0 0,'0'2'553'0'0,"-1"0"0"0"0,0-1 0 0 0,1 1 0 0 0,-1 0 0 0 0,1 0-1 0 0,-1 0 1 0 0,1-1 0 0 0,0 1 0 0 0,0 0 0 0 0,0 0 0 0 0,0 2-1 0 0,7 43 2288 0 0,-4-30-1953 0 0,0 6 271 0 0,1 6 319 0 0,12 41 0 0 0,-15-63-1405 0 0,1 0 0 0 0,1 0 0 0 0,0-1 0 0 0,-1 1 0 0 0,2-1 1 0 0,-1 0-1 0 0,1 0 0 0 0,0 0 0 0 0,0-1 0 0 0,1 1 0 0 0,8 7 0 0 0,-12-12-72 0 0,0 1-1 0 0,1-1 0 0 0,-1 0 0 0 0,0-1 1 0 0,1 1-1 0 0,-1 0 0 0 0,0 0 0 0 0,1 0 1 0 0,-1-1-1 0 0,1 1 0 0 0,-1-1 0 0 0,1 1 1 0 0,-1-1-1 0 0,1 0 0 0 0,0 0 0 0 0,-1 1 1 0 0,1-1-1 0 0,-1 0 0 0 0,1 0 1 0 0,0 0-1 0 0,-1-1 0 0 0,1 1 0 0 0,-1 0 1 0 0,1-1-1 0 0,2 0 0 0 0,-1-1-46 0 0,-1 0 0 0 0,1 0-1 0 0,-1 0 1 0 0,0 0 0 0 0,1 0-1 0 0,-1-1 1 0 0,0 1 0 0 0,0 0 0 0 0,-1-1-1 0 0,1 0 1 0 0,-1 1 0 0 0,3-5-1 0 0,1-8-535 0 0,1 1-1 0 0,-2-1 1 0 0,0 0-1 0 0,2-19 1 0 0,-2-8-989 0 0,-4 33 1245 0 0,0-1-1 0 0,1 0 1 0 0,0 1-1 0 0,1-1 0 0 0,0 1 1 0 0,6-19-1 0 0,-8 28 392 0 0,1 0 0 0 0,-1-1 0 0 0,0 1-1 0 0,0 0 1 0 0,0-1 0 0 0,0 1 0 0 0,0 0 0 0 0,1 0-1 0 0,-1-1 1 0 0,0 1 0 0 0,0 0 0 0 0,0 0 0 0 0,1 0-1 0 0,-1-1 1 0 0,0 1 0 0 0,0 0 0 0 0,1 0 0 0 0,-1 0 0 0 0,0 0-1 0 0,0-1 1 0 0,1 1 0 0 0,-1 0 0 0 0,0 0 0 0 0,1 0-1 0 0,-1 0 1 0 0,0 0 0 0 0,1 0 0 0 0,-1 0 0 0 0,0 0-1 0 0,0 0 1 0 0,1 0 0 0 0,-1 0 0 0 0,0 0 0 0 0,1 0 0 0 0,-1 0-1 0 0,0 0 1 0 0,1 0 0 0 0,-1 0 0 0 0,1 1 0 0 0,11 11 1399 0 0,5 18 58 0 0,-3 2-1083 0 0,-4-10 251 0 0,0-1 0 0 0,24 37 0 0 0,-29-52-1075 0 0,0 1-1 0 0,0-1 1 0 0,1-1-1 0 0,11 10 1 0 0,-12-11-411 0 0,0-1 0 0 0,0 0-1 0 0,0 0 1 0 0,1 0 0 0 0,-1-1 0 0 0,1 0 0 0 0,8 2 0 0 0,3 0-5289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5.9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 14259 0 0,'-2'2'176'0'0,"-1"0"0"0"0,0 1 0 0 0,1-1 0 0 0,-1 1 0 0 0,1 0 1 0 0,0-1-1 0 0,0 1 0 0 0,0 0 0 0 0,0 0 0 0 0,0 1 0 0 0,1-1 0 0 0,-1 0 0 0 0,1 1 0 0 0,0-1 0 0 0,0 0 0 0 0,0 6 1 0 0,-3 7 848 0 0,2 1 0 0 0,-2 20 0 0 0,4-8-536 0 0,1 1-1 0 0,1 0 0 0 0,2-1 1 0 0,1 1-1 0 0,16 55 0 0 0,66 136-2153 0 0,-79-199-6077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6.1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63 10138 0 0,'0'0'448'0'0,"1"-1"96"0"0,3-1-440 0 0,0 1-104 0 0,0 0 0 0 0,1-1 0 0 0,1 1 248 0 0,5-2 25 0 0,7-1 7 0 0,7-1 0 0 0,5-1-64 0 0,3-1-16 0 0,-1 0 0 0 0,1 2 0 0 0,0 0-1360 0 0,0-2-281 0 0,0 1-47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6.5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13827 0 0,'-1'3'172'0'0,"0"-1"1"0"0,1 1-1 0 0,0 0 0 0 0,-1 0 0 0 0,1-1 1 0 0,0 1-1 0 0,0 0 0 0 0,1 0 1 0 0,-1-1-1 0 0,0 1 0 0 0,1 0 0 0 0,0-1 1 0 0,1 4-1 0 0,1 11 194 0 0,2 21 805 0 0,41 248 2677 0 0,-36-241-4169 0 0,2-1-1 0 0,2 0 1 0 0,2-1 0 0 0,27 53 0 0 0,-28-69-478 0 0,-2-2-8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6.9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0 196 5985 0 0,'5'-1'108'0'0,"-1"-1"0"0"0,1 1-1 0 0,-1-1 1 0 0,1 0-1 0 0,-1 0 1 0 0,0-1 0 0 0,0 1-1 0 0,7-6 1 0 0,3-2 76 0 0,16-8 152 0 0,137-74 2090 0 0,-147 82-1836 0 0,1 2-1 0 0,0 0 1 0 0,1 1-1 0 0,0 1 1 0 0,0 1-1 0 0,29-3 1 0 0,-45 8-496 0 0,0 0 0 0 0,0 0 0 0 0,0 0 0 0 0,0 1 0 0 0,0 0 0 0 0,0 0 0 0 0,0 0 0 0 0,0 1 0 0 0,0 0 0 0 0,-1 0 0 0 0,1 1 0 0 0,-1-1-1 0 0,1 1 1 0 0,-1 0 0 0 0,0 1 0 0 0,0-1 0 0 0,-1 1 0 0 0,1 0 0 0 0,-1 0 0 0 0,1 1 0 0 0,-1-1 0 0 0,-1 1 0 0 0,1 0 0 0 0,-1 0 0 0 0,1 0 0 0 0,-2 0 0 0 0,1 1 0 0 0,0-1 0 0 0,-1 1 0 0 0,0 0 0 0 0,-1 0 0 0 0,3 8 0 0 0,-2-3 501 0 0,2 11 435 0 0,12 35 1 0 0,-14-52-1014 0 0,0-1 1 0 0,0 1-1 0 0,0 0 1 0 0,1-1-1 0 0,-1 1 1 0 0,1-1-1 0 0,0 0 1 0 0,0 0-1 0 0,1 0 0 0 0,-1 0 1 0 0,1 0-1 0 0,0-1 1 0 0,4 3-1 0 0,-7-5-17 0 0,0 0 0 0 0,-1-1 0 0 0,1 1 1 0 0,0-1-1 0 0,0 0 0 0 0,0 1 0 0 0,0-1 0 0 0,0 0 0 0 0,0 1 0 0 0,0-1 0 0 0,0 0 0 0 0,0 0 0 0 0,0 0 0 0 0,0 0 0 0 0,0 0 0 0 0,0 0 0 0 0,-1 0 0 0 0,1 0 0 0 0,0 0 0 0 0,0-1 0 0 0,0 1 1 0 0,0 0-1 0 0,0 0 0 0 0,0-1 0 0 0,0 1 0 0 0,0-1 0 0 0,0 1 0 0 0,-1-1 0 0 0,1 1 0 0 0,0-1 0 0 0,0 0 0 0 0,-1 1 0 0 0,1-1 0 0 0,0 0 0 0 0,-1 1 0 0 0,1-1 0 0 0,0 0 0 0 0,-1 0 0 0 0,1 0 1 0 0,-1 0-1 0 0,0 0 0 0 0,1 1 0 0 0,-1-1 0 0 0,0 0 0 0 0,1-2 0 0 0,2-6 109 0 0,-1-1 0 0 0,1 1 0 0 0,0-19 0 0 0,0 11 148 0 0,-1 8-88 0 0,0 0 0 0 0,1 1 0 0 0,0-1 0 0 0,0 1-1 0 0,6-10 1 0 0,-8 15-142 0 0,0 1 0 0 0,1 0 0 0 0,-1-1 0 0 0,1 1 0 0 0,-1 0 0 0 0,1 0 0 0 0,0 0 0 0 0,0 1 0 0 0,0-1 0 0 0,0 0 0 0 0,0 1 0 0 0,0-1-1 0 0,0 1 1 0 0,1 0 0 0 0,-1-1 0 0 0,1 1 0 0 0,-1 0 0 0 0,1 1 0 0 0,-1-1 0 0 0,1 0 0 0 0,-1 1 0 0 0,5-1 0 0 0,-5 1-4 0 0,0 1 0 0 0,0-1-1 0 0,0 1 1 0 0,0 0 0 0 0,0-1 0 0 0,0 1 0 0 0,-1 0 0 0 0,1 0 0 0 0,0 0 0 0 0,-1 0-1 0 0,1 1 1 0 0,0-1 0 0 0,-1 0 0 0 0,0 1 0 0 0,1-1 0 0 0,-1 1 0 0 0,0-1 0 0 0,1 3 0 0 0,23 37 92 0 0,-17-28 15 0 0,-2-2-94 0 0,2 0 1 0 0,-1-1-1 0 0,1 1 0 0 0,1-2 1 0 0,0 1-1 0 0,13 9 1 0 0,17 8-6595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07.2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1 375 3209 0 0,'5'-2'745'0'0,"-1"1"1"0"0,1-2-1 0 0,-1 1 1 0 0,0 0-1 0 0,1-1 1 0 0,-1 0 0 0 0,0 0-1 0 0,-1 0 1 0 0,1 0-1 0 0,0 0 1 0 0,-1-1-1 0 0,4-4 1 0 0,3-3 1033 0 0,2-1-1375 0 0,-1 0 0 0 0,0-1 0 0 0,-1-1 0 0 0,0 0-1 0 0,-1 0 1 0 0,0-1 0 0 0,-1 0 0 0 0,6-17 0 0 0,-11 25-275 0 0,-1 0 1 0 0,1-1-1 0 0,-1 1 1 0 0,-1 0 0 0 0,1-1-1 0 0,-1 0 1 0 0,-1 1 0 0 0,1-1-1 0 0,-1 1 1 0 0,0-1-1 0 0,-1 1 1 0 0,0-1 0 0 0,0 0-1 0 0,-1 1 1 0 0,0 0-1 0 0,0-1 1 0 0,-1 1 0 0 0,1 0-1 0 0,-2 0 1 0 0,-4-8-1 0 0,7 14-118 0 0,1 0-1 0 0,-1-1 0 0 0,0 1 0 0 0,0 0 0 0 0,0 0 0 0 0,1 0 0 0 0,-1-1 0 0 0,-1 1 0 0 0,1 0 0 0 0,0 0 1 0 0,0 1-1 0 0,0-1 0 0 0,0 0 0 0 0,-1 0 0 0 0,1 1 0 0 0,0-1 0 0 0,-1 0 0 0 0,1 1 0 0 0,0-1 0 0 0,-1 1 0 0 0,1 0 1 0 0,-3-1-1 0 0,3 2 16 0 0,0-1 0 0 0,-1 1 0 0 0,1-1 0 0 0,0 1 0 0 0,0-1 0 0 0,-1 1 0 0 0,1 0 0 0 0,0 0 0 0 0,0-1 0 0 0,0 1 0 0 0,0 0 0 0 0,0 0 0 0 0,0 0 0 0 0,0 0 0 0 0,1 0 0 0 0,-1 1 0 0 0,0-1 0 0 0,1 0 0 0 0,-2 1 0 0 0,-2 8 145 0 0,0 0-1 0 0,0 0 1 0 0,1 0 0 0 0,-3 17-1 0 0,5-20-146 0 0,0 0 0 0 0,0 0 1 0 0,1-1-1 0 0,0 1 0 0 0,0 0 0 0 0,0 0 0 0 0,1 0 0 0 0,0-1 0 0 0,1 1 0 0 0,-1 0 1 0 0,1-1-1 0 0,0 1 0 0 0,1-1 0 0 0,0 0 0 0 0,0 0 0 0 0,5 8 0 0 0,-3-7-18 0 0,0-1 0 0 0,1 0 0 0 0,-1 0-1 0 0,1 0 1 0 0,0-1 0 0 0,1 0 0 0 0,0 0-1 0 0,-1-1 1 0 0,1 0 0 0 0,1 0 0 0 0,-1 0-1 0 0,1-1 1 0 0,11 3 0 0 0,-1-1-552 0 0,0-2 0 0 0,0 0 0 0 0,0 0 0 0 0,25-2 0 0 0,-12 0-6838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3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282 166 4145 0 0,'-1'-8'563'0'0,"0"-1"1"0"0,0 1 0 0 0,0-1-1 0 0,-1 1 1 0 0,-1-1-1 0 0,1 1 1 0 0,-1 0 0 0 0,-1 0-1 0 0,1 0 1 0 0,-1 1-1 0 0,-1-1 1 0 0,1 1 0 0 0,-1 0-1 0 0,-1 0 1 0 0,-11-12-1 0 0,14 16-377 0 0,0 1 0 0 0,0-1 0 0 0,0 1 0 0 0,0 0-1 0 0,0-1 1 0 0,-1 1 0 0 0,1 1 0 0 0,-1-1-1 0 0,0 0 1 0 0,1 1 0 0 0,-1 0 0 0 0,0 0 0 0 0,0 0-1 0 0,0 0 1 0 0,1 1 0 0 0,-1 0 0 0 0,0-1-1 0 0,0 1 1 0 0,0 1 0 0 0,0-1 0 0 0,0 0 0 0 0,0 1-1 0 0,0 0 1 0 0,0 0 0 0 0,1 0 0 0 0,-1 1-1 0 0,0-1 1 0 0,1 1 0 0 0,-1 0 0 0 0,1-1 0 0 0,0 2-1 0 0,-1-1 1 0 0,1 0 0 0 0,0 1 0 0 0,0-1-1 0 0,-3 5 1 0 0,-2 2-130 0 0,-1 1 0 0 0,1 0 0 0 0,0 0 0 0 0,1 1 0 0 0,1 0 0 0 0,0 0 0 0 0,0 0 0 0 0,1 1 0 0 0,0 0 0 0 0,1 0 0 0 0,0 0 0 0 0,1 1 0 0 0,1-1 0 0 0,0 1 0 0 0,1 0 0 0 0,0 0 0 0 0,0-1 0 0 0,2 1 1 0 0,0 0-1 0 0,0 0 0 0 0,1-1 0 0 0,0 1 0 0 0,2-1 0 0 0,-1 1 0 0 0,1-1 0 0 0,1 0 0 0 0,0-1 0 0 0,1 1 0 0 0,0-1 0 0 0,1 0 0 0 0,0 0 0 0 0,0-1 0 0 0,1 0 0 0 0,15 14 0 0 0,-18-20-54 0 0,0 1 1 0 0,0-1 0 0 0,1 0 0 0 0,0-1-1 0 0,0 1 1 0 0,0-1 0 0 0,0 0-1 0 0,0-1 1 0 0,1 0 0 0 0,-1 0-1 0 0,1 0 1 0 0,-1 0 0 0 0,1-1 0 0 0,0 0-1 0 0,9-1 1 0 0,-11 0-28 0 0,0-1 1 0 0,0 0-1 0 0,0 0 1 0 0,0 0-1 0 0,0-1 1 0 0,0 1-1 0 0,0-1 1 0 0,-1 0-1 0 0,1-1 1 0 0,-1 1-1 0 0,1-1 1 0 0,-1 0-1 0 0,0 0 1 0 0,0 0-1 0 0,-1-1 1 0 0,1 1-1 0 0,-1-1 1 0 0,1 0-1 0 0,-1 0 1 0 0,0 0-1 0 0,3-7 1 0 0,29-63-1712 0 0,-30 61 663 0 0,6-11-5704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3.7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0 8434 0 0,'-3'7'8792'0'0,"22"93"-4281"0"0,8 1-3469 0 0,-20-80-1063 0 0,0 0-1 0 0,2 0 0 0 0,1-1 0 0 0,0 0 0 0 0,1-1 0 0 0,1 0 1 0 0,21 24-1 0 0,-32-41 10 0 0,0-1 1 0 0,0 1 0 0 0,1-1-1 0 0,-1 1 1 0 0,0-1-1 0 0,1 1 1 0 0,-1-1 0 0 0,1 0-1 0 0,-1 0 1 0 0,1 0-1 0 0,0 0 1 0 0,-1 0 0 0 0,1 0-1 0 0,0 0 1 0 0,0 0-1 0 0,-1-1 1 0 0,1 1 0 0 0,0-1-1 0 0,0 1 1 0 0,0-1-1 0 0,0 0 1 0 0,0 0 0 0 0,0 0-1 0 0,0 0 1 0 0,0 0-1 0 0,0 0 1 0 0,0 0 0 0 0,-1-1-1 0 0,4 0 1 0 0,-1-1-94 0 0,-1-1 0 0 0,0 1 1 0 0,0-1-1 0 0,0 1 0 0 0,-1-1 0 0 0,1 0 1 0 0,-1 0-1 0 0,1-1 0 0 0,-1 1 0 0 0,0 0 1 0 0,0-1-1 0 0,-1 1 0 0 0,3-8 0 0 0,11-30-841 0 0,13-59-1 0 0,0 0 2754 0 0,-26 109-1339 0 0,-1 0-1 0 0,1 0 1 0 0,1-1 0 0 0,3 10 0 0 0,2 7-272 0 0,-3-7-122 0 0,0 1 0 0 0,2-1 0 0 0,0 0 0 0 0,0-1 0 0 0,19 30 0 0 0,-21-40-207 0 0,1 1-1 0 0,0-2 1 0 0,0 1-1 0 0,0-1 1 0 0,1 0-1 0 0,0 0 1 0 0,0-1-1 0 0,0 1 1 0 0,1-2 0 0 0,0 1-1 0 0,0-1 1 0 0,0 0-1 0 0,0-1 1 0 0,13 4-1 0 0,16-1-3473 0 0,-20-6-3111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4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58 3225 0 0,'-2'-1'277'0'0,"1"0"-1"0"0,0 0 1 0 0,0 0 0 0 0,0 0 0 0 0,0 0 0 0 0,1 0-1 0 0,-1 0 1 0 0,0 0 0 0 0,0 0 0 0 0,1-1 0 0 0,-1 1 0 0 0,0 0-1 0 0,1 0 1 0 0,-1-1 0 0 0,1 1 0 0 0,0-1 0 0 0,-1 1-1 0 0,1 0 1 0 0,0-1 0 0 0,0 1 0 0 0,0-1 0 0 0,0 1 0 0 0,0-2-1 0 0,0 2-149 0 0,0 0 0 0 0,0 1 1 0 0,0-1-1 0 0,0 1 0 0 0,0-1 0 0 0,0 0 0 0 0,0 1 0 0 0,0-1 0 0 0,0 0 0 0 0,0 1 0 0 0,0-1 0 0 0,0 1 0 0 0,1-1 0 0 0,-1 0 0 0 0,0 1 0 0 0,0-1 0 0 0,1 1 0 0 0,-1-1 0 0 0,0 1 0 0 0,1-1 0 0 0,-1 1 1 0 0,1-1-1 0 0,-1 1 0 0 0,0-1 0 0 0,1 1 0 0 0,-1-1 0 0 0,1 1 0 0 0,-1 0 0 0 0,1-1 0 0 0,0 1 0 0 0,-1 0 0 0 0,1 0 0 0 0,-1-1 0 0 0,1 1 0 0 0,0 0 0 0 0,-1 0 0 0 0,1 0 0 0 0,-1 0 0 0 0,1-1 1 0 0,0 1-1 0 0,-1 0 0 0 0,1 0 0 0 0,0 0 0 0 0,-1 1 0 0 0,1-1 0 0 0,-1 0 0 0 0,1 0 0 0 0,0 0 0 0 0,-1 0 0 0 0,1 1 0 0 0,-1-1 0 0 0,2 1 0 0 0,15 9 303 0 0,1 2 0 0 0,-2 0 0 0 0,0 1 0 0 0,0 0-1 0 0,-1 2 1 0 0,-1 0 0 0 0,-1 0 0 0 0,0 1 0 0 0,21 34-1 0 0,-34-49-417 0 0,0-1 0 0 0,0 0 0 0 0,0 0 0 0 0,0 0 0 0 0,0 0 0 0 0,1 0 0 0 0,-1 0 0 0 0,0 0 0 0 0,0 0 0 0 0,0 0 0 0 0,0 0 0 0 0,0 0 0 0 0,0 0 0 0 0,0 0 0 0 0,0 1 0 0 0,1-1 0 0 0,-1 0 0 0 0,0 0 0 0 0,0 0 0 0 0,0 0 0 0 0,0 0 0 0 0,0 0 0 0 0,0 0 0 0 0,1 0 0 0 0,-1 0 0 0 0,0 0 0 0 0,0 0-1 0 0,0-1 1 0 0,0 1 0 0 0,0 0 0 0 0,0 0 0 0 0,0 0 0 0 0,1 0 0 0 0,-1 0 0 0 0,0 0 0 0 0,0 0 0 0 0,0 0 0 0 0,0 0 0 0 0,0 0 0 0 0,0 0 0 0 0,0 0 0 0 0,0 0 0 0 0,0-1 0 0 0,0 1 0 0 0,0 0 0 0 0,1 0 0 0 0,-1 0 0 0 0,0 0 0 0 0,0 0 0 0 0,0 0 0 0 0,0 0 0 0 0,0 0 0 0 0,0-1 0 0 0,0 1 0 0 0,0 0-1 0 0,0 0 1 0 0,0 0 0 0 0,0 0 0 0 0,0 0 0 0 0,0 0 0 0 0,0-1 0 0 0,4-15 217 0 0,3-31-388 0 0,-5 33 214 0 0,6-32-920 0 0,1 16-4439 0 0,1 4-1404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4.5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54 5985 0 0,'0'-1'280'0'0,"1"-1"0"0"0,0 0 0 0 0,-1 1-1 0 0,1-1 1 0 0,0 1 0 0 0,0 0 0 0 0,0-1 0 0 0,1 1-1 0 0,-1 0 1 0 0,0-1 0 0 0,0 1 0 0 0,1 0-1 0 0,-1 0 1 0 0,0 0 0 0 0,1 0 0 0 0,-1 1 0 0 0,1-1-1 0 0,0 0 1 0 0,-1 0 0 0 0,1 1 0 0 0,-1-1 0 0 0,1 1-1 0 0,0 0 1 0 0,-1-1 0 0 0,1 1 0 0 0,0 0-1 0 0,0 0 1 0 0,-1 0 0 0 0,1 0 0 0 0,0 0 0 0 0,0 0-1 0 0,-1 1 1 0 0,1-1 0 0 0,0 1 0 0 0,1 0-1 0 0,1 1 15 0 0,0 0-1 0 0,0 0 1 0 0,-1 0-1 0 0,1 0 0 0 0,-1 1 1 0 0,1-1-1 0 0,-1 1 0 0 0,0 0 1 0 0,0 0-1 0 0,0 1 0 0 0,0-1 1 0 0,-1 0-1 0 0,3 6 0 0 0,13 25 492 0 0,20 60 0 0 0,-24-55-433 0 0,20 37-1 0 0,-19-51-17 0 0,-10-24-60 0 0,-5-16-89 0 0,-2-6-265 0 0,2 0 0 0 0,0 1-1 0 0,1-1 1 0 0,1 0 0 0 0,1 1-1 0 0,1-1 1 0 0,1 1 0 0 0,1 0 0 0 0,0 0-1 0 0,2 1 1 0 0,0 0 0 0 0,1 0-1 0 0,15-22 1 0 0,-8 17-957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5.1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10 230 6913 0 0,'-1'2'100'0'0,"-8"27"495"0"0,9-29-561 0 0,0 0 0 0 0,0 1 0 0 0,0-1 0 0 0,0 0 0 0 0,0 1 0 0 0,0-1 0 0 0,0 0 0 0 0,0 1 0 0 0,0-1 0 0 0,0 0 0 0 0,1 1 0 0 0,-1-1 0 0 0,0 1-1 0 0,0-1 1 0 0,0 0 0 0 0,0 0 0 0 0,1 1 0 0 0,-1-1 0 0 0,0 0 0 0 0,0 1 0 0 0,0-1 0 0 0,1 0 0 0 0,-1 0 0 0 0,0 1 0 0 0,1-1 0 0 0,-1 0 0 0 0,1 1-1 0 0,16-4 2546 0 0,-11 0-2069 0 0,-1-1-1 0 0,0 1 1 0 0,0-1-1 0 0,0 0 1 0 0,-1 0-1 0 0,1 0 1 0 0,-1-1 0 0 0,0 1-1 0 0,0-1 1 0 0,0 0-1 0 0,-1 0 1 0 0,4-9-1 0 0,3-5 59 0 0,-1 0 0 0 0,8-26-1 0 0,-17 44-557 0 0,16-57 733 0 0,-15 54-718 0 0,0 1 0 0 0,-1-1 0 0 0,1 0 0 0 0,-1 0 0 0 0,0 1 0 0 0,0-1 0 0 0,0 0 0 0 0,-1 0 0 0 0,1 1 0 0 0,-1-1 0 0 0,0 0 0 0 0,0 1 0 0 0,-2-6 0 0 0,3 9-31 0 0,-1 0 0 0 0,1-1 0 0 0,0 1 0 0 0,0 0 0 0 0,0 0 0 0 0,0 0 0 0 0,0 0 0 0 0,0-1 0 0 0,0 1 0 0 0,0 0 0 0 0,0 0 0 0 0,-1 0 0 0 0,1 0 0 0 0,0 0 0 0 0,0 0 0 0 0,0 0 0 0 0,0-1 0 0 0,0 1 0 0 0,-1 0 0 0 0,1 0 0 0 0,0 0 0 0 0,0 0 0 0 0,0 0 0 0 0,0 0 0 0 0,-1 0 0 0 0,1 0 0 0 0,0 0 0 0 0,0 0 0 0 0,0 0 0 0 0,0 0 0 0 0,-1 0 0 0 0,1 0 0 0 0,0 0 0 0 0,0 0 0 0 0,0 0 0 0 0,0 0 0 0 0,-1 0 0 0 0,1 0 0 0 0,0 0 0 0 0,0 0 0 0 0,0 0 0 0 0,0 0 0 0 0,0 1 0 0 0,-1-1 0 0 0,1 0 0 0 0,0 0 0 0 0,0 0 0 0 0,0 0-1 0 0,0 0 1 0 0,0 0 0 0 0,0 1 0 0 0,-1-1 0 0 0,1 0 0 0 0,-7 14-252 0 0,-1 17-155 0 0,5-12 329 0 0,1 0 0 0 0,1 1 1 0 0,0-1-1 0 0,5 34 0 0 0,-3-46 57 0 0,0 0-1 0 0,0 0 1 0 0,1 0-1 0 0,1 0 0 0 0,-1 0 1 0 0,1-1-1 0 0,4 8 1 0 0,-5-11 21 0 0,0 0 0 0 0,0 0 0 0 0,1 0 0 0 0,-1 0 0 0 0,1-1 0 0 0,-1 1 0 0 0,1-1 0 0 0,0 0 0 0 0,0 0 0 0 0,0 0 0 0 0,0 0 0 0 0,0 0 0 0 0,0 0 0 0 0,0-1 0 0 0,5 2 0 0 0,-5-3 2 0 0,1 1-1 0 0,0 0 1 0 0,-1-1 0 0 0,1 0-1 0 0,-1 0 1 0 0,1 0-1 0 0,0 0 1 0 0,-1-1 0 0 0,1 1-1 0 0,-1-1 1 0 0,1 0 0 0 0,-1 0-1 0 0,1 0 1 0 0,-1 0-1 0 0,1-1 1 0 0,-1 0 0 0 0,0 1-1 0 0,0-1 1 0 0,0 0 0 0 0,0 0-1 0 0,0-1 1 0 0,4-3 0 0 0,6-8-41 0 0,-1 0 0 0 0,0 0 0 0 0,13-23 0 0 0,9-10-27 0 0,-33 46 105 0 0,-1 0 0 0 0,1 1 0 0 0,0-1 0 0 0,-1 0-1 0 0,1 0 1 0 0,0 1 0 0 0,-1-1 0 0 0,1 0 0 0 0,0 1 0 0 0,0-1 0 0 0,-1 1 0 0 0,1-1 0 0 0,0 1 0 0 0,0-1 0 0 0,0 1-1 0 0,0 0 1 0 0,0-1 0 0 0,0 1 0 0 0,0 0 0 0 0,0 0 0 0 0,0 0 0 0 0,0 0 0 0 0,0 0 0 0 0,-1 0 0 0 0,1 0-1 0 0,0 0 1 0 0,0 0 0 0 0,0 0 0 0 0,0 0 0 0 0,0 1 0 0 0,0-1 0 0 0,0 0 0 0 0,0 1 0 0 0,0-1 0 0 0,0 0 0 0 0,-1 1-1 0 0,1 0 1 0 0,0-1 0 0 0,0 1 0 0 0,0-1 0 0 0,-1 1 0 0 0,1 0 0 0 0,0 0 0 0 0,4 5 349 0 0,0 1 0 0 0,-1-1 0 0 0,0 1 0 0 0,5 13 0 0 0,4 5-150 0 0,14 25-179 0 0,-24-41-48 0 0,2 0 1 0 0,-1 0 0 0 0,2 0 0 0 0,-1 0-1 0 0,1-1 1 0 0,0 0 0 0 0,14 15 0 0 0,-19-22-14 0 0,0-1 1 0 0,-1 1-1 0 0,1-1 1 0 0,0 1-1 0 0,0-1 1 0 0,-1 1-1 0 0,1-1 1 0 0,0 0-1 0 0,0 1 1 0 0,0-1-1 0 0,-1 0 1 0 0,1 0-1 0 0,0 0 1 0 0,0 1-1 0 0,0-1 1 0 0,0 0-1 0 0,-1 0 1 0 0,1 0-1 0 0,0 0 1 0 0,0 0-1 0 0,0-1 0 0 0,0 1 1 0 0,0 0-1 0 0,-1 0 1 0 0,1 0-1 0 0,0-1 1 0 0,0 1-1 0 0,1-1 1 0 0,0-1-38 0 0,0 0-1 0 0,0 1 1 0 0,-1-1 0 0 0,1 0-1 0 0,0 0 1 0 0,-1 0 0 0 0,0 0-1 0 0,1 0 1 0 0,-1 0 0 0 0,1-3-1 0 0,3-8-257 0 0,0 0 0 0 0,5-24 0 0 0,-10 34 275 0 0,4-13-217 0 0,12-45 181 0 0,-15 57 201 0 0,1-1-1 0 0,0 0 0 0 0,1 0 0 0 0,-1 1 0 0 0,1-1 1 0 0,0 1-1 0 0,0 0 0 0 0,0 0 0 0 0,6-6 1 0 0,-9 10-127 0 0,1 0 1 0 0,-1-1 0 0 0,1 1-1 0 0,0-1 1 0 0,-1 1 0 0 0,1 0-1 0 0,0 0 1 0 0,-1-1 0 0 0,1 1 0 0 0,0 0-1 0 0,-1 0 1 0 0,1 0 0 0 0,0 0-1 0 0,-1 0 1 0 0,1 0 0 0 0,0 0-1 0 0,0 0 1 0 0,-1 0 0 0 0,1 0 0 0 0,0 0-1 0 0,-1 0 1 0 0,1 1 0 0 0,0-1-1 0 0,-1 0 1 0 0,1 0 0 0 0,0 1-1 0 0,-1-1 1 0 0,1 0 0 0 0,-1 1-1 0 0,1-1 1 0 0,-1 1 0 0 0,1-1 0 0 0,-1 1-1 0 0,1-1 1 0 0,-1 1 0 0 0,1-1-1 0 0,-1 1 1 0 0,1 0 0 0 0,-1-1-1 0 0,0 1 1 0 0,1-1 0 0 0,-1 1-1 0 0,0 0 1 0 0,0-1 0 0 0,1 1 0 0 0,-1 1-1 0 0,15 39 509 0 0,-12-32-468 0 0,-2-5-50 0 0,2 6-344 0 0,0 0 0 0 0,1-1 0 0 0,0 1 0 0 0,1-1 0 0 0,0 0 0 0 0,0 0 0 0 0,13 15 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5.4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39 10594 0 0,'0'-2'313'0'0,"0"0"1"0"0,0 0-1 0 0,1 0 0 0 0,-1 0 0 0 0,0 0 0 0 0,1 0 1 0 0,-1 0-1 0 0,1 0 0 0 0,0 1 0 0 0,-1-1 0 0 0,1 0 1 0 0,0 0-1 0 0,0 0 0 0 0,0 1 0 0 0,1-1 0 0 0,-1 0 1 0 0,2-1-1 0 0,-2 3-186 0 0,-1-1 0 0 0,1 1 0 0 0,0-1 0 0 0,0 1 1 0 0,0 0-1 0 0,0-1 0 0 0,0 1 0 0 0,0 0 0 0 0,0 0 0 0 0,0 0 1 0 0,0 0-1 0 0,-1 0 0 0 0,1 0 0 0 0,0 0 0 0 0,0 0 0 0 0,0 0 1 0 0,0 0-1 0 0,0 1 0 0 0,0-1 0 0 0,0 0 0 0 0,0 0 0 0 0,0 1 1 0 0,-1-1-1 0 0,1 1 0 0 0,0-1 0 0 0,0 1 0 0 0,0-1 0 0 0,-1 1 1 0 0,1 0-1 0 0,0-1 0 0 0,-1 1 0 0 0,1 0 0 0 0,0-1 0 0 0,-1 1 1 0 0,1 0-1 0 0,-1 0 0 0 0,1 0 0 0 0,0 0 0 0 0,21 33 352 0 0,-1 0-1 0 0,-2 2 1 0 0,-1 0 0 0 0,17 51-1 0 0,23 46-465 0 0,63 66-940 0 0,-95-160-1204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5.6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0 174 8290 0 0,'4'-2'736'0'0,"0"-1"-584"0"0,2 0-152 0 0,-2-1 0 0 0,1 1 640 0 0,2-1 96 0 0,5-3 16 0 0,8-5 9 0 0,7-3-225 0 0,4-4-48 0 0,3 1-8 0 0,-2 2 0 0 0,1-1-480 0 0,-1 4-160 0 0,4-2 0 0 0,0 2 0 0 0,2 4 160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6.1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 6913 0 0,'-10'5'7000'0'0,"10"-4"-6720"0"0,-3 14 3155 0 0,9 18-1550 0 0,-5-27-1155 0 0,29 108 1841 0 0,8-3-4159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6.2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 14747 0 0,'-11'0'648'0'0,"4"0"144"0"0,3 1-632 0 0,2-1-160 0 0,0 0 417 0 0,2 1 47 0 0,0 1 16 0 0,2-1 0 0 0,0 1-480 0 0,4-1-72 0 0,2-1-24 0 0,3 0-8 0 0,3-1-1825 0 0,2 1-367 0 0,2-2-73 0 0,1 5-7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6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98 5529 0 0,'1'-2'213'0'0,"1"0"0"0"0,0 0 1 0 0,-1 0-1 0 0,1 1 0 0 0,0-1 0 0 0,0 1 0 0 0,0-1 0 0 0,0 1 1 0 0,0 0-1 0 0,0 0 0 0 0,0 0 0 0 0,0 0 0 0 0,1 0 0 0 0,-1 0 0 0 0,0 0 1 0 0,0 1-1 0 0,1-1 0 0 0,-1 1 0 0 0,1 0 0 0 0,-1 0 0 0 0,0 0 0 0 0,1 0 1 0 0,-1 0-1 0 0,1 0 0 0 0,-1 1 0 0 0,0-1 0 0 0,1 1 0 0 0,-1-1 0 0 0,0 1 1 0 0,1 0-1 0 0,3 2 0 0 0,0 0 99 0 0,-1 0 1 0 0,1 1-1 0 0,-1 0 0 0 0,1 0 1 0 0,-1 0-1 0 0,0 0 1 0 0,-1 1-1 0 0,1 0 0 0 0,-1 0 1 0 0,6 8-1 0 0,15 36 1087 0 0,-20-38-1193 0 0,0 0 0 0 0,1 0 0 0 0,0-1 0 0 0,0 0 1 0 0,1 0-1 0 0,13 14 0 0 0,-19-23-208 0 0,-1-1 0 0 0,1 1 1 0 0,0-1-1 0 0,-1 0 0 0 0,1 1 0 0 0,0-1 0 0 0,-1 0 1 0 0,1 1-1 0 0,0-1 0 0 0,-1 0 0 0 0,1 0 1 0 0,0 0-1 0 0,0 1 0 0 0,-1-1 0 0 0,1 0 0 0 0,0 0 1 0 0,0 0-1 0 0,-1 0 0 0 0,1 0 0 0 0,0 0 0 0 0,0-1 1 0 0,-1 1-1 0 0,1 0 0 0 0,0 0 0 0 0,-1-1 1 0 0,1 1-1 0 0,0 0 0 0 0,0-1 0 0 0,-1 1 0 0 0,1 0 1 0 0,-1-1-1 0 0,1 1 0 0 0,0-1 0 0 0,-1 1 1 0 0,1-1-1 0 0,-1 1 0 0 0,1-1 0 0 0,-1 0 0 0 0,0 1 1 0 0,1-1-1 0 0,-1 1 0 0 0,1-1 0 0 0,-1 0 0 0 0,0 0 1 0 0,0 1-1 0 0,1-2 0 0 0,15-41-24 0 0,-13 33-35 0 0,-1 5 58 0 0,38-98-89 0 0,-35 93 128 0 0,0 0 1 0 0,1 0-1 0 0,-1 1 1 0 0,2 0 0 0 0,-1 0-1 0 0,2 0 1 0 0,14-13 0 0 0,-21 20 1 0 0,0 1 1 0 0,0 0 0 0 0,1 0-1 0 0,-1 0 1 0 0,1 0-1 0 0,-1 0 1 0 0,1 0 0 0 0,0 0-1 0 0,-1 0 1 0 0,1 1 0 0 0,0-1-1 0 0,-1 1 1 0 0,1-1-1 0 0,0 1 1 0 0,0 0 0 0 0,-1-1-1 0 0,1 1 1 0 0,0 0 0 0 0,0 0-1 0 0,0 0 1 0 0,0 1-1 0 0,-1-1 1 0 0,1 0 0 0 0,0 1-1 0 0,0-1 1 0 0,-1 1 0 0 0,1-1-1 0 0,0 1 1 0 0,-1 0-1 0 0,1 0 1 0 0,-1 0 0 0 0,1 0-1 0 0,-1 0 1 0 0,3 2 0 0 0,3 5 63 0 0,0 0 1 0 0,-1 0-1 0 0,0 0 1 0 0,0 1 0 0 0,5 12-1 0 0,18 25-1065 0 0,4-18-1684 0 0,-14-11-3595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7.3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13 6913 0 0,'-2'-2'348'0'0,"-1"1"-1"0"0,1-1 0 0 0,-1 1 0 0 0,0 0 1 0 0,1 0-1 0 0,-1 0 0 0 0,0 0 0 0 0,0 0 1 0 0,0 1-1 0 0,1-1 0 0 0,-1 1 0 0 0,0 0 1 0 0,0 0-1 0 0,0 0 0 0 0,0 0 0 0 0,0 0 1 0 0,-5 2-1 0 0,3-1-12 0 0,0 1-1 0 0,1 0 1 0 0,-1 0 0 0 0,1 0 0 0 0,0 1-1 0 0,-1-1 1 0 0,1 1 0 0 0,0 0 0 0 0,-6 7-1 0 0,1-1 40 0 0,1 1 0 0 0,0 0 0 0 0,0 1-1 0 0,1-1 1 0 0,1 2 0 0 0,-1-1 0 0 0,-5 18 0 0 0,9-22-314 0 0,0 1 1 0 0,1 0 0 0 0,0 0 0 0 0,1 0 0 0 0,0 0 0 0 0,0 0 0 0 0,1 0 0 0 0,0 0 0 0 0,1 15-1 0 0,0-20-61 0 0,-1-1 1 0 0,1 1-1 0 0,0-1 0 0 0,0 1 0 0 0,0-1 0 0 0,0 1 0 0 0,0-1 0 0 0,0 0 0 0 0,1 0 0 0 0,-1 1 1 0 0,1-1-1 0 0,0 0 0 0 0,-1 0 0 0 0,1-1 0 0 0,0 1 0 0 0,0 0 0 0 0,0-1 0 0 0,0 1 0 0 0,0-1 0 0 0,1 1 1 0 0,-1-1-1 0 0,0 0 0 0 0,1 0 0 0 0,-1 0 0 0 0,1 0 0 0 0,-1-1 0 0 0,1 1 0 0 0,-1-1 0 0 0,1 1 0 0 0,0-1 1 0 0,-1 0-1 0 0,1 0 0 0 0,-1 0 0 0 0,4-1 0 0 0,3 1-49 0 0,0-1 0 0 0,-1 0 1 0 0,1-1-1 0 0,-1 0 0 0 0,0 0 0 0 0,1-1 0 0 0,-1 0 1 0 0,0-1-1 0 0,-1 0 0 0 0,1 0 0 0 0,-1 0 0 0 0,1-1 1 0 0,-1 0-1 0 0,-1 0 0 0 0,1-1 0 0 0,-1 0 0 0 0,7-8 1 0 0,5-10-300 0 0,-1 0 1 0 0,0-1 0 0 0,20-45 0 0 0,-21 40 509 0 0,-15 28-44 0 0,-1 0 1 0 0,1 0 0 0 0,0 1 0 0 0,0-1 0 0 0,0 0 0 0 0,1 0 0 0 0,-1 1 0 0 0,0-1 0 0 0,1 1 0 0 0,-1-1 0 0 0,1 1 0 0 0,-1-1 0 0 0,1 1 0 0 0,0 0 0 0 0,-1 0 0 0 0,1 0 0 0 0,0 0 0 0 0,2-1 0 0 0,-3 3-44 0 0,1-1 1 0 0,-1 0-1 0 0,0 1 1 0 0,1-1-1 0 0,-1 1 1 0 0,0-1-1 0 0,0 1 1 0 0,0 0-1 0 0,1-1 1 0 0,-1 1-1 0 0,0 0 1 0 0,0 0-1 0 0,0 0 1 0 0,0 0-1 0 0,0 0 1 0 0,0 0-1 0 0,-1 0 1 0 0,1 0-1 0 0,0 0 1 0 0,0 1-1 0 0,-1-1 1 0 0,1 0 0 0 0,-1 0-1 0 0,1 1 1 0 0,-1-1-1 0 0,0 0 1 0 0,1 3-1 0 0,16 44 218 0 0,-7-20-102 0 0,18 38 0 0 0,-24-58-187 0 0,0 0 1 0 0,1-1-1 0 0,0 1 1 0 0,1-1-1 0 0,0 0 1 0 0,0 0-1 0 0,0-1 0 0 0,15 12 1 0 0,-20-17-81 0 0,0 0 1 0 0,0-1-1 0 0,1 1 1 0 0,-1 0-1 0 0,0 0 1 0 0,1-1-1 0 0,-1 1 1 0 0,0-1-1 0 0,1 1 0 0 0,-1-1 1 0 0,1 1-1 0 0,-1-1 1 0 0,1 0-1 0 0,-1 0 1 0 0,1 0-1 0 0,-1 0 1 0 0,1 0-1 0 0,-1 0 0 0 0,1 0 1 0 0,-1 0-1 0 0,1-1 1 0 0,-1 1-1 0 0,1-1 1 0 0,1 0-1 0 0,6-5-626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7.8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 5985 0 0,'0'-6'13629'0'0,"0"17"-14576"0"0,-1 20 1524 0 0,1 1 1 0 0,2-1 0 0 0,1 0 0 0 0,8 36 0 0 0,36 120 26 0 0,-46-183-567 0 0,10 34-94 0 0,1 0 1 0 0,2-1 0 0 0,2-1 0 0 0,31 54-1 0 0,-41-81-1691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8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27 16588 0 0,'2'-1'1472'0'0,"-1"-2"-1176"0"0,0 1-232 0 0,1 1-64 0 0,-1 1 0 0 0,0-1 0 0 0,3-2 0 0 0,2-1-64 0 0,2 0-864 0 0,2 0-177 0 0,-1 1-31 0 0,1 3-8 0 0,-2 3 952 0 0,-1 2 192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9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0 247 11979 0 0,'30'-14'2396'0'0,"-22"10"-1677"0"0,0 0 1 0 0,-1 1-1 0 0,1 0 1 0 0,1 0-1 0 0,14-3 0 0 0,-20 6-635 0 0,0 0-1 0 0,-1 0 1 0 0,1 0-1 0 0,-1 0 1 0 0,1 0-1 0 0,0 1 1 0 0,-1-1-1 0 0,1 1 1 0 0,-1 0-1 0 0,0 0 1 0 0,1 0-1 0 0,-1 0 1 0 0,0 0-1 0 0,1 0 1 0 0,-1 1-1 0 0,0-1 1 0 0,0 1-1 0 0,0 0 1 0 0,0-1 0 0 0,0 1-1 0 0,-1 0 1 0 0,1 0-1 0 0,0 0 1 0 0,1 3-1 0 0,57 78 421 0 0,-61-99 89 0 0,0 1-1 0 0,3-20 1 0 0,0 7-558 0 0,2 1 1 0 0,0 0-1 0 0,2 0 0 0 0,11-32 0 0 0,13-7-6800 0 0,-18 45-321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19.8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144 15 10594 0 0,'-2'-1'145'0'0,"1"0"-1"0"0,-1-1 1 0 0,1 1-1 0 0,-1 0 0 0 0,0 0 1 0 0,0 0-1 0 0,1 0 1 0 0,-1 0-1 0 0,0 0 1 0 0,0 0-1 0 0,0 1 0 0 0,0-1 1 0 0,0 0-1 0 0,0 1 1 0 0,0 0-1 0 0,0 0 1 0 0,0 0-1 0 0,-1 0 1 0 0,1 0-1 0 0,0 0 0 0 0,0 0 1 0 0,0 0-1 0 0,0 1 1 0 0,0-1-1 0 0,0 1 1 0 0,0 0-1 0 0,0-1 0 0 0,0 1 1 0 0,1 0-1 0 0,-1 0 1 0 0,0 0-1 0 0,-3 3 1 0 0,-2 3-38 0 0,1-1 0 0 0,0 1 1 0 0,0 1-1 0 0,1-1 0 0 0,-1 1 1 0 0,2 0-1 0 0,-1 1 0 0 0,1-1 0 0 0,0 1 1 0 0,1-1-1 0 0,-3 10 0 0 0,2-3 25 0 0,1 0 0 0 0,0 0 0 0 0,0 0 0 0 0,2 1 0 0 0,0 29 0 0 0,1-40-113 0 0,1 1 1 0 0,-1-1-1 0 0,1 0 1 0 0,0 0-1 0 0,1 0 0 0 0,-1-1 1 0 0,1 1-1 0 0,0 0 1 0 0,1-1-1 0 0,-1 1 1 0 0,1-1-1 0 0,-1 1 1 0 0,1-1-1 0 0,1 0 1 0 0,-1 0-1 0 0,0-1 1 0 0,1 1-1 0 0,0-1 1 0 0,8 6-1 0 0,-8-7-27 0 0,-1 0 0 0 0,1 0 0 0 0,0 0 0 0 0,0-1 1 0 0,0 0-1 0 0,0 0 0 0 0,1 0 0 0 0,-1 0 0 0 0,0 0 0 0 0,0-1 0 0 0,1 0 0 0 0,-1 0 0 0 0,0 0 1 0 0,0-1-1 0 0,1 1 0 0 0,-1-1 0 0 0,0 0 0 0 0,0 0 0 0 0,0-1 0 0 0,0 1 0 0 0,0-1 0 0 0,0 0 1 0 0,0 0-1 0 0,3-2 0 0 0,6-6 73 0 0,0 0 1 0 0,-1-1 0 0 0,0 0-1 0 0,-1-1 1 0 0,0 0 0 0 0,-1-1-1 0 0,0 0 1 0 0,-1-1 0 0 0,11-22-1 0 0,12-15 1242 0 0,-32 50-1221 0 0,1-1 1 0 0,0 1-1 0 0,-1 0 1 0 0,1 0-1 0 0,0 0 1 0 0,0 0-1 0 0,0 1 0 0 0,-1-1 1 0 0,1 0-1 0 0,0 0 1 0 0,0 0-1 0 0,0 1 1 0 0,0-1-1 0 0,1 0 1 0 0,-1 1-1 0 0,0-1 1 0 0,0 1-1 0 0,1-1 0 0 0,-1 1-44 0 0,0 0-1 0 0,0 0 1 0 0,-1 1-1 0 0,1-1 0 0 0,0 0 1 0 0,-1 0-1 0 0,1 1 1 0 0,0-1-1 0 0,-1 0 1 0 0,1 1-1 0 0,0-1 0 0 0,-1 0 1 0 0,1 1-1 0 0,-1-1 1 0 0,1 1-1 0 0,-1-1 0 0 0,1 1 1 0 0,-1-1-1 0 0,1 1 1 0 0,-1 0-1 0 0,1-1 0 0 0,0 2 1 0 0,2 6 78 0 0,1 0 0 0 0,-1 0 0 0 0,0 1 1 0 0,2 10-1 0 0,0 1-90 0 0,-1-10-17 0 0,0-1 1 0 0,1 0-1 0 0,0 0 1 0 0,0-1 0 0 0,1 1-1 0 0,0-1 1 0 0,12 12-1 0 0,-14-17-19 0 0,-1 1 0 0 0,1-1 0 0 0,0 0 0 0 0,0 0 0 0 0,0 0 0 0 0,0 0 0 0 0,0-1 0 0 0,0 1 0 0 0,1-1 0 0 0,0-1 0 0 0,-1 1 0 0 0,1 0 0 0 0,0-1 0 0 0,0 0 0 0 0,-1 0 0 0 0,1-1 0 0 0,9 1 0 0 0,-11-2 2 0 0,0 1 0 0 0,-1-1-1 0 0,1 0 1 0 0,-1 0 0 0 0,0 0 0 0 0,1-1 0 0 0,-1 1 0 0 0,0-1 0 0 0,0 1 0 0 0,0-1-1 0 0,0 0 1 0 0,0 1 0 0 0,0-1 0 0 0,0 0 0 0 0,-1 0 0 0 0,3-4 0 0 0,25-41 15 0 0,-23 34-16 0 0,6-8 3 0 0,-6 9 44 0 0,0 0-1 0 0,1 1 1 0 0,0-1 0 0 0,1 1-1 0 0,17-18 1 0 0,-24 29-38 0 0,0-1-1 0 0,-1 1 1 0 0,1-1 0 0 0,-1 1 0 0 0,1 0-1 0 0,-1-1 1 0 0,1 1 0 0 0,0 0 0 0 0,-1 0-1 0 0,1-1 1 0 0,0 1 0 0 0,-1 0 0 0 0,1 0-1 0 0,0 0 1 0 0,-1 0 0 0 0,1 0 0 0 0,0 0-1 0 0,-1 0 1 0 0,1 0 0 0 0,0 0 0 0 0,-1 0-1 0 0,1 0 1 0 0,0 0 0 0 0,-1 1 0 0 0,1-1-1 0 0,0 0 1 0 0,-1 0 0 0 0,1 1-1 0 0,-1-1 1 0 0,1 0 0 0 0,0 1 0 0 0,-1-1-1 0 0,1 1 1 0 0,-1-1 0 0 0,1 1 0 0 0,-1-1-1 0 0,1 1 1 0 0,-1-1 0 0 0,1 1 0 0 0,18 30 27 0 0,-10-15-36 0 0,-5-11 30 0 0,1 0 0 0 0,-1 0 1 0 0,1 0-1 0 0,0-1 0 0 0,1 0 0 0 0,10 7 0 0 0,-11-9-465 0 0,1 1-1 0 0,-1 0 0 0 0,1-1 0 0 0,0 0 1 0 0,0 0-1 0 0,0-1 0 0 0,9 2 0 0 0,-11-3 80 0 0,0 0-1 0 0,-1 0 1 0 0,1 0-1 0 0,0 0 1 0 0,0 0-1 0 0,0-1 1 0 0,0 1 0 0 0,-1-1-1 0 0,1 0 1 0 0,0-1-1 0 0,-1 1 1 0 0,1-1-1 0 0,-1 1 1 0 0,1-1-1 0 0,-1 0 1 0 0,0 0-1 0 0,0 0 1 0 0,0-1-1 0 0,0 1 1 0 0,0-1-1 0 0,0 0 1 0 0,-1 0-1 0 0,1 0 1 0 0,-1 0 0 0 0,0 0-1 0 0,0 0 1 0 0,0 0-1 0 0,1-5 1 0 0,5-14 1856 0 0,8-20 3627 0 0,-15 40-4906 0 0,-1 1-1 0 0,1 0 1 0 0,0 0-1 0 0,0 0 1 0 0,-1 0-1 0 0,1 0 0 0 0,0 0 1 0 0,0 0-1 0 0,0 0 1 0 0,0 0-1 0 0,0 0 1 0 0,0 0-1 0 0,0 0 1 0 0,1 1-1 0 0,-1-1 0 0 0,0 0 1 0 0,0 1-1 0 0,1-1 1 0 0,-1 1-1 0 0,0-1 1 0 0,1 1-1 0 0,-1 0 1 0 0,0 0-1 0 0,1 0 0 0 0,-1-1 1 0 0,2 2-1 0 0,-2-1-134 0 0,1 1-1 0 0,-1-1 1 0 0,0 1 0 0 0,0-1-1 0 0,0 1 1 0 0,0 0-1 0 0,0 0 1 0 0,0-1-1 0 0,0 1 1 0 0,0 0-1 0 0,0 0 1 0 0,0 0-1 0 0,-1 0 1 0 0,1 0-1 0 0,0 1 1 0 0,0-1 0 0 0,-1 0-1 0 0,1 0 1 0 0,-1 0-1 0 0,1 0 1 0 0,-1 3-1 0 0,10 33-478 0 0,-6-22 493 0 0,-3-9-218 0 0,1 0 0 0 0,0-1 1 0 0,0 0-1 0 0,0 1 0 0 0,1-1 0 0 0,-1 0 1 0 0,1 0-1 0 0,0 0 0 0 0,1-1 1 0 0,-1 1-1 0 0,5 4 0 0 0,1-2-555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0.0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10 14747 0 0,'-4'-2'648'0'0,"1"1"144"0"0,2 0-632 0 0,-1 1-160 0 0,2-2 0 0 0,0 1 417 0 0,2-1-201 0 0,-2 1 0 0 0,2 1-440 0 0,11 33-6850 0 0,-8-15 3489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0.2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10138 0 0,'10'22'3358'0'0,"-1"1"0"0"0,8 29 0 0 0,10 57 450 0 0,17 59-4285 0 0,-37-150 449 0 0,0 0 0 0 0,1 0 0 0 0,1-1 0 0 0,0 0-1 0 0,2-1 1 0 0,21 28 0 0 0,-17-28-481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0.4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71 11979 0 0,'0'-1'54'0'0,"-1"1"0"0"0,1 0 0 0 0,-1 0 0 0 0,1 0 0 0 0,-1-1 0 0 0,1 1 1 0 0,0 0-1 0 0,-1-1 0 0 0,1 1 0 0 0,-1 0 0 0 0,1-1 0 0 0,-1 1 0 0 0,1 0 0 0 0,0-1 1 0 0,-1 1-1 0 0,1-1 0 0 0,0 1 0 0 0,0-1 0 0 0,-1 1 0 0 0,1-1 0 0 0,0 1 1 0 0,0-1-1 0 0,0 1 0 0 0,-1-1 0 0 0,1 1 0 0 0,0-1 0 0 0,0 1 0 0 0,0-1 0 0 0,0 1 1 0 0,0-1-1 0 0,0 1 0 0 0,0-1 0 0 0,0 1 0 0 0,0-1 0 0 0,0 0 0 0 0,1 1 1 0 0,-1-1-1 0 0,0 1 0 0 0,0-1 0 0 0,0 1 0 0 0,1-1 0 0 0,-1 0 0 0 0,24-9 2148 0 0,-18 8-1949 0 0,29-8 946 0 0,73-9-1 0 0,-77 14-1229 0 0,-5 1-36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0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8434 0 0,'0'2'184'0'0,"0"0"264"0"0,-1-2-200 0 0,1 1-248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1.5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365 81 10594 0 0,'0'-3'291'0'0,"-1"0"0"0"0,0-1 0 0 0,0 1 0 0 0,0 0 0 0 0,0 0 0 0 0,0 0 0 0 0,-1 0 0 0 0,1 0 0 0 0,-1 0 0 0 0,0 0 1 0 0,0 1-1 0 0,0-1 0 0 0,0 1 0 0 0,-1-1 0 0 0,1 1 0 0 0,-6-4 0 0 0,4 2 6 0 0,0 1 1 0 0,0 0-1 0 0,-1 0 1 0 0,1 1-1 0 0,-1-1 1 0 0,0 1-1 0 0,0 0 1 0 0,1 0 0 0 0,-1 1-1 0 0,-8-2 1 0 0,9 3-171 0 0,0 0-1 0 0,0 0 1 0 0,0 1 0 0 0,1 0 0 0 0,-1-1 0 0 0,0 1 0 0 0,0 0 0 0 0,1 1-1 0 0,-1-1 1 0 0,0 1 0 0 0,1 0 0 0 0,0 0 0 0 0,-1 0 0 0 0,1 0 0 0 0,0 0-1 0 0,0 1 1 0 0,0-1 0 0 0,0 1 0 0 0,1 0 0 0 0,-1 0 0 0 0,1 0 0 0 0,-1 0-1 0 0,-1 5 1 0 0,-6 8 41 0 0,0 2 0 0 0,2-1 0 0 0,-9 26-1 0 0,13-34-100 0 0,-27 75 41 0 0,3 1 1 0 0,4 1 0 0 0,4 2-1 0 0,4 0 1 0 0,4 0-1 0 0,-2 131 1 0 0,15-185-69 0 0,2-1 1 0 0,1 1-1 0 0,1 0 0 0 0,2-1 0 0 0,2 0 1 0 0,0-1-1 0 0,3 0 0 0 0,0 0 1 0 0,2-1-1 0 0,25 40 0 0 0,-16-36 31 0 0,1-1-1 0 0,1-1 1 0 0,3-1-1 0 0,0-2 1 0 0,2 0-1 0 0,1-3 1 0 0,1 0-1 0 0,37 23 1 0 0,-13-14 221 0 0,1-2 1 0 0,95 41-1 0 0,-117-62-650 0 0,0-1 0 0 0,39 8-1 0 0,-48-15-1372 0 0,0-1-1 0 0,0-1 1 0 0,44-1 0 0 0,-34-4-5715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2.0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30 2328 0 0,'12'-30'12089'0'0,"-6"44"-7926"0"0,19 139 1229 0 0,-8-63-4907 0 0,6 122-1 0 0,-21-108-455 0 0,7 112 37 0 0,-6-185-133 0 0,2 1 0 0 0,1 0 0 0 0,2-1 0 0 0,18 49 0 0 0,-21-70-475 0 0,0 0 0 0 0,0 0 0 0 0,8 10 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2.2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1 174 9674 0 0,'0'-2'249'0'0,"0"0"0"0"0,0 1 0 0 0,0-1 0 0 0,0 1 0 0 0,0-1 0 0 0,0 1 0 0 0,1-1 1 0 0,-1 1-1 0 0,1-1 0 0 0,-1 1 0 0 0,1 0 0 0 0,-1-1 0 0 0,1 1 0 0 0,0-1 0 0 0,0 1 0 0 0,0 0 0 0 0,1-2 0 0 0,20-27 2099 0 0,-18 26-2064 0 0,5-7 118 0 0,0 1 1 0 0,1 1-1 0 0,0-1 0 0 0,0 2 0 0 0,1-1 1 0 0,0 2-1 0 0,0-1 0 0 0,1 2 1 0 0,22-11-1 0 0,-24 14-598 0 0,0-1 0 0 0,1 2 0 0 0,-1-1 0 0 0,0 1 0 0 0,1 1 0 0 0,-1 0 0 0 0,1 0 0 0 0,11 1 0 0 0,-3 3-6641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2.4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79 9674 0 0,'-5'18'598'0'0,"9"-11"780"0"0,-1-7-1095 0 0,0 1-1 0 0,0-1 1 0 0,0-1-1 0 0,-1 1 1 0 0,1 0-1 0 0,0-1 1 0 0,0 1-1 0 0,0-1 1 0 0,3-1-1 0 0,40-14 2568 0 0,48-22 0 0 0,-1 0-4721 0 0,-70 30-4718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2.8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8290 0 0,'0'0'300'0'0,"-1"1"1"0"0,1 0 0 0 0,0 0-1 0 0,-1-1 1 0 0,1 1 0 0 0,0 0-1 0 0,0 0 1 0 0,-1 0 0 0 0,1-1-1 0 0,0 1 1 0 0,0 0 0 0 0,0 0-1 0 0,0 0 1 0 0,0 0 0 0 0,0-1-1 0 0,1 1 1 0 0,-1 0-1 0 0,0 0 1 0 0,0 0 0 0 0,0-1-1 0 0,1 1 1 0 0,0 1 0 0 0,10 32 1287 0 0,-6-17-441 0 0,39 236 3626 0 0,-17-74-6727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3.0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1 265 2761 0 0,'1'-35'24'0'0,"-1"29"638"0"0,1 1 1 0 0,1-1-1 0 0,-1 0 0 0 0,1 1 0 0 0,0 0 0 0 0,0-1 1 0 0,3-4-1 0 0,-3 7-363 0 0,-1 1 0 0 0,1-1 1 0 0,0 1-1 0 0,0 0 1 0 0,0-1-1 0 0,0 1 0 0 0,0 0 1 0 0,0 0-1 0 0,1 1 0 0 0,-1-1 1 0 0,1 0-1 0 0,-1 1 0 0 0,1-1 1 0 0,0 1-1 0 0,-1 0 1 0 0,1 0-1 0 0,0 0 0 0 0,0 0 1 0 0,0 1-1 0 0,0-1 0 0 0,0 1 1 0 0,0-1-1 0 0,0 1 0 0 0,0 0 1 0 0,0 0-1 0 0,0 1 0 0 0,3 0 1 0 0,0 0-17 0 0,0 0 0 0 0,0 1 1 0 0,0 0-1 0 0,0 1 0 0 0,0-1 0 0 0,0 1 1 0 0,0 0-1 0 0,-1 1 0 0 0,8 5 0 0 0,47 43 727 0 0,-23-18-513 0 0,-16-18-179 0 0,0 0-1 0 0,26 14 0 0 0,-41-27-242 0 0,1 1 0 0 0,-1-1-1 0 0,1-1 1 0 0,-1 1 0 0 0,1-1 0 0 0,0 0 0 0 0,0 0 0 0 0,0-1-1 0 0,0 0 1 0 0,0 0 0 0 0,0-1 0 0 0,0 1 0 0 0,8-2 0 0 0,-13 0-57 0 0,0 0 1 0 0,0 1 0 0 0,0-1 0 0 0,0 0-1 0 0,1-1 1 0 0,-1 1 0 0 0,-1 0 0 0 0,1 0 0 0 0,0-1-1 0 0,0 1 1 0 0,0-1 0 0 0,-1 0 0 0 0,1 0 0 0 0,-1 1-1 0 0,1-1 1 0 0,-1 0 0 0 0,0 0 0 0 0,0 0-1 0 0,0 0 1 0 0,0 0 0 0 0,0-1 0 0 0,0 1 0 0 0,0 0-1 0 0,-1 0 1 0 0,1-1 0 0 0,-1 1 0 0 0,0 0 0 0 0,0-4-1 0 0,1-9 31 0 0,0 1-1 0 0,-2 0 1 0 0,-2-21-1 0 0,2 26-46 0 0,-9-61-94 0 0,-3-49-3964 0 0,12 100-3049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3.3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0 8290 0 0,'-3'5'342'0'0,"0"-1"0"0"0,0 1 0 0 0,1 0 1 0 0,0 0-1 0 0,0 0 0 0 0,0 0 0 0 0,1 0 1 0 0,0 1-1 0 0,0-1 0 0 0,-1 7 0 0 0,-1 5 103 0 0,-1 1 67 0 0,1 1 0 0 0,1 0 0 0 0,0 0 0 0 0,2 1 0 0 0,0-1 1 0 0,3 22-1 0 0,-2-35-335 0 0,0 0 1 0 0,0 1-1 0 0,0-1 0 0 0,1 0 1 0 0,0 1-1 0 0,0-1 1 0 0,0 0-1 0 0,1-1 1 0 0,0 1-1 0 0,0 0 0 0 0,1-1 1 0 0,0 1-1 0 0,0-1 1 0 0,0 0-1 0 0,0-1 0 0 0,1 1 1 0 0,-1-1-1 0 0,1 0 1 0 0,1 0-1 0 0,-1 0 1 0 0,11 6-1 0 0,-14-9-120 0 0,1 0-1 0 0,-1 0 1 0 0,0 0 0 0 0,1 0 0 0 0,-1 0-1 0 0,0-1 1 0 0,1 1 0 0 0,-1-1-1 0 0,1 1 1 0 0,-1-1 0 0 0,1 0 0 0 0,-1 0-1 0 0,1 0 1 0 0,-1 0 0 0 0,1-1 0 0 0,-1 1-1 0 0,1-1 1 0 0,-1 1 0 0 0,1-1-1 0 0,-1 0 1 0 0,0 0 0 0 0,1 0 0 0 0,-1 0-1 0 0,0 0 1 0 0,0-1 0 0 0,0 1-1 0 0,0-1 1 0 0,0 1 0 0 0,0-1 0 0 0,0 0-1 0 0,0 0 1 0 0,-1 1 0 0 0,1-1 0 0 0,-1 0-1 0 0,1-1 1 0 0,-1 1 0 0 0,0 0-1 0 0,0 0 1 0 0,0-1 0 0 0,0 1 0 0 0,1-5-1 0 0,1-4-6 0 0,-1 1-1 0 0,1-1 0 0 0,-2 0 0 0 0,0 0 1 0 0,0-1-1 0 0,-1 1 0 0 0,0 0 1 0 0,-3-13-1 0 0,1 10-55 0 0,0 2 0 0 0,-1-1 0 0 0,-1 0 0 0 0,-9-21 0 0 0,10 28-430 0 0,-1-1 0 0 0,1 1-1 0 0,-1 0 1 0 0,0 1 0 0 0,-1-1 0 0 0,-6-6 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3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0 141 8754 0 0,'0'0'114'0'0,"0"1"0"0"0,1-1 0 0 0,-1 1 0 0 0,0-1 0 0 0,0 1 0 0 0,1-1 0 0 0,-1 1-1 0 0,0-1 1 0 0,1 1 0 0 0,-1-1 0 0 0,0 0 0 0 0,1 1 0 0 0,-1-1 0 0 0,1 0 0 0 0,-1 1 0 0 0,1-1 0 0 0,-1 0 0 0 0,0 0 0 0 0,1 0 0 0 0,-1 1 0 0 0,1-1 0 0 0,-1 0 0 0 0,1 0 0 0 0,-1 0 0 0 0,1 0 0 0 0,0 0-1 0 0,0 0 1 0 0,25 7 2946 0 0,-11-4-1252 0 0,-11-1-1420 0 0,0 0 1 0 0,0 0 0 0 0,0 0-1 0 0,-1 0 1 0 0,1 1 0 0 0,-1-1-1 0 0,1 1 1 0 0,-1 0 0 0 0,0 0 0 0 0,0 0-1 0 0,5 6 1 0 0,21 44 993 0 0,-24-44-1155 0 0,3-52 21 0 0,-5 15-403 0 0,2-1-1 0 0,8-32 1 0 0,13-15-3568 0 0,-18 56-3282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1:24.7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 9 1840 0 0,'-20'-4'-202'0'0,"-4"0"5872"0"0,49 9-256 0 0,15 13-4695 0 0,-32-15-190 0 0,23 13 193 0 0,-2 1 0 0 0,0 1 0 0 0,-1 1 0 0 0,-1 2 0 0 0,32 30 0 0 0,-17-8 59 0 0,-1 0-1 0 0,39 58 0 0 0,-23-19-222 0 0,-5 3 0 0 0,63 135 0 0 0,54 195-460 0 0,-147-353-10 0 0,-2 0-1 0 0,19 107 0 0 0,-34-133 93 0 0,-2 0-1 0 0,-1 0 1 0 0,-1 0-1 0 0,-3 0 0 0 0,0 0 1 0 0,-12 50-1 0 0,-7 1-987 0 0,-36 93 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4.0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89 263 6913 0 0,'-16'-18'1809'0'0,"1"0"-1"0"0,-24-40 1 0 0,21 29 1189 0 0,114 192 1762 0 0,-10-14-4061 0 0,-10-27-581 0 0,-16-24 15 0 0,76 95 1 0 0,-128-183-152 0 0,30 34-55 0 0,-36-42 101 0 0,0 0 1 0 0,0 0-1 0 0,0-1 0 0 0,0 1 0 0 0,0-1 0 0 0,0 1 1 0 0,0-1-1 0 0,0 0 0 0 0,0 0 0 0 0,1 0 0 0 0,-1 0 1 0 0,1 0-1 0 0,-1 0 0 0 0,0-1 0 0 0,1 1 0 0 0,-1-1 1 0 0,1 0-1 0 0,4 0 0 0 0,-5 0 17 0 0,-1-1-1 0 0,1 0 1 0 0,-1 0-1 0 0,0 0 1 0 0,1 0 0 0 0,-1 0-1 0 0,0 0 1 0 0,1 0 0 0 0,-1 0-1 0 0,0 0 1 0 0,0 0-1 0 0,0-1 1 0 0,0 1 0 0 0,0 0-1 0 0,0-1 1 0 0,0 1 0 0 0,-1-1-1 0 0,1 1 1 0 0,0-1-1 0 0,-1 1 1 0 0,1-1 0 0 0,0-2-1 0 0,5-39 325 0 0,-5-26-215 0 0,-4 1 0 0 0,-2 0-1 0 0,-21-99 1 0 0,-6-57-497 0 0,28 170-823 0 0,2 0 1 0 0,7-60-1 0 0,0 67-6051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4.3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0 170 9218 0 0,'0'-7'900'0'0,"1"0"0"0"0,0 0 0 0 0,0 0 0 0 0,1 1 0 0 0,0-1-1 0 0,0 0 1 0 0,0 1 0 0 0,1-1 0 0 0,0 1 0 0 0,6-10 0 0 0,-4 9-826 0 0,-1 1-1 0 0,0 0 1 0 0,1 0-1 0 0,0 0 1 0 0,1 1-1 0 0,-1 0 1 0 0,1 0-1 0 0,0 0 1 0 0,0 0-1 0 0,1 1 1 0 0,-1 0 0 0 0,1 1-1 0 0,0-1 1 0 0,0 1-1 0 0,11-3 1 0 0,30 0-3016 0 0,-32 6-3392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4.5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17 118 10594 0 0,'-16'18'3536'0'0,"23"-32"-1743"0"0,27-35 111 0 0,-23 37-2386 0 0,1 0 0 0 0,0 1 0 0 0,19-14 0 0 0,-15 13 466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4.9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 10594 0 0,'10'-12'8821'0'0,"-11"11"-8681"0"0,8 7 74 0 0,0 1 0 0 0,-1 0 1 0 0,0 0-1 0 0,0 0 0 0 0,-1 1 0 0 0,1 0 0 0 0,-2 0 1 0 0,1 0-1 0 0,4 13 0 0 0,29 89 356 0 0,-31-88-439 0 0,122 367 161 0 0,-95-291-2327 0 0,-27-74-5393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5.2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0 171 5529 0 0,'2'-8'436'0'0,"0"1"-1"0"0,0 0 1 0 0,0 0-1 0 0,1 0 1 0 0,0 0-1 0 0,0 0 1 0 0,1 1-1 0 0,4-7 1 0 0,-3 4-195 0 0,-1 1-130 0 0,1 1 0 0 0,0 0-1 0 0,0 0 1 0 0,0 0 0 0 0,1 0 0 0 0,0 1-1 0 0,0 0 1 0 0,0 0 0 0 0,1 1 0 0 0,9-7 0 0 0,-11 10-125 0 0,0 0 0 0 0,0 0 0 0 0,0 0 0 0 0,0 0 0 0 0,1 1 0 0 0,-1 0 0 0 0,0 0 0 0 0,1 0 0 0 0,-1 1 0 0 0,0 0 0 0 0,1 0 0 0 0,-1 0 0 0 0,1 0 0 0 0,-1 1 0 0 0,0 0 0 0 0,1 0 0 0 0,7 4 0 0 0,5 1-254 0 0,-1 1 0 0 0,27 16 0 0 0,-16-8-3280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5.4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0 331 10594 0 0,'10'-11'667'0'0,"-1"0"-1"0"0,-1-1 1 0 0,10-17-1 0 0,4-6 25 0 0,-5 12-329 0 0,2 1 0 0 0,0 0 0 0 0,33-27 0 0 0,30-18-4448 0 0,-78 64 3709 0 0,22-19-1728 0 0,-2-2-21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5.7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105 1 7834 0 0,'-14'3'70'0'0,"5"-1"577"0"0,0 1 0 0 0,0 0 0 0 0,0 0 0 0 0,0 1 0 0 0,-11 6 0 0 0,18-8-459 0 0,0-1 0 0 0,0 0 0 0 0,1 1-1 0 0,-1 0 1 0 0,0-1 0 0 0,1 1 0 0 0,-1 0 0 0 0,1 0-1 0 0,-1 0 1 0 0,1 0 0 0 0,0 0 0 0 0,0 0 0 0 0,0 0-1 0 0,0 1 1 0 0,0-1 0 0 0,0 0 0 0 0,1 0 0 0 0,-1 1-1 0 0,1-1 1 0 0,-1 1 0 0 0,1-1 0 0 0,0 0 0 0 0,0 1 0 0 0,0-1-1 0 0,1 1 1 0 0,0 2 0 0 0,1 7 176 0 0,1 1 1 0 0,1-1-1 0 0,0-1 1 0 0,1 1-1 0 0,0-1 1 0 0,1 1-1 0 0,10 15 0 0 0,60 71 1053 0 0,-33-45-1049 0 0,40 68-526 0 0,-73-104-1209 0 0,-1 1 0 0 0,12 34 0 0 0,-15-32-5025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6.0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6 362 456 0 0,'-3'-20'857'0'0,"1"0"1"0"0,1 0-1 0 0,1 0 0 0 0,1 0 0 0 0,0 0 1 0 0,2 0-1 0 0,0 0 0 0 0,1 0 0 0 0,1 1 1 0 0,1 0-1 0 0,1 0 0 0 0,0 0 0 0 0,2 1 1 0 0,19-33-1 0 0,-26 48-765 0 0,0 0 0 0 0,0 1 0 0 0,0-1 1 0 0,1 1-1 0 0,-1-1 0 0 0,1 1 0 0 0,-1 0 0 0 0,1 0 1 0 0,0 0-1 0 0,0 0 0 0 0,0 1 0 0 0,0-1 0 0 0,0 1 0 0 0,0-1 1 0 0,0 1-1 0 0,1 0 0 0 0,-1 1 0 0 0,0-1 0 0 0,1 0 1 0 0,-1 1-1 0 0,0 0 0 0 0,1 0 0 0 0,-1 0 0 0 0,4 0 0 0 0,-3 1-42 0 0,0 0-1 0 0,0 0 1 0 0,0 1-1 0 0,0-1 0 0 0,0 1 1 0 0,0 0-1 0 0,-1 0 1 0 0,1 0-1 0 0,-1 1 1 0 0,1-1-1 0 0,-1 1 0 0 0,0-1 1 0 0,0 1-1 0 0,0 0 1 0 0,0 1-1 0 0,0-1 0 0 0,-1 0 1 0 0,0 1-1 0 0,3 4 1 0 0,-1 1-64 0 0,0 0 0 0 0,0 0 0 0 0,-1 0 0 0 0,0 1 0 0 0,-1-1 0 0 0,0 1 0 0 0,-1 0 0 0 0,0-1 0 0 0,0 1 0 0 0,-1 0 0 0 0,-1 14 0 0 0,-4 10-90 0 0,-1-1 0 0 0,-11 34 0 0 0,8-34 50 0 0,-6 47-1 0 0,15-80 60 0 0,0 1-1 0 0,0-1 1 0 0,0 1-1 0 0,0-1 1 0 0,1 1-1 0 0,-1-1 1 0 0,0 1-1 0 0,0-1 1 0 0,0 0-1 0 0,1 1 1 0 0,-1-1-1 0 0,0 1 1 0 0,1-1-1 0 0,-1 0 1 0 0,0 1-1 0 0,1-1 1 0 0,-1 0-1 0 0,0 1 1 0 0,1-1-1 0 0,-1 0 1 0 0,1 0-1 0 0,-1 1 1 0 0,1-1-1 0 0,-1 0 1 0 0,0 0-1 0 0,1 0 1 0 0,-1 0-1 0 0,1 0 1 0 0,-1 0-1 0 0,1 1 1 0 0,-1-1-1 0 0,1 0 1 0 0,-1 0-1 0 0,1 0 1 0 0,-1-1-1 0 0,1 1 1 0 0,-1 0-1 0 0,1 0 1 0 0,-1 0-1 0 0,1 0 1 0 0,-1 0-1 0 0,0 0 1 0 0,1-1-1 0 0,-1 1 1 0 0,1-1-1 0 0,29-8 212 0 0,-25 7-166 0 0,177-53 2185 0 0,-150 48-2207 0 0,1 2 0 0 0,-1 1 0 0 0,60 1 0 0 0,-67 4-399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7.3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 6 8754 0 0,'-4'-6'4593'0'0,"5"16"-1777"0"0,-4 43-1804 0 0,-3 1 0 0 0,-2-1 0 0 0,-17 62 0 0 0,9-47-1317 0 0,-7 74-1 0 0,23-104-883 0 0,3-22 566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7.6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0 10594 0 0,'-2'1'211'0'0,"0"0"0"0"0,0-1 0 0 0,0 1 0 0 0,0 0 0 0 0,0 0 0 0 0,0 0 0 0 0,0 0 0 0 0,1 1 0 0 0,-1-1 0 0 0,0 0 0 0 0,1 1 0 0 0,-1-1 0 0 0,1 1 0 0 0,0 0 0 0 0,-1-1 0 0 0,0 3 0 0 0,1 0 107 0 0,1-1 0 0 0,0 1 0 0 0,0-1 0 0 0,0 1 0 0 0,0-1 1 0 0,0 1-1 0 0,1-1 0 0 0,-1 1 0 0 0,3 5 0 0 0,13 64 1389 0 0,53 261 575 0 0,-30-136-1638 0 0,-21-114-5439 0 0,-15-69 3138 0 0,2 6-5020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7.8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1 124 10594 0 0,'0'-3'146'0'0,"1"-1"-1"0"0,0 1 1 0 0,0-1-1 0 0,1 1 1 0 0,-1 0 0 0 0,1-1-1 0 0,-1 1 1 0 0,1 0-1 0 0,0 0 1 0 0,0 0-1 0 0,0 0 1 0 0,1 1-1 0 0,-1-1 1 0 0,1 1-1 0 0,0-1 1 0 0,-1 1 0 0 0,1 0-1 0 0,3-2 1 0 0,10-7 441 0 0,0 2 0 0 0,16-9 1 0 0,-23 14-533 0 0,0-1-1 0 0,-1 2 1 0 0,1-1-1 0 0,1 1 1 0 0,-1 1 0 0 0,0 0-1 0 0,1 0 1 0 0,-1 0 0 0 0,1 2-1 0 0,-1-1 1 0 0,1 1-1 0 0,0 0 1 0 0,-1 1 0 0 0,1 0-1 0 0,-1 1 1 0 0,1 0-1 0 0,-1 0 1 0 0,0 1 0 0 0,0 0-1 0 0,0 1 1 0 0,0 0 0 0 0,0 0-1 0 0,9 7 1 0 0,3 4-517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8.0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0 270 8754 0 0,'42'-39'2342'0'0,"2"1"0"0"0,75-49-1 0 0,-86 68-2808 0 0,0 1-1 0 0,49-17 1 0 0,-45 19-516 0 0,1-1 72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8.3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29 6449 0 0,'-1'0'60'0'0,"-1"1"-1"0"0,1 0 0 0 0,0-1 1 0 0,0 1-1 0 0,0 0 0 0 0,0 0 1 0 0,0 0-1 0 0,0 0 0 0 0,0 0 1 0 0,0 0-1 0 0,0 0 0 0 0,0 0 1 0 0,-1 2-1 0 0,2-3 27 0 0,0 1 1 0 0,1-1-1 0 0,-1 0 0 0 0,0 1 0 0 0,0-1 0 0 0,1 0 1 0 0,-1 0-1 0 0,0 1 0 0 0,0-1 0 0 0,1 0 0 0 0,-1 0 1 0 0,0 1-1 0 0,1-1 0 0 0,-1 0 0 0 0,0 0 1 0 0,1 0-1 0 0,-1 0 0 0 0,1 0 0 0 0,-1 0 0 0 0,0 0 1 0 0,1 1-1 0 0,-1-1 0 0 0,0 0 0 0 0,1 0 0 0 0,-1 0 1 0 0,1-1-1 0 0,-1 1 0 0 0,0 0 0 0 0,1 0 1 0 0,-1 0-1 0 0,46-6 4804 0 0,129-32-2016 0 0,-158 35-3307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8.5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95 9674 0 0,'-3'4'424'0'0,"2"-2"96"0"0,0-1-416 0 0,2-1-104 0 0,2 0 0 0 0,1-1 288 0 0,1-2 40 0 0,5-1 8 0 0,4-3 1 0 0,3-4-209 0 0,2-1-48 0 0,1-2-8 0 0,0-1 0 0 0,2-1-72 0 0,-3-2 0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8.9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34 10138 0 0,'-23'-24'1659'0'0,"8"15"2934"0"0,19 48-756 0 0,7 78-2514 0 0,12 82-637 0 0,-17-168-653 0 0,1 0 0 0 0,1 0 0 0 0,2 0 0 0 0,18 36 0 0 0,-10-32-317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29.2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18 110 6449 0 0,'0'0'139'0'0,"0"0"0"0"0,-1-1 0 0 0,1 1 0 0 0,0 0 0 0 0,-1 0 0 0 0,1-1 0 0 0,-1 1 0 0 0,1 0 0 0 0,-1 0-1 0 0,1-1 1 0 0,0 1 0 0 0,-1 0 0 0 0,1 0 0 0 0,-1 0 0 0 0,1 0 0 0 0,-1 0 0 0 0,1 0 0 0 0,-1 0 0 0 0,1 0-1 0 0,-1 0 1 0 0,1 0 0 0 0,-1 0 0 0 0,1 0 0 0 0,0 0 0 0 0,-1 0 0 0 0,1 0 0 0 0,-1 1 0 0 0,1-1 0 0 0,-1 0-1 0 0,1 0 1 0 0,-1 0 0 0 0,1 1 0 0 0,0-1 0 0 0,-1 0 0 0 0,1 0 0 0 0,0 1 0 0 0,-1-1 0 0 0,1 1 0 0 0,-1 17 4634 0 0,1-14-5904 0 0,2 25 1314 0 0,1-1 0 0 0,1 1 1 0 0,2-1-1 0 0,1-1 0 0 0,1 1 0 0 0,15 35 1 0 0,-18-52-169 0 0,0-1 0 0 0,0 1 0 0 0,1-1 0 0 0,1 0 1 0 0,0 0-1 0 0,0-1 0 0 0,1 0 0 0 0,0 0 0 0 0,0-1 1 0 0,1 0-1 0 0,0 0 0 0 0,1-1 0 0 0,0-1 0 0 0,0 1 0 0 0,0-2 1 0 0,1 1-1 0 0,18 6 0 0 0,-24-10 3 0 0,0-1 0 0 0,1 1-1 0 0,-1-1 1 0 0,1 0 0 0 0,-1-1 0 0 0,1 1 0 0 0,-1-1-1 0 0,1 0 1 0 0,-1 0 0 0 0,1-1 0 0 0,-1 0 0 0 0,1 0 0 0 0,-1 0-1 0 0,1 0 1 0 0,-1-1 0 0 0,0 0 0 0 0,8-4 0 0 0,-8 2 143 0 0,0 1 1 0 0,0-1 0 0 0,-1 0 0 0 0,1-1 0 0 0,-1 1 0 0 0,0-1-1 0 0,0 0 1 0 0,-1 0 0 0 0,0 0 0 0 0,0 0 0 0 0,0-1 0 0 0,0 1-1 0 0,-1-1 1 0 0,0 0 0 0 0,3-10 0 0 0,-1 0 161 0 0,0-1 1 0 0,-2 0-1 0 0,0 1 0 0 0,0-1 1 0 0,-2 0-1 0 0,0 0 0 0 0,-1 1 1 0 0,0-1-1 0 0,-8-30 1 0 0,6 35-299 0 0,-1 0 1 0 0,0 0 0 0 0,-1 0 0 0 0,-1 0-1 0 0,0 1 1 0 0,0 0 0 0 0,-1 0 0 0 0,0 0-1 0 0,-1 1 1 0 0,0 0 0 0 0,-1 1 0 0 0,0 0-1 0 0,-15-11 1 0 0,6 6-245 0 0,-36-21 0 0 0,48 32-278 0 0,0 0-1 0 0,-1 1 0 0 0,1-1 0 0 0,0 1 0 0 0,-1 0 1 0 0,-9-1-1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0.0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23 439 10594 0 0,'-22'-30'9382'0'0,"33"42"-8115"0"0,11 17-1010 0 0,-2 1-1 0 0,-1 1 1 0 0,20 44-1 0 0,13 20 56 0 0,-41-76-308 0 0,-6-9 2 0 0,0 0 0 0 0,1 0 0 0 0,1-1 0 0 0,-1 0 0 0 0,1 0 0 0 0,1 0 0 0 0,0-1 0 0 0,0 0 0 0 0,10 7 0 0 0,-16-14-5 0 0,-1-1 1 0 0,0 1 0 0 0,0-1-1 0 0,0 1 1 0 0,0-1-1 0 0,1 0 1 0 0,-1 1-1 0 0,0-1 1 0 0,0 0-1 0 0,1 0 1 0 0,-1 0 0 0 0,0 0-1 0 0,1 0 1 0 0,-1 0-1 0 0,0-1 1 0 0,0 1-1 0 0,0 0 1 0 0,1-1-1 0 0,-1 1 1 0 0,0-1 0 0 0,0 1-1 0 0,0-1 1 0 0,0 1-1 0 0,0-1 1 0 0,1 0-1 0 0,-1 1 1 0 0,-1-1 0 0 0,1 0-1 0 0,0 0 1 0 0,0 0-1 0 0,0 0 1 0 0,0 0-1 0 0,-1 0 1 0 0,1 0-1 0 0,0 0 1 0 0,-1 0 0 0 0,1 0-1 0 0,-1-1 1 0 0,1 1-1 0 0,0-2 1 0 0,2-6 23 0 0,1 0 1 0 0,-1 0 0 0 0,-1 0-1 0 0,2-10 1 0 0,25-165 498 0 0,8-47-426 0 0,-26 181-397 0 0,2 0 0 0 0,30-72 0 0 0,-21 76-1516 0 0,1 6-5673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0.6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53 449 1376 0 0,'-28'8'1009'0'0,"27"-8"-716"0"0,0 0 0 0 0,0 1 0 0 0,1-1-1 0 0,-1 0 1 0 0,0 1 0 0 0,0-1 0 0 0,0 0 0 0 0,0 0-1 0 0,0 0 1 0 0,0 0 0 0 0,0 0 0 0 0,0 0 0 0 0,0 0-1 0 0,0 0 1 0 0,0-1 0 0 0,0 1 0 0 0,0 0 0 0 0,0-1 0 0 0,0 1-1 0 0,0 0 1 0 0,1-1 0 0 0,-1 1 0 0 0,0-1 0 0 0,0 1-1 0 0,-1-2 1 0 0,3 2-171 0 0,-1-1-1 0 0,0 0 1 0 0,0 0 0 0 0,1 1-1 0 0,-1-1 1 0 0,0 0 0 0 0,1 0-1 0 0,-1 1 1 0 0,1-1 0 0 0,-1 0-1 0 0,1 1 1 0 0,-1-1 0 0 0,1 1-1 0 0,-1-1 1 0 0,1 1 0 0 0,-1-1-1 0 0,1 1 1 0 0,0-1 0 0 0,-1 1-1 0 0,1-1 1 0 0,0 1-1 0 0,0-1 1 0 0,22-10 788 0 0,-18 8-609 0 0,44-17 753 0 0,0 2-1 0 0,1 2 1 0 0,83-16 0 0 0,-29 8-152 0 0,288-57 1227 0 0,-266 64-1782 0 0,1056-129 1390 0 0,-1006 127-1625 0 0,303-16 4 0 0,-436 36-156 0 0,0-3-1 0 0,47-8 1 0 0,-69 5-87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2.2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 10594 0 0,'-1'0'214'0'0,"1"0"0"0"0,-3 2 855 0 0,3-1-855 0 0,-1-1-1 0 0,1 1 1 0 0,0 0 0 0 0,-1-1 0 0 0,1 1 0 0 0,0-1-1 0 0,-1 1 1 0 0,1-1 0 0 0,0 1 0 0 0,0 0 0 0 0,0-1-1 0 0,-1 1 1 0 0,1 0 0 0 0,0-1 0 0 0,0 1 0 0 0,0 0-1 0 0,0-1 1 0 0,0 1 0 0 0,0 0 0 0 0,0-1-1 0 0,0 1 1 0 0,1 0 0 0 0,-1 0 0 0 0,3 22 1612 0 0,83 394 1219 0 0,-67-261-3062 0 0,-9-67-661 0 0,3-1 0 0 0,46 164 0 0 0,-39-199-6521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2.6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86 68 1368 0 0,'9'-17'135'0'0,"-7"12"176"0"0,-1 1 0 0 0,1 0 0 0 0,0 0 0 0 0,0 0 0 0 0,1 0 0 0 0,-1 1-1 0 0,1-1 1 0 0,0 0 0 0 0,0 1 0 0 0,0 0 0 0 0,7-5 0 0 0,-10 8-213 0 0,0 0-1 0 0,1 0 0 0 0,-1 0 1 0 0,0 0-1 0 0,1 1 0 0 0,-1-1 1 0 0,0 0-1 0 0,0 0 0 0 0,1 1 1 0 0,-1-1-1 0 0,0 0 0 0 0,0 0 1 0 0,1 1-1 0 0,-1-1 0 0 0,0 0 1 0 0,0 1-1 0 0,0-1 0 0 0,0 0 1 0 0,0 1-1 0 0,1-1 0 0 0,-1 0 1 0 0,0 1-1 0 0,0-1 0 0 0,0 0 1 0 0,0 1-1 0 0,0-1 0 0 0,0 0 1 0 0,0 1-1 0 0,0-1 0 0 0,0 0 1 0 0,0 1-1 0 0,0-1 0 0 0,0 0 0 0 0,-1 1 1 0 0,1 0-1 0 0,-2 15 1503 0 0,-10 32 2045 0 0,-33 84 0 0 0,28-88-3101 0 0,2 1 0 0 0,-13 60 0 0 0,25-86-420 0 0,-8 52 211 0 0,10-64-259 0 0,1-1 0 0 0,0 1-1 0 0,0 0 1 0 0,1-1 0 0 0,-1 1-1 0 0,1-1 1 0 0,1 1 0 0 0,1 6-1 0 0,-2-12-25 0 0,0 0-1 0 0,-1 1 0 0 0,1-1 0 0 0,0 0 0 0 0,0 0 0 0 0,0 0 0 0 0,0-1 1 0 0,0 1-1 0 0,0 0 0 0 0,0 0 0 0 0,0 0 0 0 0,0-1 0 0 0,0 1 0 0 0,0 0 1 0 0,1-1-1 0 0,-1 1 0 0 0,0-1 0 0 0,0 0 0 0 0,1 1 0 0 0,-1-1 0 0 0,0 0 1 0 0,0 0-1 0 0,1 0 0 0 0,-1 0 0 0 0,0 0 0 0 0,1 0 0 0 0,-1 0 1 0 0,2 0-1 0 0,44-10 378 0 0,-29 5-281 0 0,20-4-80 0 0,1 3 0 0 0,0 1-1 0 0,63 0 1 0 0,-53 4-2326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3.8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56 3225 0 0,'-54'-55'16315'0'0,"68"65"-15275"0"0,-6 1-766 0 0,-1 1 0 0 0,0-1 0 0 0,0 1 0 0 0,-2 1 1 0 0,1-1-1 0 0,-2 1 0 0 0,6 18 0 0 0,14 97-258 0 0,-22-114 60 0 0,15 104-89 0 0,-6-32-452 0 0,3-1 0 0 0,31 100 0 0 0,-34-153-7197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4.4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 1 9218 0 0,'-10'4'-115'0'0,"-8"4"6421"0"0,27-9-3922 0 0,-8 1-1936 0 0,3-1-30 0 0,17 1-633 0 0,0 0 1 0 0,25 5 0 0 0,-30-3-878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4.6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95 10594 0 0,'2'-2'147'0'0,"0"0"-1"0"0,0 0 0 0 0,0 0 1 0 0,0 0-1 0 0,0 0 1 0 0,0 0-1 0 0,0 1 1 0 0,1-1-1 0 0,-1 1 0 0 0,1 0 1 0 0,2-2-1 0 0,3-1 100 0 0,3-3 311 0 0,0 0 0 0 0,1 1 0 0 0,0 1 0 0 0,0 0 0 0 0,0 0 0 0 0,18-3-1 0 0,-15 5-697 0 0,1 1 0 0 0,28 0-1 0 0,-36 2-47 0 0,-1-1 0 0 0,1 1 0 0 0,-1-1 0 0 0,0-1 0 0 0,13-3 0 0 0,0-4 167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5.9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43 14283 0 0,'-2'-1'1272'0'0,"1"0"-1016"0"0,1-1-256 0 0,0 1 0 0 0,0 0 176 0 0,0-1-16 0 0,1 1 0 0 0,1-2 1 0 0,0-2 191 0 0,1-1 32 0 0,0-1 0 0 0,0 2 8 0 0,-2 1-712 0 0,-1 1-152 0 0,-1 3-24 0 0,-2 8-2545 0 0,-1 2-512 0 0,-4 3-104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6.8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25 183 11979 0 0,'-1'0'104'0'0,"1"0"0"0"0,-1-1 0 0 0,1 1 0 0 0,-1 0 0 0 0,1 0 0 0 0,-1 0 0 0 0,1-1 0 0 0,-1 1 0 0 0,1 0 0 0 0,-1 0 1 0 0,1 0-1 0 0,-1 0 0 0 0,1 0 0 0 0,-1 0 0 0 0,1 0 0 0 0,-1 0 0 0 0,1 0 0 0 0,-1 0 0 0 0,1 0 0 0 0,-1 0 0 0 0,1 0 1 0 0,-1 1-1 0 0,1-1 0 0 0,-1 0 0 0 0,1 0 0 0 0,-1 0 0 0 0,1 1 0 0 0,-1-1 0 0 0,1 0 0 0 0,0 1 0 0 0,-1-1 0 0 0,1 0 1 0 0,-1 1-1 0 0,1-1 0 0 0,0 0 0 0 0,-1 1 0 0 0,1-1 0 0 0,0 1 0 0 0,0-1 0 0 0,-1 1 0 0 0,1-1 0 0 0,0 1 0 0 0,0-1 1 0 0,0 1-1 0 0,0-1 0 0 0,-1 1 0 0 0,1-1 0 0 0,0 1 0 0 0,0-1 0 0 0,0 1 0 0 0,0 0 0 0 0,-3 33 199 0 0,2-29 14 0 0,0 22-192 0 0,1-1 1 0 0,1 1 0 0 0,1-1 0 0 0,2 1 0 0 0,0-1 0 0 0,16 48 0 0 0,-16-62-104 0 0,1 1-1 0 0,1-2 0 0 0,0 1 1 0 0,0-1-1 0 0,1 0 0 0 0,17 21 1 0 0,-19-26-13 0 0,1-1 0 0 0,0 1 0 0 0,0-1 0 0 0,1 0 0 0 0,0 0 0 0 0,0-1 1 0 0,0 0-1 0 0,0 0 0 0 0,0-1 0 0 0,1 0 0 0 0,0 0 0 0 0,8 2 0 0 0,-12-4 1 0 0,1 0-1 0 0,-1 0 1 0 0,1-1-1 0 0,0 0 1 0 0,-1 1 0 0 0,1-1-1 0 0,-1-1 1 0 0,1 1-1 0 0,0-1 1 0 0,-1 1 0 0 0,1-1-1 0 0,-1-1 1 0 0,1 1-1 0 0,-1-1 1 0 0,0 1-1 0 0,0-1 1 0 0,0-1 0 0 0,5-1-1 0 0,-4-1 50 0 0,0 1 1 0 0,0-1-1 0 0,0 0 0 0 0,0-1 0 0 0,-1 1 0 0 0,0-1 0 0 0,0 0 0 0 0,0 0 1 0 0,-1 0-1 0 0,5-12 0 0 0,-1-2 82 0 0,-1 0 0 0 0,-1-1 1 0 0,-1 0-1 0 0,0 1 0 0 0,-2-1 1 0 0,-1 0-1 0 0,0-22 0 0 0,-3 6-65 0 0,-1 1-1 0 0,-15-70 1 0 0,16 94-220 0 0,-1 1 1 0 0,-1 0 0 0 0,0 0-1 0 0,0 1 1 0 0,-1-1 0 0 0,-1 1-1 0 0,1 0 1 0 0,-2 0 0 0 0,1 1-1 0 0,-1 0 1 0 0,-1 0 0 0 0,0 0-1 0 0,-13-10 1 0 0,-13 0-1573 0 0,32 18 1487 0 0,0 0 0 0 0,1 1-1 0 0,-1-1 1 0 0,0 1 0 0 0,0 0 0 0 0,0 0 0 0 0,1-1-1 0 0,-1 1 1 0 0,0 0 0 0 0,0 0 0 0 0,0 1-1 0 0,0-1 1 0 0,1 0 0 0 0,-1 1 0 0 0,0-1 0 0 0,0 1-1 0 0,1-1 1 0 0,-1 1 0 0 0,-2 1 0 0 0,-4 4-1148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7.1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1 14283 0 0,'-4'4'188'0'0,"1"0"1"0"0,0 0-1 0 0,0 1 1 0 0,0-1-1 0 0,1 1 1 0 0,0 0-1 0 0,-1-1 1 0 0,2 1-1 0 0,-1 0 0 0 0,1 1 1 0 0,-2 9-1 0 0,-3 64 505 0 0,5-45-92 0 0,-1-9-298 0 0,-5 166 937 0 0,7-154-1595 0 0,2-1-1 0 0,2 1 0 0 0,10 42 1 0 0,-6-46-6074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7.4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 12899 0 0,'-7'2'3823'0'0,"8"-2"-3667"0"0,-1 0 1 0 0,1 0-1 0 0,-1 0 0 0 0,1 0 1 0 0,0 0-1 0 0,-1 0 0 0 0,1 0 1 0 0,-1 1-1 0 0,1-1 0 0 0,-1 0 1 0 0,1 0-1 0 0,-1 1 0 0 0,1-1 1 0 0,-1 0-1 0 0,0 1 0 0 0,1-1 1 0 0,-1 0-1 0 0,1 1 0 0 0,-1-1 1 0 0,0 1-1 0 0,1-1 0 0 0,-1 1 1 0 0,0-1-1 0 0,1 1 0 0 0,-1-1 1 0 0,0 2-1 0 0,3 8-50 0 0,0 0-1 0 0,-1 0 0 0 0,0 0 1 0 0,-1 1-1 0 0,-1-1 1 0 0,1 1-1 0 0,-1-1 1 0 0,-2 11-1 0 0,-16 94-33 0 0,10-71-39 0 0,0 1-72 0 0,-1-2-344 0 0,3 1-1 0 0,-1 49 0 0 0,8-75-523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7.7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91 4609 0 0,'-5'-25'73'0'0,"5"21"757"0"0,-1 1-1 0 0,1-1 0 0 0,0 1 1 0 0,0-1-1 0 0,0 1 1 0 0,0-1-1 0 0,2-4 0 0 0,-2 7-408 0 0,0-1 0 0 0,1 1 0 0 0,0-1 0 0 0,-1 1 0 0 0,1-1 0 0 0,0 1 0 0 0,0 0 0 0 0,0-1 0 0 0,0 1 0 0 0,0 0 0 0 0,0 0 0 0 0,0 0 0 0 0,0-1 0 0 0,1 1-1 0 0,-1 1 1 0 0,0-1 0 0 0,2-1 0 0 0,25-6 1327 0 0,-22 7-1640 0 0,0 0 0 0 0,0 1 0 0 0,0 0 0 0 0,0 1 0 0 0,0-1 0 0 0,0 1 0 0 0,0 1-1 0 0,0-1 1 0 0,0 1 0 0 0,0 0 0 0 0,0 0 0 0 0,-1 0 0 0 0,1 1 0 0 0,-1 0 0 0 0,0 0 0 0 0,0 0 0 0 0,0 1 0 0 0,0 0 0 0 0,0 0 0 0 0,-1 0 0 0 0,0 1 0 0 0,0-1 0 0 0,0 1 0 0 0,4 5 0 0 0,7 15-132 0 0,0 0-1 0 0,-1 0 1 0 0,20 53 0 0 0,-12-24 153 0 0,-2-17-79 0 0,29 44 1 0 0,7 11-2004 0 0,-50-82 432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37.9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71 99 8290 0 0,'-8'1'171'0'0,"-27"4"1159"0"0,34-5-1078 0 0,-1 0 0 0 0,1 0-1 0 0,0 0 1 0 0,0 0 0 0 0,0 0-1 0 0,0 0 1 0 0,-1 0 0 0 0,1 0-1 0 0,0-1 1 0 0,0 1 0 0 0,0 0-1 0 0,0-1 1 0 0,0 1 0 0 0,0-1 0 0 0,0 1-1 0 0,0-1 1 0 0,0 0 0 0 0,0 1-1 0 0,0-1 1 0 0,0 0 0 0 0,0 0-1 0 0,0 1 1 0 0,1-1 0 0 0,-2-2-1 0 0,2 2-106 0 0,0 0-1 0 0,0 0 1 0 0,0 0 0 0 0,0 0-1 0 0,1 0 1 0 0,-1 1-1 0 0,0-1 1 0 0,1 0-1 0 0,-1 0 1 0 0,0 0-1 0 0,1 0 1 0 0,-1 0-1 0 0,1 0 1 0 0,0 1-1 0 0,-1-1 1 0 0,1 0-1 0 0,0 0 1 0 0,-1 1-1 0 0,1-1 1 0 0,0 1-1 0 0,0-1 1 0 0,-1 0-1 0 0,1 1 1 0 0,0 0-1 0 0,2-2 1 0 0,24-13 845 0 0,-25 15-917 0 0,22-11 129 0 0,2 2 0 0 0,0 0-1 0 0,0 2 1 0 0,0 1-1 0 0,53-5 1 0 0,-47 8-687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4.4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64 272 3225 0 0,'-21'-80'2965'0'0,"15"61"-2023"0"0,0 1-1 0 0,1-1 1 0 0,1 0-1 0 0,1 0 0 0 0,1-1 1 0 0,1 1-1 0 0,4-39 2229 0 0,-3 58-3122 0 0,3 11 707 0 0,1 13-295 0 0,-16 222 2496 0 0,-1-51-2433 0 0,13-130-485 0 0,6 1009 90 0 0,22-782-59 0 0,-13-168-56 0 0,-12-93-201 0 0,-2 0 0 0 0,0 0 0 0 0,-2 0 0 0 0,-2-1 0 0 0,-12 59 0 0 0,9-67-756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5.0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806 54 5985 0 0,'-11'-7'261'0'0,"1"0"-1"0"0,0 1 1 0 0,-1 0-1 0 0,0 1 1 0 0,-1 1-1 0 0,1 0 1 0 0,-1 0-1 0 0,1 1 1 0 0,-1 0-1 0 0,0 1 1 0 0,0 1-1 0 0,-1 0 1 0 0,1 0 0 0 0,0 1-1 0 0,0 1 1 0 0,0 0-1 0 0,0 1 1 0 0,0 0-1 0 0,-16 5 1 0 0,7 0 51 0 0,1 1 0 0 0,-1 0-1 0 0,2 2 1 0 0,-1 0 0 0 0,1 2 0 0 0,1 0 0 0 0,0 1 0 0 0,1 0 0 0 0,-30 31 0 0 0,11-4-72 0 0,1 1 0 0 0,3 2 0 0 0,1 1 0 0 0,2 2 0 0 0,3 1 0 0 0,1 0 0 0 0,2 2 0 0 0,3 1 0 0 0,2 1 0 0 0,2 0 0 0 0,2 1 0 0 0,3 1-1 0 0,-10 105 1 0 0,20-134-223 0 0,1 0 0 0 0,1 1 0 0 0,1-1 0 0 0,1 0 0 0 0,1-1 0 0 0,1 1 0 0 0,1-1 0 0 0,1 0 0 0 0,1 0 0 0 0,2-1 0 0 0,0 0 0 0 0,1 0 0 0 0,1-1 0 0 0,0-1 0 0 0,2 0 0 0 0,1-1 0 0 0,0 0 0 0 0,1-1 0 0 0,1-1 0 0 0,30 24 0 0 0,-2-10 23 0 0,0-1 0 0 0,2-3 1 0 0,1-1-1 0 0,1-3 0 0 0,1-2 1 0 0,1-2-1 0 0,1-2 1 0 0,1-3-1 0 0,0-2 0 0 0,0-2 1 0 0,1-2-1 0 0,0-3 1 0 0,102-3-1 0 0,-134-4 36 0 0,0 0-1 0 0,0-1 1 0 0,0-1-1 0 0,0-1 1 0 0,-1-1-1 0 0,0-1 1 0 0,0-1 0 0 0,-1 0-1 0 0,0-2 1 0 0,0 0-1 0 0,-1-2 1 0 0,-1 0-1 0 0,0-1 1 0 0,0 0 0 0 0,-1-2-1 0 0,-1 0 1 0 0,-1-1-1 0 0,0 0 1 0 0,-1-1-1 0 0,0-1 1 0 0,-2 0 0 0 0,0-1-1 0 0,-1-1 1 0 0,-1 1-1 0 0,-1-1 1 0 0,9-29-1 0 0,-5-2 136 0 0,-2-1 0 0 0,-2-1 0 0 0,3-66 0 0 0,-14-159 514 0 0,1 241-631 0 0,-3-1 0 0 0,-1 1-1 0 0,-2 0 1 0 0,-16-54 0 0 0,17 76-96 0 0,0-1-1 0 0,-1 1 1 0 0,0 1 0 0 0,-1-1-1 0 0,-1 1 1 0 0,-1 1 0 0 0,1 0-1 0 0,-2 0 1 0 0,0 1 0 0 0,0 0-1 0 0,-1 1 1 0 0,-23-17 0 0 0,2 6-243 0 0,-1 1 0 0 0,-1 2 0 0 0,0 1 1 0 0,-1 2-1 0 0,-1 2 0 0 0,-1 1 0 0 0,-50-11 1 0 0,78 22 43 0 0,0 1 0 0 0,0 0 1 0 0,0 1-1 0 0,-1 0 0 0 0,1 0 1 0 0,0 1-1 0 0,0 0 0 0 0,0 1 1 0 0,0 0-1 0 0,0 1 1 0 0,1 0-1 0 0,-13 5 0 0 0,-9 9-832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5.4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60 7370 0 0,'-2'-4'126'0'0,"-6"-24"2050"0"0,8 26-1739 0 0,-1 0 1 0 0,1 0 0 0 0,0 0 0 0 0,0 0 0 0 0,0 0 0 0 0,0 0-1 0 0,0 0 1 0 0,0 0 0 0 0,0 0 0 0 0,1 1 0 0 0,-1-1-1 0 0,2-2 1 0 0,-2 4-349 0 0,0 0 0 0 0,1 0 0 0 0,-1 0-1 0 0,1 0 1 0 0,-1 0 0 0 0,1 0 0 0 0,-1 0-1 0 0,0 1 1 0 0,1-1 0 0 0,-1 0 0 0 0,0 0-1 0 0,1 1 1 0 0,-1-1 0 0 0,0 0 0 0 0,1 0-1 0 0,-1 1 1 0 0,0-1 0 0 0,1 0 0 0 0,-1 1-1 0 0,0-1 1 0 0,0 0 0 0 0,1 1 0 0 0,-1-1-1 0 0,0 1 1 0 0,0-1 0 0 0,0 0 0 0 0,0 1-1 0 0,0-1 1 0 0,0 1 0 0 0,1-1 0 0 0,-1 1-1 0 0,0-1 1 0 0,0 1 0 0 0,7 17 483 0 0,3 17-233 0 0,-1 1 1 0 0,-2-1-1 0 0,-2 1 0 0 0,-1 0 0 0 0,-1 41 0 0 0,11 83-2878 0 0,-11-145 854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5.8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110 175 920 0 0,'-3'-11'171'0'0,"-7"-28"1037"0"0,10 38-1151 0 0,0-1 1 0 0,-1 1-1 0 0,1 0 1 0 0,-1-1-1 0 0,1 1 1 0 0,-1 0-1 0 0,1-1 1 0 0,-1 1-1 0 0,0 0 1 0 0,0 0-1 0 0,0 0 1 0 0,1 0-1 0 0,-1 0 1 0 0,0 0-1 0 0,0 0 1 0 0,-1 0-1 0 0,1 0 1 0 0,0 0-1 0 0,0 1 1 0 0,-3-2-1 0 0,3 2 74 0 0,0 0-1 0 0,0 0 1 0 0,-1 1 0 0 0,1-1-1 0 0,0 0 1 0 0,0 1 0 0 0,0-1-1 0 0,-1 1 1 0 0,1-1 0 0 0,0 1-1 0 0,0 0 1 0 0,0-1 0 0 0,0 1 0 0 0,0 0-1 0 0,0 0 1 0 0,0 0 0 0 0,1 0-1 0 0,-1 0 1 0 0,0 0 0 0 0,0 0-1 0 0,0 1 1 0 0,-17 29 1171 0 0,13-21-890 0 0,2-4-217 0 0,-20 37 1229 0 0,22-41-1366 0 0,0 0 1 0 0,0 1-1 0 0,1-1 0 0 0,-1 0 1 0 0,0 1-1 0 0,1-1 1 0 0,0 1-1 0 0,-1-1 0 0 0,1 1 1 0 0,0-1-1 0 0,0 1 0 0 0,1-1 1 0 0,-1 1-1 0 0,0-1 1 0 0,1 0-1 0 0,1 4 0 0 0,-2-5-56 0 0,1-1-1 0 0,-1 1 0 0 0,1-1 1 0 0,-1 0-1 0 0,1 0 0 0 0,-1 1 1 0 0,1-1-1 0 0,0 0 0 0 0,-1 0 1 0 0,1 0-1 0 0,0 1 0 0 0,-1-1 1 0 0,1 0-1 0 0,-1 0 0 0 0,1 0 1 0 0,0 0-1 0 0,-1 0 1 0 0,1 0-1 0 0,0 0 0 0 0,-1-1 1 0 0,1 1-1 0 0,0 0 0 0 0,-1 0 1 0 0,1 0-1 0 0,-1-1 0 0 0,1 1 1 0 0,0 0-1 0 0,-1 0 0 0 0,1-1 1 0 0,-1 1-1 0 0,1-1 0 0 0,-1 1 1 0 0,1-1-1 0 0,-1 1 0 0 0,0 0 1 0 0,1-2-1 0 0,22-16 29 0 0,-23 17-30 0 0,17-16 787 0 0,-2-1 0 0 0,25-37 0 0 0,-32 41-284 0 0,1 1-1 0 0,0 0 0 0 0,1 1 0 0 0,0 0 1 0 0,1 1-1 0 0,0 0 0 0 0,1 0 1 0 0,25-16-1 0 0,-34 25-320 0 0,0 0 0 0 0,0 1 0 0 0,0-1 0 0 0,1 1 0 0 0,-1 0 0 0 0,1 0 1 0 0,-1 0-1 0 0,1 0 0 0 0,0 0 0 0 0,-1 1 0 0 0,1 0 0 0 0,0 0 0 0 0,-1 0 0 0 0,6 0 0 0 0,-6 1-139 0 0,0 0 0 0 0,0 1 0 0 0,-1-1 0 0 0,1 0-1 0 0,-1 1 1 0 0,1-1 0 0 0,-1 1 0 0 0,1 0 0 0 0,-1 0-1 0 0,0 0 1 0 0,0 0 0 0 0,0 0 0 0 0,0 1 0 0 0,0-1-1 0 0,-1 0 1 0 0,1 1 0 0 0,-1-1 0 0 0,2 5 0 0 0,11 24-64 0 0,14 40 0 0 0,5 14-2357 0 0,-18-54-4412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6.4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63 5529 0 0,'0'-5'763'0'0,"0"1"1"0"0,0-1-1 0 0,0 0 0 0 0,1 0 1 0 0,0 0-1 0 0,0 1 0 0 0,0-1 0 0 0,1 0 1 0 0,-1 1-1 0 0,1-1 0 0 0,4-5 0 0 0,-6 10-640 0 0,1 0-1 0 0,-1 1 1 0 0,1-1-1 0 0,-1 0 1 0 0,1 1-1 0 0,-1-1 1 0 0,1 1-1 0 0,-1-1 0 0 0,1 1 1 0 0,-1-1-1 0 0,0 1 1 0 0,1-1-1 0 0,-1 1 1 0 0,0-1-1 0 0,1 1 0 0 0,-1-1 1 0 0,0 1-1 0 0,0-1 1 0 0,1 1-1 0 0,-1 0 1 0 0,0-1-1 0 0,0 1 0 0 0,0-1 1 0 0,0 2-1 0 0,5 16 500 0 0,9 47 341 0 0,8 124 0 0 0,-16 70-904 0 0,-1-47 45 0 0,20 99-31 0 0,2 59-18 0 0,-25-197-52 0 0,17 248 61 0 0,2-293 191 0 0,-17-112-206 0 0,0-1 0 0 0,1 0 0 0 0,0 0 0 0 0,2-1 0 0 0,-1 1 0 0 0,11 14 0 0 0,-15-26-75 0 0,0-1 0 0 0,0 1 1 0 0,0-1-1 0 0,0 0 1 0 0,1 1-1 0 0,-1-1 1 0 0,1 0-1 0 0,-1 0 1 0 0,1-1-1 0 0,-1 1 1 0 0,1-1-1 0 0,0 1 1 0 0,0-1-1 0 0,0 0 1 0 0,0 0-1 0 0,3 1 0 0 0,-2-2-260 0 0,-1 1-1 0 0,0-1 1 0 0,0 0-1 0 0,1 0 1 0 0,-1 0-1 0 0,0-1 1 0 0,0 1-1 0 0,1-1 1 0 0,-1 1-1 0 0,3-3 0 0 0,12-4-6177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7.5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 37 2761 0 0,'-11'5'225'0'0,"9"-4"-107"0"0,1-1 1 0 0,-1 1 0 0 0,0 0-1 0 0,1 0 1 0 0,-1 0 0 0 0,0 0-1 0 0,1 0 1 0 0,-1 0 0 0 0,1 0-1 0 0,0 0 1 0 0,-1 1 0 0 0,0 1-1 0 0,1-2-70 0 0,1 1 1 0 0,0-1-1 0 0,-1 0 0 0 0,1 1 0 0 0,0-1 0 0 0,0 1 0 0 0,0-1 0 0 0,0 1 0 0 0,1-1 0 0 0,-1 1 0 0 0,0-1 0 0 0,0 1 0 0 0,1-1 0 0 0,-1 1 0 0 0,1-1 0 0 0,0 1 0 0 0,-1-1 0 0 0,1 0 0 0 0,1 3 0 0 0,0-2 93 0 0,0 1 0 0 0,0 0 0 0 0,0 0 0 0 0,0-1-1 0 0,1 1 1 0 0,-1-1 0 0 0,1 0 0 0 0,-1 0 0 0 0,1 0 0 0 0,0 0 0 0 0,0 0-1 0 0,0-1 1 0 0,0 1 0 0 0,0-1 0 0 0,0 0 0 0 0,0 1 0 0 0,1-2-1 0 0,-1 1 1 0 0,0 0 0 0 0,1-1 0 0 0,-1 1 0 0 0,0-1 0 0 0,1 0 0 0 0,4-1-1 0 0,10 0 740 0 0,0-1 0 0 0,0 0 0 0 0,24-8-1 0 0,-28 7-324 0 0,10-4 40 0 0,-15 4-408 0 0,0 1 0 0 0,0 0 0 0 0,0 0 0 0 0,14 0 0 0 0,-24 5-110 0 0,1-1 0 0 0,-1 1 0 0 0,0-1 1 0 0,1 1-1 0 0,-1 0 0 0 0,0-1 0 0 0,-1 1 1 0 0,1-1-1 0 0,0 0 0 0 0,-4 4 0 0 0,1-1 295 0 0,-6 4 873 0 0,10-9-1216 0 0,0 0 0 0 0,0 0-1 0 0,0 0 1 0 0,0 0 0 0 0,0 0 0 0 0,-1 1 0 0 0,1-1 0 0 0,0 0 0 0 0,0 0-1 0 0,0 0 1 0 0,0 0 0 0 0,0 0 0 0 0,0 1 0 0 0,0-1 0 0 0,0 0 0 0 0,0 0-1 0 0,0 0 1 0 0,0 0 0 0 0,0 0 0 0 0,0 1 0 0 0,0-1 0 0 0,1 0 0 0 0,-1 0-1 0 0,0 0 1 0 0,0 0 0 0 0,0 0 0 0 0,0 1 0 0 0,0-1 0 0 0,0 0-1 0 0,0 0 1 0 0,0 0 0 0 0,0 0 0 0 0,0 0 0 0 0,1 0 0 0 0,-1 0 0 0 0,0 0-1 0 0,0 1 1 0 0,0-1 0 0 0,0 0 0 0 0,0 0 0 0 0,0 0 0 0 0,1 0 0 0 0,-1 0-1 0 0,0 0 1 0 0,0 0 0 0 0,0 0 0 0 0,0 0 0 0 0,0 0 0 0 0,1 0 0 0 0,-1 0-1 0 0,0 0 1 0 0,0 0 0 0 0,0 0 0 0 0,0 0 0 0 0,0 0 0 0 0,1 0 0 0 0,-1 0-1 0 0,0 0 1 0 0,0 0 0 0 0,0 0 0 0 0,0 0 0 0 0,0 0 0 0 0,0 0-1 0 0,1-1 1 0 0,-1 1 0 0 0,0 0 0 0 0,0 0 0 0 0,0 0 0 0 0,176-22 336 0 0,520-47 249 0 0,-435 40-361 0 0,474 11 0 0 0,-693 20-257 0 0,110 7-44 0 0,-133-7 42 0 0,1 2 0 0 0,-1 0 0 0 0,0 1 0 0 0,-1 1 0 0 0,30 13 0 0 0,-38-14-201 0 0,0 1 0 0 0,-1 0-1 0 0,0 1 1 0 0,0 0-1 0 0,14 15 1 0 0,-19-18-893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7.8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 14 5353 0 0,'-13'-14'5996'0'0,"13"15"-5909"0"0,-1 16 4834 0 0,3-3-4777 0 0,14 67 2540 0 0,12 155 0 0 0,-20 85-1494 0 0,5 75-952 0 0,43-8-1034 0 0,-47-344-812 0 0,-3 0 0 0 0,2 50 0 0 0,-9-57-4931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8.4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0 4145 0 0,'-2'19'2148'0'0,"1"-16"-1753"0"0,1-1 1 0 0,-1 0-1 0 0,1 0 1 0 0,0 1-1 0 0,-1-1 1 0 0,1 1-1 0 0,0-1 1 0 0,1 0-1 0 0,-1 3 1 0 0,1-4-354 0 0,-1 0 1 0 0,1 0 0 0 0,0 0-1 0 0,-1 0 1 0 0,1 0 0 0 0,0-1-1 0 0,-1 1 1 0 0,1 0 0 0 0,0-1-1 0 0,0 1 1 0 0,-1 0 0 0 0,1-1-1 0 0,0 1 1 0 0,0-1 0 0 0,0 1-1 0 0,0-1 1 0 0,0 0 0 0 0,0 1-1 0 0,0-1 1 0 0,0 0 0 0 0,0 0-1 0 0,0 1 1 0 0,0-1 0 0 0,0 0-1 0 0,0 0 1 0 0,2 0 0 0 0,61-2-31 0 0,-43 1-14 0 0,38 2 0 0 0,-53 0 2 0 0,0-1-1 0 0,0 1 1 0 0,0 1-1 0 0,-1-1 1 0 0,1 1-1 0 0,0 0 1 0 0,-1 1-1 0 0,1-1 0 0 0,-1 1 1 0 0,9 6-1 0 0,-13-8 0 0 0,0 0 0 0 0,0 0 0 0 0,0 0 0 0 0,0 0 0 0 0,0 1 0 0 0,-1-1 0 0 0,1 0 0 0 0,0 0 0 0 0,-1 0 0 0 0,1 1 0 0 0,-1-1 0 0 0,0 0 0 0 0,1 1 0 0 0,-1-1-1 0 0,0 0 1 0 0,0 1 0 0 0,0-1 0 0 0,0 1 0 0 0,0-1 0 0 0,0 0 0 0 0,0 1 0 0 0,0-1 0 0 0,0 0 0 0 0,-1 1 0 0 0,1-1 0 0 0,-1 0 0 0 0,1 1 0 0 0,-1-1 0 0 0,1 0 0 0 0,-1 0-1 0 0,0 0 1 0 0,-1 2 0 0 0,-4 7-11 0 0,0-1 0 0 0,-1 0 0 0 0,-9 9 0 0 0,7-8 7 0 0,-50 54 50 0 0,34-37 9 0 0,-29 38-1 0 0,52-63-41 0 0,1 0 0 0 0,-1 0-1 0 0,1 0 1 0 0,0 0-1 0 0,0 0 1 0 0,0 1 0 0 0,0-1-1 0 0,0 1 1 0 0,0 3-1 0 0,1-5-2 0 0,0 0 0 0 0,-1 0 0 0 0,2 0 0 0 0,-1 0 0 0 0,0 0 0 0 0,0 0 0 0 0,0 0-1 0 0,0 0 1 0 0,1 0 0 0 0,-1-1 0 0 0,0 1 0 0 0,1 0 0 0 0,-1 0 0 0 0,1 0-1 0 0,-1 0 1 0 0,1-1 0 0 0,-1 1 0 0 0,2 1 0 0 0,1 1 92 0 0,1-1 0 0 0,0 0-1 0 0,0 1 1 0 0,0-1 0 0 0,0-1 0 0 0,0 1 0 0 0,1 0 0 0 0,6 0 0 0 0,-5 0 275 0 0,-1 0 0 0 0,1 0 0 0 0,0 0 0 0 0,10 6 0 0 0,-15-7-360 0 0,0 1-1 0 0,0-1 0 0 0,0 0 1 0 0,-1 1-1 0 0,1-1 1 0 0,0 1-1 0 0,-1-1 1 0 0,1 1-1 0 0,-1-1 1 0 0,1 1-1 0 0,-1 0 0 0 0,1-1 1 0 0,-1 1-1 0 0,0 0 1 0 0,0-1-1 0 0,0 1 1 0 0,0 0-1 0 0,0-1 1 0 0,0 1-1 0 0,-1 0 0 0 0,1-1 1 0 0,-1 1-1 0 0,1-1 1 0 0,-1 1-1 0 0,1-1 1 0 0,-1 1-1 0 0,-1 1 1 0 0,-20 42 133 0 0,11-27 59 0 0,1 0 1 0 0,-15 39 0 0 0,23-53-171 0 0,1 0 1 0 0,-1 0-1 0 0,1 1 1 0 0,0-1-1 0 0,0 0 1 0 0,1 1-1 0 0,-1-1 1 0 0,1 1-1 0 0,0-1 1 0 0,0 0-1 0 0,0 1 1 0 0,1-1-1 0 0,-1 1 1 0 0,1-1 0 0 0,0 0-1 0 0,1 1 1 0 0,-1-1-1 0 0,1 0 1 0 0,0 0-1 0 0,4 7 1 0 0,-2-8-155 0 0,0 1 0 0 0,0-1 0 0 0,1-1 0 0 0,-1 1 0 0 0,1-1 0 0 0,0 1 1 0 0,0-1-1 0 0,0-1 0 0 0,0 1 0 0 0,0-1 0 0 0,0 1 0 0 0,0-2 0 0 0,0 1 1 0 0,1 0-1 0 0,4-1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2:59.3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1726 0 920 0 0,'11'10'12640'0'0,"-4"0"-12017"0"0,-1 1 0 0 0,0-1 0 0 0,-1 1 0 0 0,0 0 0 0 0,-1 0-1 0 0,0 1 1 0 0,0-1 0 0 0,-1 1 0 0 0,2 19 0 0 0,6 120 344 0 0,-10-102-490 0 0,10 118-394 0 0,-2-31 17 0 0,-10 187 1 0 0,-22 312-57 0 0,15-269-24 0 0,-12-136 4 0 0,0-12 17 0 0,19-171-33 0 0,2 0-1 0 0,10 79 1 0 0,-5-89 61 0 0,1 0 0 0 0,2 0 1 0 0,1 0-1 0 0,2-1 0 0 0,1-1 1 0 0,2 0-1 0 0,2-1 0 0 0,31 48 1 0 0,-45-78-7 0 0,0 1 1 0 0,0-1-1 0 0,0 1 1 0 0,-1 0-1 0 0,0 0 1 0 0,0 0-1 0 0,0 1 1 0 0,0-1-1 0 0,-1 0 1 0 0,0 1-1 0 0,0-1 1 0 0,0 1-1 0 0,-1-1 0 0 0,0 7 1 0 0,-1-11-70 0 0,-1 0 0 0 0,0 0 0 0 0,1 0 0 0 0,-1 0 0 0 0,1-1 0 0 0,-1 1 0 0 0,0 0 0 0 0,1-1 0 0 0,-1 0 0 0 0,0 1 0 0 0,0-1 0 0 0,1 0 1 0 0,-1 0-1 0 0,0 0 0 0 0,-2 0 0 0 0,3 0 5 0 0,-3 1 1 0 0,-31 4 35 0 0,1-1 0 0 0,-1-2 1 0 0,0-2-1 0 0,-41-3 0 0 0,28-2 37 0 0,0 2 0 0 0,-1 2 0 0 0,1 2 0 0 0,0 2 0 0 0,-81 17 0 0 0,56-7 39 0 0,0-3-1 0 0,-1-3 1 0 0,-102-3 0 0 0,10-7 43 0 0,1 8-1 0 0,-282 45 1 0 0,427-47-329 0 0,0-1 0 0 0,0 0 0 0 0,-25-2 0 0 0,23-2-109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0.5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1 111 5985 0 0,'0'1'67'0'0,"0"1"0"0"0,0-1-1 0 0,0 1 1 0 0,0-1 0 0 0,1 1-1 0 0,-1 0 1 0 0,0-1 0 0 0,1 0-1 0 0,-1 1 1 0 0,1-1 0 0 0,0 1-1 0 0,0-1 1 0 0,-1 0 0 0 0,1 1 0 0 0,0-1-1 0 0,0 0 1 0 0,0 0 0 0 0,0 0-1 0 0,0 1 1 0 0,2 0 0 0 0,0 0 29 0 0,0 0 1 0 0,1-1 0 0 0,-1 1-1 0 0,0-1 1 0 0,0 0 0 0 0,1 0-1 0 0,-1 0 1 0 0,0 0 0 0 0,4 0 0 0 0,10 0 240 0 0,-1 0 1 0 0,0-2 0 0 0,20-1 0 0 0,-27 1-133 0 0,621-27 5211 0 0,-260 17-3121 0 0,-125-18-2262 0 0,-11 0-2 0 0,-214 31-352 0 0,-7-1-131 0 0,-13-1 447 0 0,0 0 0 0 0,0 0 1 0 0,1 0-1 0 0,-1 0 0 0 0,0 0 0 0 0,0 0 1 0 0,0 0-1 0 0,0 0 0 0 0,0 0 0 0 0,0 0 1 0 0,0 0-1 0 0,1 0 0 0 0,-1 0 0 0 0,0 0 1 0 0,0 0-1 0 0,0 0 0 0 0,0 0 0 0 0,0 0 1 0 0,0 0-1 0 0,0 0 0 0 0,1 0 0 0 0,-1 0 1 0 0,0 0-1 0 0,0 0 0 0 0,0-1 0 0 0,0 1 1 0 0,0 0-1 0 0,0 0 0 0 0,0 0 0 0 0,0 0 1 0 0,0 0-1 0 0,0 0 0 0 0,0 0 0 0 0,0-1 1 0 0,0 1-1 0 0,0 0 0 0 0,0 0 0 0 0,0 0 1 0 0,1 0-1 0 0,-1 0 0 0 0,0 0 0 0 0,0 0 1 0 0,0-1-1 0 0,-1 1 0 0 0,1 0 1 0 0,0 0-1 0 0,0 0 0 0 0,0 0 0 0 0,0 0 1 0 0,0 0-1 0 0,0 0 0 0 0,0-1 0 0 0,0 1 1 0 0,0 0-1 0 0,0 0 0 0 0,0 0 0 0 0,0 0 1 0 0,0-1-115 0 0,-21-18-144 0 0,20 18 272 0 0,0 0-1 0 0,0 0 1 0 0,-1 1-1 0 0,1-1 0 0 0,-1 0 1 0 0,1 0-1 0 0,0 1 1 0 0,-1-1-1 0 0,1 1 1 0 0,-1-1-1 0 0,1 1 1 0 0,-1 0-1 0 0,1 0 1 0 0,-1 0-1 0 0,0-1 0 0 0,1 2 1 0 0,-1-1-1 0 0,1 0 1 0 0,-1 0-1 0 0,1 0 1 0 0,-1 1-1 0 0,1-1 1 0 0,-1 0-1 0 0,-2 2 1 0 0,3-1 13 0 0,0 1 0 0 0,0-1 0 0 0,0 1 0 0 0,1-1 0 0 0,-1 1 0 0 0,0-1 0 0 0,1 1 0 0 0,-1-1 0 0 0,1 1 0 0 0,-1-1 0 0 0,1 1 0 0 0,0 0 0 0 0,-1-1 0 0 0,1 1 0 0 0,0 0 1 0 0,0-1-1 0 0,0 1 0 0 0,1 0 0 0 0,-1-1 0 0 0,0 1 0 0 0,1 0 0 0 0,0 1 0 0 0,2 13 114 0 0,1-1 0 0 0,0 0 0 0 0,2 0 0 0 0,11 24 0 0 0,-16-35-109 0 0,1-1-1 0 0,0 1 0 0 0,0-1 1 0 0,0 1-1 0 0,1-1 0 0 0,-1 1 0 0 0,1-1 1 0 0,0 0-1 0 0,0 0 0 0 0,0-1 0 0 0,0 1 1 0 0,1-1-1 0 0,-1 1 0 0 0,1-1 0 0 0,-1 0 1 0 0,1 0-1 0 0,0-1 0 0 0,0 1 1 0 0,0-1-1 0 0,0 0 0 0 0,0 0 0 0 0,0 0 1 0 0,5 0-1 0 0,-8 0-25 0 0,0-1 1 0 0,1 0-1 0 0,-1 0 0 0 0,0-1 1 0 0,1 1-1 0 0,-1 0 1 0 0,0 0-1 0 0,1-1 0 0 0,-1 1 1 0 0,0-1-1 0 0,1 1 0 0 0,-1-1 1 0 0,0 1-1 0 0,0-1 1 0 0,0 0-1 0 0,1 0 0 0 0,-1 0 1 0 0,0 1-1 0 0,0-1 1 0 0,0 0-1 0 0,0 0 0 0 0,-1 0 1 0 0,1-1-1 0 0,1 0 0 0 0,-1-1 6 0 0,0 0 1 0 0,0 1-1 0 0,0-1 0 0 0,-1 0 0 0 0,1 1 0 0 0,-1-1 0 0 0,0 0 0 0 0,1 0 0 0 0,-1 0 0 0 0,-1 0 0 0 0,1-3 0 0 0,-2-6 34 0 0,-1 1 0 0 0,0 0 0 0 0,0 0 0 0 0,-10-20 0 0 0,9 20 42 0 0,-1 1 0 0 0,-1 0 0 0 0,0 0 0 0 0,0 1 0 0 0,-1 0 0 0 0,-9-10 0 0 0,14 17-68 0 0,1 0 0 0 0,-1 1 0 0 0,-1-1 0 0 0,1 1 0 0 0,0-1 0 0 0,0 1 0 0 0,0 0 0 0 0,-1 0 0 0 0,1 0 0 0 0,-1 0 0 0 0,1 0 0 0 0,-1 0 0 0 0,1 1 0 0 0,-1-1 0 0 0,0 1 0 0 0,1-1 0 0 0,-1 1 0 0 0,1 0 0 0 0,-1 0 0 0 0,0 1 0 0 0,1-1 0 0 0,-1 0 0 0 0,1 1 0 0 0,-1 0 0 0 0,0-1 0 0 0,1 1 0 0 0,0 0 0 0 0,-1 0 0 0 0,1 1 0 0 0,0-1 0 0 0,-1 0 0 0 0,-2 3 0 0 0,-1 0-29 0 0,1 0 0 0 0,-1 1 0 0 0,1-1 0 0 0,0 1 0 0 0,0 0 0 0 0,1 1 0 0 0,-1-1 0 0 0,1 1 0 0 0,-3 6 0 0 0,6-11 8 0 0,0 1 0 0 0,0-1 0 0 0,1 1 1 0 0,-1-1-1 0 0,1 1 0 0 0,-1 0 1 0 0,1-1-1 0 0,0 1 0 0 0,0 0 1 0 0,-1-1-1 0 0,1 1 0 0 0,1 0 1 0 0,-1 0-1 0 0,0-1 0 0 0,0 1 1 0 0,0 0-1 0 0,1 1 0 0 0,0-1 3 0 0,1 0 0 0 0,-1 0-1 0 0,0-1 1 0 0,0 1 0 0 0,1-1 0 0 0,-1 1-1 0 0,0-1 1 0 0,1 1 0 0 0,0-1 0 0 0,-1 0-1 0 0,1 0 1 0 0,0 1 0 0 0,0-1 0 0 0,0-1 0 0 0,-1 1-1 0 0,1 0 1 0 0,4 1 0 0 0,0-1 0 0 0,0 1 1 0 0,0-1-1 0 0,0 0 1 0 0,0 0-1 0 0,1-1 1 0 0,-1 0-1 0 0,0 0 1 0 0,1 0-1 0 0,-1-1 1 0 0,0 0-1 0 0,0 0 1 0 0,0-1-1 0 0,0 0 1 0 0,0 0-1 0 0,0 0 1 0 0,10-6-1 0 0,-12 6 11 0 0,0 0-1 0 0,0-1 0 0 0,0 1 0 0 0,0-1 1 0 0,0 0-1 0 0,-1-1 0 0 0,0 1 1 0 0,1 0-1 0 0,-1-1 0 0 0,-1 0 1 0 0,1 0-1 0 0,0 0 0 0 0,-1 0 0 0 0,0 0 1 0 0,0 0-1 0 0,0-1 0 0 0,0 1 1 0 0,-1-1-1 0 0,0 1 0 0 0,0-1 1 0 0,0 1-1 0 0,0-10 0 0 0,0 14-52 0 0,-1-1-1 0 0,0 1 1 0 0,0-1-1 0 0,0 1 1 0 0,0-1-1 0 0,0 0 1 0 0,0 1-1 0 0,-1-1 1 0 0,1 1-1 0 0,0-1 1 0 0,0 1-1 0 0,0-1 1 0 0,0 1-1 0 0,-1-1 1 0 0,1 1-1 0 0,0-1 1 0 0,-1 1 0 0 0,1-1-1 0 0,0 1 1 0 0,-1-1-1 0 0,1 1 1 0 0,0-1-1 0 0,-1 1 1 0 0,1 0-1 0 0,-1-1 1 0 0,1 1-1 0 0,-1 0 1 0 0,1-1-1 0 0,-1 1 1 0 0,1 0-1 0 0,-1 0 1 0 0,1-1-1 0 0,-1 1 1 0 0,1 0-1 0 0,-1 0 1 0 0,1 0-1 0 0,-1 0 1 0 0,0 0-1 0 0,1 0 1 0 0,-1 0-1 0 0,1 0 1 0 0,-1 0-1 0 0,1 0 1 0 0,-1 0 0 0 0,0 0-1 0 0,1 0 1 0 0,-2 1-1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1.3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120 51 2304 0 0,'-50'27'1027'0'0,"41"-22"-198"0"0,1 1 0 0 0,0 0 0 0 0,0 0-1 0 0,0 0 1 0 0,1 1 0 0 0,-9 12 0 0 0,15-19-725 0 0,1 0 1 0 0,-1 1-1 0 0,1-1 1 0 0,0 0-1 0 0,-1 1 1 0 0,1-1 0 0 0,0 1-1 0 0,-1-1 1 0 0,1 1-1 0 0,0-1 1 0 0,0 1-1 0 0,-1-1 1 0 0,1 1 0 0 0,0-1-1 0 0,0 1 1 0 0,0-1-1 0 0,0 1 1 0 0,0-1-1 0 0,0 1 1 0 0,0-1 0 0 0,0 1-1 0 0,0-1 1 0 0,0 1-1 0 0,0 0 1 0 0,0-1-1 0 0,0 1 1 0 0,0-1-1 0 0,0 1 1 0 0,0-1 0 0 0,1 1-1 0 0,-1-1 1 0 0,0 1-1 0 0,0-1 1 0 0,1 1-1 0 0,-1-1 1 0 0,2 1 39 0 0,-1 0 0 0 0,1 0 1 0 0,-1 0-1 0 0,1-1 0 0 0,-1 1 0 0 0,1-1 0 0 0,-1 1 1 0 0,1-1-1 0 0,-1 0 0 0 0,1 0 0 0 0,3 1 0 0 0,46-5 1490 0 0,-49 4-1474 0 0,230-43 4033 0 0,-26 3-3012 0 0,-57 25-912 0 0,224 5 0 0 0,-299 10-189 0 0,369 15-69 0 0,-132-3 47 0 0,-302-11-57 0 0,7-1 28 0 0,1 1 1 0 0,0-2-1 0 0,-1 0 0 0 0,25-6 0 0 0,-40 7-24 0 0,0 0 0 0 0,-1 0 1 0 0,1 0-1 0 0,0 0 0 0 0,0 0 1 0 0,-1-1-1 0 0,1 1 0 0 0,0 0 0 0 0,0-1 1 0 0,-1 1-1 0 0,1-1 0 0 0,0 1 0 0 0,-1-1 1 0 0,1 1-1 0 0,0-1 0 0 0,-1 1 1 0 0,1-1-1 0 0,-1 0 0 0 0,1 1 0 0 0,-1-1 1 0 0,1 0-1 0 0,-1 1 0 0 0,0-1 1 0 0,1 0-1 0 0,-1 1 0 0 0,1-3 0 0 0,-1 2-32 0 0,0 0-1 0 0,-1-1 1 0 0,1 1-1 0 0,0 0 0 0 0,-1 0 1 0 0,1-1-1 0 0,0 1 0 0 0,-1 0 1 0 0,0 0-1 0 0,1 0 1 0 0,-1 0-1 0 0,0 0 0 0 0,1 0 1 0 0,-1 0-1 0 0,-1-1 1 0 0,-2-3-715 0 0,-1 0 0 0 0,0 1 1 0 0,0 0-1 0 0,0 0 0 0 0,-10-6 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1.5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3 1840 0 0,'-2'-2'742'0'0,"2"2"-668"0"0,0 0 0 0 0,0 0 0 0 0,0 0 0 0 0,0 0 0 0 0,-1 0 0 0 0,1 0 0 0 0,0 0 1 0 0,0 0-1 0 0,0 0 0 0 0,-1 0 0 0 0,1 0 0 0 0,0 0 0 0 0,0 0 0 0 0,0 0 0 0 0,-1 0 0 0 0,1 0 1 0 0,0 0-1 0 0,-3 1 1037 0 0,3 0-1036 0 0,-5 10 2874 0 0,2 7-1422 0 0,3-4-1020 0 0,0 0 0 0 0,0 0 0 0 0,1 0 0 0 0,1 0 0 0 0,1 0 0 0 0,0-1 0 0 0,0 1 0 0 0,1-1 0 0 0,7 14 0 0 0,-9-23-346 0 0,0 0-1 0 0,0 0 0 0 0,1 0 0 0 0,-1-1 0 0 0,1 0 0 0 0,0 1 0 0 0,0-1 0 0 0,1 0 0 0 0,-1 0 0 0 0,0 0 0 0 0,1-1 0 0 0,0 1 1 0 0,0-1-1 0 0,-1 0 0 0 0,1 0 0 0 0,1 0 0 0 0,-1-1 0 0 0,0 1 0 0 0,0-1 0 0 0,0 0 0 0 0,1 0 0 0 0,-1-1 0 0 0,1 1 0 0 0,-1-1 1 0 0,0 0-1 0 0,7-1 0 0 0,-8 1-48 0 0,1 0 1 0 0,0-1-1 0 0,-1 0 1 0 0,1 0-1 0 0,-1 0 1 0 0,0 0-1 0 0,1 0 0 0 0,-1-1 1 0 0,0 1-1 0 0,0-1 1 0 0,0 0-1 0 0,0 0 1 0 0,0 0-1 0 0,0-1 1 0 0,0 1-1 0 0,-1 0 1 0 0,1-1-1 0 0,-1 0 1 0 0,0 0-1 0 0,0 0 1 0 0,0 0-1 0 0,0 0 0 0 0,0 0 1 0 0,0 0-1 0 0,-1 0 1 0 0,0-1-1 0 0,0 1 1 0 0,0-1-1 0 0,0 1 1 0 0,0-1-1 0 0,-1 1 1 0 0,1-7-1 0 0,-1 5-37 0 0,0-1 0 0 0,-1 0-1 0 0,0 1 1 0 0,0-1 0 0 0,0 1 0 0 0,-1-1 0 0 0,1 1-1 0 0,-1-1 1 0 0,-1 1 0 0 0,1 0 0 0 0,-1 0-1 0 0,0 0 1 0 0,-6-8 0 0 0,6 9-179 0 0,-1 0 0 0 0,1 1 0 0 0,-1-1 1 0 0,1 1-1 0 0,-1 0 0 0 0,0 0 0 0 0,-5-3 0 0 0,6 5-447 0 0,-1-1 0 0 0,1 1 0 0 0,0-1 0 0 0,-1 1-1 0 0,1 0 1 0 0,-1 1 0 0 0,1-1 0 0 0,-1 1 0 0 0,1-1 0 0 0,-6 1 0 0 0,-7 2-6691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2.4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51 6913 0 0,'1'-4'583'0'0,"-1"1"0"0"0,1-1 0 0 0,-1 0-1 0 0,1 1 1 0 0,0-1 0 0 0,0 1 0 0 0,1-1-1 0 0,-1 1 1 0 0,1 0 0 0 0,1-4 0 0 0,-2 7-533 0 0,-1-1 0 0 0,0 0 0 0 0,1 1 1 0 0,-1-1-1 0 0,1 1 0 0 0,-1-1 1 0 0,1 1-1 0 0,0-1 0 0 0,-1 1 0 0 0,1-1 1 0 0,-1 1-1 0 0,1 0 0 0 0,0-1 1 0 0,-1 1-1 0 0,1 0 0 0 0,0-1 0 0 0,0 1 1 0 0,-1 0-1 0 0,1 0 0 0 0,0 0 1 0 0,1-1-1 0 0,-1 2-22 0 0,0-1 0 0 0,0 0-1 0 0,0 1 1 0 0,0-1 0 0 0,0 1 0 0 0,0-1 0 0 0,0 1 0 0 0,0 0 0 0 0,0-1 0 0 0,0 1-1 0 0,-1 0 1 0 0,1 0 0 0 0,0-1 0 0 0,0 1 0 0 0,-1 0 0 0 0,1 0 0 0 0,0 0-1 0 0,-1 0 1 0 0,1 1 0 0 0,2 4 95 0 0,0 1 0 0 0,-1-1 0 0 0,0 0 0 0 0,0 1 0 0 0,-1-1 0 0 0,0 1 0 0 0,1 11 0 0 0,-21-28-380 0 0,5-4-902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2.8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61 1376 0 0,'-1'1'178'0'0,"0"-1"-1"0"0,0 1 1 0 0,0 0-1 0 0,0-1 1 0 0,0 1 0 0 0,0 0-1 0 0,0-1 1 0 0,1 1-1 0 0,-1 0 1 0 0,0 0-1 0 0,1 0 1 0 0,-1-1-1 0 0,0 1 1 0 0,1 0-1 0 0,-1 0 1 0 0,1 0 0 0 0,-1 0-1 0 0,1 0 1 0 0,0 0-1 0 0,-1 1 1 0 0,1-1-1 0 0,0 0 1 0 0,0 0-1 0 0,0 0 1 0 0,-1 0-1 0 0,1 0 1 0 0,1 0 0 0 0,-1 0-1 0 0,0 0 1 0 0,0 0-1 0 0,1 2 1 0 0,8 45 2579 0 0,-4-28-2088 0 0,-4-13-488 0 0,1 7 72 0 0,1 0 0 0 0,0 0 0 0 0,1 0 0 0 0,10 25 1 0 0,-12-35-254 0 0,1 0 1 0 0,-1 0 0 0 0,1 0 0 0 0,0-1 0 0 0,0 1-1 0 0,0-1 1 0 0,0 0 0 0 0,0 0 0 0 0,1 0 0 0 0,-1 0-1 0 0,1-1 1 0 0,0 1 0 0 0,0-1 0 0 0,0 0 0 0 0,0 0-1 0 0,0 0 1 0 0,1-1 0 0 0,-1 0 0 0 0,9 2 0 0 0,4 0 55 0 0,1-1 1 0 0,-1 0 0 0 0,31-2-1 0 0,-42 0 48 0 0,0 0 0 0 0,0-1 0 0 0,0 0 0 0 0,0 0 0 0 0,-1 0-1 0 0,1-1 1 0 0,0 0 0 0 0,-1 0 0 0 0,0 0 0 0 0,1-1 0 0 0,-1 0-1 0 0,0 0 1 0 0,0 0 0 0 0,8-7 0 0 0,-11 7-32 0 0,0 0 0 0 0,-1 0 0 0 0,1 0 0 0 0,-1 1 0 0 0,0-1 0 0 0,0-1 0 0 0,0 1 0 0 0,0 0-1 0 0,0 0 1 0 0,-1 0 0 0 0,0 0 0 0 0,1-1 0 0 0,-1 1 0 0 0,0 0 0 0 0,0 0 0 0 0,-1 0 0 0 0,1-1 0 0 0,-1 1 0 0 0,-1-5 0 0 0,-3-10 179 0 0,-1 1 1 0 0,-9-21 0 0 0,11 28-12 0 0,-2-4 43 0 0,-1 1 0 0 0,0 0 1 0 0,0 0-1 0 0,-16-19 0 0 0,-13-3-1053 0 0,31 32 28 0 0,0 0 0 0 0,0 0 0 0 0,0 1 0 0 0,0-1 0 0 0,0 1 0 0 0,-8-3 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3.3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5529 0 0,'26'7'4823'0'0,"-18"-3"-3956"0"0,0 1 1 0 0,-1 1 0 0 0,0-1 0 0 0,0 1 0 0 0,0 0 0 0 0,-1 1 0 0 0,0-1 0 0 0,10 15 0 0 0,38 68 278 0 0,-31-49-1083 0 0,44 70-799 0 0,-51-86 112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3.7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 3225 0 0,'6'-8'7668'0'0,"-5"8"-7546"0"0,14 6 2714 0 0,-11-1-2549 0 0,0 1 1 0 0,1-1-1 0 0,-2 1 0 0 0,1 0 0 0 0,-1 0 1 0 0,0 0-1 0 0,5 13 0 0 0,11 52 488 0 0,-4-15-414 0 0,-13-52-372 0 0,4 17-117 0 0,1-1 0 0 0,0 0 0 0 0,2 0-1 0 0,1 0 1 0 0,0-1 0 0 0,1-1 0 0 0,18 23 0 0 0,-16-27-902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3.9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79 1376 0 0,'-4'-13'-950'0'0,"2"8"2277"0"0,0 0 0 0 0,0 0 0 0 0,1 0 0 0 0,0-1-1 0 0,0 1 1 0 0,0-10 0 0 0,1 14-1044 0 0,0 0 0 0 0,0 0 0 0 0,1 0 0 0 0,-1 0-1 0 0,0 1 1 0 0,0-1 0 0 0,1 0 0 0 0,-1 0 0 0 0,0 0 0 0 0,5-4 2262 0 0,-3 3-2262 0 0,0 1-169 0 0,-1 1 0 0 0,1-1-1 0 0,0 1 1 0 0,0-1 0 0 0,-1 1 0 0 0,1 0 0 0 0,0-1-1 0 0,0 1 1 0 0,0 0 0 0 0,-1 0 0 0 0,1 0-1 0 0,4 1 1 0 0,9 2 234 0 0,1 0 0 0 0,-1 1-1 0 0,0 0 1 0 0,0 2 0 0 0,0-1 0 0 0,-1 2-1 0 0,1 0 1 0 0,-2 1 0 0 0,1 0 0 0 0,-1 1-1 0 0,12 11 1 0 0,0 1-653 0 0,25 28 0 0 0,18 29-5698 0 0,-55-63 3953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4.1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96 6913 0 0,'7'-6'305'0'0,"0"0"63"0"0,1 1-296 0 0,-1-1-72 0 0,0 3 0 0 0,-2 1 0 0 0,2-2 80 0 0,7-2 0 0 0,6-5 0 0 0,8-2 0 0 0,6-4-80 0 0,-1 1 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5.3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9218 0 0,'18'32'4276'0'0,"-6"-16"-3123"0"0,-1 0 0 0 0,0 2 0 0 0,9 21 0 0 0,-16-31-1104 0 0,-1 1-1 0 0,-1-1 1 0 0,1 0-1 0 0,-1 1 0 0 0,-1-1 1 0 0,1 1-1 0 0,-2 0 1 0 0,1-1-1 0 0,-2 19 1 0 0,0-24-25 0 0,1-2-6 0 0,0 0 1 0 0,0 1-1 0 0,-1-1 0 0 0,1 0 0 0 0,0 1 0 0 0,0-1 0 0 0,0 1 0 0 0,0-1 0 0 0,1 1 0 0 0,-1-1 1 0 0,0 0-1 0 0,0 1 0 0 0,1-1 0 0 0,-1 0 0 0 0,1 1 0 0 0,-1-1 0 0 0,3 3 0 0 0,-3-4 33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5.8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149 293 1840 0 0,'3'-14'4799'0'0,"-1"-3"1674"0"0,-2 17-6413 0 0,0-1 0 0 0,-1 1 0 0 0,1-1 0 0 0,0 1 0 0 0,0 0 0 0 0,-1-1 0 0 0,1 1 0 0 0,0-1 0 0 0,-1 1 0 0 0,1 0 0 0 0,0-1 0 0 0,-1 1 0 0 0,1 0 0 0 0,-1 0 0 0 0,1-1 0 0 0,-1 1 0 0 0,1 0 0 0 0,0 0 0 0 0,-1 0 0 0 0,1 0 0 0 0,-1-1 0 0 0,1 1 0 0 0,-1 0 0 0 0,1 0 0 0 0,-1 0 0 0 0,1 0 0 0 0,-1 0 0 0 0,1 0 0 0 0,-1 0 0 0 0,1 0 1 0 0,-1 0-1 0 0,1 0 0 0 0,-1 1 0 0 0,0-1 0 0 0,-6 1 302 0 0,0-1 1 0 0,-1 0 0 0 0,1 0 0 0 0,-1 0-1 0 0,1-1 1 0 0,-1 0 0 0 0,1-1 0 0 0,0 1-1 0 0,0-1 1 0 0,0-1 0 0 0,-11-4-1 0 0,15 5-297 0 0,0 0 0 0 0,0 0 0 0 0,1 0 0 0 0,-1 0 0 0 0,1 0 0 0 0,-1-1 0 0 0,1 1 0 0 0,0-1 0 0 0,0 0 0 0 0,0 1 0 0 0,0-1 0 0 0,0 0 0 0 0,1 0 0 0 0,-1 0 0 0 0,1-1 0 0 0,0 1 0 0 0,0 0 0 0 0,0 0 0 0 0,0-1 0 0 0,1 1 0 0 0,-1 0 0 0 0,1-1 0 0 0,0 1 0 0 0,0-1 0 0 0,0 1 0 0 0,0 0 0 0 0,2-7 0 0 0,0 3-43 0 0,0-1 1 0 0,0 1 0 0 0,1 0 0 0 0,0 0 0 0 0,0 0 0 0 0,1 0 0 0 0,-1 1 0 0 0,2-1 0 0 0,-1 1 0 0 0,1 0 0 0 0,0 0 0 0 0,0 1 0 0 0,0-1-1 0 0,10-6 1 0 0,-8 6-25 0 0,0 1 0 0 0,1 0-1 0 0,0 0 1 0 0,0 1 0 0 0,0 0 0 0 0,0 0-1 0 0,1 0 1 0 0,-1 1 0 0 0,1 1-1 0 0,0 0 1 0 0,17-3 0 0 0,-24 5 1 0 0,0 0 1 0 0,-1 0-1 0 0,1 0 1 0 0,0 0-1 0 0,0 1 1 0 0,0-1-1 0 0,-1 0 1 0 0,1 1-1 0 0,0-1 1 0 0,-1 1-1 0 0,1 0 1 0 0,0-1-1 0 0,-1 1 1 0 0,1 0-1 0 0,-1 0 0 0 0,1 0 1 0 0,-1 0-1 0 0,1 0 1 0 0,-1 0-1 0 0,3 3 1 0 0,-2-1 2 0 0,-1 0 0 0 0,1 0 0 0 0,0 0 0 0 0,-1 0 1 0 0,0 1-1 0 0,1-1 0 0 0,-1 0 0 0 0,-1 1 0 0 0,1-1 0 0 0,0 5 0 0 0,0 8 11 0 0,0 0 0 0 0,-2-1 0 0 0,-3 28 0 0 0,3-37-13 0 0,-5 25-16 0 0,-18 56 1 0 0,15-58-9 0 0,1 1 0 0 0,-9 59-1 0 0,16-81 23 0 0,1 0-1 0 0,-1 1 1 0 0,2-1-1 0 0,-1 0 1 0 0,1 0-1 0 0,1 0 1 0 0,-1 0-1 0 0,1 0 1 0 0,1 0-1 0 0,-1-1 0 0 0,1 1 1 0 0,1-1-1 0 0,-1 1 1 0 0,1-1-1 0 0,9 11 1 0 0,-9-13 4 0 0,1-1-1 0 0,0 1 1 0 0,0-1 0 0 0,0-1 0 0 0,0 1 0 0 0,1-1 0 0 0,0 0 0 0 0,-1 0 0 0 0,1 0-1 0 0,0-1 1 0 0,0 0 0 0 0,1 0 0 0 0,-1-1 0 0 0,0 1 0 0 0,1-1 0 0 0,12 0 0 0 0,-10-1 0 0 0,0 0 1 0 0,0 0 0 0 0,0-1-1 0 0,0 0 1 0 0,0 0 0 0 0,0-1-1 0 0,0-1 1 0 0,0 1 0 0 0,-1-1-1 0 0,1-1 1 0 0,12-6 0 0 0,-20 9-2 0 0,0 1 1 0 0,-1-1 0 0 0,1 1 0 0 0,0-1 0 0 0,0 0-1 0 0,0 0 1 0 0,0 1 0 0 0,-1-1 0 0 0,1 0-1 0 0,0 0 1 0 0,-1 0 0 0 0,1 0 0 0 0,0 0 0 0 0,-1 0-1 0 0,1 0 1 0 0,-1 0 0 0 0,0 0 0 0 0,1 0-1 0 0,-1 0 1 0 0,0 0 0 0 0,1 0 0 0 0,-1 0 0 0 0,0 0-1 0 0,0 0 1 0 0,0-2 0 0 0,-1 0 7 0 0,0 1 0 0 0,1-1 0 0 0,-1 1 0 0 0,0 0 0 0 0,0-1 0 0 0,0 1 0 0 0,-1 0 0 0 0,1 0 0 0 0,-1 0 0 0 0,1 0 0 0 0,-3-2 0 0 0,-5-5 45 0 0,-1 0 1 0 0,0 0-1 0 0,-15-9 1 0 0,24 17-51 0 0,-26-17 62 0 0,-1 1 1 0 0,-1 1-1 0 0,-43-18 0 0 0,-2 11-6554 0 0,47 17-324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6.4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12 163 9218 0 0,'-6'48'5041'0'0,"3"-23"-4781"0"0,1 0-1 0 0,1 1 1 0 0,1-1 0 0 0,2 0-1 0 0,7 46 1 0 0,-7-64-255 0 0,0 0 0 0 0,0 0 0 0 0,0-1 0 0 0,1 1 0 0 0,0 0 0 0 0,0-1 0 0 0,1 0 0 0 0,0 0 0 0 0,0 0 0 0 0,1 0 0 0 0,-1-1 0 0 0,1 1 0 0 0,0-1 0 0 0,0-1 0 0 0,1 1 0 0 0,0-1 0 0 0,0 0 0 0 0,0 0 0 0 0,0 0 0 0 0,0-1 0 0 0,1 0 0 0 0,0 0 0 0 0,-1-1 0 0 0,1 0 0 0 0,9 2 0 0 0,-11-3 63 0 0,1 0-1 0 0,0 0 0 0 0,0-1 0 0 0,0 1 0 0 0,0-1 0 0 0,0-1 1 0 0,0 1-1 0 0,0-1 0 0 0,0 0 0 0 0,-1-1 0 0 0,1 1 0 0 0,0-1 0 0 0,10-5 1 0 0,-14 6-39 0 0,1-1 0 0 0,-1 1 1 0 0,0-1-1 0 0,0 0 1 0 0,0 1-1 0 0,0-1 0 0 0,0 0 1 0 0,0 0-1 0 0,0-1 0 0 0,-1 1 1 0 0,1 0-1 0 0,-1 0 1 0 0,1-1-1 0 0,-1 1 0 0 0,0-1 1 0 0,0 1-1 0 0,0-1 0 0 0,-1 0 1 0 0,1 1-1 0 0,0-1 1 0 0,-1 0-1 0 0,0 1 0 0 0,0-1 1 0 0,1 0-1 0 0,-2 0 1 0 0,1 1-1 0 0,0-1 0 0 0,0 0 1 0 0,-1 1-1 0 0,0-1 0 0 0,-1-5 1 0 0,-6-14 53 0 0,-2 1 0 0 0,0 0 0 0 0,-21-33 0 0 0,16 29 75 0 0,-18-39 0 0 0,25 46-52 0 0,2 5 71 0 0,1 0-1 0 0,0-1 1 0 0,0 0 0 0 0,2 0-1 0 0,-3-15 1 0 0,5 25-133 0 0,1 1 0 0 0,0-1 0 0 0,0 1 0 0 0,0-1 0 0 0,0 1 0 0 0,1 0-1 0 0,0-1 1 0 0,-1 1 0 0 0,1 0 0 0 0,0-1 0 0 0,1 1 0 0 0,-1 0 0 0 0,0 0 0 0 0,1 0 0 0 0,0 0 0 0 0,0 0 0 0 0,0 0 0 0 0,0 1 0 0 0,0-1 0 0 0,1 0 0 0 0,-1 1 0 0 0,1 0 0 0 0,-1 0 0 0 0,1 0 0 0 0,0 0 0 0 0,5-3-1 0 0,7-2-3 0 0,0 0 0 0 0,0 1 0 0 0,0 1 0 0 0,20-5 0 0 0,-26 8-24 0 0,0 0-1 0 0,0 1 0 0 0,1 0 0 0 0,-1 0 0 0 0,1 1 0 0 0,-1 1 0 0 0,0-1 0 0 0,15 4 1 0 0,-20-3-40 0 0,-1 1 1 0 0,0-1-1 0 0,0 1 1 0 0,0 0-1 0 0,-1-1 1 0 0,1 1-1 0 0,0 1 1 0 0,-1-1-1 0 0,1 0 1 0 0,-1 1-1 0 0,0-1 1 0 0,0 1 0 0 0,0 0-1 0 0,0 0 1 0 0,0-1-1 0 0,-1 1 1 0 0,1 1-1 0 0,-1-1 1 0 0,0 0-1 0 0,0 0 1 0 0,0 0-1 0 0,0 1 1 0 0,0 4 0 0 0,2 12-254 0 0,0-1 0 0 0,-2 39 1 0 0,-1-33 164 0 0,0-19 88 0 0,0 1-1 0 0,1 0 1 0 0,0-1-1 0 0,0 1 1 0 0,0-1-1 0 0,1 1 0 0 0,0-1 1 0 0,0 0-1 0 0,1 0 1 0 0,0 0-1 0 0,0 0 1 0 0,0 0-1 0 0,0 0 1 0 0,6 5-1 0 0,-5-7 24 0 0,0 0 0 0 0,0-1 0 0 0,1 1 0 0 0,-1-1 0 0 0,1 0 1 0 0,0 0-1 0 0,0 0 0 0 0,0-1 0 0 0,1 0 0 0 0,-1 0 0 0 0,1 0 0 0 0,-1-1 0 0 0,1 1 0 0 0,-1-1 0 0 0,1-1 0 0 0,10 1 0 0 0,-11-1 22 0 0,0 1 0 0 0,0-1 0 0 0,1 0 0 0 0,-1-1 0 0 0,0 0 0 0 0,0 1 0 0 0,1-2 1 0 0,-1 1-1 0 0,0 0 0 0 0,0-1 0 0 0,6-3 0 0 0,-9 4 14 0 0,-1-1 0 0 0,1 1 1 0 0,-1-1-1 0 0,1 1 0 0 0,-1-1 0 0 0,1 0 1 0 0,-1 1-1 0 0,0-1 0 0 0,0 0 0 0 0,0 0 1 0 0,0 0-1 0 0,0 0 0 0 0,0 0 0 0 0,-1 0 1 0 0,1 0-1 0 0,-1 0 0 0 0,1 0 0 0 0,-1 0 1 0 0,0 0-1 0 0,0 0 0 0 0,0 0 0 0 0,0 0 1 0 0,0-1-1 0 0,0 1 0 0 0,-1 0 0 0 0,1 0 1 0 0,-1 0-1 0 0,1 0 0 0 0,-1 0 0 0 0,-1-3 1 0 0,-5-13 41 0 0,0-1 0 0 0,-2 2 0 0 0,0-1 0 0 0,-1 1 0 0 0,0 0 1 0 0,-2 1-1 0 0,0 0 0 0 0,0 1 0 0 0,-2 1 0 0 0,1 0 0 0 0,-29-21 0 0 0,37 31-442 0 0,-1 1 1 0 0,1 0-1 0 0,-1 0 0 0 0,0 1 0 0 0,1 0 0 0 0,-1 0 0 0 0,0 0 0 0 0,0 1 0 0 0,-12-2 0 0 0,2 3-897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6.97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0 359 5065 0 0,'10'3'14765'0'0,"-1"-13"-15376"0"0,-6 6 721 0 0,-1 0 0 0 0,1 1 0 0 0,-1-1 0 0 0,0 0 0 0 0,-1-1 0 0 0,1 1 0 0 0,-1 0 0 0 0,1-1 0 0 0,-1 1 0 0 0,0 0 0 0 0,-1-1 0 0 0,1-7 0 0 0,-2-1 26 0 0,0-1 0 0 0,-5-24 0 0 0,4 28-27 0 0,0 0-1 0 0,0 1 1 0 0,1-1-1 0 0,1 0 0 0 0,0 0 1 0 0,0 0-1 0 0,3-17 1 0 0,-2 19-52 0 0,2 0 1 0 0,-1 0 0 0 0,1 0-1 0 0,1 0 1 0 0,-1 0 0 0 0,1 1-1 0 0,1-1 1 0 0,-1 1 0 0 0,1 0 0 0 0,0 0-1 0 0,8-7 1 0 0,-9 11-52 0 0,0-1 1 0 0,0 2-1 0 0,0-1 0 0 0,0 0 0 0 0,1 1 1 0 0,-1-1-1 0 0,0 1 0 0 0,1 1 0 0 0,0-1 1 0 0,0 1-1 0 0,-1-1 0 0 0,1 1 1 0 0,0 1-1 0 0,0-1 0 0 0,0 1 0 0 0,0-1 1 0 0,0 2-1 0 0,0-1 0 0 0,0 0 1 0 0,9 3-1 0 0,-10-2-6 0 0,1 0 1 0 0,-1 1-1 0 0,0 0 1 0 0,1-1-1 0 0,-1 2 0 0 0,0-1 1 0 0,0 0-1 0 0,0 1 1 0 0,-1-1-1 0 0,1 1 1 0 0,-1 0-1 0 0,1 1 0 0 0,-1-1 1 0 0,0 0-1 0 0,0 1 1 0 0,4 7-1 0 0,2 5-12 0 0,-1 0 0 0 0,-1 0 0 0 0,7 21 1 0 0,-10-25 6 0 0,0 0 0 0 0,1 1 1 0 0,1-2-1 0 0,0 1 1 0 0,0-1-1 0 0,9 12 1 0 0,-13-21 13 0 0,0 0 0 0 0,0 1 0 0 0,0-1 0 0 0,1 0 1 0 0,-1 0-1 0 0,1-1 0 0 0,0 1 0 0 0,-1 0 0 0 0,1-1 0 0 0,0 1 0 0 0,0-1 1 0 0,0 0-1 0 0,0 0 0 0 0,0 0 0 0 0,0-1 0 0 0,0 1 0 0 0,0-1 0 0 0,4 1 1 0 0,-1-2 4 0 0,-1 1 0 0 0,0-1 1 0 0,0 0-1 0 0,1 0 0 0 0,-1-1 0 0 0,0 0 1 0 0,0 1-1 0 0,0-2 0 0 0,9-4 1 0 0,2-4-11 0 0,0-1 0 0 0,-1 0 0 0 0,0-1 0 0 0,21-25 0 0 0,4-7-2402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7.8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36 6913 0 0,'0'-2'382'0'0,"1"0"-1"0"0,-1 1 0 0 0,0-1 0 0 0,1 0 0 0 0,-1 0 0 0 0,1 1 0 0 0,0-1 0 0 0,-1 1 0 0 0,1-1 0 0 0,0 0 0 0 0,0 1 0 0 0,0-1 0 0 0,0 1 0 0 0,0 0 0 0 0,0-1 1 0 0,1 1-1 0 0,-1 0 0 0 0,0 0 0 0 0,2-2 0 0 0,-2 3-261 0 0,0-1 0 0 0,0 1 0 0 0,0 0 1 0 0,-1-1-1 0 0,1 1 0 0 0,0-1 0 0 0,0 1 0 0 0,0 0 1 0 0,0 0-1 0 0,0 0 0 0 0,0-1 0 0 0,0 1 0 0 0,-1 0 1 0 0,1 0-1 0 0,0 0 0 0 0,0 0 0 0 0,0 1 0 0 0,0-1 1 0 0,0 0-1 0 0,0 0 0 0 0,0 0 0 0 0,0 1 0 0 0,-1-1 1 0 0,1 0-1 0 0,0 1 0 0 0,0-1 0 0 0,0 1 0 0 0,-1-1 1 0 0,1 1-1 0 0,0 0 0 0 0,0-1 0 0 0,-1 1 0 0 0,1-1 1 0 0,-1 1-1 0 0,1 0 0 0 0,-1 0 0 0 0,1-1 0 0 0,-1 1 1 0 0,2 1-1 0 0,4 10 122 0 0,-1 0-1 0 0,0 0 1 0 0,0 0 0 0 0,-1 1 0 0 0,4 19-1 0 0,6 71 179 0 0,-11-76-372 0 0,12 71-62 0 0,37 127 0 0 0,-49-214-442 0 0,10 42 369 0 0,-13-50-274 0 0,1-1-1 0 0,-1 1 0 0 0,0 0 0 0 0,0-1 1 0 0,0 1-1 0 0,0 0 0 0 0,0-1 0 0 0,0 1 1 0 0,-1 0-1 0 0,1-1 0 0 0,-1 1 0 0 0,0-1 0 0 0,0 1 1 0 0,0-1-1 0 0,0 1 0 0 0,-2 2 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8.1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90 2304 0 0,'0'0'126'0'0,"-1"-1"-1"0"0,0 1 0 0 0,0-1 0 0 0,1 1 1 0 0,-1-1-1 0 0,0 0 0 0 0,1 1 1 0 0,-1-1-1 0 0,1 0 0 0 0,-1 0 0 0 0,1 1 1 0 0,-1-1-1 0 0,1 0 0 0 0,-1 0 0 0 0,1 0 1 0 0,0 0-1 0 0,-1 0 0 0 0,1 0 0 0 0,0 1 1 0 0,0-1-1 0 0,0 0 0 0 0,0 0 0 0 0,0 0 1 0 0,0 0-1 0 0,0 0 0 0 0,0 0 0 0 0,0 0 1 0 0,0 0-1 0 0,0 0 0 0 0,1 0 0 0 0,-1-1 1 0 0,2-1 202 0 0,0 1 1 0 0,-1-1-1 0 0,1 1 1 0 0,0 0 0 0 0,0 0-1 0 0,1 0 1 0 0,-1 0-1 0 0,0 0 1 0 0,1 0 0 0 0,3-2-1 0 0,4-2 641 0 0,1 1-1 0 0,0 0 1 0 0,1 0-1 0 0,16-4 1 0 0,-17 7-572 0 0,0 0 0 0 0,1 1 0 0 0,-1 0 0 0 0,0 1 1 0 0,1 0-1 0 0,-1 1 0 0 0,1 0 0 0 0,-1 1 0 0 0,0 0 1 0 0,0 0-1 0 0,0 2 0 0 0,0-1 0 0 0,0 1 0 0 0,-1 1 0 0 0,0 0 1 0 0,13 8-1 0 0,-10-4-528 0 0,-1-1 1 0 0,-1 2 0 0 0,1-1-1 0 0,-2 2 1 0 0,11 11-1 0 0,-11-9-1185 0 0,0 0-1 0 0,-1 0 0 0 0,-1 1 0 0 0,11 22 0 0 0,-12-17-4780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8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95 3681 0 0,'0'0'57'0'0,"-1"0"1"0"0,1 0 0 0 0,-1 0-1 0 0,1 0 1 0 0,-1 0 0 0 0,1 0-1 0 0,0 0 1 0 0,-1 0 0 0 0,1 0-1 0 0,-1 0 1 0 0,1 0-1 0 0,-1 0 1 0 0,1 0 0 0 0,0 0-1 0 0,-1 0 1 0 0,1 0 0 0 0,-1-1-1 0 0,1 1 1 0 0,0 0 0 0 0,-1 0-1 0 0,1 0 1 0 0,-1-1 0 0 0,1 1-1 0 0,0 0 1 0 0,0-1-1 0 0,-1 1 1 0 0,1 0 0 0 0,0-1-1 0 0,-1 1 1 0 0,1 0 0 0 0,0-1-1 0 0,0 1 1 0 0,-1-1 0 0 0,17-6 3977 0 0,-9 5-3587 0 0,60-23 2713 0 0,-18 6-4177 0 0,59-13 0 0 0,-95 29 1109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9.0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11522 0 0,'12'6'601'0'0,"15"7"752"0"0,0 1 0 0 0,38 28-1 0 0,-56-35-1198 0 0,-1 1 0 0 0,1-1-1 0 0,-2 1 1 0 0,1 1-1 0 0,-1 0 1 0 0,0 0-1 0 0,-1 0 1 0 0,0 1-1 0 0,-1 0 1 0 0,6 14-1 0 0,-1 2 12 0 0,-2 2-1 0 0,0-1 1 0 0,5 41-1 0 0,3 88-53 0 0,-12-101-190 0 0,0-5-54 0 0,-1-16-1419 0 0,-1-12-2378 0 0,0-1-1637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09.9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76 100 2304 0 0,'-19'-1'312'0'0,"14"1"190"0"0,1 0 1 0 0,0 0 0 0 0,-1 0-1 0 0,1-1 1 0 0,0 0-1 0 0,0 0 1 0 0,-1 0 0 0 0,1 0-1 0 0,0 0 1 0 0,0-1 0 0 0,-5-3-1 0 0,9 5-425 0 0,0-1 0 0 0,0 1 0 0 0,0-1 0 0 0,0 1 0 0 0,0-1 1 0 0,0 0-1 0 0,0 1 0 0 0,0-1 0 0 0,0 1 0 0 0,0-1 0 0 0,0 1 0 0 0,0-1 0 0 0,1 0 0 0 0,-1 1 0 0 0,0-1 0 0 0,0 1 0 0 0,1-1 0 0 0,-1 1 0 0 0,0-1 0 0 0,1 1 0 0 0,-1 0 0 0 0,1-1 0 0 0,-1 1 1 0 0,0-1-1 0 0,1 1 0 0 0,-1 0 0 0 0,1-1 0 0 0,-1 1 0 0 0,1 0 0 0 0,-1-1 0 0 0,1 1 0 0 0,-1 0 0 0 0,1 0 0 0 0,-1 0 0 0 0,2-1 0 0 0,19-9 1290 0 0,113-46 4273 0 0,-122 55-4522 0 0,-8 1-1209 0 0,0-1 96 0 0,0 0 0 0 0,0 1 0 0 0,0 0 0 0 0,0 0 0 0 0,0 0 1 0 0,0 0-1 0 0,0 1 0 0 0,0-1 0 0 0,-1 1 0 0 0,1 0 0 0 0,0 0 0 0 0,0 1 0 0 0,-1-1 0 0 0,1 1 1 0 0,-1 0-1 0 0,1-1 0 0 0,-1 2 0 0 0,0-1 0 0 0,1 0 0 0 0,-1 1 0 0 0,0-1 0 0 0,-1 1 0 0 0,1 0 1 0 0,0 0-1 0 0,-1 0 0 0 0,0 0 0 0 0,0 1 0 0 0,0-1 0 0 0,0 0 0 0 0,0 1 0 0 0,0 0 0 0 0,-1-1 1 0 0,0 1-1 0 0,0 0 0 0 0,0 0 0 0 0,0 0 0 0 0,-1 0 0 0 0,1-1 0 0 0,-1 1 0 0 0,0 0 0 0 0,0 0 1 0 0,-1 0-1 0 0,1 0 0 0 0,-1 0 0 0 0,1 0 0 0 0,-1 0 0 0 0,-2 4 0 0 0,-4 7-15 0 0,-1 0 0 0 0,0 0 0 0 0,-1-1 0 0 0,-17 22 0 0 0,-3 4-4 0 0,29-40 14 0 0,1 0 0 0 0,-1 1 0 0 0,0-1 0 0 0,1 0 0 0 0,-1 0 0 0 0,0 1 0 0 0,1-1 0 0 0,-1 0 0 0 0,0 0 0 0 0,1 0 0 0 0,-1 1 0 0 0,1-1 0 0 0,-1 0 0 0 0,0 0 0 0 0,1 0 0 0 0,-1 0 0 0 0,1 0 0 0 0,-1 0 0 0 0,1 0 0 0 0,-1 0 0 0 0,0 0 0 0 0,1 0 0 0 0,-1 0 0 0 0,1 0 0 0 0,-1 0 0 0 0,1 0 0 0 0,-1 0 0 0 0,0 0 0 0 0,1-1 0 0 0,-1 1 0 0 0,1 0 0 0 0,-1 0 0 0 0,1-1 0 0 0,19-3 0 0 0,3-4 77 0 0,1 2 0 0 0,0 0-1 0 0,0 2 1 0 0,0 0 0 0 0,28 0-1 0 0,-45 4-56 0 0,0 0 0 0 0,0 1 0 0 0,0 0 0 0 0,0 0 0 0 0,0 0 0 0 0,0 1 0 0 0,0 0 0 0 0,0 1 0 0 0,-1-1 0 0 0,1 1 0 0 0,-1 0 0 0 0,1 1 0 0 0,-1 0 0 0 0,-1 0 0 0 0,1 0 0 0 0,0 1 0 0 0,-1-1 0 0 0,0 1 0 0 0,0 0 0 0 0,0 1 0 0 0,-1 0 0 0 0,5 7 0 0 0,-6-7-13 0 0,0-1-1 0 0,-1 1 0 0 0,0 0 0 0 0,0 0 0 0 0,0 0 0 0 0,-1 0 0 0 0,0 0 0 0 0,0 0 0 0 0,-1 0 1 0 0,1 0-1 0 0,-1 0 0 0 0,-1 1 0 0 0,1-1 0 0 0,-1 0 0 0 0,0 0 0 0 0,-1 0 0 0 0,1 0 0 0 0,-1 0 1 0 0,0 0-1 0 0,-1 0 0 0 0,1-1 0 0 0,-1 1 0 0 0,-5 6 0 0 0,-2 4 105 0 0,0-1-1 0 0,-1-1 1 0 0,-1 0-1 0 0,0 0 1 0 0,-1-1-1 0 0,-25 19 1 0 0,24-22-70 0 0,1-1 1 0 0,-26 12-1 0 0,9-8-5951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3.0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50 3225 0 0,'-5'-2'859'0'0,"0"0"1"0"0,0 0 0 0 0,0 0-1 0 0,0 0 1 0 0,0 1 0 0 0,-1 0 0 0 0,1 0-1 0 0,0 1 1 0 0,-1-1 0 0 0,-9 1-1 0 0,65-13 4362 0 0,77-8-3292 0 0,-116 20-1860 0 0,0 0 0 0 0,0 1 0 0 0,0 1 1 0 0,0 0-1 0 0,0 0 0 0 0,-1 1 0 0 0,1 1 0 0 0,-1-1 1 0 0,13 6-1 0 0,-6 0-493 0 0,-1 0 0 0 0,0 1 0 0 0,0 1 0 0 0,23 18 0 0 0,-20-14-6192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3.1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1 0 12515 0 0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3.3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85 6913 0 0,'59'-33'6299'0'0,"-38"24"-5316"0"0,0 1-1 0 0,1 0 1 0 0,1 2-1 0 0,31-6 1 0 0,-25 8-1322 0 0,0 1 0 0 0,1 1 1 0 0,30 3-1 0 0,-35 0-5701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3.8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156 22 6913 0 0,'-58'-7'1996'0'0,"28"4"2114"0"0,-37-9 1 0 0,126 23-400 0 0,-37-8-3486 0 0,-1 1 0 0 0,0 0 0 0 0,24 10 0 0 0,29 17-114 0 0,-2 3 0 0 0,-2 3 1 0 0,90 63-1 0 0,-126-74-125 0 0,-1 2 0 0 0,-1 1 0 0 0,-1 1 1 0 0,41 54-1 0 0,-58-70 28 0 0,-11-11-10 0 0,0 0 1 0 0,1 0 0 0 0,-1 0 0 0 0,-1 0 0 0 0,1 1 0 0 0,0-1-1 0 0,-1 1 1 0 0,1 0 0 0 0,-1 0 0 0 0,0 0 0 0 0,2 5 0 0 0,-6-6 13 0 0,1 1 0 0 0,0-1 0 0 0,-1 0 0 0 0,0 0-1 0 0,0-1 1 0 0,1 1 0 0 0,-2 0 0 0 0,1-1 0 0 0,0 1 0 0 0,0-1 0 0 0,-5 4 0 0 0,-9 11 68 0 0,-61 82 88 0 0,-91 92 0 0 0,10-15-15 0 0,149-165-188 0 0,4-6-73 0 0,1 0 1 0 0,0 0 0 0 0,0 0 0 0 0,0 1 0 0 0,1-1-1 0 0,-1 1 1 0 0,-4 12 0 0 0,7-11-764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4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304 66 456 0 0,'0'-6'-78'0'0,"0"0"823"0"0,0 1 1 0 0,0-1-1 0 0,0 1 1 0 0,1-1 0 0 0,0 1-1 0 0,0-1 1 0 0,0 1-1 0 0,1 0 1 0 0,2-6 0 0 0,-22 25 6776 0 0,3-1-6755 0 0,-47 57 862 0 0,-85 129-1 0 0,88-114-1172 0 0,58-84-455 0 0,-1 1 0 0 0,1 0-1 0 0,0-1 1 0 0,0 1-1 0 0,0 0 1 0 0,0 0 0 0 0,0-1-1 0 0,0 1 1 0 0,1 0 0 0 0,-1 0-1 0 0,0 0 1 0 0,1 0 0 0 0,0 0-1 0 0,-1 0 1 0 0,1 0-1 0 0,0 0 1 0 0,0 0 0 0 0,0 0-1 0 0,0 0 1 0 0,1 3 0 0 0,1-2-1 0 0,-1-1 1 0 0,0 0-1 0 0,1 1 1 0 0,0-1-1 0 0,0 0 1 0 0,0 0-1 0 0,0 0 1 0 0,0 0-1 0 0,0 0 1 0 0,0-1-1 0 0,0 1 1 0 0,1 0 0 0 0,-1-1-1 0 0,4 2 1 0 0,30 20 266 0 0,-1 2-1 0 0,0 2 1 0 0,-3 1 0 0 0,48 53 0 0 0,38 31 138 0 0,49 17-1923 0 0,-124-101-5670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5.2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44 1 6913 0 0,'-36'2'5631'0'0,"29"-2"-2689"0"0,24 0-1810 0 0,39-3-636 0 0,0 4 0 0 0,102 13 1 0 0,-100 2-2337 0 0,-41-9-4025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5.5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68 8290 0 0,'21'-2'1219'0'0,"0"0"0"0"0,29-7 0 0 0,3 0 704 0 0,61-10 1124 0 0,-52 8-3518 0 0,86-4 0 0 0,-122 15-869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6.0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87 79 2761 0 0,'-17'-13'2515'0'0,"1"0"0"0"0,-22-25 1 0 0,23 23 907 0 0,53 33 448 0 0,-20-10-3598 0 0,41 22 519 0 0,68 47-1 0 0,22 12-76 0 0,62 8-243 0 0,49 25 125 0 0,-258-121-569 0 0,0 0 1 0 0,0 0 0 0 0,0 0 0 0 0,0 1-1 0 0,0-1 1 0 0,0 0 0 0 0,0 1 0 0 0,0 0-1 0 0,0-1 1 0 0,-1 1 0 0 0,1 0 0 0 0,-1 0-1 0 0,1 0 1 0 0,-1 0 0 0 0,0 0 0 0 0,1 0-1 0 0,-1 0 1 0 0,0 1 0 0 0,1 3 0 0 0,-3-3 2 0 0,1 0-1 0 0,0 0 1 0 0,-1 0 0 0 0,0 0 0 0 0,0-1 0 0 0,0 1 0 0 0,0 0 0 0 0,0 0 0 0 0,0-1 0 0 0,-1 1-1 0 0,1-1 1 0 0,-1 1 0 0 0,0-1 0 0 0,0 0 0 0 0,0 1 0 0 0,-2 1 0 0 0,-38 39 23 0 0,-2-1 1 0 0,-52 36-1 0 0,1 1 19 0 0,5 2-1 0 0,29-25-168 0 0,-2-2 1 0 0,-71 46-1 0 0,114-90-4235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3:16.8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379 78 1208 0 0,'0'-3'161'0'0,"1"0"0"0"0,0 0 0 0 0,0 1 0 0 0,0-1 0 0 0,1 0 0 0 0,-1 0 0 0 0,1 1-1 0 0,-1-1 1 0 0,1 1 0 0 0,0-1 0 0 0,0 1 0 0 0,0 0 0 0 0,0 0 0 0 0,0 0 0 0 0,1 0 0 0 0,-1 0-1 0 0,1 0 1 0 0,-1 0 0 0 0,5-1 0 0 0,1-2 540 0 0,0 1 0 0 0,1-1 0 0 0,-1 2-1 0 0,1-1 1 0 0,11-2 0 0 0,-20 6-677 0 0,0 0 0 0 0,0 0 0 0 0,0-1 0 0 0,0 1 0 0 0,1 0-1 0 0,-1 0 1 0 0,0 0 0 0 0,0 0 0 0 0,1 0 0 0 0,-1 0 0 0 0,0-1 0 0 0,0 1 0 0 0,1 0-1 0 0,-1 0 1 0 0,0 0 0 0 0,0 0 0 0 0,1 0 0 0 0,-1 0 0 0 0,0 0 0 0 0,0 0-1 0 0,1 0 1 0 0,-1 0 0 0 0,0 0 0 0 0,0 0 0 0 0,1 0 0 0 0,-1 0 0 0 0,0 1 0 0 0,0-1-1 0 0,0 0 1 0 0,1 0 0 0 0,-1 0 0 0 0,0 0 0 0 0,0 0 0 0 0,1 0 0 0 0,-1 1 0 0 0,0-1-1 0 0,0 0 1 0 0,0 0 0 0 0,0 0 0 0 0,1 1 0 0 0,-1-1 0 0 0,0 0 0 0 0,0 0 0 0 0,0 0-1 0 0,0 1 1 0 0,0-1 0 0 0,0 0 0 0 0,0 0 0 0 0,1 1 0 0 0,-1-1 0 0 0,-10 14 1115 0 0,-21 14 1253 0 0,-28 18-1455 0 0,3 3-1 0 0,-96 106 0 0 0,128-126-650 0 0,1 1 0 0 0,1 1 0 0 0,2 0 0 0 0,2 2-1 0 0,1 0 1 0 0,1 1 0 0 0,-20 65 0 0 0,35-96-277 0 0,-1 1 0 0 0,1 0 0 0 0,1-1 0 0 0,-1 1 0 0 0,0 0 0 0 0,1 0 0 0 0,0 0 0 0 0,0 0 0 0 0,0 0 0 0 0,1-1 0 0 0,-1 1 0 0 0,1 0 0 0 0,0 0 0 0 0,0 0 0 0 0,2 3 0 0 0,-1-3 4 0 0,0-1 0 0 0,1 1-1 0 0,-1-1 1 0 0,1 0 0 0 0,0 0-1 0 0,0 0 1 0 0,1-1 0 0 0,-1 1 0 0 0,0-1-1 0 0,1 0 1 0 0,0 0 0 0 0,-1 0-1 0 0,1 0 1 0 0,4 1 0 0 0,67 30 541 0 0,137 84 0 0 0,-126-65-416 0 0,3-4 0 0 0,119 46-1 0 0,-205-93-135 0 0,10 4-195 0 0,0 0 0 0 0,0 1 1 0 0,0 0-1 0 0,-1 1 0 0 0,0 0 1 0 0,-1 1-1 0 0,1 0 1 0 0,15 16-1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4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36 112 5529 0 0,'-8'-44'930'0'0,"6"35"217"0"0,1-1-1 0 0,-2 0 0 0 0,1 1 0 0 0,-8-18 1 0 0,10 27-1106 0 0,0 0 1 0 0,0 0-1 0 0,0 0 0 0 0,0 0 1 0 0,0-1-1 0 0,0 1 1 0 0,0 0-1 0 0,0 0 1 0 0,0 0-1 0 0,0 0 1 0 0,-1 0-1 0 0,1-1 1 0 0,0 1-1 0 0,0 0 1 0 0,0 0-1 0 0,0 0 1 0 0,0 0-1 0 0,0 0 0 0 0,-1 0 1 0 0,1 0-1 0 0,0-1 1 0 0,0 1-1 0 0,0 0 1 0 0,0 0-1 0 0,0 0 1 0 0,-1 0-1 0 0,1 0 1 0 0,0 0-1 0 0,0 0 1 0 0,0 0-1 0 0,0 0 1 0 0,-1 0-1 0 0,1 0 1 0 0,0 0-1 0 0,0 0 0 0 0,0 0 1 0 0,0 0-1 0 0,-1 0 1 0 0,1 0-1 0 0,0 0 1 0 0,0 0-1 0 0,0 0 1 0 0,0 1-1 0 0,-1-1 1 0 0,1 0-1 0 0,0 0 1 0 0,0 0-1 0 0,0 0 1 0 0,0 0-1 0 0,0 0 0 0 0,0 0 1 0 0,-1 0-1 0 0,1 1 1 0 0,0-1-1 0 0,0 0 1 0 0,0 0-1 0 0,0 0 1 0 0,0 0-1 0 0,0 1 1 0 0,-2 17 4531 0 0,6 16-4213 0 0,-1 42 0 0 0,3 33 152 0 0,21 277-374 0 0,-28 2 128 0 0,2 66-85 0 0,5-276 555 0 0,-28 296 0 0 0,20-465-671 0 0,2-1 1 0 0,0 1-1 0 0,0-1 1 0 0,1 10-1 0 0,-1-16-172 0 0,0-1-1 0 0,0 1 1 0 0,1 0-1 0 0,-1-1 1 0 0,0 1-1 0 0,1 0 1 0 0,-1-1-1 0 0,1 1 0 0 0,-1-1 1 0 0,1 1-1 0 0,0-1 1 0 0,0 1-1 0 0,0-1 1 0 0,0 0-1 0 0,0 1 1 0 0,0-1-1 0 0,0 0 1 0 0,0 0-1 0 0,1 0 1 0 0,-1 0-1 0 0,0 0 1 0 0,1 0-1 0 0,-1 0 1 0 0,0 0-1 0 0,1 0 1 0 0,-1 0-1 0 0,4 0 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14 7226 0 0,'-7'-2'164'0'0,"0"0"0"0"0,0 0 1 0 0,0 1-1 0 0,0 0 0 0 0,0 0 1 0 0,0 0-1 0 0,0 1 0 0 0,0 0 1 0 0,-10 2-1 0 0,3-1 129 0 0,-10 0 741 0 0,0 1-1 0 0,0 1 1 0 0,1 1-1 0 0,-1 1 1 0 0,1 1-1 0 0,-26 10 1 0 0,49-16-925 0 0,0 0 0 0 0,0 0 1 0 0,-1 0-1 0 0,1 0 0 0 0,-5 3 1859 0 0,5-3-1859 0 0,0 0 1 0 0,0 1-1 0 0,0-1 0 0 0,0 0 1 0 0,0 0-1 0 0,-1 1 0 0 0,1-1 0 0 0,0 0 1 0 0,0 1-1 0 0,0-1 0 0 0,18 2 2051 0 0,205-22-1370 0 0,82-3-839 0 0,-160 18 102 0 0,111 1 59 0 0,-187 6-83 0 0,117 19 0 0 0,-154-18-1764 0 0,-29-3 1345 0 0,-1 0 0 0 0,0 0 0 0 0,0-1 0 0 0,0 1 0 0 0,0-1 0 0 0,0 1 0 0 0,1-1 0 0 0,-1 0 0 0 0,0 0 0 0 0,-1 0 0 0 0,1 0 0 0 0,3-2 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5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5065 0 0,'-10'0'-154'0'0,"-5"1"4672"0"0,30 0-1306 0 0,42 4-368 0 0,75 8 1363 0 0,-100-8-4155 0 0,-1 1-1 0 0,36 13 1 0 0,-35 0-3674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6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0 2761 0 0,'-1'0'403'0'0,"-1"0"0"0"0,0 1 0 0 0,0-1 0 0 0,0 0 0 0 0,0 1 0 0 0,0-1 0 0 0,1 1 0 0 0,-1 0 0 0 0,0 0 0 0 0,0-1 1 0 0,1 1-1 0 0,-1 0 0 0 0,0 0 0 0 0,1 1 0 0 0,-1-1 0 0 0,1 0 0 0 0,0 0 0 0 0,-1 1 0 0 0,1-1 0 0 0,0 1 0 0 0,0-1 1 0 0,0 1-1 0 0,0 0 0 0 0,0-1 0 0 0,0 1 0 0 0,0 0 0 0 0,1-1 0 0 0,-1 1 0 0 0,1 0 0 0 0,-1 0 0 0 0,0 2 0 0 0,-1 8 617 0 0,1 0-1 0 0,0 0 0 0 0,1 23 1 0 0,0-20-978 0 0,13 323 2242 0 0,-3-131-1849 0 0,3 81-142 0 0,72 410 0 0 0,-28-302-1503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7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34 177 1376 0 0,'-33'16'18466'0'0,"35"-12"-18353"0"0,12 18 79 0 0,-13-22-175 0 0,24-1 1161 0 0,45-8-1 0 0,8-1-978 0 0,426-33-120 0 0,238-30 41 0 0,209 12-48 0 0,-811 53 32 0 0,189 14 0 0 0,-318-5-103 0 0,178 8 11 0 0,-158-10 80 0 0,0 0-1 0 0,-1-3 1 0 0,0 0-1 0 0,35-10 1 0 0,-57 11-153 0 0,1 0-116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8.4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57 3225 0 0,'0'-14'445'0'0,"1"10"-180"0"0,-1-1 1 0 0,0 0 0 0 0,-5-23 11550 0 0,2 32-11354 0 0,-4 9 51 0 0,-1 0-1 0 0,2 0 1 0 0,0 1 0 0 0,0 1 0 0 0,2-1 0 0 0,-1 0-1 0 0,-2 24 1 0 0,-10 114 91 0 0,15-120-436 0 0,-7 138 76 0 0,20 241 0 0 0,-9-321-88 0 0,-11 112 0 0 0,-1 2 94 0 0,14-183 231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1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3681 0 0,'5'0'7478'0'0,"12"1"-3406"0"0,115 0-628 0 0,-86-4-2786 0 0,78 0 257 0 0,-111 4-862 0 0,0 0 0 0 0,0 1 0 0 0,0 1 0 0 0,0 0 0 0 0,-1 0 0 0 0,1 1 0 0 0,14 7 0 0 0,-12 0-163 0 0,-15 0 61 0 0,-3-9 50 0 0,1 0-1 0 0,0 0 1 0 0,-1 0-1 0 0,0 0 1 0 0,1 0-1 0 0,-1 0 1 0 0,-4 2-1 0 0,-1 1 7 0 0,-40 22 63 0 0,15-8 149 0 0,-53 38 0 0 0,76-50-190 0 0,2 1 1 0 0,-1 0-1 0 0,1 0 0 0 0,0 1 0 0 0,1 0 1 0 0,0 0-1 0 0,0 1 0 0 0,1 0 0 0 0,-10 21 1 0 0,15-29-40 0 0,1-1 1 0 0,-1 1 0 0 0,0 0 0 0 0,1 0 0 0 0,-1 0 0 0 0,1 0 0 0 0,0-1 0 0 0,-1 1 0 0 0,1 0 0 0 0,0 0 0 0 0,0 0 0 0 0,0 0 0 0 0,1 0 0 0 0,-1 0 0 0 0,0-1-1 0 0,1 4 1 0 0,0-4-11 0 0,0 0-1 0 0,0 0 0 0 0,-1 0 0 0 0,1 0 0 0 0,0 0 0 0 0,0 0 1 0 0,0 0-1 0 0,0 0 0 0 0,0 0 0 0 0,0 0 0 0 0,0 0 0 0 0,0-1 1 0 0,1 1-1 0 0,-1 0 0 0 0,0-1 0 0 0,0 1 0 0 0,3 0 0 0 0,6 1-126 0 0,0-1-1 0 0,0 0 0 0 0,0-1 0 0 0,0 0 0 0 0,14-1 0 0 0,18 1-124 0 0,-41 0 272 0 0,1 0-1 0 0,0 0 1 0 0,-1 1-1 0 0,1-1 0 0 0,0 0 1 0 0,-1 1-1 0 0,1 0 1 0 0,-1-1-1 0 0,1 1 1 0 0,-1 0-1 0 0,1 0 1 0 0,-1 0-1 0 0,1 0 0 0 0,-1 0 1 0 0,0 0-1 0 0,0 0 1 0 0,0 0-1 0 0,1 0 1 0 0,-1 1-1 0 0,0-1 1 0 0,0 0-1 0 0,-1 1 0 0 0,2 1 1 0 0,-1-1-2 0 0,-1 1 0 0 0,0-1 1 0 0,1 0-1 0 0,-1 1 0 0 0,0-1 0 0 0,-1 0 0 0 0,1 0 1 0 0,0 1-1 0 0,0-1 0 0 0,-1 0 0 0 0,0 1 1 0 0,1-1-1 0 0,-1 0 0 0 0,-2 3 0 0 0,-2 6 0 0 0,-1 0-1 0 0,-1-1 0 0 0,0 0 1 0 0,-1-1-1 0 0,-8 10 0 0 0,-42 33-163 0 0,-4 6-52 0 0,62-58 217 0 0,-1 0-1 0 0,1 1 1 0 0,-1-1-1 0 0,1 1 1 0 0,-1-1 0 0 0,1 0-1 0 0,-1 1 1 0 0,1-1-1 0 0,0 1 1 0 0,-1-1 0 0 0,1 1-1 0 0,0-1 1 0 0,-1 1-1 0 0,1 0 1 0 0,0-1 0 0 0,0 1-1 0 0,0-1 1 0 0,-1 1-1 0 0,1 0 1 0 0,0-1 0 0 0,0 1-1 0 0,0-1 1 0 0,0 1-1 0 0,0 0 1 0 0,0-1-1 0 0,0 1 1 0 0,0-1 0 0 0,0 1-1 0 0,1 0 1 0 0,-1-1-1 0 0,0 1 1 0 0,0-1 0 0 0,0 1-1 0 0,1-1 1 0 0,-1 1-1 0 0,0-1 1 0 0,1 1 0 0 0,-1-1-1 0 0,1 2 1 0 0,1-1-12 0 0,0 0 1 0 0,1 0-1 0 0,-1 0 1 0 0,0 0-1 0 0,1 0 1 0 0,-1 0-1 0 0,1-1 1 0 0,-1 1-1 0 0,1-1 1 0 0,3 1-1 0 0,64-2-314 0 0,-28-4-1187 0 0,-31 2 797 0 0,1 2 0 0 0,-1-1 0 0 0,1 2 0 0 0,0-1 0 0 0,12 3 0 0 0,-10 5-2873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1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0 3681 0 0,'-11'9'11855'0'0,"10"-8"-11316"0"0,-7 22 2312 0 0,0 24-2275 0 0,8-46-276 0 0,-28 397 2484 0 0,28-394-2778 0 0,-2 37 66 0 0,2-1-1 0 0,1 1 0 0 0,3 0 1 0 0,12 62-1 0 0,-16-102-57 0 0,1 1 1 0 0,-1-1 0 0 0,0 1-1 0 0,1-1 1 0 0,-1 1-1 0 0,0-1 1 0 0,1 1-1 0 0,0-1 1 0 0,-1 0-1 0 0,1 1 1 0 0,0-1 0 0 0,0 0-1 0 0,0 0 1 0 0,0 1-1 0 0,0-1 1 0 0,0 0-1 0 0,0 0 1 0 0,0 0-1 0 0,0 0 1 0 0,0 0-1 0 0,1-1 1 0 0,1 2 0 0 0,14 2-5747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3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1 4737 0 0,'-18'6'9941'0'0,"17"-4"-9356"0"0,-10 18 3226 0 0,1 33-4374 0 0,8-34 1731 0 0,-7 66-666 0 0,3 2 0 0 0,4-1 0 0 0,10 88 0 0 0,-1 39 88 0 0,-7-210-621 0 0,1 3-782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3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310 1 1376 0 0,'-2'39'21904'0'0,"-8"-29"-24941"0"0,-35 15 3479 0 0,2 2-1 0 0,1 1 1 0 0,2 3 0 0 0,-45 42-1 0 0,72-62-419 0 0,9-8-5 0 0,0 0 1 0 0,1 0-1 0 0,-1 1 0 0 0,1-1 1 0 0,0 1-1 0 0,-5 6 0 0 0,39-2 58 0 0,-17-6-75 0 0,14-1 0 0 0,-1 3 0 0 0,1 0 0 0 0,50 15 0 0 0,-67-15 0 0 0,9 3 0 0 0,1 0 0 0 0,32 19 0 0 0,-47-23 0 0 0,0 1 0 0 0,-1 0 0 0 0,1 0 0 0 0,-1 1 0 0 0,0 0 0 0 0,0 0 0 0 0,-1 0 0 0 0,1 0 0 0 0,-1 0 0 0 0,0 1 0 0 0,-1 0 0 0 0,6 12 0 0 0,-7-15 0 0 0,-1 0 0 0 0,-1 0 0 0 0,1-1 0 0 0,0 1 0 0 0,-1 0 0 0 0,1 0 0 0 0,-1 0 0 0 0,0 0 0 0 0,0 0 0 0 0,0 0 0 0 0,-1 0 0 0 0,1 0 0 0 0,-1 0 0 0 0,1 0 0 0 0,-1 0 0 0 0,0 0 0 0 0,0-1 0 0 0,0 1 0 0 0,0 0 0 0 0,-1-1 0 0 0,1 1 0 0 0,-3 2 0 0 0,-4 5 0 0 0,0-1 0 0 0,0 0 0 0 0,-1 0 0 0 0,-12 8 0 0 0,-18 20 0 0 0,39-36 0 0 0,-1-1 1 0 0,1 0 0 0 0,0 1-1 0 0,-1-1 1 0 0,1 0 0 0 0,0 1-1 0 0,-1-1 1 0 0,1 1 0 0 0,0-1-1 0 0,-1 1 1 0 0,1-1-1 0 0,0 1 1 0 0,0-1 0 0 0,-1 1-1 0 0,1-1 1 0 0,0 1 0 0 0,0-1-1 0 0,0 1 1 0 0,0-1-1 0 0,0 1 1 0 0,0 0 0 0 0,0-1-1 0 0,0 1 1 0 0,0-1 0 0 0,0 1-1 0 0,0-1 1 0 0,0 1-1 0 0,0-1 1 0 0,0 1 0 0 0,1-1-1 0 0,-1 1 1 0 0,0-1 0 0 0,0 1-1 0 0,1 0 1 0 0,0 0-10 0 0,0-1 0 0 0,0 1 1 0 0,1-1-1 0 0,-1 1 0 0 0,0-1 0 0 0,1 1 0 0 0,-1-1 1 0 0,0 0-1 0 0,1 1 0 0 0,-1-1 0 0 0,0 0 0 0 0,1 0 1 0 0,1 0-1 0 0,3 0-83 0 0,1-1 1 0 0,-1 1 0 0 0,1-1-1 0 0,-1-1 1 0 0,8-2-1 0 0,-7 1-68 0 0,-2 0 130 0 0,-1 1 0 0 0,1 0 0 0 0,-1 0 1 0 0,1 0-1 0 0,0 0 0 0 0,0 1 0 0 0,0-1 1 0 0,0 1-1 0 0,0 1 0 0 0,0-1 1 0 0,0 1-1 0 0,0 0 0 0 0,0 0 0 0 0,7 1 1 0 0,-11-1 29 0 0,0 1 0 0 0,0 0 0 0 0,0-1 0 0 0,-1 1 0 0 0,1 0 0 0 0,0 0 0 0 0,-1 0 0 0 0,1 0 0 0 0,-1-1 0 0 0,1 1 0 0 0,-1 0 0 0 0,1 0 0 0 0,-1 0 0 0 0,1 0 0 0 0,-1 0 0 0 0,0 0 0 0 0,0 0 0 0 0,0 0 0 0 0,1 0 0 0 0,-1 0 0 0 0,0 0 0 0 0,0 1 0 0 0,0-1 0 0 0,-1 0 0 0 0,1 0 0 0 0,0 0 0 0 0,0 0 0 0 0,-1 1 0 0 0,-8 33 0 0 0,8-30 0 0 0,-10 24-214 0 0,-1 0 1 0 0,-20 34 0 0 0,-8 16-868 0 0,40-76 738 0 0,-1-1-1 0 0,1 1 0 0 0,-1-1 1 0 0,1 1-1 0 0,0-1 1 0 0,0 1-1 0 0,0-1 1 0 0,0 1-1 0 0,0-1 0 0 0,1 0 1 0 0,-1 1-1 0 0,1-1 1 0 0,0 1-1 0 0,-1-1 1 0 0,3 4-1 0 0,-3-6 247 0 0,0 1 1 0 0,1 0-1 0 0,-1-1 1 0 0,0 1-1 0 0,1 0 0 0 0,-1-1 1 0 0,1 1-1 0 0,-1-1 1 0 0,1 1-1 0 0,-1-1 1 0 0,1 1-1 0 0,-1-1 0 0 0,1 1 1 0 0,-1-1-1 0 0,1 0 1 0 0,0 1-1 0 0,-1-1 0 0 0,1 0 1 0 0,0 1-1 0 0,-1-1 1 0 0,1 0-1 0 0,0 0 0 0 0,-1 1 1 0 0,1-1-1 0 0,0 0 1 0 0,0 0-1 0 0,-1 0 0 0 0,1 0 1 0 0,0 0-1 0 0,-1 0 1 0 0,1 0-1 0 0,0 0 0 0 0,0-1 1 0 0,-1 1-1 0 0,1 0 1 0 0,0 0-1 0 0,-1-1 1 0 0,1 1-1 0 0,0 0 0 0 0,-1-1 1 0 0,1 1-1 0 0,0 0 1 0 0,-1-1-1 0 0,1 1 0 0 0,-1-1 1 0 0,1 1-1 0 0,-1-1 1 0 0,1 1-1 0 0,-1-1 0 0 0,1 0 1 0 0,-1 1-1 0 0,0-1 1 0 0,1 1-1 0 0,-1-1 0 0 0,0-1 1 0 0,4-20 8690 0 0,-4 27-7727 0 0,15 127 545 0 0,33 133 1 0 0,-30-180-1024 0 0,8 76 241 0 0,8 275 0 0 0,-15-207-2222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4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59 331 920 0 0,'-15'7'1030'0'0,"-7"5"5769"0"0,0 0-1521 0 0,47-16 1035 0 0,25 1-4882 0 0,-23 5-1258 0 0,36 5 0 0 0,-45-4-229 0 0,0 0 0 0 0,1-2 0 0 0,-1 0 0 0 0,0-1 0 0 0,26-3 0 0 0,42-13 159 0 0,-20 3 241 0 0,97-6 1 0 0,-30 13-212 0 0,169-29 1 0 0,135-28 507 0 0,-217 36-520 0 0,146 6-1 0 0,-353 20-156 0 0,64-4 303 0 0,149-30 0 0 0,-6-1 345 0 0,-185 33-552 0 0,0 1 0 0 0,0 2 1 0 0,1 1-1 0 0,43 8 0 0 0,-61-6-92 0 0,-1 0-1 0 0,1-1 0 0 0,32-1 1 0 0,-45-1 13 0 0,0-1 1 0 0,0 0 0 0 0,0 0-1 0 0,0 0 1 0 0,0 0-1 0 0,0-1 1 0 0,-1 0 0 0 0,1 0-1 0 0,0 0 1 0 0,-1-1 0 0 0,1 1-1 0 0,-1-1 1 0 0,0 0-1 0 0,0 0 1 0 0,0-1 0 0 0,-1 1-1 0 0,7-8 1 0 0,9-14-1487 0 0,-7 7-4428 0 0,0 1-1483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7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6687 1 3225 0 0,'-4'0'1160'0'0,"0"1"0"0"0,0 0 0 0 0,0 0 1 0 0,1 1-1 0 0,-1-1 0 0 0,0 1 0 0 0,-6 4 1645 0 0,10 9 2063 0 0,-2-3-4430 0 0,-3 25 57 0 0,1 0-1 0 0,1 0 0 0 0,2 0 1 0 0,2 0-1 0 0,6 43 0 0 0,9 4-399 0 0,52 309-8 0 0,-42-214-87 0 0,73 262 0 0 0,36 158 531 0 0,-82-331-38 0 0,-42-207-416 0 0,5 108 0 0 0,-14 63 256 0 0,-3-133-126 0 0,2-75-176 0 0,2 0 1 0 0,10 43 0 0 0,-7-39-3 0 0,4 40 1 0 0,-9-59-116 0 0,-2 17-802 0 0,1-25 861 0 0,0 0-1 0 0,0-1 1 0 0,-1 1 0 0 0,1 0-1 0 0,0-1 1 0 0,-1 1 0 0 0,1 0-1 0 0,-1-1 1 0 0,1 1 0 0 0,-1-1-1 0 0,1 1 1 0 0,-1-1 0 0 0,0 1-1 0 0,1-1 1 0 0,-1 1 0 0 0,1-1-1 0 0,-1 1 1 0 0,0-1 0 0 0,1 0-1 0 0,-1 1 1 0 0,0-1 0 0 0,0 0-1 0 0,1 0 1 0 0,-1 0 0 0 0,0 0-1 0 0,0 1 1 0 0,1-1 0 0 0,-1 0-1 0 0,0 0 1 0 0,-1-1 0 0 0,-6-2-1202 0 0,5 1 1262 0 0,-1 0 1 0 0,1 0-1 0 0,-1 1 1 0 0,0-1-1 0 0,1 1 1 0 0,-1 0-1 0 0,0 0 1 0 0,0 1-1 0 0,1-1 1 0 0,-8 0-1 0 0,-16 5 125 0 0,0 1-1 0 0,1 1 0 0 0,-1 1 1 0 0,-34 15-1 0 0,35-11-53 0 0,0-2 0 0 0,-1-2-1 0 0,0 0 1 0 0,-37 4 0 0 0,18-8-229 0 0,-162 19 521 0 0,-39 14-509 0 0,194-32 162 0 0,0-2-1 0 0,-91-8 1 0 0,109 3-56 0 0,-1 1 0 0 0,1 2 0 0 0,0 2 0 0 0,-1 1 0 0 0,1 2 0 0 0,1 1 0 0 0,-55 16 0 0 0,38-6-73 0 0,-111 29 131 0 0,133-39-30 0 0,0-1 0 0 0,0-2 1 0 0,-53 0-1 0 0,24-3-59 0 0,-104 15 0 0 0,115-8 37 0 0,0-2 0 0 0,0-2 0 0 0,-82-6 0 0 0,95-1 34 0 0,-147-13-137 0 0,147 16 92 0 0,0 2-1 0 0,0 0 0 0 0,-46 10 1 0 0,-2 1 46 0 0,-100 1 1 0 0,93-8-31 0 0,-38 4-4 0 0,-217 10 0 0 0,-33 19-11 0 0,261-26-6 0 0,0-5-1 0 0,-165-12 0 0 0,-40 6 18 0 0,-45-3 0 0 0,-601-30 0 0 0,455 14-59 0 0,401 10 54 0 0,3 5-14 0 0,60 3-3 0 0,-96-13-1 0 0,102 1-1885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7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23 920 0 0,'-4'-23'11077'0'0,"-2"51"-9693"0"0,2 0 1 0 0,-2 30-1 0 0,5 119 66 0 0,2-117-914 0 0,1 204 303 0 0,15 342 960 0 0,-4-501-1270 0 0,4-1 1 0 0,47 152-1 0 0,-60-243-2163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8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33 11522 0 0,'-4'-33'8653'0'0,"22"74"-7331"0"0,15 47 1 0 0,-1 0-1163 0 0,22 43 64 0 0,57 146-39 0 0,-97-239-307 0 0,32 62 1 0 0,-34-79-1543 0 0,1-1 1 0 0,17 22 0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8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2 112 9674 0 0,'-1'-12'3611'0'0,"9"43"289"0"0,-7-24-4313 0 0,11 41 1232 0 0,2-1 1 0 0,36 82 0 0 0,-44-115-816 0 0,1-1-1 0 0,0 0 0 0 0,1-1 0 0 0,0 0 0 0 0,1 0 1 0 0,1 0-1 0 0,0-2 0 0 0,0 1 0 0 0,1-1 0 0 0,0 0 1 0 0,1-1-1 0 0,0-1 0 0 0,23 13 0 0 0,-32-19 13 0 0,0-1-1 0 0,1 1 1 0 0,0-1 0 0 0,-1 0-1 0 0,1 0 1 0 0,0 0-1 0 0,-1-1 1 0 0,1 1-1 0 0,0-1 1 0 0,0 0 0 0 0,0 0-1 0 0,-1 0 1 0 0,1-1-1 0 0,0 1 1 0 0,0-1 0 0 0,-1 0-1 0 0,1 0 1 0 0,0 0-1 0 0,-1 0 1 0 0,1-1 0 0 0,4-2-1 0 0,-5 1 58 0 0,1 1 0 0 0,-1-1 0 0 0,0 0 0 0 0,0 0 0 0 0,0 0-1 0 0,-1-1 1 0 0,1 1 0 0 0,-1-1 0 0 0,1 1 0 0 0,-1-1 0 0 0,-1 0 0 0 0,1 0-1 0 0,0 0 1 0 0,-1 0 0 0 0,0 0 0 0 0,0 0 0 0 0,0-1 0 0 0,0 1 0 0 0,0-6 0 0 0,-1-6 95 0 0,-1-1 0 0 0,0 1 1 0 0,-1-1-1 0 0,-1 1 0 0 0,0 0 1 0 0,-1 0-1 0 0,-1 0 1 0 0,0 0-1 0 0,-13-24 0 0 0,1 6-50 0 0,-2 1 0 0 0,-1 1 0 0 0,-27-33 0 0 0,41 56-171 0 0,-1 1 1 0 0,-1 0 0 0 0,0 0-1 0 0,0 1 1 0 0,0 0 0 0 0,-1 0-1 0 0,0 1 1 0 0,-1 0 0 0 0,1 0-1 0 0,-1 1 1 0 0,0 1-1 0 0,0-1 1 0 0,-1 2 0 0 0,1-1-1 0 0,-16-1 1 0 0,17 4-657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9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75 104 456 0 0,'-34'-12'822'0'0,"28"11"-165"0"0,-1-1-1 0 0,1 0 1 0 0,-15-10 6902 0 0,31 15-5633 0 0,14 6-1176 0 0,-7 1-351 0 0,-2 2 0 0 0,1 0 0 0 0,-2 0 0 0 0,1 2 0 0 0,18 22 0 0 0,32 30 528 0 0,4-12 1465 0 0,-104-92 1122 0 0,27 28-3434 0 0,0-1-1 0 0,0 1 1 0 0,1-2-1 0 0,-6-14 1 0 0,7 14-272 0 0,0-1 0 0 0,1 0 0 0 0,1-1 0 0 0,0 1 1 0 0,1-1-1 0 0,0 0 0 0 0,1 0 0 0 0,1 0 0 0 0,0 0 1 0 0,2-24-1 0 0,3 16-7371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0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9674 0 0,'0'0'5151'0'0,"7"13"-1305"0"0,38 76-2013 0 0,43 120 1 0 0,31 65-1452 0 0,-100-243-943 0 0,0-1 1 0 0,2 0 0 0 0,42 43 0 0 0,-47-55-6812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1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69 5985 0 0,'-8'-8'-401'0'0,"-19"-19"3593"0"0,25 26-2545 0 0,1-1 0 0 0,-1 0 0 0 0,1 0 0 0 0,0 1 0 0 0,-1-1 0 0 0,1 0 0 0 0,0 0 0 0 0,0 0 0 0 0,1 0 1 0 0,-1 0-1 0 0,0 0 0 0 0,0-4 0 0 0,1 6-575 0 0,0 0 1 0 0,0 0-1 0 0,0-1 1 0 0,0 1-1 0 0,0 0 1 0 0,0 0-1 0 0,0-1 1 0 0,0 1-1 0 0,1 0 1 0 0,-1 0-1 0 0,0 0 1 0 0,0-1-1 0 0,0 1 1 0 0,0 0-1 0 0,0 0 1 0 0,1 0-1 0 0,-1-1 1 0 0,0 1-1 0 0,0 0 1 0 0,0 0-1 0 0,1 0 1 0 0,-1 0-1 0 0,0-1 1 0 0,0 1-1 0 0,0 0 1 0 0,1 0-1 0 0,-1 0 1 0 0,0 0-1 0 0,0 0 1 0 0,1 0-1 0 0,-1 0 1 0 0,0 0-1 0 0,0 0 1 0 0,1 0-1 0 0,-1 0 1 0 0,0 0-1 0 0,0 0 1 0 0,1 0-1 0 0,15 3 1336 0 0,11 9-524 0 0,-18-6-772 0 0,0 1-1 0 0,-1 0 0 0 0,0 0 0 0 0,0 0 0 0 0,-1 1 0 0 0,0 1 0 0 0,11 15 0 0 0,36 73 729 0 0,-23-38-895 0 0,-6-17-701 0 0,2-2 1 0 0,64 74-1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1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170 268 3225 0 0,'7'-124'1413'0'0,"-8"101"53"0"0,0 0-1 0 0,-2 0 0 0 0,-6-29 1 0 0,9 51-1340 0 0,0-1 0 0 0,0 1 1 0 0,0 0-1 0 0,-1 0 0 0 0,1 0 1 0 0,0 0-1 0 0,-1 0 0 0 0,1 0 1 0 0,-1 0-1 0 0,1 0 0 0 0,-1 0 1 0 0,0 0-1 0 0,1 0 0 0 0,-1 0 1 0 0,0 0-1 0 0,0 1 0 0 0,1-1 1 0 0,-1 0-1 0 0,0 0 0 0 0,0 1 1 0 0,0-1-1 0 0,-1 0 0 0 0,1 1-35 0 0,0 0-1 0 0,0 0 0 0 0,0 0 0 0 0,0 0 1 0 0,0 0-1 0 0,0 0 0 0 0,0 1 1 0 0,0-1-1 0 0,1 0 0 0 0,-1 1 1 0 0,0-1-1 0 0,0 0 0 0 0,0 1 1 0 0,0-1-1 0 0,1 1 0 0 0,-1 0 0 0 0,0-1 1 0 0,0 1-1 0 0,1-1 0 0 0,-2 2 1 0 0,-3 4 172 0 0,0 0 1 0 0,1 1-1 0 0,-1-1 1 0 0,-5 14 0 0 0,-15 33-120 0 0,2 0 0 0 0,-25 95 0 0 0,47-146-66 0 0,0 0-1 0 0,1 0 1 0 0,-1 1 0 0 0,1-1 0 0 0,-1 0 0 0 0,1 0 0 0 0,0 0 0 0 0,0 1-1 0 0,0-1 1 0 0,0 0 0 0 0,0 0 0 0 0,0 1 0 0 0,1-1 0 0 0,-1 0 0 0 0,1 0-1 0 0,0 0 1 0 0,0 0 0 0 0,-1 0 0 0 0,1 0 0 0 0,1 0 0 0 0,-1 0 0 0 0,0 0-1 0 0,0 0 1 0 0,1 0 0 0 0,1 2 0 0 0,0-3 17 0 0,-1 0 0 0 0,0 0 0 0 0,1 0 0 0 0,-1-1 0 0 0,1 1 0 0 0,-1 0 0 0 0,1-1 0 0 0,-1 0 0 0 0,1 1 0 0 0,-1-1 0 0 0,1 0 0 0 0,-1-1 0 0 0,1 1 0 0 0,-1 0 0 0 0,1-1 0 0 0,-1 1 0 0 0,1-1 0 0 0,-1 0 0 0 0,0 0 0 0 0,1 0 0 0 0,-1 0 0 0 0,4-2 0 0 0,66-40 697 0 0,-57 33-863 0 0,0 1-1 0 0,1 0 0 0 0,0 0 0 0 0,0 2 0 0 0,1 0 0 0 0,0 1 0 0 0,17-4 0 0 0,23 3-2819 0 0,-28 5-3925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2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1 960 3225 0 0,'13'-10'6370'0'0,"-12"8"-5972"0"0,10-18-192 0 0,-8-8 7095 0 0,24 13-3214 0 0,-15 8-3944 0 0,-9 5-26 0 0,-1 0-1 0 0,1 1 1 0 0,-1-1-1 0 0,1 1 1 0 0,-1 0-1 0 0,1-1 1 0 0,-1 1-1 0 0,1 0 1 0 0,0 1-1 0 0,0-1 1 0 0,0 1-1 0 0,4-1 1 0 0,8 4-172 0 0,-14-3 57 0 0,-1 1 0 0 0,1-1 0 0 0,0 0 0 0 0,-1 1 0 0 0,1-1 1 0 0,-1 0-1 0 0,1 0 0 0 0,0 0 0 0 0,-1 0 0 0 0,1 0 0 0 0,-1 0 1 0 0,1 0-1 0 0,0 0 0 0 0,-1 0 0 0 0,1 0 0 0 0,0 0 0 0 0,-1 0 1 0 0,1 0-1 0 0,1-1 0 0 0,1 0 24 0 0,0 0-1 0 0,-1-1 1 0 0,1 0 0 0 0,0 1-1 0 0,-1-1 1 0 0,1 0 0 0 0,-1-1-1 0 0,1 1 1 0 0,-1 0 0 0 0,2-4 0 0 0,-1 3 7 0 0,0 0 0 0 0,0 0 1 0 0,1 0-1 0 0,-1 0 0 0 0,1 0 1 0 0,7-4-1 0 0,3 1-44 0 0,1 0 1 0 0,28-6-1 0 0,-32 10 4 0 0,1-1 0 0 0,-1 0 0 0 0,0-1 1 0 0,0-1-1 0 0,0 0 0 0 0,15-8 0 0 0,-26 12 7 0 0,1 1 0 0 0,-1-1 0 0 0,0 1 0 0 0,1-1 0 0 0,-1 1 0 0 0,1-1 0 0 0,-1 1 0 0 0,0-1 0 0 0,0 1 0 0 0,1-1 0 0 0,-1 0 1 0 0,0 1-1 0 0,0-1 0 0 0,1 1 0 0 0,-1-1 0 0 0,0 0 0 0 0,0 1 0 0 0,0-1 0 0 0,0 1 0 0 0,0-1 0 0 0,0 0 0 0 0,0 1 0 0 0,0-1 0 0 0,0 0 0 0 0,-1 1 0 0 0,1-1 0 0 0,0 1 0 0 0,0-1 0 0 0,0 0 0 0 0,-1 1 0 0 0,1-1 0 0 0,0 1 0 0 0,-1-1 0 0 0,1 1 0 0 0,0-1 0 0 0,-1 1 1 0 0,1-1-1 0 0,-1 1 0 0 0,1-1 0 0 0,-1 1 0 0 0,1 0 0 0 0,-1-1 0 0 0,1 1 0 0 0,-1 0 0 0 0,1-1 0 0 0,-1 1 0 0 0,0 0 0 0 0,-33-21-29 0 0,28 18 3 0 0,-10-6 21 0 0,1 0 1 0 0,0 0-1 0 0,-25-22 1 0 0,35 27 9 0 0,1-1 1 0 0,0 0-1 0 0,0 0 0 0 0,0 0 1 0 0,0 0-1 0 0,1-1 1 0 0,0 1-1 0 0,0-1 1 0 0,1 0-1 0 0,-1 0 1 0 0,1 0-1 0 0,1 0 1 0 0,-1 0-1 0 0,0-9 1 0 0,0-3-5 0 0,1 1 1 0 0,1-1-1 0 0,1 0 0 0 0,0 1 1 0 0,1-1-1 0 0,8-28 1 0 0,-9 39-3 0 0,1 1 1 0 0,0 0 0 0 0,0-1-1 0 0,0 1 1 0 0,1 0-1 0 0,0 0 1 0 0,0 1 0 0 0,1-1-1 0 0,-1 0 1 0 0,1 1 0 0 0,1 0-1 0 0,-1 0 1 0 0,1 0 0 0 0,-1 1-1 0 0,1 0 1 0 0,1-1 0 0 0,-1 2-1 0 0,1-1 1 0 0,-1 1 0 0 0,12-6-1 0 0,-13 8 22 0 0,0 1 0 0 0,0-1 0 0 0,0 1 0 0 0,0 0 0 0 0,0 0 0 0 0,0 0 0 0 0,-1 0-1 0 0,1 1 1 0 0,0 0 0 0 0,0 0 0 0 0,0 0 0 0 0,-1 0 0 0 0,1 0 0 0 0,0 1 0 0 0,-1-1 0 0 0,1 1-1 0 0,4 4 1 0 0,8 4-153 0 0,-1 2 0 0 0,20 18-1 0 0,-6-5-7 0 0,-19-17 98 0 0,0 0-1 0 0,0-1 1 0 0,1 0 0 0 0,1-1-1 0 0,15 7 1 0 0,-25-12 53 0 0,1 0-1 0 0,0 0 1 0 0,0-1 0 0 0,0 1 0 0 0,-1 0-1 0 0,1-1 1 0 0,0 0 0 0 0,0 0 0 0 0,0 0-1 0 0,0 0 1 0 0,0 0 0 0 0,0 0 0 0 0,0-1-1 0 0,0 0 1 0 0,0 1 0 0 0,-1-1-1 0 0,1 0 1 0 0,0 0 0 0 0,-1-1 0 0 0,1 1-1 0 0,0 0 1 0 0,-1-1 0 0 0,0 0 0 0 0,1 1-1 0 0,-1-1 1 0 0,0 0 0 0 0,0 0 0 0 0,0-1-1 0 0,2-1 1 0 0,16-27 69 0 0,-1 0 1 0 0,-2-1-1 0 0,-1-1 0 0 0,17-52 1 0 0,-28 73-83 0 0,3-12-144 0 0,-1 6-290 0 0,-1-1-1 0 0,2 1 0 0 0,1 0 1 0 0,0 1-1 0 0,1 0 1 0 0,19-24-1 0 0,-10 23-7099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7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2618 3225 0 0,'0'0'240'0'0,"0"1"-271"0"0,-10 16-2269 0 0,-19 7 7217 0 0,28-36-3819 0 0,2-13-199 0 0,6-35 312 0 0,-3 0 1 0 0,-8-119-1 0 0,2 140-690 0 0,-23-352 2306 0 0,-5-301-1918 0 0,33 323-541 0 0,-3 281-82 0 0,6-91 1116 0 0,-4 158-1274 0 0,2 1 0 0 0,0-1 0 0 0,1 1 1 0 0,1 0-1 0 0,1 0 0 0 0,16-30 0 0 0,-18 41-124 0 0,0 0 1 0 0,1 0-1 0 0,0 0 0 0 0,1 1 1 0 0,-1 0-1 0 0,2 0 0 0 0,-1 1 1 0 0,1 0-1 0 0,0 0 0 0 0,0 1 1 0 0,18-10-1 0 0,-13 10 2 0 0,-1 1 0 0 0,2 0-1 0 0,-1 1 1 0 0,0 0 0 0 0,1 1 0 0 0,-1 1 0 0 0,1 0-1 0 0,22 0 1 0 0,148 0-10 0 0,-72 3 19 0 0,206-25 1 0 0,-171-4-3 0 0,180-60 0 0 0,-264 70 1 0 0,1 3 0 0 0,97-10 1 0 0,133 5-26 0 0,-237 17 78 0 0,596 22-174 0 0,-202 4 46 0 0,-172-37 144 0 0,4 0 2 0 0,-245 15-85 0 0,477-2 0 0 0,-46-35 0 0 0,-362 25 0 0 0,106 9 32 0 0,-41 3 39 0 0,-89-2-145 0 0,-84 2 42 0 0,0-1-1 0 0,0 0 1 0 0,0 1-1 0 0,0-1 1 0 0,1 1-1 0 0,-1-1 1 0 0,0 1-1 0 0,0-1 1 0 0,0 1-1 0 0,1 0 1 0 0,-1-1-1 0 0,0 1 1 0 0,1 0-1 0 0,-1-1 1 0 0,1 1-1 0 0,-1 0 1 0 0,1 0-1 0 0,-1 0 1 0 0,1 0-1 0 0,-1 0 1 0 0,1 0-1 0 0,0-1 1 0 0,0 1-1 0 0,-1 0 1 0 0,1 0-1 0 0,0 0 1 0 0,0 0-1 0 0,0 0 1 0 0,0 0-1 0 0,0 1 1 0 0,0 32 746 0 0,1 12-736 0 0,-2 0 0 0 0,-1 1-1 0 0,-12 57 1 0 0,2-19-192 0 0,11-71 183 0 0,-3 18-134 0 0,1 1 0 0 0,2 38 0 0 0,3-49-96 0 0,0 1 1 0 0,2-1 0 0 0,0-1-1 0 0,1 1 1 0 0,13 33 0 0 0,-17-51 229 0 0,0 0 1 0 0,0 0 0 0 0,-1 0-1 0 0,0 0 1 0 0,0 0 0 0 0,0 0-1 0 0,0 1 1 0 0,-1-1-1 0 0,1 0 1 0 0,-1 0 0 0 0,0 0-1 0 0,0 0 1 0 0,-3 5-1 0 0,2-4 76 0 0,0-1 0 0 0,1 1-1 0 0,0 0 1 0 0,0-1-1 0 0,0 1 1 0 0,1 0-1 0 0,-1 0 1 0 0,1-1-1 0 0,1 7 1 0 0,-1-11-110 0 0,0 1 0 0 0,1 0 0 0 0,-1 0 1 0 0,1-1-1 0 0,-1 1 0 0 0,0 0 0 0 0,1-1 0 0 0,-1 1 0 0 0,1-1 1 0 0,0 1-1 0 0,-1-1 0 0 0,1 1 0 0 0,-1-1 0 0 0,1 1 0 0 0,0-1 1 0 0,-1 1-1 0 0,2-1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0.2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3738 20 2761 0 0,'-4'-18'3165'0'0,"4"18"-3086"0"0,0 0 0 0 0,0 0 0 0 0,-1-1 0 0 0,1 1 0 0 0,0 0 1 0 0,0 0-1 0 0,-1 0 0 0 0,1 0 0 0 0,0 0 0 0 0,0 0 0 0 0,-1 0 0 0 0,1 0 0 0 0,0-1 1 0 0,-1 1-1 0 0,1 0 0 0 0,0 0 0 0 0,0 0 0 0 0,-1 0 0 0 0,1 1 0 0 0,0-1 0 0 0,0 0 1 0 0,-1 0-1 0 0,1 0 0 0 0,0 0 0 0 0,-1 0 0 0 0,1 0 0 0 0,0 0 0 0 0,0 0 0 0 0,0 1 1 0 0,-1-1-1 0 0,1 0 0 0 0,0 0 0 0 0,0 0 0 0 0,-1 1 0 0 0,0 0 91 0 0,0 0-1 0 0,-1 1 1 0 0,1-1 0 0 0,0 1-1 0 0,0 0 1 0 0,0-1-1 0 0,0 1 1 0 0,1 0 0 0 0,-1 0-1 0 0,0-1 1 0 0,1 1-1 0 0,-1 0 1 0 0,1 0 0 0 0,0 0-1 0 0,-1 0 1 0 0,1 2-1 0 0,0 1 23 0 0,-1 93 1701 0 0,23 179 1 0 0,-12-233-1562 0 0,-9-41-281 0 0,0 0 1 0 0,0 0 0 0 0,0-1-1 0 0,1 1 1 0 0,-1 0-1 0 0,1-1 1 0 0,0 1 0 0 0,-1 0-1 0 0,1-1 1 0 0,0 0-1 0 0,0 0 1 0 0,4 3 0 0 0,-4-8-38 0 0,0-1 0 0 0,0 1 1 0 0,0-1-1 0 0,0 1 0 0 0,-1-1 1 0 0,0 0-1 0 0,1 0 1 0 0,0-5-1 0 0,0 5 45 0 0,0 0 0 0 0,1 0 0 0 0,-1 0 1 0 0,1 0-1 0 0,0 1 0 0 0,0-1 0 0 0,0 1 0 0 0,1 0 0 0 0,-1 0 1 0 0,1 0-1 0 0,0 0 0 0 0,7-4 0 0 0,-3 3-19 0 0,0 0 0 0 0,0 1 0 0 0,0 0-1 0 0,1 0 1 0 0,10-2 0 0 0,216-25 563 0 0,-153 20-646 0 0,0 4-1 0 0,1 4 1 0 0,94 10 0 0 0,-6-2 48 0 0,63-12-30 0 0,-127 1 5 0 0,141 10 1 0 0,-106 9 51 0 0,162-6 0 0 0,159-36 160 0 0,-421 25-175 0 0,199-8 30 0 0,-239 11-58 0 0,0 0 0 0 0,1 0 0 0 0,-1 0 0 0 0,0 0 0 0 0,0 1 0 0 0,0-1 0 0 0,1 1 0 0 0,-1-1 0 0 0,0 1 0 0 0,0 0 0 0 0,0-1 0 0 0,0 1 0 0 0,0 0 0 0 0,0 0 0 0 0,0 1 0 0 0,0-1 0 0 0,-1 0 0 0 0,1 1 0 0 0,0-1 0 0 0,-1 1 0 0 0,1-1 0 0 0,-1 1 0 0 0,1 0 0 0 0,-1 0 0 0 0,0 0 0 0 0,0-1 0 0 0,0 1 0 0 0,2 4 0 0 0,6 11-41 0 0,0-12 77 0 0,-8-5 2 0 0,-1 0 0 0 0,1 0 1 0 0,0 1-1 0 0,-1-1 0 0 0,1 0 0 0 0,-1 0 0 0 0,1 1 1 0 0,-1-1-1 0 0,1 0 0 0 0,0 1 0 0 0,-1-1 1 0 0,1 1-1 0 0,-1-1 0 0 0,0 1 0 0 0,1-1 0 0 0,-1 1 1 0 0,1-1-1 0 0,-1 1 0 0 0,0-1 0 0 0,1 1 1 0 0,-1-1-1 0 0,1 2 0 0 0,1 30 664 0 0,0 33 0 0 0,3 47-23 0 0,117 572-435 0 0,-20-137-83 0 0,-55-148-102 0 0,-28-208-32 0 0,27 407 251 0 0,-39-481-246 0 0,13 79 146 0 0,-9-112 29 0 0,1 144 1 0 0,-14-183-131 0 0,2 0 0 0 0,3 0 1 0 0,1 0-1 0 0,2 0 0 0 0,2 0 1 0 0,28 85-1 0 0,-19-87-67 0 0,-8-22 127 0 0,0 1 0 0 0,-2 0 1 0 0,6 27-1 0 0,-7-26-150 0 0,-5-20 38 0 0,0 0-1 0 0,0 1 1 0 0,0-1-1 0 0,-1 0 1 0 0,1 1-1 0 0,-1-1 1 0 0,0 6-1 0 0,0-7-4 0 0,-1-1-1 0 0,1 1 1 0 0,-1-1-1 0 0,0 1 1 0 0,1-1-1 0 0,-1 0 1 0 0,0 1 0 0 0,0-1-1 0 0,0 0 1 0 0,0 1-1 0 0,0-1 1 0 0,0 0-1 0 0,0 0 1 0 0,0 0 0 0 0,0 0-1 0 0,-1 0 1 0 0,1 0-1 0 0,0-1 1 0 0,-1 1-1 0 0,-2 1 1 0 0,-121 69 180 0 0,-604 219-434 0 0,410-185 258 0 0,252-88-14 0 0,0-2 1 0 0,-128 9-1 0 0,80-16-94 0 0,1 5 1 0 0,-155 37 0 0 0,136-21 51 0 0,-209 19-1 0 0,-101 15 75 0 0,35-12 52 0 0,32-7-145 0 0,-67 58 65 0 0,352-78 5 0 0,-1-4-1 0 0,-1-4 1 0 0,-1-5 0 0 0,-102 0 0 0 0,-20-23 20 0 0,151 5-48 0 0,-123 3 0 0 0,113 10 38 0 0,-140 5-11 0 0,175-12-21 0 0,-1-1 1 0 0,1-2-1 0 0,-53-12 0 0 0,-168-29 71 0 0,17 4-100 0 0,134 15 71 0 0,-67-14-46 0 0,139 34 29 0 0,0 1 0 0 0,-66 1-1 0 0,-77 19-10 0 0,100-7-32 0 0,46-5 53 0 0,-41 9 1 0 0,61-8-72 0 0,-18 2-85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1.0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70 162 3225 0 0,'-2'-1'239'0'0,"1"1"0"0"0,0 0 1 0 0,0 0-1 0 0,0 1 0 0 0,0-1 0 0 0,0 0 1 0 0,0 0-1 0 0,-1 0 0 0 0,1 1 1 0 0,0-1-1 0 0,0 1 0 0 0,0-1 0 0 0,0 1 1 0 0,0-1-1 0 0,0 1 0 0 0,0-1 1 0 0,0 1-1 0 0,1 0 0 0 0,-1 0 0 0 0,0-1 1 0 0,0 1-1 0 0,0 0 0 0 0,1 0 1 0 0,-1 0-1 0 0,1 0 0 0 0,-1 0 0 0 0,0 0 1 0 0,1 0-1 0 0,0 0 0 0 0,-1 0 1 0 0,1 0-1 0 0,0 0 0 0 0,-1 0 0 0 0,1 0 1 0 0,0 1-1 0 0,0-1 0 0 0,0 0 1 0 0,0 0-1 0 0,0 0 0 0 0,0 0 0 0 0,0 0 1 0 0,1 2-1 0 0,0 7 208 0 0,1-1 1 0 0,1 0-1 0 0,-1 0 1 0 0,6 10-1 0 0,-4-6-44 0 0,-1-4-254 0 0,75 210 1412 0 0,-63-184-1520 0 0,1-1-1 0 0,2-1 1 0 0,2 0 0 0 0,26 33 0 0 0,-11-24-38 0 0,-33-42-113 0 0,-2-6 26 0 0,-4-7-13 0 0,-8-12 62 0 0,-2 0 0 0 0,-1 1-1 0 0,-24-31 1 0 0,-20-31 605 0 0,-79-154 1589 0 0,128 224-1897 0 0,6 7 1258 0 0,11 9-1493 0 0,0-1-1 0 0,0 1 0 0 0,0-1 1 0 0,-1 0-1 0 0,1 0 1 0 0,0-1-1 0 0,-1 0 1 0 0,1 0-1 0 0,-1-1 1 0 0,0 0-1 0 0,7-4 1 0 0,7-2 46 0 0,28-7 89 0 0,74-16 1 0 0,-80 23 20 0 0,-1-2 0 0 0,71-29-1 0 0,-98 34-107 0 0,1-1 0 0 0,-1-1 0 0 0,-1 0 0 0 0,1-1 0 0 0,-1-1-1 0 0,-1 0 1 0 0,12-12 0 0 0,-8 8-1681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2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43 289 9218 0 0,'-12'-26'2276'0'0,"10"19"-1505"0"0,-1 0 0 0 0,0 0-1 0 0,-1 0 1 0 0,1 1 0 0 0,-2-1-1 0 0,-5-8 1 0 0,26 54 1088 0 0,92 117-1427 0 0,153 172 0 0 0,-253-318-343 0 0,0-1 0 0 0,1 1-1 0 0,0-1 1 0 0,1-1 0 0 0,0 1 0 0 0,0-2-1 0 0,0 0 1 0 0,1 0 0 0 0,0-1 0 0 0,16 7-1 0 0,-27-13-74 0 0,1 0 0 0 0,0 0 0 0 0,0 0-1 0 0,0 0 1 0 0,-1 0 0 0 0,1 0 0 0 0,0 0-1 0 0,0 0 1 0 0,-1 0 0 0 0,1 0-1 0 0,0-1 1 0 0,0 1 0 0 0,-1 0 0 0 0,1-1-1 0 0,0 1 1 0 0,-1 0 0 0 0,1-1 0 0 0,0 1-1 0 0,-1-1 1 0 0,1 1 0 0 0,0-1-1 0 0,-1 1 1 0 0,1-1 0 0 0,-1 1 0 0 0,1-1-1 0 0,-1 0 1 0 0,0 1 0 0 0,1-1 0 0 0,-1 0-1 0 0,1 1 1 0 0,-1-1 0 0 0,0 0-1 0 0,0 0 1 0 0,1 1 0 0 0,-1-1 0 0 0,0 0-1 0 0,0 0 1 0 0,0 1 0 0 0,0-2 0 0 0,5-38 374 0 0,-5 34-305 0 0,3-186 488 0 0,3-29-18 0 0,-2 157-659 0 0,8-65-767 0 0,-10 116 634 0 0,1-1 1 0 0,1 1-1 0 0,0-1 1 0 0,1 1-1 0 0,0 0 1 0 0,0 1-1 0 0,9-13 1 0 0,1 4-4705 0 0,3 5-1478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5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4 112 5873 0 0,'-4'18'7421'0'0,"7"-23"-6064"0"0,8-9-336 0 0,0-1 0 0 0,1 1 0 0 0,22-20 0 0 0,9 5-2138 0 0,-36 26-204 0 0,1 0 1 0 0,-1 0-1 0 0,1 1 1 0 0,14-4 0 0 0,-6 4-3447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7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85 3681 0 0,'4'-4'328'0'0,"1"2"-264"0"0,0 2-64 0 0,-1-1 0 0 0,1-1 472 0 0,0 0 72 0 0,6-3 24 0 0,6-2 0 0 0,6 0-352 0 0,-1-2-72 0 0,1 0-16 0 0,-2 2 0 0 0,-3 1-128 0 0,-1-1 0 0 0,-1 0 0 0 0,-2-2 0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9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10 6913 0 0,'-1'0'209'0'0,"0"-1"-1"0"0,0 0 1 0 0,0 0-1 0 0,0 0 0 0 0,0 1 1 0 0,0-1-1 0 0,-1 0 0 0 0,1 1 1 0 0,0-1-1 0 0,0 1 0 0 0,0-1 1 0 0,-1 1-1 0 0,1 0 0 0 0,0-1 1 0 0,0 1-1 0 0,-1 0 0 0 0,1 0 1 0 0,0 0-1 0 0,-1 0 0 0 0,1 0 1 0 0,0 0-1 0 0,0 0 0 0 0,-1 1 1 0 0,1-1-1 0 0,0 0 0 0 0,-1 1 1 0 0,1-1-1 0 0,0 1 0 0 0,0-1 1 0 0,0 1-1 0 0,0 0 0 0 0,0 0 1 0 0,0-1-1 0 0,-2 2 1 0 0,2 0 7 0 0,0 0 0 0 0,0 0 1 0 0,0 0-1 0 0,0 0 1 0 0,0 0-1 0 0,1 0 0 0 0,-1 1 1 0 0,1-1-1 0 0,-1 0 1 0 0,1 0-1 0 0,0 0 0 0 0,0 1 1 0 0,0-1-1 0 0,0 0 1 0 0,0 0-1 0 0,0 1 0 0 0,1-1 1 0 0,0 3-1 0 0,56 184 2189 0 0,-31-74-2228 0 0,-14-54-818 0 0,2 1 1 0 0,3-2 0 0 0,34 79-1 0 0,-47-129 28 0 0,1 0 0 0 0,0 0 0 0 0,1 0-1 0 0,0-1 1 0 0,1 0 0 0 0,0 0 0 0 0,0-1 0 0 0,1 0-1 0 0,9 8 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7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96 5065 0 0,'-17'-15'37'0'0,"13"10"1171"0"0,1 1-1 0 0,-1-1 1 0 0,1 1-1 0 0,0-1 1 0 0,-3-7-1 0 0,6 10-896 0 0,-1 1 1 0 0,1 0-1 0 0,-1-1 0 0 0,1 1 0 0 0,-1 0 0 0 0,1-1 0 0 0,0 1 0 0 0,-1-1 0 0 0,1 1 1 0 0,0-1-1 0 0,0 1 0 0 0,0-1 0 0 0,0 1 0 0 0,1-1 0 0 0,-1 1 0 0 0,0-1 1 0 0,1 1-1 0 0,-1 0 0 0 0,1-1 0 0 0,-1 1 0 0 0,2-2 0 0 0,-1 2-353 0 0,0 0 0 0 0,0 0 0 0 0,0 0 0 0 0,0 0 0 0 0,0 0 0 0 0,1 0 0 0 0,-1 0-1 0 0,0 0 1 0 0,1 1 0 0 0,-1-1 0 0 0,1 1 0 0 0,-1-1 0 0 0,1 1 0 0 0,-1-1 0 0 0,3 1 0 0 0,-1 0-197 0 0,0 0 1 0 0,0 0 0 0 0,-1 0 0 0 0,1 0 0 0 0,0 0 0 0 0,0 1-1 0 0,-1 0 1 0 0,1-1 0 0 0,-1 1 0 0 0,1 0 0 0 0,4 2 0 0 0,6 7-5501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7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0 135 5065 0 0,'9'-1'2314'0'0,"14"-12"-792"0"0,24-18 331 0 0,54-41-4581 0 0,-80 55 2416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8.2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81 79 6913 0 0,'-13'-25'1123'0'0,"12"21"-726"0"0,-1 0 1 0 0,1 0-1 0 0,-1 0 0 0 0,0 0 0 0 0,-1 1 0 0 0,1-1 0 0 0,-1 1 0 0 0,1-1 0 0 0,-1 1 0 0 0,0 0 1 0 0,0 0-1 0 0,-8-5 0 0 0,11 7-320 0 0,0 1 1 0 0,-1 0-1 0 0,1 0 1 0 0,-1-1 0 0 0,1 1-1 0 0,-1 0 1 0 0,1 0-1 0 0,-1 0 1 0 0,1 0-1 0 0,-1 0 1 0 0,1 0-1 0 0,-1 0 1 0 0,1 0-1 0 0,-1 0 1 0 0,1 0 0 0 0,-1 0-1 0 0,1 0 1 0 0,-1 0-1 0 0,1 0 1 0 0,-1 0-1 0 0,1 0 1 0 0,-1 0-1 0 0,1 1 1 0 0,-1-1-1 0 0,1 0 1 0 0,0 0-1 0 0,-1 1 1 0 0,1-1 0 0 0,-1 0-1 0 0,1 0 1 0 0,-1 1-1 0 0,-8 18 1319 0 0,4 22 17 0 0,6-23-1125 0 0,2-1 0 0 0,0 1-1 0 0,1-1 1 0 0,1 1 0 0 0,13 28-1 0 0,45 82 606 0 0,-45-94-756 0 0,42 68 176 0 0,0 1-1145 0 0,-27-32-4141 0 0,-30-61 828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8.6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3 318 6449 0 0,'-1'-13'383'0'0,"0"0"-1"0"0,0 0 0 0 0,1 1 0 0 0,1-1 1 0 0,0 0-1 0 0,1 0 0 0 0,4-13 0 0 0,-1 3 1066 0 0,2 0 0 0 0,19-41 0 0 0,-21 54-873 0 0,1 0 0 0 0,0 1 0 0 0,0 0 0 0 0,12-13 0 0 0,-16 19-465 0 0,0 0 0 0 0,1 1 0 0 0,-1-1 0 0 0,1 1 0 0 0,0 0 0 0 0,-1 0 0 0 0,1 0 0 0 0,0 0 0 0 0,0 0 0 0 0,0 1 0 0 0,0-1 0 0 0,1 1 0 0 0,-1 0 0 0 0,0 0 0 0 0,1 0 0 0 0,-1 1 0 0 0,0-1 0 0 0,6 0 0 0 0,-8 2-90 0 0,1-1 0 0 0,0 1 0 0 0,0 0 0 0 0,-1-1 0 0 0,1 1 0 0 0,0 0 1 0 0,-1 0-1 0 0,1 0 0 0 0,-1 0 0 0 0,1 0 0 0 0,-1 1 0 0 0,1-1 0 0 0,-1 0 0 0 0,0 1 0 0 0,0-1 0 0 0,0 1 0 0 0,0-1 0 0 0,0 1 0 0 0,0-1 0 0 0,0 1 1 0 0,0 0-1 0 0,0-1 0 0 0,-1 1 0 0 0,1 0 0 0 0,-1 0 0 0 0,0 0 0 0 0,1 0 0 0 0,-1 2 0 0 0,2 8-69 0 0,-1 0-1 0 0,0 0 1 0 0,-2 13-1 0 0,1-23 51 0 0,-4 52-436 0 0,-3-1-1 0 0,-22 86 0 0 0,2-9 108 0 0,25-124 428 0 0,1 0 0 0 0,1 0 0 0 0,-1 0-1 0 0,1 0 1 0 0,1 11 0 0 0,0-16-54 0 0,-1 0-1 0 0,0 0 1 0 0,0 0 0 0 0,1 0 0 0 0,-1 1-1 0 0,0-1 1 0 0,1 0 0 0 0,-1 0 0 0 0,1 0-1 0 0,0 0 1 0 0,-1 0 0 0 0,1 0 0 0 0,0 0-1 0 0,-1-1 1 0 0,1 1 0 0 0,0 0 0 0 0,0 0-1 0 0,0 0 1 0 0,0-1 0 0 0,0 1 0 0 0,0 0-1 0 0,0-1 1 0 0,0 1 0 0 0,0-1 0 0 0,0 1-1 0 0,0-1 1 0 0,0 0 0 0 0,0 0 0 0 0,1 1-1 0 0,-1-1 1 0 0,0 0 0 0 0,0 0 0 0 0,0 0-1 0 0,0 0 1 0 0,0 0 0 0 0,2 0 0 0 0,29-6 341 0 0,-1-1 1 0 0,-1-1 0 0 0,0-2 0 0 0,0 0-1 0 0,36-20 1 0 0,30-10-106 0 0,-84 35-403 0 0,37-10 91 0 0,-47 14-127 0 0,1 1 1 0 0,-1-1 0 0 0,0 1 0 0 0,1 0 0 0 0,-1-1-1 0 0,0 1 1 0 0,1 1 0 0 0,-1-1 0 0 0,1 0-1 0 0,-1 1 1 0 0,0-1 0 0 0,0 1 0 0 0,1-1 0 0 0,-1 1-1 0 0,0 0 1 0 0,0 0 0 0 0,4 2 0 0 0,1 8-2737 0 0,-7-4 1406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0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42 10594 0 0,'-12'-25'434'0'0,"10"12"-905"0"0,2 13 529 0 0,0 0 0 0 0,0-1 0 0 0,1 1 1 0 0,-1 0-1 0 0,0 0 0 0 0,0-1 0 0 0,1 1 0 0 0,-1 0 0 0 0,0 0 1 0 0,0 0-1 0 0,1-1 0 0 0,-1 1 0 0 0,0 0 0 0 0,1 0 0 0 0,-1 0 1 0 0,0 0-1 0 0,1 0 0 0 0,-1 0 0 0 0,0 0 0 0 0,0 0 1 0 0,1 0-1 0 0,-1 0 0 0 0,0 0 0 0 0,1 0 0 0 0,-1 0 0 0 0,0 0 1 0 0,1 0-1 0 0,-1 0 0 0 0,0 0 0 0 0,1 0 0 0 0,-1 0 0 0 0,0 0 1 0 0,1 0-1 0 0,-1 1 0 0 0,0-1 0 0 0,1 0 0 0 0,0 1 113 0 0,1 0-1 0 0,-1 0 1 0 0,1 0-1 0 0,-1 0 0 0 0,1 1 1 0 0,-1-1-1 0 0,0 0 0 0 0,1 1 1 0 0,-1-1-1 0 0,0 1 1 0 0,0-1-1 0 0,0 1 0 0 0,0-1 1 0 0,1 4-1 0 0,11 29 738 0 0,-9-24-521 0 0,147 482 3101 0 0,-104-268-3379 0 0,-35-128-4357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35 197 6449 0 0,'-3'-3'154'0'0,"0"0"0"0"0,0 0 1 0 0,1 0-1 0 0,-1 0 0 0 0,1 0 0 0 0,-1-1 0 0 0,1 1 0 0 0,0-1 0 0 0,0 0 0 0 0,0 1 0 0 0,1-1 0 0 0,0 0 0 0 0,-1 0 0 0 0,1 0 0 0 0,1 0 0 0 0,-1 0 0 0 0,0 0 0 0 0,1 0 0 0 0,0-1 0 0 0,0 1 1 0 0,0 0-1 0 0,1 0 0 0 0,-1 0 0 0 0,1 0 0 0 0,0 0 0 0 0,0 0 0 0 0,0 0 0 0 0,1 0 0 0 0,0 0 0 0 0,2-3 0 0 0,-2 1 154 0 0,1 1 0 0 0,0 1 0 0 0,1-1 0 0 0,-1 0 0 0 0,1 1 0 0 0,0-1 0 0 0,0 1 1 0 0,0 0-1 0 0,1 1 0 0 0,0-1 0 0 0,-1 1 0 0 0,1 0 0 0 0,0 0 0 0 0,1 0 0 0 0,-1 1 0 0 0,0 0 0 0 0,1 0 0 0 0,-1 0 0 0 0,9-1 0 0 0,-4 1-344 0 0,0 1 0 0 0,0 0-1 0 0,1 0 1 0 0,-1 1-1 0 0,0 1 1 0 0,0-1 0 0 0,0 2-1 0 0,0 0 1 0 0,0 0 0 0 0,13 5-1 0 0,-2 1-1210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3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10 137 7370 0 0,'-3'4'-67'0'0,"-4"11"2899"0"0,15-17-1098 0 0,-1-2-994 0 0,0 0-1 0 0,-1-1 0 0 0,0 0 1 0 0,0 0-1 0 0,6-6 0 0 0,30-36-154 0 0,14-12-4571 0 0,-39 46 2492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6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16 7834 0 0,'-2'5'219'0'0,"0"4"2426"0"0,16-13 1140 0 0,13-7-2573 0 0,-20 8-2239 0 0,0 0 1 0 0,0 1-1 0 0,0 0 0 0 0,13-1 0 0 0,-18 2 742 0 0,0 1 1 0 0,0 0-1 0 0,0 0 0 0 0,0 0 1 0 0,0 0-1 0 0,-1 0 0 0 0,1 1 1 0 0,0-1-1 0 0,0 0 0 0 0,0 1 1 0 0,0 0-1 0 0,0-1 0 0 0,0 1 1 0 0,-1 0-1 0 0,1 0 0 0 0,0 0 0 0 0,-1 0 1 0 0,1 0-1 0 0,-1 0 0 0 0,3 2 1 0 0,-3-1 263 0 0,0 0 1 0 0,1 0-1 0 0,-1 0 0 0 0,0 1 1 0 0,0-1-1 0 0,0 0 1 0 0,-1 0-1 0 0,1 1 0 0 0,0-1 1 0 0,-1 0-1 0 0,0 1 0 0 0,1-1 1 0 0,-1 3-1 0 0,-2 28-43 0 0,-1-16 11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7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0 124 3225 0 0,'0'0'31'0'0,"0"0"1"0"0,1 0-1 0 0,-1 0 0 0 0,0 0 1 0 0,0 0-1 0 0,0 0 1 0 0,1 0-1 0 0,-1 0 1 0 0,0 0-1 0 0,0 0 0 0 0,0 0 1 0 0,1 0-1 0 0,-1 0 1 0 0,0 0-1 0 0,0 0 1 0 0,0 0-1 0 0,0 0 0 0 0,1 0 1 0 0,-1 0-1 0 0,0 0 1 0 0,0 0-1 0 0,0 0 1 0 0,1 0-1 0 0,-1 1 0 0 0,0-1 1 0 0,0 0-1 0 0,0 0 1 0 0,0 0-1 0 0,0 0 1 0 0,1 0-1 0 0,-1 0 1 0 0,0 1-1 0 0,0-1 0 0 0,0 0 1 0 0,0 0-1 0 0,0 0 1 0 0,0 0-1 0 0,0 1 1 0 0,0-1-1 0 0,0 0 0 0 0,0 0 1 0 0,1 0-1 0 0,-1 1 1 0 0,0-1-1 0 0,0 0 1 0 0,0 0-1 0 0,0 0 0 0 0,0 1 1 0 0,0-1-1 0 0,0 0 1 0 0,-1 0-1 0 0,1 0 1 0 0,0 1-1 0 0,0-1 0 0 0,0 0 1 0 0,0 0-1 0 0,0 0 1 0 0,0 0-1 0 0,0 1 1 0 0,0-1-1 0 0,0 0 0 0 0,0 0 1 0 0,-1 0-1 0 0,1 0 1 0 0,0 0-1 0 0,0 1 1 0 0,25-13 2091 0 0,29-24 46 0 0,37-32-1858 0 0,-74 52-299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1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44 411 5985 0 0,'-34'-111'5935'0'0,"25"84"-1481"0"0,17 37-738 0 0,13 8-2747 0 0,-1-2-649 0 0,107 129 264 0 0,-86-95-327 0 0,2-2-1 0 0,54 48 1 0 0,-90-90-233 0 0,1 0 0 0 0,-1-1 0 0 0,1 0 0 0 0,0 0 0 0 0,0-1 0 0 0,16 7 0 0 0,-22-10-18 0 0,0 0 0 0 0,0-1 0 0 0,0 1 0 0 0,0-1 0 0 0,0 0 0 0 0,1 0 0 0 0,-1 0 0 0 0,0 0 0 0 0,0 0 0 0 0,0 0 1 0 0,0 0-1 0 0,0-1 0 0 0,0 1 0 0 0,0-1 0 0 0,0 1 0 0 0,0-1 0 0 0,0 0 0 0 0,0 0 0 0 0,-1 1 0 0 0,1-2 0 0 0,0 1 0 0 0,0 0 0 0 0,-1 0 0 0 0,1 0 0 0 0,-1-1 0 0 0,1 1 0 0 0,-1-1 0 0 0,1 1 1 0 0,-1-1-1 0 0,0 0 0 0 0,0 0 0 0 0,0 1 0 0 0,0-1 0 0 0,0 0 0 0 0,0 0 0 0 0,0-3 0 0 0,4-14 97 0 0,0 0-1 0 0,-1 0 1 0 0,-2 0-1 0 0,0-1 1 0 0,-1 0-1 0 0,0 1 1 0 0,-5-30 0 0 0,3-22 68 0 0,1 32-260 0 0,3 1 0 0 0,1 0 0 0 0,2 0-1 0 0,1 0 1 0 0,2 1 0 0 0,2 0 0 0 0,1 1 0 0 0,18-36-1 0 0,-29 69-60 0 0,0 0 0 0 0,0 1 0 0 0,0-1-1 0 0,1 1 1 0 0,0-1 0 0 0,-1 1 0 0 0,1-1-1 0 0,0 1 1 0 0,0 0 0 0 0,0 0 0 0 0,0 0-1 0 0,1 0 1 0 0,-1 1 0 0 0,5-4 0 0 0,3 4-1419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4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15 210 10594 0 0,'0'0'31'0'0,"-1"0"-1"0"0,0 0 1 0 0,1 0-1 0 0,-1 0 1 0 0,0-1-1 0 0,0 1 0 0 0,1 0 1 0 0,-1-1-1 0 0,1 1 1 0 0,-1 0-1 0 0,0-1 1 0 0,1 1-1 0 0,-1-1 1 0 0,1 1-1 0 0,-1-1 1 0 0,1 1-1 0 0,-1-1 1 0 0,1 1-1 0 0,-1-1 1 0 0,1 0-1 0 0,0 1 0 0 0,-1-1 1 0 0,1 0-1 0 0,0 1 1 0 0,-1-1-1 0 0,1 0 1 0 0,0 1-1 0 0,0-1 1 0 0,0 0-1 0 0,0 0 1 0 0,-1 1-1 0 0,1-1 1 0 0,0 0-1 0 0,0 0 0 0 0,1 1 1 0 0,-1-2-1 0 0,1-1 57 0 0,0 0-1 0 0,0 1 1 0 0,1-1-1 0 0,-1 0 1 0 0,1 1-1 0 0,0-1 1 0 0,0 1-1 0 0,0-1 1 0 0,3-2-1 0 0,8-8 880 0 0,1 2 0 0 0,19-14-1 0 0,-12 13 42 0 0,-1 0-1 0 0,1 2 0 0 0,1 0 0 0 0,0 1 1 0 0,45-11-1 0 0,120-12-321 0 0,-108 26-2173 0 0,-52 6 38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0 10138 0 0,'-27'31'1428'0'0,"25"-28"-968"0"0,0 1 0 0 0,0-1 0 0 0,1 1 1 0 0,0 0-1 0 0,-1 0 0 0 0,1 0 1 0 0,1 0-1 0 0,-1 0 0 0 0,1 0 0 0 0,-1 0 1 0 0,1 0-1 0 0,0 0 0 0 0,0 0 0 0 0,1 0 1 0 0,0 0-1 0 0,-1 0 0 0 0,1 0 1 0 0,0 0-1 0 0,3 7 0 0 0,60 143 2259 0 0,-12-32-2131 0 0,-18-20-1204 0 0,26 123-1 0 0,-53-197-1032 0 0,0-12-2795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0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1 264 1376 0 0,'5'-65'1265'0'0,"-3"49"-110"0"0,1 0 0 0 0,1 0 0 0 0,0 1 0 0 0,1 0 0 0 0,1 0 0 0 0,0 0 0 0 0,15-25 0 0 0,-17 36-806 0 0,-1 0 1 0 0,1-1-1 0 0,0 2 0 0 0,0-1 0 0 0,0 0 0 0 0,1 1 1 0 0,-1-1-1 0 0,1 1 0 0 0,0 1 0 0 0,0-1 1 0 0,0 1-1 0 0,0-1 0 0 0,1 2 0 0 0,6-3 0 0 0,-10 4-305 0 0,0-1 0 0 0,0 1 0 0 0,0 0 0 0 0,0-1-1 0 0,0 1 1 0 0,0 0 0 0 0,0 0 0 0 0,0 1-1 0 0,0-1 1 0 0,0 0 0 0 0,0 1 0 0 0,-1-1-1 0 0,1 1 1 0 0,0-1 0 0 0,0 1 0 0 0,0 0-1 0 0,0 0 1 0 0,-1 0 0 0 0,1 0 0 0 0,-1 0 0 0 0,1 0-1 0 0,0 1 1 0 0,-1-1 0 0 0,0 0 0 0 0,1 1-1 0 0,-1-1 1 0 0,0 1 0 0 0,0 0 0 0 0,0-1-1 0 0,0 1 1 0 0,0 0 0 0 0,0 0 0 0 0,0-1-1 0 0,-1 1 1 0 0,1 0 0 0 0,0 0 0 0 0,-1 0 0 0 0,0 0-1 0 0,1 0 1 0 0,-1 0 0 0 0,0 0 0 0 0,0 3-1 0 0,1 33 168 0 0,-2 0 0 0 0,-1 0 0 0 0,-8 39 0 0 0,4-27 800 0 0,-1 50 0 0 0,7-99-978 0 0,0 1 0 0 0,0-1 0 0 0,0 0 0 0 0,0 1 0 0 0,0-1 0 0 0,0 0 0 0 0,0 1 0 0 0,1-1 0 0 0,-1 0-1 0 0,1 1 1 0 0,-1-1 0 0 0,1 0 0 0 0,-1 1 0 0 0,1-1 0 0 0,0 0 0 0 0,-1 0 0 0 0,1 0 0 0 0,0 0 0 0 0,0 0-1 0 0,0 0 1 0 0,0 0 0 0 0,0 0 0 0 0,0 0 0 0 0,0 0 0 0 0,0 0 0 0 0,2 1 0 0 0,0-2-11 0 0,0 1 1 0 0,-1 0 0 0 0,1-1-1 0 0,0 0 1 0 0,0 0 0 0 0,-1 1-1 0 0,1-2 1 0 0,0 1 0 0 0,0 0-1 0 0,0 0 1 0 0,-1-1 0 0 0,5-1-1 0 0,6-2-61 0 0,0-1 0 0 0,0 0 0 0 0,0-1-1 0 0,14-10 1 0 0,54-38-3083 0 0,-57 37 2034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2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17 4609 0 0,'-44'41'12958'0'0,"66"-57"-11180"0"0,-22 15-1783 0 0,8-5-88 0 0,0-1 0 0 0,0 1 0 0 0,16-8 0 0 0,-21 13-580 0 0,1-1-1 0 0,-1 1 1 0 0,0 0 0 0 0,0 0-1 0 0,1 1 1 0 0,-1-1 0 0 0,0 1-1 0 0,1-1 1 0 0,5 1 0 0 0,3 2-4609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4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1 129 3225 0 0,'0'1'41'0'0,"0"-1"1"0"0,0 0-1 0 0,0 0 1 0 0,0 0-1 0 0,-1 1 1 0 0,1-1-1 0 0,0 0 1 0 0,0 0 0 0 0,0 0-1 0 0,0 1 1 0 0,0-1-1 0 0,0 0 1 0 0,0 0-1 0 0,0 1 1 0 0,0-1-1 0 0,0 0 1 0 0,0 0-1 0 0,0 0 1 0 0,0 1 0 0 0,0-1-1 0 0,0 0 1 0 0,0 0-1 0 0,0 1 1 0 0,1-1-1 0 0,-1 0 1 0 0,0 0-1 0 0,0 0 1 0 0,0 1-1 0 0,0-1 1 0 0,0 0-1 0 0,0 0 1 0 0,1 0 0 0 0,-1 0-1 0 0,0 1 1 0 0,0-1-1 0 0,0 0 1 0 0,0 0-1 0 0,1 0 1 0 0,-1 0-1 0 0,0 0 1 0 0,0 0-1 0 0,0 0 1 0 0,1 0 0 0 0,-1 1-1 0 0,0-1 1 0 0,0 0-1 0 0,1 0 1 0 0,-1 0-1 0 0,16-4 2092 0 0,17-11 1046 0 0,10-10-1828 0 0,71-55 1 0 0,-95 66-1352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9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39 46 5985 0 0,'-38'-45'8601'0'0,"43"57"-5004"0"0,3 19-2615 0 0,-6-21-513 0 0,38 251 2311 0 0,-30-174-2647 0 0,24 102 0 0 0,12-26-2794 0 0,-33-121 1670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3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0 202 1376 0 0,'4'-59'-471'0'0,"5"-31"6250"0"0,-4 37-1157 0 0,-8 70 576 0 0,-8 64-2627 0 0,10-50-2289 0 0,2 1 1 0 0,1-1 0 0 0,10 53 0 0 0,-10-72-279 0 0,1-1-1 0 0,0 0 1 0 0,1 0 0 0 0,0 0 0 0 0,0 0 0 0 0,1 0 0 0 0,1-1 0 0 0,0 0 0 0 0,0 0 0 0 0,1-1 0 0 0,0 0 0 0 0,1 0-1 0 0,11 10 1 0 0,-17-17 18 0 0,0 0 0 0 0,1 0 0 0 0,-1-1 0 0 0,0 1 0 0 0,1-1 0 0 0,0 0 0 0 0,-1 0 0 0 0,1 0 0 0 0,-1 0 0 0 0,1 0 0 0 0,0 0 0 0 0,0-1 0 0 0,0 1 0 0 0,-1-1 0 0 0,1 0 0 0 0,0 0 0 0 0,0 0 0 0 0,0 0 0 0 0,3-1 0 0 0,-3 0 0 0 0,-1 1 1 0 0,0-1 0 0 0,0-1-1 0 0,0 1 1 0 0,1 0 0 0 0,-1 0 0 0 0,0-1-1 0 0,-1 1 1 0 0,1-1 0 0 0,0 0-1 0 0,0 0 1 0 0,-1 1 0 0 0,1-1-1 0 0,-1 0 1 0 0,1 0 0 0 0,-1-1 0 0 0,0 1-1 0 0,0 0 1 0 0,0 0 0 0 0,0 0-1 0 0,0-1 1 0 0,-1 1 0 0 0,1-3 0 0 0,4-16 42 0 0,-1 1 0 0 0,-2-1 0 0 0,0 0 0 0 0,-1 0 0 0 0,-1 0 0 0 0,-1 0 0 0 0,-4-22 0 0 0,3 30-31 0 0,0 0-1 0 0,-1 0 1 0 0,0 0 0 0 0,-1 0 0 0 0,-1 1 0 0 0,0 0 0 0 0,-1-1-1 0 0,0 2 1 0 0,-1-1 0 0 0,0 1 0 0 0,-1 0 0 0 0,-10-11 0 0 0,13 17-369 0 0,-1 0 0 0 0,0 0 0 0 0,0 1 0 0 0,-10-5 0 0 0,15 8 255 0 0,0 0 1 0 0,-1 0-1 0 0,1 0 1 0 0,0 1-1 0 0,-1-1 0 0 0,1 0 1 0 0,0 1-1 0 0,-1-1 0 0 0,1 1 1 0 0,-1 0-1 0 0,1-1 1 0 0,0 1-1 0 0,-1 0 0 0 0,1 0 1 0 0,-1 0-1 0 0,1 0 0 0 0,-1 0 1 0 0,1 0-1 0 0,-1 1 0 0 0,1-1 1 0 0,-1 0-1 0 0,1 1 1 0 0,-1-1-1 0 0,1 1 0 0 0,0-1 1 0 0,-1 1-1 0 0,1 0 0 0 0,0 0 1 0 0,-2 0-1 0 0,2 5-1363 0 0,2 0-12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3.6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0 179 4145 0 0,'21'12'12124'0'0,"54"73"-7409"0"0,-53-58-4373 0 0,1 0 0 0 0,1-1 1 0 0,49 39-1 0 0,-72-64-290 0 0,1 0-1 0 0,-1 1 1 0 0,1-1 0 0 0,0 0 0 0 0,-1 0-1 0 0,1-1 1 0 0,0 1 0 0 0,0 0 0 0 0,0 0-1 0 0,0-1 1 0 0,0 1 0 0 0,0-1 0 0 0,0 0 0 0 0,0 1-1 0 0,-1-1 1 0 0,1 0 0 0 0,0 0 0 0 0,4-1-1 0 0,-4 0-28 0 0,-1 1-1 0 0,1-1 0 0 0,0 0 0 0 0,-1 0 0 0 0,0 0 1 0 0,1 0-1 0 0,-1 0 0 0 0,1 0 0 0 0,-1-1 0 0 0,0 1 1 0 0,0 0-1 0 0,0-1 0 0 0,0 1 0 0 0,0-1 0 0 0,0 1 1 0 0,0-1-1 0 0,0-1 0 0 0,4-9 34 0 0,-2-1 0 0 0,1 1 1 0 0,-2-1-1 0 0,3-23 0 0 0,-3 17 155 0 0,4-28-103 0 0,-1 9-41 0 0,14-59 0 0 0,-17 87-246 0 0,1 1-1 0 0,0 1 0 0 0,0-1 1 0 0,1 0-1 0 0,0 1 0 0 0,1 0 1 0 0,0 0-1 0 0,0 0 0 0 0,1 1 0 0 0,-1-1 1 0 0,14-11-1 0 0,-5 8-833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4.1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89 260 3225 0 0,'-5'-1'166'0'0,"1"1"0"0"0,-1 0 0 0 0,0 0 1 0 0,1 1-1 0 0,-1-1 0 0 0,1 1 0 0 0,-1 0 1 0 0,1 0-1 0 0,0 0 0 0 0,-1 1 0 0 0,1 0 1 0 0,0 0-1 0 0,0 0 0 0 0,0 0 0 0 0,0 0 0 0 0,0 1 1 0 0,1 0-1 0 0,-1 0 0 0 0,-4 5 0 0 0,8-8-117 0 0,0 0 1 0 0,0 1-1 0 0,0-1 0 0 0,0 0 0 0 0,0 1 0 0 0,0-1 0 0 0,0 0 0 0 0,0 0 0 0 0,0 1 0 0 0,0-1 0 0 0,0 0 0 0 0,1 1 0 0 0,-1-1 0 0 0,0 0 0 0 0,0 1 0 0 0,0-1 0 0 0,0 0 0 0 0,1 0 0 0 0,-1 1 0 0 0,0-1 1 0 0,0 0-1 0 0,1 0 0 0 0,-1 1 0 0 0,0-1 0 0 0,0 0 0 0 0,1 0 0 0 0,-1 0 0 0 0,0 1 0 0 0,0-1 0 0 0,1 0 0 0 0,-1 0 0 0 0,0 0 0 0 0,1 0 0 0 0,-1 0 0 0 0,0 0 0 0 0,1 0 0 0 0,-1 0 0 0 0,0 0 1 0 0,1 0-1 0 0,-1 0 0 0 0,0 0 0 0 0,1 0 0 0 0,-1 0 0 0 0,0 0 0 0 0,1 0 0 0 0,-1 0 0 0 0,0 0 0 0 0,1 0 0 0 0,-1-1 0 0 0,20 1 1603 0 0,-19 0-1540 0 0,21-2 1512 0 0,0-1 0 0 0,28-8 0 0 0,90-37 1445 0 0,-59 19-1961 0 0,202-49 1027 0 0,-56 17-1547 0 0,-27 9-411 0 0,-166 46-1143 0 0,-1 2 0 0 0,1 1 1 0 0,0 1-1 0 0,36 3 0 0 0,-38 3-5646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4.9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27 13187 0 0,'3'-13'9'0'0,"1"0"4475"0"0,2 30-1404 0 0,29 244-831 0 0,-26-161-2364 0 0,28 116 1 0 0,-19-148-708 0 0,-4-23-4958 0 0,-4-10-1172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5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11058 0 0,'0'-3'6435'0'0,"0"7"-5348"0"0,2 109 38 0 0,3 38 922 0 0,-2-129-1832 0 0,0 1 1 0 0,1-1-1 0 0,2 0 0 0 0,12 36 1 0 0,-5-26-342 0 0,-9-18-67 0 0,1-1-1 0 0,0 1 0 0 0,1-1 1 0 0,1 0-1 0 0,0 0 0 0 0,1-1 1 0 0,0 0-1 0 0,14 15 0 0 0,-14-21-1945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5.5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92 31 1376 0 0,'-2'-31'13056'0'0,"-5"40"-11111"0"0,-2 5-963 0 0,1 1 1 0 0,1 0 0 0 0,-7 23-1 0 0,1 5-721 0 0,-8 47-1 0 0,18-73-155 0 0,0-1 0 0 0,1 1 0 0 0,0 0-1 0 0,2 0 1 0 0,1 28 0 0 0,0-42-60 0 0,-1 1 0 0 0,1-1 0 0 0,-1 0-1 0 0,1 1 1 0 0,0-1 0 0 0,0 0 0 0 0,0 0 0 0 0,1 0 0 0 0,-1 0 0 0 0,1 0 0 0 0,0 0 0 0 0,0 0 0 0 0,0-1 0 0 0,0 1 0 0 0,0 0-1 0 0,1-1 1 0 0,-1 0 0 0 0,1 0 0 0 0,-1 1 0 0 0,1-2 0 0 0,0 1 0 0 0,0 0 0 0 0,0 0 0 0 0,0-1 0 0 0,0 0 0 0 0,0 0 0 0 0,0 1 0 0 0,1-2-1 0 0,-1 1 1 0 0,0 0 0 0 0,1-1 0 0 0,-1 1 0 0 0,0-1 0 0 0,6-1 0 0 0,9 0 27 0 0,0-2 1 0 0,-1-1-1 0 0,1 0 0 0 0,-1-1 1 0 0,0 0-1 0 0,0-2 0 0 0,-1 0 1 0 0,25-15-1 0 0,-12 8-226 0 0,38-15 0 0 0,-33 18-1569 0 0,42-8 0 0 0,-57 16-5520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6.7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31 2304 0 0,'0'2'235'0'0,"0"-1"-1"0"0,1 0 1 0 0,-1 1-1 0 0,1-1 0 0 0,-1 0 1 0 0,1 1-1 0 0,0-1 0 0 0,0 0 1 0 0,-1 0-1 0 0,1 0 1 0 0,0 0-1 0 0,0 1 0 0 0,0-1 1 0 0,0-1-1 0 0,0 1 0 0 0,0 0 1 0 0,1 0-1 0 0,-1 0 1 0 0,0 0-1 0 0,0-1 0 0 0,1 1 1 0 0,-1-1-1 0 0,0 1 0 0 0,1-1 1 0 0,-1 1-1 0 0,0-1 1 0 0,1 0-1 0 0,-1 0 0 0 0,3 1 1 0 0,1 0 645 0 0,1-1 0 0 0,0 1 1 0 0,0-1-1 0 0,-1 0 0 0 0,12-1 1 0 0,-10-1-40 0 0,0-1-1 0 0,0 0 1 0 0,0 0 0 0 0,0 0 0 0 0,-1-1 0 0 0,11-7-1 0 0,-13 8-805 0 0,1-1-1 0 0,0 1 1 0 0,0 0-1 0 0,0 0 1 0 0,1 1-1 0 0,-1-1 0 0 0,1 1 1 0 0,-1 0-1 0 0,1 1 1 0 0,0-1-1 0 0,7 0 0 0 0,-11 3-510 0 0,0-1 0 0 0,1 0-1 0 0,-1 1 1 0 0,0-1 0 0 0,0 1-1 0 0,1-1 1 0 0,-1 1 0 0 0,0 0-1 0 0,0 0 1 0 0,2 2 0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6.9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11058 0 0,'1'1'272'0'0,"0"0"0"0"0,0 0 0 0 0,0 0 0 0 0,0-1 0 0 0,1 1 0 0 0,-1 0 0 0 0,0-1 0 0 0,0 1 0 0 0,1-1-1 0 0,-1 1 1 0 0,0-1 0 0 0,1 1 0 0 0,-1-1 0 0 0,1 0 0 0 0,-1 0 0 0 0,0 0 0 0 0,1 0 0 0 0,-1 0 0 0 0,1 0 0 0 0,1 0-1 0 0,40 2 3595 0 0,-31-3-3359 0 0,19 2-3236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1.5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1 9218 0 0,'-41'23'7805'0'0,"41"-23"-7534"0"0,-1 1-1 0 0,1 0 1 0 0,0-1 0 0 0,0 1 0 0 0,0-1 0 0 0,0 1-1 0 0,-1 0 1 0 0,1 0 0 0 0,0-1 0 0 0,1 2 0 0 0,6 31-7534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2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1 147 5065 0 0,'15'-50'2817'0'0,"3"-10"-202"0"0,-22 24 9883 0 0,4 36-12387 0 0,-2 7-92 0 0,1 0 0 0 0,-1-1 0 0 0,1 1 0 0 0,0 0 0 0 0,1 0 1 0 0,-1 0-1 0 0,2 0 0 0 0,0 12 0 0 0,15 66 19 0 0,-7-37-34 0 0,11 91-41 0 0,12 65 182 0 0,-25-168-774 0 0,3 0 0 0 0,1-1 0 0 0,23 53 0 0 0,-29-79-856 0 0,0 1 0 0 0,1-1 1 0 0,11 15-1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2.7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1 157 3681 0 0,'0'-23'875'0'0,"2"0"0"0"0,5-26 0 0 0,11-12 11519 0 0,-18 61-12300 0 0,3 13 1660 0 0,0 19-1049 0 0,-17 351 559 0 0,13-328-1268 0 0,0-6-38 0 0,2 1 0 0 0,2-1 0 0 0,11 62 0 0 0,-13-107-122 0 0,0 0-1 0 0,0 1 1 0 0,1-1 0 0 0,0 0 0 0 0,0 0 0 0 0,0 0 0 0 0,0 0 0 0 0,0-1-1 0 0,1 1 1 0 0,-1 0 0 0 0,7 5 0 0 0,-9-9-21 0 0,1 1 0 0 0,0 0 0 0 0,0-1 0 0 0,0 1 0 0 0,-1-1 0 0 0,1 1 0 0 0,0-1 0 0 0,0 0 0 0 0,0 1 0 0 0,0-1 0 0 0,0 0 0 0 0,0 0 0 0 0,0 1 0 0 0,0-1-1 0 0,0 0 1 0 0,0 0 0 0 0,0 0 0 0 0,0 0 0 0 0,0 0 0 0 0,0 0 0 0 0,1-1 0 0 0,0 0-203 0 0,0 0 0 0 0,-1 0 0 0 0,1 0-1 0 0,0 0 1 0 0,-1 0 0 0 0,1 0 0 0 0,-1-1 0 0 0,0 1-1 0 0,1 0 1 0 0,-1-1 0 0 0,0 1 0 0 0,0-1-1 0 0,0 0 1 0 0,0 1 0 0 0,1-3 0 0 0,23-49-5425 0 0,-17 33 5614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3.0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52 1984 0 0,'-4'-1'254'0'0,"1"-1"0"0"0,-1 0-1 0 0,1 0 1 0 0,0 0 0 0 0,0 0-1 0 0,-1 0 1 0 0,-2-4 0 0 0,5 5-74 0 0,0 1 0 0 0,1-1 0 0 0,-1 0 0 0 0,0 1 0 0 0,0-1 0 0 0,1 0 0 0 0,-1 0 0 0 0,0 0 0 0 0,1 0 0 0 0,-1 0 0 0 0,1 1 0 0 0,-1-1 0 0 0,1 0 0 0 0,0 0 0 0 0,-1 0 1 0 0,1 0-1 0 0,0-1 0 0 0,0 1 0 0 0,-1 0 0 0 0,1 0 0 0 0,0 0 0 0 0,0 0 0 0 0,0 0 0 0 0,0 0 0 0 0,0 0 0 0 0,1 0 0 0 0,-1 0 0 0 0,0 0 0 0 0,0 0 0 0 0,2-2 0 0 0,-2 3-61 0 0,1-1 0 0 0,-1 1 0 0 0,1 0 0 0 0,-1 0 0 0 0,1 0 1 0 0,-1 0-1 0 0,1-1 0 0 0,-1 1 0 0 0,1 0 0 0 0,0 0 0 0 0,-1 0 0 0 0,1 0 0 0 0,-1 0 0 0 0,1 0 0 0 0,-1 1 0 0 0,1-1 0 0 0,0 0 0 0 0,-1 0 0 0 0,1 0 0 0 0,-1 0 0 0 0,1 1 0 0 0,-1-1 0 0 0,1 0 0 0 0,-1 0 0 0 0,1 1 0 0 0,-1-1 0 0 0,1 1 0 0 0,16 10 1035 0 0,-16-10-1017 0 0,71 53 3126 0 0,93 64-65 0 0,-109-85-2632 0 0,-22-13-93 0 0,61 46 0 0 0,-85-57-644 0 0,0-1-1 0 0,-1 2 0 0 0,0-1 0 0 0,-1 1 1 0 0,0 1-1 0 0,-1-1 0 0 0,0 1 0 0 0,0 1 1 0 0,9 22-1 0 0,12 39-5980 0 0,-24-60 703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3.2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34 186 10594 0 0,'-6'3'-93'0'0,"-17"5"2156"0"0,18-14-48 0 0,8-10 228 0 0,0 8-1746 0 0,0 0 0 0 0,0 0-1 0 0,1 1 1 0 0,1-1-1 0 0,-1 1 1 0 0,1 0 0 0 0,0 0-1 0 0,1 1 1 0 0,-1 0 0 0 0,8-6-1 0 0,3-3-705 0 0,1 1-1 0 0,32-20 1 0 0,-23 19-5018 0 0,5 2-1825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08.3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100 148 456 0 0,'-64'-135'8019'0'0,"63"134"-7820"0"0,1 0-1 0 0,0 1 1 0 0,0-1-1 0 0,0 1 0 0 0,-1-1 1 0 0,1 0-1 0 0,0 1 1 0 0,-1-1-1 0 0,1 1 1 0 0,0-1-1 0 0,-1 1 1 0 0,1-1-1 0 0,-1 1 0 0 0,1-1 1 0 0,-1 1-1 0 0,1-1 1 0 0,-1 1-1 0 0,1-1 1 0 0,-1 1-1 0 0,1 0 1 0 0,-1-1-1 0 0,1 1 1 0 0,-1 0-1 0 0,0 0 0 0 0,1 0 1 0 0,-2-1-1 0 0,2 2-83 0 0,-1-1 1 0 0,0 1-1 0 0,1-1 0 0 0,-1 1 0 0 0,1-1 0 0 0,-1 1 0 0 0,1 0 0 0 0,-1-1 0 0 0,1 1 1 0 0,0 0-1 0 0,-1-1 0 0 0,1 1 0 0 0,0 0 0 0 0,-1 0 0 0 0,1-1 0 0 0,0 1 0 0 0,0 0 0 0 0,0 0 1 0 0,-6 47 365 0 0,5-42-223 0 0,-4 43 227 0 0,2 1 0 0 0,2 0 0 0 0,3 0 0 0 0,9 68 0 0 0,-7-100-419 0 0,1 0-1 0 0,1-1 0 0 0,1 1 0 0 0,0-1 0 0 0,1-1 0 0 0,19 30 0 0 0,-20-37-26 0 0,0 1 0 0 0,0-1 0 0 0,1 0 0 0 0,0-1 0 0 0,0 0 0 0 0,1 0 0 0 0,0-1 0 0 0,1 0-1 0 0,-1 0 1 0 0,1-1 0 0 0,21 9 0 0 0,-28-14-24 0 0,1 0-1 0 0,-1 0 0 0 0,1 0 1 0 0,0-1-1 0 0,-1 1 1 0 0,1-1-1 0 0,0 0 0 0 0,0 0 1 0 0,-1 0-1 0 0,1-1 0 0 0,0 1 1 0 0,-1-1-1 0 0,1 0 0 0 0,-1 0 1 0 0,1 0-1 0 0,-1 0 1 0 0,1-1-1 0 0,-1 1 0 0 0,0-1 1 0 0,0 0-1 0 0,1 0 0 0 0,-1 0 1 0 0,-1-1-1 0 0,1 1 1 0 0,0-1-1 0 0,-1 1 0 0 0,1-1 1 0 0,-1 0-1 0 0,0 0 0 0 0,4-5 1 0 0,5-10 47 0 0,-1 0 1 0 0,-1-1-1 0 0,0 0 1 0 0,7-23-1 0 0,-11 27-18 0 0,-1 5 20 0 0,-1-1-1 0 0,0 1 1 0 0,-1-1 0 0 0,0 1 0 0 0,-1-1-1 0 0,0 0 1 0 0,0 0 0 0 0,-1 1 0 0 0,-1-1-1 0 0,0 0 1 0 0,0 0 0 0 0,-1 1 0 0 0,-1-1-1 0 0,1 1 1 0 0,-2 0 0 0 0,1-1 0 0 0,-2 1-1 0 0,1 1 1 0 0,-8-13 0 0 0,2 5 22 0 0,0 1 1 0 0,-1 0-1 0 0,0 1 1 0 0,-21-22-1 0 0,26 31-84 0 0,-1 0 0 0 0,1 0-1 0 0,-1 0 1 0 0,-1 1 0 0 0,1 0 0 0 0,-1 1-1 0 0,1-1 1 0 0,-1 1 0 0 0,-1 1-1 0 0,1 0 1 0 0,0 0 0 0 0,-10-2-1 0 0,0 4 13 0 0,18 1-96 0 0,-1 0 0 0 0,1 0 0 0 0,0 0-1 0 0,0 0 1 0 0,0 0 0 0 0,-1 0 0 0 0,1-1-1 0 0,0 1 1 0 0,0 0 0 0 0,-1 0 0 0 0,1 0-1 0 0,0 0 1 0 0,0 0 0 0 0,-1 0 0 0 0,1 0-1 0 0,0 1 1 0 0,0-1 0 0 0,-1 0 0 0 0,1 0-1 0 0,0 0 1 0 0,0 0 0 0 0,-1 0-1 0 0,1 0 1 0 0,0 0 0 0 0,0 0 0 0 0,0 1-1 0 0,-1-1 1 0 0,1 0 0 0 0,-1 1-494 0 0,1-1 494 0 0,0 1 0 0 0,0-1-1 0 0,0 0 1 0 0,0 0 0 0 0,0 1 0 0 0,-1-1-1 0 0,1 0 1 0 0,0 0 0 0 0,0 1-1 0 0,0-1 1 0 0,0 0 0 0 0,0 0 0 0 0,0 1-1 0 0,0-1 1 0 0,0 0 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08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123 147 3225 0 0,'-7'-15'117'0'0,"0"0"1"0"0,-1 1 0 0 0,-1 0-1 0 0,-17-21 1 0 0,-15-8 15136 0 0,45 54-12689 0 0,1 7-3606 0 0,-7 5 1099 0 0,2-23-52 0 0,0 0 1 0 0,0-1 0 0 0,0 1 0 0 0,0 0-1 0 0,-1-1 1 0 0,1 1 0 0 0,0 0-1 0 0,0 0 1 0 0,0-1 0 0 0,0 1-1 0 0,-1 0 1 0 0,1 0 0 0 0,0 0 0 0 0,0-1-1 0 0,-1 1 1 0 0,1 0 0 0 0,0 0-1 0 0,0 0 1 0 0,-1-1 0 0 0,1 1-1 0 0,0 0 1 0 0,0 0 0 0 0,-1 0 0 0 0,1 0-1 0 0,0 0 1 0 0,-1 0 0 0 0,1 0-1 0 0,0 0 1 0 0,0 0 0 0 0,-1 0-1 0 0,1 0 1 0 0,0 0 0 0 0,-1 0 0 0 0,1 0-1 0 0,0 0 1 0 0,0 0 0 0 0,-1 0-1 0 0,1 0 1 0 0,0 0 0 0 0,-1 0 0 0 0,1 0-1 0 0,0 1 1 0 0,0-1 0 0 0,-1 0-1 0 0,1 0 1 0 0,0 0 0 0 0,0 0-1 0 0,-1 1 1 0 0,1-1 0 0 0,0 0 0 0 0,0 0-1 0 0,0 1 1 0 0,-1-1 0 0 0,1 0-1 0 0,0 0 1 0 0,0 1 0 0 0,0-1-1 0 0,0 0 1 0 0,0 0 0 0 0,0 1 0 0 0,0-1-1 0 0,-1 0 1 0 0,1 1 0 0 0,0-1-1 0 0,0 0 1 0 0,0 1 0 0 0,0-1-1 0 0,0 1 1 0 0,-2-6-52 0 0,-1 0-1 0 0,1-1 0 0 0,0 1 1 0 0,0 0-1 0 0,0-1 1 0 0,1 1-1 0 0,0-1 0 0 0,0 1 1 0 0,0-1-1 0 0,1-6 1 0 0,0 12-27 0 0,1 0 0 0 0,-1 0 0 0 0,0 0 0 0 0,1 0 0 0 0,-1 0 0 0 0,0 0 0 0 0,1 1 1 0 0,-1-1-1 0 0,0 0 0 0 0,1 0 0 0 0,-1 0 0 0 0,0 0 0 0 0,1 0 0 0 0,-1 1 0 0 0,0-1 0 0 0,1 0 0 0 0,-1 0 0 0 0,0 0 1 0 0,0 1-1 0 0,1-1 0 0 0,-1 0 0 0 0,0 0 0 0 0,0 1 0 0 0,1-1 0 0 0,-1 0 0 0 0,0 1 0 0 0,0-1 0 0 0,0 0 1 0 0,0 1-1 0 0,0-1 0 0 0,1 0 0 0 0,-1 1 0 0 0,0 0-102 0 0,6 8-1405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3.9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90 236 6913 0 0,'-16'-52'2248'0'0,"-56"-131"8669"0"0,70 200-9796 0 0,5 27-930 0 0,23 336 332 0 0,-7-69-215 0 0,-7-157-284 0 0,44 347 128 0 0,-49-470-1216 0 0,-2 1-1 0 0,-1-1 1 0 0,-2 1 0 0 0,0-1 0 0 0,-6 46-1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4.3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201 528 5985 0 0,'-55'-15'1349'0'0,"-69"-33"8886"0"0,102 36-5597 0 0,30 25-3697 0 0,39 66-713 0 0,-22-35-198 0 0,1-1 0 0 0,63 77 0 0 0,-80-111-30 0 0,-1 1 0 0 0,2-2 0 0 0,-1 1 0 0 0,1-1 0 0 0,0 0 0 0 0,1-1 0 0 0,0 0 0 0 0,0-1 0 0 0,0 0 0 0 0,1-1 0 0 0,0 0 0 0 0,0-1 0 0 0,0-1 0 0 0,0 1 0 0 0,1-2 0 0 0,21 2 0 0 0,-26-4 30 0 0,0-1 0 0 0,1 0-1 0 0,-1 0 1 0 0,0-1-1 0 0,0 0 1 0 0,-1 0 0 0 0,1-1-1 0 0,0 0 1 0 0,-1 0-1 0 0,1-1 1 0 0,-1 0 0 0 0,0 0-1 0 0,-1-1 1 0 0,1 0-1 0 0,-1 0 1 0 0,0-1 0 0 0,0 0-1 0 0,0 0 1 0 0,7-11-1 0 0,7-10 166 0 0,-2-1 0 0 0,0-1 0 0 0,18-43-1 0 0,61-179 451 0 0,-57 137-594 0 0,40-125-869 0 0,-74 226 243 0 0,-5 13 497 0 0,-1 0 0 0 0,0-1 0 0 0,0 1 0 0 0,0 0 0 0 0,0 0 0 0 0,1 0 0 0 0,-1-1-1 0 0,0 1 1 0 0,0 0 0 0 0,0 0 0 0 0,1 0 0 0 0,-1 0 0 0 0,0 0 0 0 0,0-1 0 0 0,0 1 0 0 0,1 0 0 0 0,-1 0 0 0 0,0 0-1 0 0,0 0 1 0 0,1 0 0 0 0,-1 0 0 0 0,0 0 0 0 0,1 0 0 0 0,-1 0 0 0 0,0 0 0 0 0,0 0 0 0 0,1 0 0 0 0,-1 0 0 0 0,0 0-1 0 0,0 0 1 0 0,1 0 0 0 0,-1 0 0 0 0,0 1 0 0 0,0-1 0 0 0,0 0 0 0 0,1 0 0 0 0,-1 0 0 0 0,0 0 0 0 0,0 0-1 0 0,1 0 1 0 0,-1 1 0 0 0,0-1 0 0 0,0 0 0 0 0,0 0 0 0 0,0 0 0 0 0,1 1 0 0 0,-1-1 0 0 0,0 0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4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88 270 5065 0 0,'-74'-251'12060'0'0,"65"233"-9058"0"0,4 29-888 0 0,5 39-835 0 0,0-47-1433 0 0,47 444 475 0 0,-16-212-243 0 0,-28-210-81 0 0,27 194-218 0 0,-23-180 134 0 0,2-2 1 0 0,2 1 0 0 0,25 57 0 0 0,-35-94 36 0 0,2 8-1337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1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64 3225 0 0,'-22'-26'113'0'0,"2"-11"15173"0"0,49 41-14231 0 0,3 5-774 0 0,1 2 0 0 0,-2 0 0 0 0,0 3 1 0 0,0 0-1 0 0,47 31 0 0 0,-58-31-1292 0 0,0 2 1 0 0,0 0-1 0 0,-2 1 0 0 0,32 37 1 0 0,-25-22-676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2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90 6913 0 0,'-8'5'209'0'0,"-22"-1"6700"0"0,31-5-6762 0 0,10-12 1044 0 0,-1 5-1021 0 0,0 0 0 0 0,0 1 0 0 0,0 0 0 0 0,1 0 1 0 0,15-6-1 0 0,-9 7-1859 0 0,0 0 0 0 0,0 0 0 0 0,0 2 0 0 0,1 0 0 0 0,29-2 0 0 0,-16 4 794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9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59 21 3225 0 0,'-15'-9'4186'0'0,"14"8"-3622"0"0,-1 0 0 0 0,1 0 0 0 0,-1 0 1 0 0,1 0-1 0 0,-1 0 0 0 0,1 0 0 0 0,-1 0 1 0 0,0 1-1 0 0,1-1 0 0 0,-1 0 0 0 0,0 1 1 0 0,1 0-1 0 0,-1-1 0 0 0,0 1 1 0 0,0 0-1 0 0,1 0 0 0 0,-1 0 0 0 0,0 0 1 0 0,0 0-1 0 0,-2 1 0 0 0,3 0-450 0 0,1 0 0 0 0,-1 0 0 0 0,0 1 1 0 0,1-1-1 0 0,-1 0 0 0 0,1 1 0 0 0,-1-1 0 0 0,1 0 0 0 0,0 1 0 0 0,-1-1 0 0 0,1 0 1 0 0,0 1-1 0 0,0-1 0 0 0,0 1 0 0 0,0-1 0 0 0,0 0 0 0 0,1 3 0 0 0,3 29 505 0 0,-3-29-451 0 0,5 30 153 0 0,30 156 625 0 0,-27-151-974 0 0,3 0 1 0 0,30 67-1 0 0,8 25-372 0 0,-66-166-1689 0 0,-15-46 1 0 0,13 23 2661 0 0,3-1 1 0 0,3-1 0 0 0,-6-67 0 0 0,18 119-451 0 0,0-1 0 0 0,0 1 0 0 0,0-1 0 0 0,1 1 0 0 0,1-1 0 0 0,0 1 1 0 0,0 0-1 0 0,5-15 0 0 0,-5 19-95 0 0,-1 1 1 0 0,1-1 0 0 0,-1 1 0 0 0,1 0 0 0 0,0 0 0 0 0,0 0 0 0 0,1 0-1 0 0,-1 0 1 0 0,1 0 0 0 0,-1 1 0 0 0,1-1 0 0 0,0 1 0 0 0,0-1 0 0 0,0 1-1 0 0,0 0 1 0 0,0 0 0 0 0,1 1 0 0 0,-1-1 0 0 0,0 1 0 0 0,1-1-1 0 0,0 1 1 0 0,5-1 0 0 0,-7 2-15 0 0,0 0 0 0 0,0 0 0 0 0,1 1-1 0 0,-1-1 1 0 0,0 1 0 0 0,0-1 0 0 0,0 1 0 0 0,0 0 0 0 0,1 0-1 0 0,-1 0 1 0 0,0 0 0 0 0,0 0 0 0 0,-1 0 0 0 0,1 0 0 0 0,3 3-1 0 0,27 28-16 0 0,-18-18 53 0 0,15 14 21 0 0,-3-2-15 0 0,54 42 0 0 0,-72-63-33 0 0,1 1 0 0 0,-1-1 0 0 0,1-1 0 0 0,0 1 0 0 0,0-1 0 0 0,0-1 0 0 0,0 0 0 0 0,1 0 0 0 0,-1-1 0 0 0,1 0 0 0 0,19 1 0 0 0,-28-3-16 0 0,0 0 0 0 0,0-1 0 0 0,0 1 0 0 0,0 0 0 0 0,0-1 0 0 0,-1 1-1 0 0,1 0 1 0 0,0-1 0 0 0,0 1 0 0 0,0-1 0 0 0,-1 1 0 0 0,1-1 0 0 0,0 0 0 0 0,0 1 0 0 0,-1-1 0 0 0,1 0 0 0 0,-1 1 0 0 0,1-1-1 0 0,0 0 1 0 0,-1 0 0 0 0,0 1 0 0 0,1-1 0 0 0,-1 0 0 0 0,1 0 0 0 0,-1 0 0 0 0,0 0 0 0 0,0 0 0 0 0,1 0 0 0 0,-1 0-1 0 0,0 0 1 0 0,0 1 0 0 0,0-1 0 0 0,0-2 0 0 0,-1-41-182 0 0,0 28 166 0 0,5-65-1012 0 0,4 47-5764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6.4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48 131 3225 0 0,'-5'-6'-85'0'0,"-11"-15"2983"0"0,15 20-2319 0 0,-1-1-1 0 0,1 1 0 0 0,-1 0 0 0 0,1 0 0 0 0,-1 0 1 0 0,0-1-1 0 0,1 2 0 0 0,-1-1 0 0 0,0 0 0 0 0,-3-1 1 0 0,5 2-485 0 0,0 0 1 0 0,-1 0 0 0 0,1 1 0 0 0,0-1 0 0 0,-1 0-1 0 0,1 0 1 0 0,0 0 0 0 0,0 1 0 0 0,-1-1-1 0 0,1 0 1 0 0,0 0 0 0 0,0 1 0 0 0,-1-1-1 0 0,1 0 1 0 0,0 0 0 0 0,0 1 0 0 0,0-1 0 0 0,0 0-1 0 0,-1 1 1 0 0,1-1 0 0 0,0 0 0 0 0,0 1-1 0 0,0-1 1 0 0,0 0 0 0 0,0 1 0 0 0,0-1 0 0 0,0 0-1 0 0,0 1 1 0 0,0-1 0 0 0,0 0 0 0 0,0 1-1 0 0,0-1 1 0 0,0 0 0 0 0,0 1 0 0 0,0-1-1 0 0,0 0 1 0 0,0 1 0 0 0,1-1 0 0 0,-1 0 0 0 0,0 0-1 0 0,0 1 1 0 0,0-1 0 0 0,1 1 0 0 0,5 20 742 0 0,-5-18-594 0 0,6 17 119 0 0,0 0 1 0 0,2 0-1 0 0,0-1 1 0 0,1-1-1 0 0,1 1 1 0 0,21 26-1 0 0,-27-38-295 0 0,-1-2-1 0 0,2 1 1 0 0,-1 0 0 0 0,0-1-1 0 0,1 0 1 0 0,0 0 0 0 0,0-1-1 0 0,1 1 1 0 0,-1-1 0 0 0,1-1-1 0 0,0 1 1 0 0,0-1 0 0 0,0-1-1 0 0,0 1 1 0 0,1-1 0 0 0,-1 0-1 0 0,1-1 1 0 0,-1 0 0 0 0,1 0-1 0 0,0 0 1 0 0,12-2 0 0 0,-18 1-47 0 0,0 0 0 0 0,0-1 0 0 0,0 1 0 0 0,0-1 0 0 0,0 0 0 0 0,0 1 0 0 0,0-1 0 0 0,0 0 0 0 0,-1 0 0 0 0,1 0 1 0 0,0 0-1 0 0,-1-1 0 0 0,1 1 0 0 0,0 0 0 0 0,-1-1 0 0 0,0 1 0 0 0,1-1 0 0 0,-1 1 0 0 0,0-1 0 0 0,0 0 0 0 0,0 1 0 0 0,0-1 1 0 0,0 0-1 0 0,0 0 0 0 0,0 0 0 0 0,-1 0 0 0 0,1 0 0 0 0,-1 0 0 0 0,1 0 0 0 0,-1 0 0 0 0,0 0 0 0 0,0 0 0 0 0,0 0 0 0 0,0 0 0 0 0,0 0 1 0 0,0 0-1 0 0,-1 0 0 0 0,0-3 0 0 0,-2-9 33 0 0,0-1 1 0 0,-1 1-1 0 0,0 0 1 0 0,-8-15-1 0 0,10 25-23 0 0,-11-23-13 0 0,-1 0 0 0 0,-1 2 0 0 0,-2 0-1 0 0,0 0 1 0 0,-29-29 0 0 0,26 34-35 0 0,19 19-113 0 0,1 1 0 0 0,0-1 0 0 0,-1 0 0 0 0,1 1 0 0 0,-1-1 0 0 0,1 1 0 0 0,-1-1 0 0 0,1 1 0 0 0,-1-1 0 0 0,0 1 0 0 0,1-1 0 0 0,-1 1 0 0 0,0 0 0 0 0,1-1 0 0 0,-1 1 0 0 0,0 0 0 0 0,1 0 0 0 0,-1-1 0 0 0,0 1 1 0 0,0 0-1 0 0,1 0 0 0 0,-1 0 0 0 0,0 0 0 0 0,0 0 0 0 0,1 0 0 0 0,-1 0 0 0 0,0 0 0 0 0,0 0 0 0 0,1 0 0 0 0,-2 1 0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6.7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0 161 6913 0 0,'6'-10'8020'0'0,"11"15"-7301"0"0,-1 2 0 0 0,1 0 0 0 0,-1 1 0 0 0,0 1 0 0 0,23 17 0 0 0,-33-22-544 0 0,0 1 0 0 0,0 0 0 0 0,0 0 0 0 0,-1 0-1 0 0,0 1 1 0 0,0 0 0 0 0,0 0 0 0 0,-1 0 0 0 0,0 0 0 0 0,0 1-1 0 0,0 0 1 0 0,-1 0 0 0 0,0 0 0 0 0,0 0 0 0 0,-1 0 0 0 0,2 12-1 0 0,-3-18-134 0 0,-1-1-1 0 0,0 1 1 0 0,0-1-1 0 0,1 1 0 0 0,-1 0 1 0 0,0 0-1 0 0,0-1 0 0 0,0 1 1 0 0,0 0-1 0 0,0-1 0 0 0,0 1 1 0 0,0 0-1 0 0,0-1 1 0 0,0 1-1 0 0,0 0 0 0 0,0-1 1 0 0,-1 1-1 0 0,1 0 0 0 0,0-1 1 0 0,0 1-1 0 0,-1 0 1 0 0,1-1-1 0 0,-1 2 0 0 0,-7-16 398 0 0,-8-29-181 0 0,9 18-275 0 0,1-1 0 0 0,-5-51 0 0 0,11 64-213 0 0,-1 0-1 0 0,2 0 0 0 0,0 0 0 0 0,0 0 0 0 0,1 1 0 0 0,1-1 0 0 0,0 0 1 0 0,6-12-1 0 0,4-7-1060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0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77 3681 0 0,'2'-7'8108'0'0,"10"-23"-3879"0"0,2 11-1917 0 0,-12 16-2609 0 0,0 1 0 0 0,0 0 1 0 0,0 0-1 0 0,0 1 0 0 0,0-1 0 0 0,1 0 0 0 0,-1 1 0 0 0,1 0 0 0 0,3-2 0 0 0,-6 2 114 0 0,1 1 0 0 0,0 0 0 0 0,0 0 0 0 0,0 0 0 0 0,0-1 0 0 0,-1 1-1 0 0,1 0 1 0 0,0 0 0 0 0,0 0 0 0 0,0 0 0 0 0,0 1 0 0 0,0-1 0 0 0,-1 0 0 0 0,1 0-1 0 0,0 0 1 0 0,0 1 0 0 0,0-1 0 0 0,-1 0 0 0 0,1 1 0 0 0,0-1 0 0 0,0 0-1 0 0,0 2 1 0 0,1-1 58 0 0,-1 1 0 0 0,0 0-1 0 0,1-1 1 0 0,-1 1-1 0 0,0 0 1 0 0,0 0 0 0 0,0 0-1 0 0,0-1 1 0 0,-1 1 0 0 0,1 0-1 0 0,-1 0 1 0 0,1 0-1 0 0,0 4 1 0 0,0 9 140 0 0,0 0 58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1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39 5065 0 0,'9'6'4680'0'0,"-8"-6"-4368"0"0,0 0 0 0 0,7-1 3432 0 0,-6 0-3432 0 0,30-12 3143 0 0,-9 4-4229 0 0,58-5-1648 0 0,-60 8 2349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99 0 10594 0 0,'0'5'4537'0'0,"0"22"2809"0"0,-6 64-6557 0 0,6-91-780 0 0,0 1 0 0 0,0 0 0 0 0,0-1-1 0 0,0 1 1 0 0,-1-1 0 0 0,1 1 0 0 0,0 0-1 0 0,0-1 1 0 0,-1 1 0 0 0,1-1 0 0 0,0 1 0 0 0,-1-1-1 0 0,1 1 1 0 0,0-1 0 0 0,-1 1 0 0 0,1-1-1 0 0,-1 1 1 0 0,1-1 0 0 0,-1 1 0 0 0,1-1-1 0 0,-1 0 1 0 0,1 1 0 0 0,-1-1 0 0 0,1 0-1 0 0,-1 1 1 0 0,0-1 0 0 0,1 0 0 0 0,-1 0 0 0 0,-1 0-1 0 0,-21-4 124 0 0,-24-23-449 0 0,44 24 182 0 0,-1 1-564 0 0,2-1-206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1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18 3225 0 0,'-1'-1'533'0'0,"0"-1"1"0"0,-1 1 0 0 0,1-1-1 0 0,-1 1 1 0 0,1 0 0 0 0,-1-1-1 0 0,0 1 1 0 0,1 0 0 0 0,-1 0-1 0 0,0 0 1 0 0,0 0 0 0 0,0 1-1 0 0,0-1 1 0 0,-2 0 0 0 0,3 1-352 0 0,0 1 1 0 0,-1-1 0 0 0,1 1-1 0 0,0-1 1 0 0,0 1 0 0 0,0-1 0 0 0,0 1-1 0 0,0 0 1 0 0,0 0 0 0 0,0-1-1 0 0,0 1 1 0 0,0 0 0 0 0,0 0-1 0 0,0 0 1 0 0,1 0 0 0 0,-1 0-1 0 0,0 0 1 0 0,1 0 0 0 0,-1 1-1 0 0,0-1 1 0 0,1 0 0 0 0,0 0-1 0 0,-1 0 1 0 0,1 1 0 0 0,-1 1-1 0 0,-5 18 368 0 0,0 0 0 0 0,1 1-1 0 0,1-1 1 0 0,1 1 0 0 0,1 0-1 0 0,2 34 1 0 0,1-19-484 0 0,3 0 1 0 0,1 0-1 0 0,10 38 0 0 0,-10-58-33 0 0,0 0-1 0 0,1 0 0 0 0,1 0 0 0 0,1-1 1 0 0,0 0-1 0 0,16 21 0 0 0,-20-31 27 0 0,0 0-1 0 0,0 0 1 0 0,1 0-1 0 0,0-1 0 0 0,0 0 1 0 0,1 0-1 0 0,-1-1 1 0 0,1 1-1 0 0,0-1 1 0 0,0 0-1 0 0,1-1 1 0 0,-1 1-1 0 0,1-1 0 0 0,0-1 1 0 0,0 1-1 0 0,0-1 1 0 0,0 0-1 0 0,11 1 1 0 0,-14-3-29 0 0,-1 0 0 0 0,1 0 0 0 0,0 0 0 0 0,0-1 0 0 0,-1 0 0 0 0,1 1 0 0 0,0-1 1 0 0,-1 0-1 0 0,1-1 0 0 0,-1 1 0 0 0,1-1 0 0 0,-1 0 0 0 0,1 1 0 0 0,-1-1 0 0 0,0-1 1 0 0,4-3-1 0 0,-2 1 19 0 0,0 0 0 0 0,-1 0 1 0 0,1-1-1 0 0,-1 1 1 0 0,-1-1-1 0 0,1 0 0 0 0,-1 0 1 0 0,4-12-1 0 0,-2 5 11 0 0,-1 0 0 0 0,-1 0 0 0 0,0-1 0 0 0,-1 1 0 0 0,0-1 0 0 0,-2 0 0 0 0,1 0 0 0 0,-3-24 0 0 0,-5-2 1 0 0,-2 1 1 0 0,-1 0 0 0 0,-2 0-1 0 0,-2 1 1 0 0,-34-65-1 0 0,45 97-333 0 0,0 1 0 0 0,0-1-1 0 0,-1 1 1 0 0,0 0 0 0 0,0 0 0 0 0,0 0-1 0 0,-1 0 1 0 0,0 1 0 0 0,0-1-1 0 0,-8-5 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5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0,'1'6'5605'0'0,"1"11"-2932"0"0,0 97 3378 0 0,5 56-4190 0 0,0 48-1795 0 0,-7-207-104 0 0,9 158 154 0 0,-7-146-429 0 0,2 1 0 0 0,0-1 0 0 0,2-1 1 0 0,0 1-1 0 0,12 24 0 0 0,-9-29-1718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 5185 0 0,'0'-1'55'0'0,"1"0"0"0"0,-1 0 0 0 0,0 0-1 0 0,0 0 1 0 0,0 0 0 0 0,1 0 0 0 0,-1 0 0 0 0,0 1 0 0 0,1-1 0 0 0,-1 0-1 0 0,1 0 1 0 0,-1 0 0 0 0,1 0 0 0 0,-1 1 0 0 0,1-1 0 0 0,-1 0 0 0 0,1 1-1 0 0,0-1 1 0 0,0 0 0 0 0,-1 1 0 0 0,2-1 0 0 0,-1 1 102 0 0,-1 0-1 0 0,1 0 1 0 0,0 0 0 0 0,0 0 0 0 0,-1 1-1 0 0,1-1 1 0 0,0 0 0 0 0,-1 0 0 0 0,1 1-1 0 0,0-1 1 0 0,-1 1 0 0 0,1-1 0 0 0,-1 0-1 0 0,1 1 1 0 0,0-1 0 0 0,-1 1 0 0 0,1 0-1 0 0,-1-1 1 0 0,1 1 0 0 0,-1-1 0 0 0,0 1-1 0 0,1 0 1 0 0,-1-1 0 0 0,0 1 0 0 0,1 0-1 0 0,-1-1 1 0 0,0 2 0 0 0,8 17 1047 0 0,0-1 1 0 0,-2 2-1 0 0,-1-1 1 0 0,0 0-1 0 0,3 36 0 0 0,0 100 361 0 0,-8-35-1291 0 0,-28 222 0 0 0,23-321-730 0 0,1 0-573 0 0,2-6-3007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9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70 2817 0 0,'-15'-16'-68'0'0,"-9"-10"3799"0"0,23 24-3094 0 0,0 1 0 0 0,0-1 1 0 0,0 1-1 0 0,0-1 1 0 0,1 0-1 0 0,-1 1 0 0 0,0-1 1 0 0,1 0-1 0 0,-1 0 1 0 0,4-8 2540 0 0,-3 10-3081 0 0,0 0 1 0 0,0 0 0 0 0,1 0 0 0 0,-1 0-1 0 0,0 0 1 0 0,0 0 0 0 0,1 0 0 0 0,-1 0-1 0 0,0 0 1 0 0,0 0 0 0 0,1 0-1 0 0,-1 0 1 0 0,0 0 0 0 0,0 0 0 0 0,1 0-1 0 0,-1 0 1 0 0,2 1 782 0 0,-2-1-783 0 0,17 12 1684 0 0,96 126-1085 0 0,32 34 585 0 0,-127-154-1183 0 0,1 0-1 0 0,1-2 0 0 0,0 0 0 0 0,2-1 1 0 0,-1-1-1 0 0,41 19 0 0 0,-57-31-237 0 0,0 0-1 0 0,1 0 1 0 0,-1 0 0 0 0,0 0 0 0 0,1-1-1 0 0,-1 0 1 0 0,1 0 0 0 0,0-1 0 0 0,-1 1-1 0 0,1-1 1 0 0,11-2 0 0 0,-17 2 80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9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22 128 5529 0 0,'-21'12'4189'0'0,"32"-19"-1834"0"0,11-5-1230 0 0,1 1 0 0 0,37-11 0 0 0,-41 16-1642 0 0,-1-1 0 0 0,0 0-1 0 0,0-2 1 0 0,-1 0 0 0 0,27-18 0 0 0,-19 5 487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0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6454 0 11979 0 0,'3'1'295'0'0,"0"1"0"0"0,-1-1 1 0 0,1 0-1 0 0,0 1 0 0 0,-1 0 1 0 0,1 0-1 0 0,-1 0 0 0 0,0 0 1 0 0,0 0-1 0 0,1 0 0 0 0,-1 0 1 0 0,-1 1-1 0 0,1-1 0 0 0,0 1 1 0 0,-1-1-1 0 0,1 1 0 0 0,-1 0 1 0 0,0 0-1 0 0,0-1 0 0 0,0 1 1 0 0,0 0-1 0 0,0 0 0 0 0,-1 0 1 0 0,1 0-1 0 0,-1 6 0 0 0,1 6-1 0 0,-1 0 0 0 0,-1 0 0 0 0,-5 28-1 0 0,6-38-165 0 0,-25 136 549 0 0,6-44-269 0 0,-7 132 0 0 0,25-85-284 0 0,7-1 0 0 0,6 0 0 0 0,6 0 0 0 0,6-2 0 0 0,79 255 0 0 0,-63-284-16 0 0,6-1 0 0 0,4-3 0 0 0,76 122 0 0 0,-124-227-99 0 0,0 1-1 0 0,0 0 1 0 0,0-1-1 0 0,0 1 1 0 0,-1 0-1 0 0,1 0 1 0 0,-1 0-1 0 0,0 0 1 0 0,0 0-1 0 0,0 1 1 0 0,-1-1-1 0 0,0 0 1 0 0,1 0 0 0 0,-2 8-1 0 0,0-10-2 0 0,0 1 0 0 0,0 0 0 0 0,-1 0-1 0 0,1-1 1 0 0,0 1 0 0 0,-1 0 0 0 0,0-1 0 0 0,0 0-1 0 0,0 1 1 0 0,0-1 0 0 0,0 0 0 0 0,0 0 0 0 0,-1 0 0 0 0,1 0-1 0 0,0 0 1 0 0,-1-1 0 0 0,0 1 0 0 0,1-1 0 0 0,-1 0-1 0 0,0 0 1 0 0,-4 2 0 0 0,-26 10-12 0 0,-138 51-157 0 0,135-53 105 0 0,-1-1-1 0 0,-70 8 1 0 0,-290 12-486 0 0,-252 31-288 0 0,-45 31 752 0 0,270-59-208 0 0,159-15-107 0 0,138-8 373 0 0,-644 61-68 0 0,379-6-1889 0 0,212-31 837 0 0,-244 15-1 0 0,266-43 1321 0 0,-437 29 340 0 0,393-9 448 0 0,-114 11 685 0 0,-226 6-1148 0 0,499-38-723 0 0,0-3 0 0 0,0-1 0 0 0,0-2 0 0 0,-44-7 0 0 0,51 0-6855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0.6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298 271 9218 0 0,'-11'-30'1137'0'0,"-1"1"0"0"0,-1 1-1 0 0,-2 0 1 0 0,-34-48 0 0 0,42 67-718 0 0,-33-37 2325 0 0,37 44-2517 0 0,1-1 0 0 0,-1 1-1 0 0,0 0 1 0 0,0 0 0 0 0,0 0-1 0 0,0 0 1 0 0,0 1-1 0 0,0-1 1 0 0,0 1 0 0 0,0 0-1 0 0,-1 0 1 0 0,1 0-1 0 0,-1 0 1 0 0,-5 0 0 0 0,7 1-162 0 0,0 0 1 0 0,0 1-1 0 0,-1 0 1 0 0,1-1 0 0 0,0 1-1 0 0,0 0 1 0 0,0 0 0 0 0,0 0-1 0 0,0 1 1 0 0,0-1 0 0 0,0 0-1 0 0,0 1 1 0 0,1-1-1 0 0,-1 1 1 0 0,0-1 0 0 0,1 1-1 0 0,-1 0 1 0 0,1 0 0 0 0,0 0-1 0 0,-1 0 1 0 0,1 0-1 0 0,-1 3 1 0 0,-3 5-36 0 0,1 1 0 0 0,0-1-1 0 0,-4 14 1 0 0,-3 27 16 0 0,1 0 1 0 0,-4 98 0 0 0,13 106-35 0 0,1-253-12 0 0,6 155-35 0 0,44 263 1 0 0,-19-290-595 0 0,-1-47-5282 0 0,-4-25-1235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1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1325 920 0 0,'-4'0'-598'0'0,"0"0"1039"0"0,0 0 1 0 0,-1 0-1 0 0,1 0 0 0 0,-1-1 1 0 0,1 0-1 0 0,-5-1 0 0 0,8 2-302 0 0,1 0 0 0 0,-1 0 0 0 0,1-1 0 0 0,0 1 0 0 0,-1 0 0 0 0,1 0 0 0 0,-2-2 557 0 0,2 2-557 0 0,0 0 0 0 0,-1-1 0 0 0,1 1 0 0 0,0 0 0 0 0,0-1 0 0 0,0 1 0 0 0,-1-1 0 0 0,1 1 0 0 0,0 0 0 0 0,0-1 0 0 0,0 1 0 0 0,0-1 0 0 0,0 1 0 0 0,0 0 0 0 0,0-1 0 0 0,0-1 69 0 0,0 1 1 0 0,1-1-1 0 0,-1 1 1 0 0,1 0 0 0 0,-1-1-1 0 0,1 1 1 0 0,0 0-1 0 0,0 0 1 0 0,-1-1 0 0 0,1 1-1 0 0,0 0 1 0 0,2-2-1 0 0,4-3-32 0 0,0-1-1 0 0,1 2 1 0 0,-1-1-1 0 0,1 1 1 0 0,0 0-1 0 0,1 1 1 0 0,-1 0-1 0 0,1 0 1 0 0,0 1-1 0 0,0 0 1 0 0,9-2-1 0 0,18-3-175 0 0,53-4-1 0 0,-79 11 52 0 0,209-21-49 0 0,6 0 5 0 0,225-50 0 0 0,369-86-79 0 0,-568 128 79 0 0,657-92 1026 0 0,-812 106-818 0 0,431-82 1812 0 0,-409 73-1517 0 0,449-107 1866 0 0,-78 19-1203 0 0,-108 27-801 0 0,466-77-42 0 0,-652 132 678 0 0,250-71 0 0 0,-394 87-2618 0 0,-31 8-5751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2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71 17972 0 0,'-4'-5'82'0'0,"0"-1"0"0"0,0 0 0 0 0,1 0 0 0 0,0-1 0 0 0,0 1-1 0 0,0-1 1 0 0,1 1 0 0 0,-3-13 0 0 0,8 17 11 0 0,3 7-54 0 0,4 9 89 0 0,1 21 84 0 0,-1-1-1 0 0,-2 1 1 0 0,-2 1-1 0 0,5 70 1 0 0,-4-29-8 0 0,22 126-170 0 0,10-1 0 0 0,104 321-1 0 0,-74-301-31 0 0,-9 2-1 0 0,39 304 0 0 0,-92-469-24 0 0,-5-31-304 0 0,1-1-1 0 0,1 1 1 0 0,15 48 0 0 0,-18-74 267 0 0,-1-1-10 0 0,0 0-1 0 0,1 0 1 0 0,-1 0 0 0 0,1 0 0 0 0,-1 0 0 0 0,1 0-1 0 0,-1 0 1 0 0,1 0 0 0 0,0 0 0 0 0,-1 0-1 0 0,1 0 1 0 0,0 0 0 0 0,0 0 0 0 0,1 1 0 0 0,2-3-649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4.5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1074 9218 0 0,'5'-7'223'0'0,"1"0"0"0"0,0 0 0 0 0,1 1 0 0 0,0 0 0 0 0,0 0 0 0 0,0 0 0 0 0,0 1 0 0 0,1 0 0 0 0,16-7 1 0 0,-1-1 235 0 0,25-15 184 0 0,1 3 0 0 0,1 1 0 0 0,1 3 0 0 0,97-27 0 0 0,-71 31-298 0 0,0 3 0 0 0,143-8 0 0 0,339 14 1720 0 0,-193 6-1020 0 0,715-55 318 0 0,-513-3-964 0 0,-391 39-307 0 0,194-39 98 0 0,-113 15 104 0 0,344-59 314 0 0,338-44-97 0 0,258 29-187 0 0,-651 65-168 0 0,212-17 97 0 0,-144 34 86 0 0,-207 30-55 0 0,-329 7-242 0 0,31 5 8 0 0,134 24 1 0 0,-3-1-6 0 0,-167-24 53 0 0,118-11 0 0 0,74-25 229 0 0,-76 8-228 0 0,-121 21-202 0 0,0 2 0 0 0,95 12 0 0 0,-34-2-31 0 0,358 41-266 0 0,-397-39 373 0 0,-68-8 64 0 0,0 1 0 0 0,-1 1 0 0 0,0 1 0 0 0,0 0 0 0 0,0 2 0 0 0,37 19 1 0 0,-47-20-17 0 0,0 1 1 0 0,0 0-1 0 0,-1 1 0 0 0,0 0 1 0 0,0 1-1 0 0,-1 0 1 0 0,0 0-1 0 0,-1 1 1 0 0,0 0-1 0 0,-1 1 1 0 0,-1 0-1 0 0,8 16 1 0 0,21 54 95 0 0,30 110-1 0 0,-9-22-56 0 0,17 29 32 0 0,84 368 0 0 0,-115-199 40 0 0,-34-242 147 0 0,29 144 0 0 0,-16-187-254 0 0,6 25 192 0 0,-26-95-149 0 0,0 0-1 0 0,-1 0 1 0 0,0 0-1 0 0,-1 0 1 0 0,-1 0-1 0 0,-2 16 1 0 0,2-25-61 0 0,-1 1 1 0 0,1-1 0 0 0,-1 0 0 0 0,0-1 0 0 0,0 1 0 0 0,0 0 0 0 0,0 0-1 0 0,-1-1 1 0 0,1 0 0 0 0,-1 1 0 0 0,0-1 0 0 0,0 0 0 0 0,0 0-1 0 0,-1-1 1 0 0,1 1 0 0 0,-1 0 0 0 0,1-1 0 0 0,-1 0 0 0 0,0 0 0 0 0,0 0-1 0 0,0-1 1 0 0,-7 3 0 0 0,-10 2 41 0 0,-1-1-1 0 0,0 0 1 0 0,-26 1-1 0 0,22-3-34 0 0,-56 8-33 0 0,-537 49-477 0 0,-354-11 361 0 0,479-27 121 0 0,267-16 106 0 0,-364 6-154 0 0,-197 9-91 0 0,310-12 351 0 0,-136 11-461 0 0,47 25 199 0 0,-208 21-391 0 0,491-47 498 0 0,-25 3 11 0 0,-326 33 176 0 0,445-43 15 0 0,-194 7-598 0 0,-303 32-8 0 0,229 28 261 0 0,337-59 165 0 0,-220 5-1 0 0,81-9 249 0 0,74 0-608 0 0,-436 59 1398 0 0,581-66-1036 0 0,-63 9-443 0 0,93-17 241 0 0,0 0-1 0 0,0-1 0 0 0,0 0 0 0 0,0-1 0 0 0,0-1 1 0 0,0 1-1 0 0,-13-5 0 0 0,5-1-339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6.6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54 10594 0 0,'0'-4'613'0'0,"-1"0"-1"0"0,0 0 0 0 0,0-1 1 0 0,0 1-1 0 0,0 0 0 0 0,-1 1 1 0 0,1-1-1 0 0,-1 0 0 0 0,0 0 1 0 0,0 1-1 0 0,-1-1 0 0 0,-2-3 1 0 0,5 8-553 0 0,-1-1 1 0 0,1 0-1 0 0,-1 0 0 0 0,1 0 1 0 0,0 1-1 0 0,-1-1 1 0 0,1 0-1 0 0,-1 0 1 0 0,1 1-1 0 0,0-1 1 0 0,-1 0-1 0 0,1 1 1 0 0,0-1-1 0 0,0 0 0 0 0,-1 1 1 0 0,1-1-1 0 0,0 0 1 0 0,0 1-1 0 0,0-1 1 0 0,-1 1-1 0 0,1-1 1 0 0,0 0-1 0 0,0 1 0 0 0,0-1 1 0 0,0 1-1 0 0,0-1 1 0 0,0 1-1 0 0,0-1 1 0 0,0 1-1 0 0,0-1 1 0 0,0 0-1 0 0,0 1 1 0 0,0-1-1 0 0,0 1 0 0 0,0-1 1 0 0,1 1-1 0 0,-2 21 239 0 0,19 554 1129 0 0,-14-153-877 0 0,0-41-903 0 0,-13-319 384 0 0,6-47-5137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1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45 295 2304 0 0,'-6'-127'2127'0'0,"3"103"3"0"0,-1 1-1 0 0,-2-1 0 0 0,-10-29 0 0 0,11 20 2568 0 0,9 23-2124 0 0,-4 10-2537 0 0,1 0 0 0 0,-1 0 0 0 0,1 0 0 0 0,0 0 0 0 0,-1 0 0 0 0,1 0 0 0 0,-1 0 0 0 0,1 1 0 0 0,0-1 0 0 0,-1 0 0 0 0,1 0 1 0 0,-1 1-1 0 0,1-1 0 0 0,-1 0 0 0 0,1 1 0 0 0,-1-1 0 0 0,1 0 0 0 0,-1 1 0 0 0,1-1 0 0 0,-1 1 0 0 0,0-1 0 0 0,1 1 0 0 0,0 0 0 0 0,-1 0 148 0 0,4 3-6 0 0,19 22 25 0 0,-1 1 1 0 0,-1 2-1 0 0,32 56 1 0 0,-48-76-203 0 0,-1 0 0 0 0,0 0 0 0 0,-1 1 0 0 0,0-1 1 0 0,0 1-1 0 0,-1-1 0 0 0,0 1 0 0 0,-1 0 0 0 0,0 0 0 0 0,0 0 1 0 0,-1 0-1 0 0,-1 0 0 0 0,1 0 0 0 0,-2 0 0 0 0,1-1 0 0 0,-1 1 1 0 0,-1 0-1 0 0,0-1 0 0 0,-4 10 0 0 0,-4 5 20 0 0,-1-1 1 0 0,-1 0-1 0 0,0 0 0 0 0,-2-2 1 0 0,-1 0-1 0 0,0-1 0 0 0,-33 31 1 0 0,49-51-22 0 0,-9 8 38 0 0,9-8-36 0 0,0 0-1 0 0,0 0 1 0 0,0 0-1 0 0,0 0 1 0 0,0 0-1 0 0,1 0 0 0 0,-1 0 1 0 0,0 0-1 0 0,0 0 1 0 0,0 0-1 0 0,0 0 1 0 0,0 0-1 0 0,1 0 0 0 0,-1 0 1 0 0,0 0-1 0 0,0 0 1 0 0,0 0-1 0 0,0 0 1 0 0,0 1-1 0 0,0-1 0 0 0,1 0 1 0 0,-1 0-1 0 0,0 0 1 0 0,0 0-1 0 0,0 0 1 0 0,0 0-1 0 0,0 0 1 0 0,0 0-1 0 0,0 1 0 0 0,0-1 1 0 0,0 0-1 0 0,0 0 1 0 0,1 0-1 0 0,-1 0 1 0 0,0 0-1 0 0,0 1 0 0 0,0-1 1 0 0,0 0-1 0 0,0 0 1 0 0,0 0-1 0 0,0 0 1 0 0,0 0-1 0 0,0 1 0 0 0,0-1 1 0 0,0 0-1 0 0,0 0 1 0 0,0 0-1 0 0,0 0 1 0 0,0 0-1 0 0,-1 1 0 0 0,1-1 1 0 0,0 0-1 0 0,0 0 1 0 0,0 0-1 0 0,0 0 1 0 0,0 0-1 0 0,0 0 1 0 0,0 1-1 0 0,0-1 0 0 0,0 0 1 0 0,-1 0 264 0 0,6 0-159 0 0,77-7 86 0 0,-60 4-88 0 0,1 1 1 0 0,-1 0 0 0 0,1 2-1 0 0,23 2 1 0 0,-17 5-147 0 0,0 0 0 0 0,-1 2 0 0 0,0 1 0 0 0,39 19 0 0 0,11 5-2971 0 0,-55-25-4401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6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1 372 3225 0 0,'-1'2'363'0'0,"1"-1"0"0"0,0 0 0 0 0,0 0 0 0 0,0 1 0 0 0,0-1 0 0 0,0 0 0 0 0,1 0 0 0 0,-1 1 0 0 0,0-1 0 0 0,1 0 0 0 0,-1 0 0 0 0,0 0 0 0 0,1 1 0 0 0,0-1 0 0 0,-1 0 0 0 0,1 0 0 0 0,-1 0 0 0 0,1 0 0 0 0,0 0 0 0 0,0 0 1 0 0,0 0-1 0 0,1 1 0 0 0,-1-2-109 0 0,0 0 1 0 0,0 1 0 0 0,0-1 0 0 0,0 0 0 0 0,0 0 0 0 0,1 0 0 0 0,-1 0 0 0 0,0 0 0 0 0,0 0-1 0 0,0 0 1 0 0,0 0 0 0 0,1 0 0 0 0,-1 0 0 0 0,0 0 0 0 0,0-1 0 0 0,0 1 0 0 0,0-1 0 0 0,2 0-1 0 0,4-3 296 0 0,0 0 0 0 0,0 0 0 0 0,-1-1 0 0 0,0 0-1 0 0,7-6 1 0 0,10-10-158 0 0,-1-2 0 0 0,-1-1 0 0 0,-1-1 1 0 0,-1 0-1 0 0,-1-1 0 0 0,27-55 0 0 0,-42 73-393 0 0,-1 0 1 0 0,1 1-1 0 0,-2-1 1 0 0,1 0-1 0 0,-1-1 1 0 0,0 1-1 0 0,-1-16 1 0 0,0 22 0 0 0,0-1 0 0 0,0 1-1 0 0,0 0 1 0 0,0-1 0 0 0,-1 1 0 0 0,1-1 0 0 0,-1 1 0 0 0,1 0 0 0 0,-1-1 0 0 0,0 1-1 0 0,0 0 1 0 0,0 0 0 0 0,0-1 0 0 0,0 1 0 0 0,-1 0 0 0 0,1 0 0 0 0,-1 0-1 0 0,1 1 1 0 0,-1-1 0 0 0,0 0 0 0 0,0 0 0 0 0,0 1 0 0 0,0-1 0 0 0,0 1 0 0 0,0 0-1 0 0,0 0 1 0 0,0 0 0 0 0,0 0 0 0 0,-1 0 0 0 0,-2-1 0 0 0,1 2-10 0 0,1 0 1 0 0,-1 1 0 0 0,1-1-1 0 0,-1 1 1 0 0,1 0 0 0 0,-1 0-1 0 0,1 0 1 0 0,0 0-1 0 0,-1 1 1 0 0,1-1 0 0 0,0 1-1 0 0,0 0 1 0 0,0 0 0 0 0,0 0-1 0 0,-5 5 1 0 0,-39 39-217 0 0,42-40 140 0 0,0 1 0 0 0,0-1 1 0 0,0 1-1 0 0,1 1 0 0 0,0-1 1 0 0,1 1-1 0 0,-1-1 1 0 0,2 1-1 0 0,-1 0 0 0 0,1 0 1 0 0,0 0-1 0 0,0 0 0 0 0,0 12 1 0 0,2-8 118 0 0,0-1-1 0 0,1 0 1 0 0,0 0 0 0 0,1 1 0 0 0,0-1 0 0 0,1 0 0 0 0,0-1 0 0 0,0 1 0 0 0,8 14 0 0 0,-6-13 36 0 0,2 0 0 0 0,-1-1 0 0 0,2 0 0 0 0,-1 0 1 0 0,2 0-1 0 0,-1-1 0 0 0,1 0 0 0 0,1-1 1 0 0,0 0-1 0 0,0 0 0 0 0,1-1 0 0 0,0-1 1 0 0,0 0-1 0 0,1 0 0 0 0,0-1 0 0 0,0 0 1 0 0,18 5-1 0 0,-13-8-252 0 0,0 0 0 0 0,0-1 0 0 0,0-1 0 0 0,0 0 0 0 0,0-1 1 0 0,29-5-1 0 0,-19 1-1144 0 0,0-2 0 0 0,0 0 1 0 0,35-15-1 0 0,-31 8-336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8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0 3225 0 0,'-18'11'15906'0'0,"16"-1"-18055"0"0,-1 11 2976 0 0,1 2-1 0 0,1-1 1 0 0,0 0-1 0 0,4 27 1 0 0,17 86-409 0 0,-12-89-204 0 0,4 34-83 0 0,-3-16-87 0 0,3 0-1 0 0,2-1 0 0 0,28 78 0 0 0,-14-84-566 0 0,-26-54 43 0 0,0 1 0 0 0,0 0 0 0 0,0-1 0 0 0,1 0 0 0 0,0 1 0 0 0,-1-1 0 0 0,1 0 0 0 0,0-1 0 0 0,1 1-1 0 0,-1 0 1 0 0,0-1 0 0 0,6 3 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1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52 431 2288 0 0,'-7'-32'-201'0'0,"-26"-122"1987"0"0,28 121 1140 0 0,1 1 0 0 0,1-57 0 0 0,3 85-2696 0 0,1 0 1 0 0,-1 0-1 0 0,1 0 1 0 0,-1 1-1 0 0,1-1 1 0 0,0 0 0 0 0,1 0-1 0 0,-1 1 1 0 0,1-1-1 0 0,0 0 1 0 0,-1 1-1 0 0,1 0 1 0 0,1-1-1 0 0,-1 1 1 0 0,1 0-1 0 0,-1 0 1 0 0,1 0 0 0 0,0 1-1 0 0,0-1 1 0 0,0 1-1 0 0,0-1 1 0 0,0 1-1 0 0,1 0 1 0 0,-1 0-1 0 0,1 1 1 0 0,-1-1 0 0 0,1 1-1 0 0,0-1 1 0 0,-1 1-1 0 0,5-1 1 0 0,-3 2-169 0 0,-1-1 1 0 0,1 1 0 0 0,-1 0-1 0 0,0 0 1 0 0,1 0 0 0 0,-1 0-1 0 0,1 1 1 0 0,-1 0 0 0 0,1 0-1 0 0,-1 0 1 0 0,0 0 0 0 0,0 1-1 0 0,0-1 1 0 0,0 1 0 0 0,0 0-1 0 0,0 1 1 0 0,0-1 0 0 0,0 1 0 0 0,-1-1-1 0 0,0 1 1 0 0,1 0 0 0 0,-1 1-1 0 0,0-1 1 0 0,0 0 0 0 0,-1 1-1 0 0,5 5 1 0 0,1 10-45 0 0,0-1 0 0 0,0 1 1 0 0,-2 1-1 0 0,-1-1 0 0 0,0 1 0 0 0,-1 0 1 0 0,-1 0-1 0 0,-1 0 0 0 0,-1 1 0 0 0,-1-1 1 0 0,-1 0-1 0 0,0 0 0 0 0,-2 1 0 0 0,0-1 1 0 0,-1-1-1 0 0,-1 1 0 0 0,-1 0 0 0 0,-15 32 1 0 0,18-46-1 0 0,0-1 1 0 0,-1 1 0 0 0,1-1 0 0 0,-1 0-1 0 0,-1 0 1 0 0,1-1 0 0 0,0 1 0 0 0,-6 3-1 0 0,8-6-143 0 0,-1-1 0 0 0,1 1 0 0 0,0 0 0 0 0,-1-1 0 0 0,1 0 0 0 0,-1 0-1 0 0,1 1 1 0 0,-1-1 0 0 0,0-1 0 0 0,1 1 0 0 0,-1 0 0 0 0,0-1 0 0 0,0 1-1 0 0,1-1 1 0 0,-1 0 0 0 0,0 0 0 0 0,0 0 0 0 0,1 0 0 0 0,-1-1 0 0 0,-4 0-1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4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48 3225 0 0,'13'-27'3494'0'0,"-13"25"-2983"0"0,1 1 0 0 0,-1-1 0 0 0,1 1 0 0 0,6-7 3067 0 0,-6 7-3066 0 0,0 0-1 0 0,1 0 0 0 0,-1 0 0 0 0,0 0 0 0 0,1 1 0 0 0,1-2 0 0 0,1 15 3361 0 0,-6 20-2578 0 0,2-30-1081 0 0,-2 34-18 0 0,1 0-1 0 0,3 0 1 0 0,1 0 0 0 0,14 68-1 0 0,-3-50 46 0 0,3 0-1 0 0,34 76 0 0 0,-23-68-1333 0 0,15 34-4551 0 0,-32-70-1339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8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207 198 2737 0 0,'3'-12'487'0'0,"0"1"1"0"0,-2-1 0 0 0,1 0 0 0 0,-1 0 0 0 0,-1 0-1 0 0,0 0 1 0 0,-1 0 0 0 0,-1 0 0 0 0,1 1 0 0 0,-2-1-1 0 0,0 0 1 0 0,-4-11 0 0 0,6 21-274 0 0,0 0 0 0 0,1 0 0 0 0,-1 0 0 0 0,0 0-1 0 0,0 0 1 0 0,-1 0 0 0 0,1 0 0 0 0,0 1 0 0 0,-1-1 0 0 0,1 0 0 0 0,-1 1 0 0 0,1-1 0 0 0,-1 1 0 0 0,0 0-1 0 0,0 0 1 0 0,1-1 0 0 0,-1 1 0 0 0,-4-1 0 0 0,4 2-42 0 0,0-1 1 0 0,0 1-1 0 0,0 0 0 0 0,0 0 0 0 0,0 0 1 0 0,0 1-1 0 0,1-1 0 0 0,-1 0 0 0 0,0 1 1 0 0,0-1-1 0 0,0 1 0 0 0,0 0 1 0 0,1-1-1 0 0,-1 1 0 0 0,0 0 0 0 0,1 0 1 0 0,-3 2-1 0 0,-3 3 127 0 0,0 0 0 0 0,0 1 0 0 0,0 0 0 0 0,1 0 0 0 0,0 1 0 0 0,0 0 0 0 0,-5 10 0 0 0,-3 7-171 0 0,1 0 0 0 0,1 2 0 0 0,-12 38 0 0 0,20-54-156 0 0,1 0-1 0 0,1 0 1 0 0,0 0-1 0 0,0 1 0 0 0,1-1 1 0 0,0 1-1 0 0,1-1 0 0 0,0 1 1 0 0,1-1-1 0 0,1 0 1 0 0,4 18-1 0 0,-5-24-1 0 0,0-1 0 0 0,1 0 0 0 0,0 0 0 0 0,0 0 0 0 0,0 0 0 0 0,0 0 0 0 0,0-1 0 0 0,1 1 0 0 0,0-1 0 0 0,0 1 0 0 0,0-1 0 0 0,0 0 0 0 0,0 0 0 0 0,1 0 1 0 0,-1-1-1 0 0,1 1 0 0 0,0-1 0 0 0,0 0 0 0 0,-1 0 0 0 0,2 0 0 0 0,-1 0 0 0 0,0-1 0 0 0,0 0 0 0 0,7 2 0 0 0,-5-3-115 0 0,0 0 0 0 0,0 0 1 0 0,0 0-1 0 0,0-1 0 0 0,0 1 1 0 0,0-1-1 0 0,0-1 0 0 0,-1 1 0 0 0,1-1 1 0 0,0 0-1 0 0,-1-1 0 0 0,1 1 1 0 0,-1-1-1 0 0,0 0 0 0 0,0 0 0 0 0,0-1 1 0 0,7-6-1 0 0,-2 1-92 0 0,0-2-1 0 0,0 1 1 0 0,-1-1 0 0 0,-1-1 0 0 0,1 1 0 0 0,6-15-1 0 0,31-77 998 0 0,-30 66 181 0 0,-16 34-714 0 0,1 0 0 0 0,0 1-1 0 0,1-1 1 0 0,-1 1 0 0 0,0-1 0 0 0,1 1 0 0 0,0-1 0 0 0,-1 1-1 0 0,1 0 1 0 0,0 0 0 0 0,3-3 0 0 0,-4 5-164 0 0,-1 0-1 0 0,0 0 1 0 0,1 0-1 0 0,-1 0 1 0 0,0-1-1 0 0,1 1 1 0 0,-1 0 0 0 0,1 0-1 0 0,-1 0 1 0 0,0 0-1 0 0,1 0 1 0 0,-1 0 0 0 0,0 0-1 0 0,1 0 1 0 0,-1 0-1 0 0,0 1 1 0 0,1-1-1 0 0,-1 0 1 0 0,1 0 0 0 0,-1 0-1 0 0,0 0 1 0 0,1 0-1 0 0,-1 1 1 0 0,0-1-1 0 0,0 0 1 0 0,1 0 0 0 0,-1 1-1 0 0,0-1 1 0 0,1 0-1 0 0,9 20 676 0 0,5 28-229 0 0,-4-13-336 0 0,20 44 1 0 0,-26-67-523 0 0,2 0 1 0 0,-1-1-1 0 0,2 0 1 0 0,-1 0-1 0 0,1-1 1 0 0,1 0-1 0 0,14 13 1 0 0,-1-5-1791 0 0,1-1-4071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9.1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13 4609 0 0,'-2'-1'238'0'0,"0"-1"0"0"0,0 1 0 0 0,0 0 0 0 0,0 0-1 0 0,-1 0 1 0 0,1 0 0 0 0,0 0 0 0 0,0 0 0 0 0,-1 0 0 0 0,1 1 0 0 0,0-1 0 0 0,-1 1-1 0 0,1 0 1 0 0,-1-1 0 0 0,1 1 0 0 0,0 0 0 0 0,-1 1 0 0 0,1-1 0 0 0,-5 1 0 0 0,3 1 147 0 0,0-1 0 0 0,0 1 0 0 0,0 0 1 0 0,0 0-1 0 0,1 0 0 0 0,-1 1 0 0 0,1-1 1 0 0,0 1-1 0 0,-1 0 0 0 0,-3 5 0 0 0,-3 3 391 0 0,1 1-1 0 0,1 1 0 0 0,0 0 0 0 0,1 0 1 0 0,-9 20-1 0 0,11-20-608 0 0,0 1 0 0 0,0-1 0 0 0,1 1 0 0 0,1 0 0 0 0,1 0 0 0 0,0 1 0 0 0,0-1 0 0 0,1 0 0 0 0,2 22 0 0 0,0-30-116 0 0,0 0-1 0 0,0 0 0 0 0,1-1 1 0 0,-1 1-1 0 0,1 0 1 0 0,0-1-1 0 0,1 1 0 0 0,0-1 1 0 0,0 0-1 0 0,0 0 1 0 0,0 0-1 0 0,1 0 0 0 0,-1 0 1 0 0,1-1-1 0 0,1 1 1 0 0,-1-1-1 0 0,0 0 0 0 0,1-1 1 0 0,0 1-1 0 0,0-1 1 0 0,0 0-1 0 0,0 0 0 0 0,1 0 1 0 0,-1-1-1 0 0,8 2 1 0 0,-4-1-145 0 0,-1-1 1 0 0,1 0-1 0 0,0 0 1 0 0,0-1 0 0 0,0 0-1 0 0,0-1 1 0 0,1 0 0 0 0,-1-1-1 0 0,0 0 1 0 0,0 0 0 0 0,0 0-1 0 0,0-1 1 0 0,-1-1 0 0 0,1 0-1 0 0,-1 0 1 0 0,11-5 0 0 0,7-4-1057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9.4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71 331 1824 0 0,'1'2'88'0'0,"-1"-1"0"0"0,1 1 0 0 0,-1 0 0 0 0,1-1 0 0 0,0 1 0 0 0,-1 0 0 0 0,1-1-1 0 0,0 1 1 0 0,0-1 0 0 0,0 0 0 0 0,1 1 0 0 0,-1-1 0 0 0,0 0 0 0 0,0 0 0 0 0,1 1-1 0 0,-1-1 1 0 0,1 0 0 0 0,-1 0 0 0 0,1-1 0 0 0,-1 1 0 0 0,1 0 0 0 0,-1 0 0 0 0,1-1-1 0 0,0 1 1 0 0,-1-1 0 0 0,1 1 0 0 0,0-1 0 0 0,0 0 0 0 0,-1 0 0 0 0,1 0 0 0 0,0 0-1 0 0,0 0 1 0 0,0 0 0 0 0,-1 0 0 0 0,1-1 0 0 0,3 0 0 0 0,0 0 353 0 0,0 0 0 0 0,0 0 0 0 0,0 0 0 0 0,-1-1 0 0 0,1 0 0 0 0,0 0 1 0 0,-1 0-1 0 0,1-1 0 0 0,-1 1 0 0 0,0-1 0 0 0,0 0 0 0 0,6-6 0 0 0,-4 1-68 0 0,-1 0 0 0 0,0 0 0 0 0,-1 0 0 0 0,0-1 0 0 0,0 1 0 0 0,-1-1 0 0 0,0 0 0 0 0,0 0-1 0 0,-1 0 1 0 0,-1 0 0 0 0,1-1 0 0 0,-1 1 0 0 0,-1-19 0 0 0,0 17-181 0 0,-1 0 0 0 0,0-1-1 0 0,0 1 1 0 0,-1 0 0 0 0,-1 0-1 0 0,0 0 1 0 0,-1 0 0 0 0,0 0 0 0 0,0 1-1 0 0,-1-1 1 0 0,-8-11 0 0 0,11 19-138 0 0,0-1 0 0 0,-1 1 0 0 0,1 0 0 0 0,-1 0 0 0 0,0 0-1 0 0,0 1 1 0 0,0-1 0 0 0,0 1 0 0 0,0-1 0 0 0,-1 1 0 0 0,1 0 0 0 0,-1 0 0 0 0,1 1 0 0 0,-1-1 0 0 0,0 1 0 0 0,0-1 0 0 0,1 1 0 0 0,-1 1-1 0 0,0-1 1 0 0,0 0 0 0 0,0 1 0 0 0,-7 0 0 0 0,7 1-8 0 0,-1 0-1 0 0,1 0 1 0 0,0 0-1 0 0,0 0 1 0 0,0 1-1 0 0,0 0 0 0 0,1 0 1 0 0,-1 0-1 0 0,0 0 1 0 0,1 1-1 0 0,0-1 1 0 0,-1 1-1 0 0,1 0 1 0 0,0 0-1 0 0,0 0 1 0 0,1 0-1 0 0,-1 0 1 0 0,0 1-1 0 0,1 0 0 0 0,0-1 1 0 0,-2 6-1 0 0,-2 4-50 0 0,1 0-1 0 0,0 0 0 0 0,1 0 0 0 0,0 0 0 0 0,1 1 1 0 0,1 0-1 0 0,0 0 0 0 0,1-1 0 0 0,1 1 0 0 0,0 0 0 0 0,0 0 1 0 0,2 0-1 0 0,4 22 0 0 0,-3-24 0 0 0,0-1 1 0 0,0 0-1 0 0,2 0 0 0 0,-1 0 0 0 0,1-1 1 0 0,1 0-1 0 0,0 0 0 0 0,0 0 1 0 0,1 0-1 0 0,0-1 0 0 0,1 0 0 0 0,0-1 1 0 0,0 0-1 0 0,1 0 0 0 0,0-1 0 0 0,16 11 1 0 0,-8-9-50 0 0,1 0 1 0 0,0-1-1 0 0,0-1 1 0 0,0-1-1 0 0,1 0 1 0 0,37 5-1 0 0,-17-7-1152 0 0,0-2 0 0 0,57-3 1 0 0,-43-2-4840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0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90 7834 0 0,'8'-65'5969'0'0,"-5"41"-389"0"0,-2 30-3040 0 0,2 101-2130 0 0,-13 141 0 0 0,2 82-175 0 0,11-288-239 0 0,3-1 1 0 0,1-1-1 0 0,2 1 0 0 0,1-1 0 0 0,32 75 1 0 0,-24-76-1289 0 0,29 47 0 0 0,-36-68-6077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4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 6913 0 0,'0'0'529'0'0,"2"29"-728"0"0,-1-8 792 0 0,0 1 0 0 0,2-1 0 0 0,0 0 1 0 0,1 1-1 0 0,2-2 0 0 0,7 23 0 0 0,-9-33-456 0 0,0 0-1 0 0,0-1 1 0 0,1 1-1 0 0,0-1 1 0 0,1 0-1 0 0,-1 0 1 0 0,2-1-1 0 0,0 0 1 0 0,0 0-1 0 0,0 0 1 0 0,1-1-1 0 0,0 0 1 0 0,0 0-1 0 0,13 7 1 0 0,-17-12-37 0 0,0 0 1 0 0,0-1 0 0 0,0 1-1 0 0,1-1 1 0 0,-1 0-1 0 0,0 0 1 0 0,1 0-1 0 0,-1 0 1 0 0,1-1 0 0 0,-1 0-1 0 0,1 0 1 0 0,-1 0-1 0 0,1 0 1 0 0,-1-1-1 0 0,1 0 1 0 0,-1 0 0 0 0,1 0-1 0 0,-1-1 1 0 0,0 1-1 0 0,0-1 1 0 0,1 0-1 0 0,-1 0 1 0 0,-1 0 0 0 0,1-1-1 0 0,0 1 1 0 0,0-1-1 0 0,-1 0 1 0 0,0 0-1 0 0,1 0 1 0 0,4-7 0 0 0,-3 3 69 0 0,1 0 1 0 0,-2 0 0 0 0,1 0 0 0 0,-1-1 0 0 0,0 0-1 0 0,0 1 1 0 0,-1-1 0 0 0,0-1 0 0 0,-1 1 0 0 0,1 0-1 0 0,-2-1 1 0 0,1 1 0 0 0,-1-1 0 0 0,0 1 0 0 0,-1-13-1 0 0,-2 10-72 0 0,0 1 0 0 0,0 0 0 0 0,-1 0-1 0 0,0 1 1 0 0,0-1 0 0 0,-1 0-1 0 0,-1 1 1 0 0,1 0 0 0 0,-2 0 0 0 0,1 1-1 0 0,-1-1 1 0 0,-10-10 0 0 0,13 15-92 0 0,-1 0 0 0 0,0 1 1 0 0,0-1-1 0 0,0 1 0 0 0,0 0 0 0 0,0 0 1 0 0,-1 0-1 0 0,1 0 0 0 0,-1 1 1 0 0,0 0-1 0 0,0 0 0 0 0,0 0 0 0 0,0 0 1 0 0,0 1-1 0 0,0 0 0 0 0,0 0 1 0 0,-1 0-1 0 0,1 1 0 0 0,0 0 0 0 0,0 0 1 0 0,-1 0-1 0 0,1 0 0 0 0,0 1 1 0 0,0 0-1 0 0,-10 3 0 0 0,13-3-96 0 0,-1 0 0 0 0,1 0 0 0 0,-1 0 0 0 0,1 0 0 0 0,-1 1 0 0 0,1-1 0 0 0,0 1 0 0 0,0 0 1 0 0,-1-1-1 0 0,1 1 0 0 0,0 0 0 0 0,1 0 0 0 0,-1 0 0 0 0,0 1 0 0 0,1-1 0 0 0,-1 0 0 0 0,1 1 0 0 0,0-1 0 0 0,-3 6 0 0 0,4-2 70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8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246 30 3225 0 0,'-2'-2'59'0'0,"1"0"0"0"0,0 0 0 0 0,-1 0 0 0 0,1 0 0 0 0,-1 1 0 0 0,1-1 0 0 0,-1 0 0 0 0,0 0 0 0 0,0 1 0 0 0,0 0 0 0 0,0-1 0 0 0,0 1 0 0 0,0 0 0 0 0,0 0 0 0 0,-1 0 0 0 0,1 0 1 0 0,0 0-1 0 0,-1 0 0 0 0,-3 0 0 0 0,1 1 234 0 0,0 0-1 0 0,-1 0 1 0 0,1 0 0 0 0,-1 1 0 0 0,1 0 0 0 0,0 0-1 0 0,-11 3 1 0 0,7 0 136 0 0,1 0 0 0 0,-1 1-1 0 0,1-1 1 0 0,0 1 0 0 0,0 1 0 0 0,0 0-1 0 0,1 0 1 0 0,0 1 0 0 0,0-1 0 0 0,1 1-1 0 0,0 1 1 0 0,0-1 0 0 0,0 1 0 0 0,1 0-1 0 0,0 1 1 0 0,-6 16 0 0 0,6-15-288 0 0,1 0 0 0 0,0 0 1 0 0,1 1-1 0 0,0-1 0 0 0,0 1 0 0 0,1 0 1 0 0,1 0-1 0 0,0 0 0 0 0,0 0 0 0 0,1 0 1 0 0,1 0-1 0 0,0 0 0 0 0,0 0 0 0 0,5 15 0 0 0,-4-20-148 0 0,0-1 0 0 0,0 1 0 0 0,0-1 0 0 0,1 0 0 0 0,0 0-1 0 0,0 0 1 0 0,1-1 0 0 0,-1 1 0 0 0,1-1 0 0 0,0 1-1 0 0,0-1 1 0 0,0 0 0 0 0,1-1 0 0 0,-1 1 0 0 0,1-1-1 0 0,0 0 1 0 0,0 0 0 0 0,0-1 0 0 0,8 4 0 0 0,-9-5-68 0 0,0 0 1 0 0,1 0 0 0 0,-1 0 0 0 0,0-1 0 0 0,1 0-1 0 0,-1 0 1 0 0,1 0 0 0 0,-1 0 0 0 0,0 0-1 0 0,1-1 1 0 0,-1 0 0 0 0,0 0 0 0 0,1 0-1 0 0,-1-1 1 0 0,0 1 0 0 0,0-1 0 0 0,0 0 0 0 0,0 0-1 0 0,0 0 1 0 0,-1-1 0 0 0,1 1 0 0 0,-1-1-1 0 0,0 0 1 0 0,1 0 0 0 0,3-6 0 0 0,3-4 246 0 0,0-1-1 0 0,-1-1 1 0 0,-1 0 0 0 0,0 0 0 0 0,-1 0 0 0 0,-1-1 0 0 0,-1 0 0 0 0,0 0-1 0 0,4-22 1 0 0,-2 10 1251 0 0,19-51-1 0 0,-26 79-1387 0 0,0 0 0 0 0,0-1-1 0 0,0 1 1 0 0,0 0 0 0 0,0 0-1 0 0,0 0 1 0 0,0-1 0 0 0,0 1-1 0 0,1 0 1 0 0,-1 0 0 0 0,0 0-1 0 0,0-1 1 0 0,0 1-1 0 0,0 0 1 0 0,0 0 0 0 0,0 0-1 0 0,0 0 1 0 0,0-1 0 0 0,1 1-1 0 0,-1 0 1 0 0,0 0 0 0 0,0 0-1 0 0,0 0 1 0 0,0 0 0 0 0,1-1-1 0 0,-1 1 1 0 0,0 0 0 0 0,0 0-1 0 0,0 0 1 0 0,0 0 0 0 0,1 0-1 0 0,-1 0 1 0 0,0 0 0 0 0,0 0-1 0 0,0 0 1 0 0,1 0 0 0 0,-1 0-1 0 0,0 0 1 0 0,0 0 0 0 0,1 0-1 0 0,-1 0 1 0 0,0 0-1 0 0,0 0 1 0 0,0 0 0 0 0,1 0-1 0 0,-1 0 1 0 0,0 0 0 0 0,0 0-1 0 0,6 13 816 0 0,1 17-256 0 0,-4-14-593 0 0,0-1 1 0 0,1 0-1 0 0,1 0 0 0 0,0 0 0 0 0,1-1 0 0 0,1 0 0 0 0,11 19 0 0 0,-12-24-1020 0 0,0-1 0 0 0,0 0-1 0 0,1 0 1 0 0,0 0 0 0 0,1-1-1 0 0,-1 0 1 0 0,14 8 0 0 0,3-1-4877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1.3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263 450 3225 0 0,'-23'21'2645'0'0,"-30"21"1"0"0,-13 12-50 0 0,52-42-2304 0 0,1 2 1 0 0,1 0 0 0 0,0 0 0 0 0,1 1 0 0 0,0 0-1 0 0,2 1 1 0 0,0 0 0 0 0,-9 23 0 0 0,16-35-229 0 0,0 1 0 0 0,0 0 0 0 0,1-1 0 0 0,0 1 0 0 0,0 0 0 0 0,0 0 0 0 0,0 0 0 0 0,1 0 0 0 0,0 0 0 0 0,0 0 0 0 0,0 0 0 0 0,1-1 0 0 0,0 1 0 0 0,0 0 0 0 0,0 0 0 0 0,0 0 0 0 0,1-1 0 0 0,0 1 0 0 0,0 0 0 0 0,0-1 0 0 0,0 0 0 0 0,1 1 0 0 0,-1-1 0 0 0,1 0 0 0 0,0 0 0 0 0,1-1 0 0 0,-1 1 0 0 0,1-1 0 0 0,-1 1 0 0 0,1-1 0 0 0,0 0 0 0 0,0-1 0 0 0,1 1 0 0 0,-1-1 0 0 0,7 3 0 0 0,-7-3 16 0 0,0 0-1 0 0,-1 0 0 0 0,1 0 0 0 0,0-1 0 0 0,0 0 1 0 0,1 0-1 0 0,-1 0 0 0 0,0 0 0 0 0,0-1 0 0 0,0 0 1 0 0,1 0-1 0 0,-1 0 0 0 0,0 0 0 0 0,0 0 0 0 0,1-1 1 0 0,-1 0-1 0 0,0 0 0 0 0,5-2 0 0 0,-4 1-77 0 0,0-1-1 0 0,0 0 0 0 0,0 0 1 0 0,0-1-1 0 0,-1 1 1 0 0,1-1-1 0 0,-1 0 0 0 0,0 0 1 0 0,0-1-1 0 0,-1 1 1 0 0,7-10-1 0 0,-1-2-98 0 0,-1 0 0 0 0,-1 0 0 0 0,-1 0 1 0 0,0-1-1 0 0,-1 0 0 0 0,0 0 0 0 0,3-31 0 0 0,-4-14 332 0 0,-1-1 0 0 0,-8-65 0 0 0,-22-123 1475 0 0,24 223-1417 0 0,-8-43 453 0 0,10 65-589 0 0,0 1 0 0 0,0 0 1 0 0,-1 0-1 0 0,0 0 1 0 0,0 0-1 0 0,-1 0 1 0 0,1 0-1 0 0,-1 1 0 0 0,0-1 1 0 0,-4-5-1 0 0,6 10-139 0 0,1 0 0 0 0,0 0 0 0 0,0 0 0 0 0,0-1 0 0 0,0 1-1 0 0,-1 0 1 0 0,1 0 0 0 0,0 0 0 0 0,0-1 0 0 0,0 1 0 0 0,-1 0-1 0 0,1 0 1 0 0,0 0 0 0 0,0 0 0 0 0,-1 0 0 0 0,1 0 0 0 0,0 0-1 0 0,0-1 1 0 0,-1 1 0 0 0,1 0 0 0 0,0 0 0 0 0,0 0-1 0 0,-1 0 1 0 0,1 0 0 0 0,0 0 0 0 0,0 0 0 0 0,-1 0 0 0 0,1 0-1 0 0,0 1 1 0 0,0-1 0 0 0,-1 0 0 0 0,1 0 0 0 0,0 0 0 0 0,0 0-1 0 0,-1 0 1 0 0,1 0 0 0 0,0 0 0 0 0,0 1 0 0 0,-1-1 0 0 0,1 0-1 0 0,-6 14 316 0 0,2 21-118 0 0,4-33-169 0 0,-2 52-29 0 0,3 1 0 0 0,2-1 0 0 0,3 0 1 0 0,2 0-1 0 0,2-1 0 0 0,3 0 0 0 0,1-1 1 0 0,4 0-1 0 0,1-1 0 0 0,2-2 0 0 0,3 0 0 0 0,52 81 1 0 0,-27-59-3392 0 0,-33-48 166 0 0,15 25-4076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109 48 5065 0 0,'0'-1'179'0'0,"-1"-1"1"0"0,1 1-1 0 0,0 0 1 0 0,-1-1-1 0 0,1 1 1 0 0,-1 0-1 0 0,0 0 0 0 0,1 0 1 0 0,-1 0-1 0 0,0-1 1 0 0,0 1-1 0 0,0 0 0 0 0,0 0 1 0 0,1 0-1 0 0,-1 0 1 0 0,-1 1-1 0 0,1-1 1 0 0,0 0-1 0 0,0 0 0 0 0,0 1 1 0 0,0-1-1 0 0,-1 1 1 0 0,1-1-1 0 0,0 1 0 0 0,0-1 1 0 0,-1 1-1 0 0,1 0 1 0 0,0-1-1 0 0,-1 1 1 0 0,1 0-1 0 0,0 0 0 0 0,-1 0 1 0 0,1 0-1 0 0,0 0 1 0 0,-1 0-1 0 0,1 1 0 0 0,0-1 1 0 0,-1 0-1 0 0,1 1 1 0 0,0-1-1 0 0,-1 1 1 0 0,1-1-1 0 0,0 1 0 0 0,0 0 1 0 0,0 0-1 0 0,-2 1 1 0 0,-2 1 81 0 0,1 0 1 0 0,0 1-1 0 0,0 0 1 0 0,0 0-1 0 0,1 0 1 0 0,-1 0-1 0 0,1 1 1 0 0,0-1-1 0 0,0 1 1 0 0,-3 8-1 0 0,2-2-155 0 0,1 0 0 0 0,1 0 0 0 0,0 0 0 0 0,0 1 0 0 0,1-1 0 0 0,1 0 0 0 0,0 1 0 0 0,0-1 0 0 0,1 1 0 0 0,0-1 0 0 0,1 0-1 0 0,1 0 1 0 0,0 0 0 0 0,0 0 0 0 0,9 18 0 0 0,-9-22-39 0 0,0 1 0 0 0,1-1 0 0 0,0 0 1 0 0,1 0-1 0 0,0 0 0 0 0,0 0 0 0 0,0-1 0 0 0,1 0 0 0 0,-1 0 0 0 0,2 0 0 0 0,-1-1 0 0 0,1 0 0 0 0,-1 0 0 0 0,1-1 0 0 0,1 0 1 0 0,-1 0-1 0 0,0 0 0 0 0,1-1 0 0 0,0 0 0 0 0,0-1 0 0 0,0 0 0 0 0,9 1 0 0 0,-13-2-65 0 0,-1-1 0 0 0,1 1-1 0 0,0-1 1 0 0,0 0-1 0 0,-1-1 1 0 0,1 1 0 0 0,0-1-1 0 0,-1 1 1 0 0,1-1 0 0 0,-1 0-1 0 0,1-1 1 0 0,-1 1 0 0 0,1-1-1 0 0,-1 1 1 0 0,0-1 0 0 0,0 0-1 0 0,0 0 1 0 0,5-4 0 0 0,-5 2 4 0 0,1 0 0 0 0,-1 0 0 0 0,0-1 0 0 0,0 1 0 0 0,0-1 0 0 0,-1 0 0 0 0,1 0 0 0 0,-1 0 0 0 0,0 0 0 0 0,-1 0 0 0 0,2-7 0 0 0,1-11 21 0 0,-2 1 1 0 0,-1 0-1 0 0,0-1 0 0 0,-5-38 0 0 0,4 59-15 0 0,0 1 0 0 0,-1-1 0 0 0,1 0 0 0 0,0 1 0 0 0,0-1 0 0 0,1 0 0 0 0,-1 1 0 0 0,0-1 0 0 0,0 1 0 0 0,1-1 0 0 0,-1 0 0 0 0,2-1 0 0 0,-2 3-6 0 0,0-1 0 0 0,0 1 0 0 0,1 0-1 0 0,-1 0 1 0 0,0 0 0 0 0,0-1 0 0 0,1 1 0 0 0,-1 0 0 0 0,0 0 0 0 0,1 0 0 0 0,-1 0 0 0 0,0 0 0 0 0,1 0 0 0 0,-1 0 0 0 0,0 0 0 0 0,1 0 0 0 0,-1 0 0 0 0,0 0 0 0 0,1 0 0 0 0,-1 0-1 0 0,0 0 1 0 0,1 0 0 0 0,-1 0 0 0 0,0 0 0 0 0,1 0 0 0 0,-1 0 0 0 0,0 0 0 0 0,0 0 0 0 0,1 1 0 0 0,-1-1 0 0 0,0 0 0 0 0,1 0 0 0 0,-1 0 0 0 0,0 0 0 0 0,1 1 0 0 0,30 32 289 0 0,-20-19-352 0 0,5 2 218 0 0,1 0 0 0 0,1 0 0 0 0,0-2 0 0 0,1 0 0 0 0,29 15-1 0 0,-35-22-133 0 0,0-1 0 0 0,0 0 0 0 0,0-1-1 0 0,1-1 1 0 0,-1 0 0 0 0,1-1-1 0 0,0 0 1 0 0,1-1 0 0 0,-1-1 0 0 0,16 0-1 0 0,-26-1-7 0 0,0 0 1 0 0,-1-1-1 0 0,1 1 0 0 0,0-1 0 0 0,-1 0 0 0 0,1 0 0 0 0,0-1 1 0 0,-1 1-1 0 0,1-1 0 0 0,-1 1 0 0 0,0-1 0 0 0,1 0 0 0 0,-1 0 1 0 0,0-1-1 0 0,0 1 0 0 0,4-5 0 0 0,-3 2 26 0 0,0-1 0 0 0,0 1 0 0 0,-1 0 0 0 0,0-1 0 0 0,0 0 0 0 0,0 0 0 0 0,-1 0 1 0 0,0 0-1 0 0,2-8 0 0 0,-1-1 8 0 0,-1-1 0 0 0,0 0 1 0 0,-1 0-1 0 0,0 0 0 0 0,-2 0 1 0 0,0 1-1 0 0,-4-21 0 0 0,5 29-132 0 0,-1 1 0 0 0,0 0-1 0 0,-1 0 1 0 0,0 0 0 0 0,0 0-1 0 0,0 0 1 0 0,0 0 0 0 0,-1 1-1 0 0,0-1 1 0 0,-1 1 0 0 0,1 0 0 0 0,-1 0-1 0 0,0 0 1 0 0,-6-6 0 0 0,3 7-906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3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6305 0 0,'3'-1'247'0'0,"0"0"0"0"0,1 1 0 0 0,-1-1 1 0 0,0 1-1 0 0,1-1 0 0 0,-1 1 0 0 0,0 0 0 0 0,1 1 0 0 0,-1-1 0 0 0,0 0 0 0 0,0 1 0 0 0,5 1 0 0 0,-6-1 27 0 0,0 0-1 0 0,-1 0 1 0 0,1 0 0 0 0,0 1-1 0 0,0-1 1 0 0,-1 0 0 0 0,1 1 0 0 0,-1 0-1 0 0,1-1 1 0 0,-1 1 0 0 0,0 0-1 0 0,1-1 1 0 0,-1 1 0 0 0,0 0-1 0 0,0 0 1 0 0,0 0 0 0 0,-1 0 0 0 0,1 0-1 0 0,0 0 1 0 0,0 3 0 0 0,3 19 528 0 0,0 0 1 0 0,-1 1 0 0 0,-2-1 0 0 0,-1 27 0 0 0,-1-31-1376 0 0,1 1 1 0 0,0 0 0 0 0,2-1-1 0 0,1 1 1 0 0,0-1 0 0 0,11 33 0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5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43 12443 0 0,'3'-6'246'0'0,"-3"3"-173"0"0,1 1 0 0 0,0-1 0 0 0,0 1 1 0 0,0-1-1 0 0,1 1 0 0 0,-1 0 0 0 0,0-1 0 0 0,1 1 1 0 0,-1 0-1 0 0,1 0 0 0 0,0 0 0 0 0,0 0 1 0 0,0 1-1 0 0,4-4 0 0 0,-5 5-39 0 0,-1 0 0 0 0,1 0 0 0 0,0 0 0 0 0,0 0 0 0 0,0 0 0 0 0,-1 0 0 0 0,1 0 0 0 0,0 0 0 0 0,0 0 0 0 0,0 1 0 0 0,-1-1 0 0 0,1 0 0 0 0,0 0 1 0 0,0 1-1 0 0,-1-1 0 0 0,1 1 0 0 0,0-1 0 0 0,-1 0 0 0 0,1 1 0 0 0,0-1 0 0 0,-1 1 0 0 0,1 0 0 0 0,-1-1 0 0 0,1 1 0 0 0,-1-1 0 0 0,1 1 0 0 0,-1 0 0 0 0,1 0 0 0 0,-1-1 0 0 0,0 1 0 0 0,1 0 0 0 0,-1 0 0 0 0,0-1 0 0 0,0 1 0 0 0,1 0 0 0 0,-1 0 0 0 0,0-1 0 0 0,0 1 1 0 0,0 0-1 0 0,0 2 0 0 0,2 32 194 0 0,-3-12-332 0 0,0-14-373 0 0,0 0 1 0 0,0 0-1 0 0,1 0 1 0 0,0 0-1 0 0,1 0 1 0 0,0 0-1 0 0,1 0 0 0 0,0-1 1 0 0,0 1-1 0 0,5 13 1 0 0,2-9 429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8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4 10594 0 0,'0'0'46'0'0,"0"-1"0"0"0,0 1-1 0 0,0 0 1 0 0,0 0 0 0 0,0 0-1 0 0,0 0 1 0 0,0-1 0 0 0,0 1 0 0 0,-1 0-1 0 0,1 0 1 0 0,0 0 0 0 0,0 0-1 0 0,0 0 1 0 0,0-1 0 0 0,0 1 0 0 0,0 0-1 0 0,-1 0 1 0 0,1 0 0 0 0,0 0-1 0 0,0 0 1 0 0,0 0 0 0 0,0 0-1 0 0,-1-1 1 0 0,1 1 0 0 0,0 0 0 0 0,0 0-1 0 0,0 0 1 0 0,0 0 0 0 0,-1 0-1 0 0,1 0 1 0 0,0 0 0 0 0,0 0-1 0 0,0 0 1 0 0,0 0 0 0 0,-1 0 0 0 0,1 0-1 0 0,0 0 1 0 0,0 0 0 0 0,0 0-1 0 0,-1 0 1 0 0,1 0 0 0 0,0 1-1 0 0,0-1 1 0 0,0 0 0 0 0,0 0 0 0 0,-1 0-1 0 0,1 0 1 0 0,0 0 0 0 0,0 0-1 0 0,0 0 1 0 0,0 0 0 0 0,0 1 0 0 0,0-1-1 0 0,-1 0 1 0 0,1 0 0 0 0,0 0-1 0 0,0 0 1 0 0,0 1 0 0 0,0-1-1 0 0,0 0 1 0 0,0 0 0 0 0,0 0 0 0 0,0 0-1 0 0,0 1 1 0 0,0-1 0 0 0,0 0-1 0 0,0 0 1 0 0,-3 25 2529 0 0,6 48 771 0 0,-2-57-2831 0 0,5 138 1682 0 0,-4-52-2016 0 0,4 0-1 0 0,31 159 1 0 0,-8-158-1193 0 0,-4-36-6902 0 0,-16-50 1877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3.2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90 352 6913 0 0,'-7'-2'267'0'0,"0"0"0"0"0,-1 1 0 0 0,1 0 0 0 0,-1 1 0 0 0,1 0 0 0 0,0 0 0 0 0,-1 0 0 0 0,1 1 0 0 0,-1 0 0 0 0,-7 3 0 0 0,48-3 1582 0 0,-12-6-1415 0 0,1 0 1 0 0,-1-2 0 0 0,0 0 0 0 0,21-11-1 0 0,80-44 711 0 0,-107 53-1029 0 0,33-19-17 0 0,-2-2-1 0 0,-2-2 1 0 0,0-2 0 0 0,64-66 0 0 0,-107 99-42 0 0,0-1-1 0 0,0 1 0 0 0,1 0 0 0 0,-1-1 1 0 0,1 1-1 0 0,-1 0 0 0 0,1 0 0 0 0,-1 0 1 0 0,1 0-1 0 0,-1 0 0 0 0,1 1 0 0 0,0-1 1 0 0,0 0-1 0 0,2 0 0 0 0,-3 2-10 0 0,0-1 1 0 0,-1 0-1 0 0,1 1 0 0 0,0 0 0 0 0,-1-1 0 0 0,1 1 0 0 0,0-1 0 0 0,-1 1 1 0 0,1 0-1 0 0,-1 0 0 0 0,1-1 0 0 0,-1 1 0 0 0,1 0 0 0 0,-1 0 0 0 0,1-1 1 0 0,-1 1-1 0 0,0 0 0 0 0,1 0 0 0 0,-1 0 0 0 0,0 0 0 0 0,0 0 0 0 0,0 0 1 0 0,0-1-1 0 0,0 1 0 0 0,0 0 0 0 0,0 0 0 0 0,0 0 0 0 0,0 0 0 0 0,0 0 1 0 0,0 0-1 0 0,-1 1 0 0 0,0 59 890 0 0,0-25-594 0 0,0 0 1 0 0,3 0 0 0 0,10 61-1 0 0,-10-86-355 0 0,1-1-1 0 0,1 0 1 0 0,-1 1-1 0 0,1-1 1 0 0,1-1-1 0 0,0 1 1 0 0,0 0-1 0 0,1-1 0 0 0,1 0 1 0 0,-1-1-1 0 0,1 0 1 0 0,1 0-1 0 0,-1 0 1 0 0,1-1-1 0 0,1 0 1 0 0,15 11-1 0 0,-22-17-66 0 0,1 1-1 0 0,-1-1 1 0 0,1 0 0 0 0,0 1-1 0 0,-1-1 1 0 0,1-1-1 0 0,0 1 1 0 0,-1 0 0 0 0,1-1-1 0 0,0 1 1 0 0,0-1-1 0 0,0 0 1 0 0,-1 0 0 0 0,1 0-1 0 0,0 0 1 0 0,0 0-1 0 0,0-1 1 0 0,4-1 0 0 0,-2 1 22 0 0,-1-1 1 0 0,1-1 0 0 0,-1 1 0 0 0,0-1 0 0 0,0 1-1 0 0,0-1 1 0 0,0 0 0 0 0,0-1 0 0 0,-1 1-1 0 0,4-5 1 0 0,6-9 105 0 0,0 0 0 0 0,-2-1 0 0 0,19-38 0 0 0,-26 48 1 0 0,5-12 76 0 0,-7 14 56 0 0,1-1 1 0 0,0 0-1 0 0,1 1 0 0 0,-1 0 1 0 0,1 0-1 0 0,0 0 1 0 0,9-9-1 0 0,-12 14-121 0 0,-1 1 0 0 0,1 0-1 0 0,0 0 1 0 0,0 0 0 0 0,-1 0 0 0 0,1 0-1 0 0,0 0 1 0 0,0 0 0 0 0,-1 0 0 0 0,1 0-1 0 0,0 0 1 0 0,0 1 0 0 0,-1-1 0 0 0,1 0-1 0 0,0 0 1 0 0,0 1 0 0 0,-1-1-1 0 0,1 1 1 0 0,0-1 0 0 0,-1 0 0 0 0,1 1-1 0 0,-1-1 1 0 0,1 1 0 0 0,-1-1 0 0 0,1 1-1 0 0,-1 0 1 0 0,1-1 0 0 0,-1 1 0 0 0,1-1-1 0 0,-1 1 1 0 0,0 0 0 0 0,1 0 0 0 0,-1-1-1 0 0,0 1 1 0 0,1 0 0 0 0,-1-1-1 0 0,0 2 1 0 0,13 29 405 0 0,7 37-42 0 0,-16-46-459 0 0,2 0-1 0 0,1-1 1 0 0,0 0 0 0 0,2-1 0 0 0,0 0-1 0 0,1 0 1 0 0,1-1 0 0 0,15 20-1 0 0,-6-15-1690 0 0,0-1-5762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3.8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287 50 6913 0 0,'-2'-4'468'0'0,"0"0"-1"0"0,-1 0 0 0 0,0 0 0 0 0,0 0 1 0 0,0 0-1 0 0,0 1 0 0 0,0-1 0 0 0,-1 1 0 0 0,1 0 1 0 0,-6-3-1 0 0,7 4-230 0 0,0 2 1 0 0,-1-1-1 0 0,1 0 1 0 0,-1 0-1 0 0,1 1 1 0 0,-1-1 0 0 0,1 1-1 0 0,-1 0 1 0 0,1-1-1 0 0,-1 1 1 0 0,0 1-1 0 0,1-1 1 0 0,-1 0-1 0 0,1 1 1 0 0,-1-1-1 0 0,1 1 1 0 0,-1 0-1 0 0,1-1 1 0 0,0 1-1 0 0,-1 0 1 0 0,-1 2-1 0 0,-9 4 12 0 0,1 1-1 0 0,0 0 1 0 0,1 0 0 0 0,0 1-1 0 0,0 1 1 0 0,1 0-1 0 0,0 0 1 0 0,-9 13-1 0 0,6-5-203 0 0,1-1 0 0 0,0 2 0 0 0,1 0 0 0 0,-13 32 0 0 0,21-45-45 0 0,1 0 0 0 0,1-1 0 0 0,-1 1 1 0 0,1 0-1 0 0,0 0 0 0 0,0 0 0 0 0,0 0 0 0 0,1 0 0 0 0,0 0 0 0 0,0 0 0 0 0,1 0 0 0 0,0 0 0 0 0,2 10 0 0 0,-1-12 0 0 0,-1 0-1 0 0,1-1 0 0 0,0 1 1 0 0,0-1-1 0 0,0 0 0 0 0,1 0 1 0 0,-1 0-1 0 0,1 0 0 0 0,-1 0 1 0 0,1 0-1 0 0,0 0 0 0 0,0-1 1 0 0,0 0-1 0 0,1 1 0 0 0,-1-1 1 0 0,1 0-1 0 0,-1-1 1 0 0,1 1-1 0 0,-1-1 0 0 0,1 1 1 0 0,7 0-1 0 0,-4 0-35 0 0,1-1 0 0 0,-1 0 0 0 0,0 0-1 0 0,1-1 1 0 0,-1 0 0 0 0,1 0 0 0 0,-1-1 0 0 0,0 0 0 0 0,1 0 0 0 0,-1-1 0 0 0,0 0 0 0 0,8-3-1 0 0,-4 0-58 0 0,0 0 0 0 0,-1-1 0 0 0,0 0 0 0 0,0 0 0 0 0,0-1 0 0 0,-1-1 0 0 0,11-9 0 0 0,-9 5 197 0 0,0 0 0 0 0,0 0-1 0 0,-2-1 1 0 0,1 0-1 0 0,-2-1 1 0 0,0 0-1 0 0,0-1 1 0 0,-1 1 0 0 0,-1-1-1 0 0,-1-1 1 0 0,6-21-1 0 0,-11 35-96 0 0,1-4 260 0 0,0 1-1 0 0,0 0 1 0 0,0 0-1 0 0,1 0 1 0 0,-1 0-1 0 0,6-9 1 0 0,-7 14-219 0 0,0-1-1 0 0,1 1 1 0 0,-1-1 0 0 0,1 1-1 0 0,-1-1 1 0 0,1 1 0 0 0,-1-1-1 0 0,1 1 1 0 0,-1 0 0 0 0,1-1-1 0 0,-1 1 1 0 0,1 0-1 0 0,0-1 1 0 0,-1 1 0 0 0,1 0-1 0 0,-1 0 1 0 0,1-1 0 0 0,0 1-1 0 0,-1 0 1 0 0,1 0 0 0 0,0 0-1 0 0,-1 0 1 0 0,2 0 0 0 0,0 1-25 0 0,0-1 1 0 0,-1 1 0 0 0,1-1-1 0 0,0 1 1 0 0,0 0 0 0 0,-1 0-1 0 0,1 0 1 0 0,-1 0 0 0 0,1 0-1 0 0,-1 0 1 0 0,1 0 0 0 0,1 2-1 0 0,19 20 152 0 0,-1 1 0 0 0,21 29 0 0 0,-26-30-154 0 0,2-1-1 0 0,0-1 1 0 0,34 29 0 0 0,-36-37-428 0 0,2-1 0 0 0,0-1 0 0 0,0-1 1 0 0,1-1-1 0 0,0 0 0 0 0,0-2 0 0 0,27 8 1 0 0,-5-5-6983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4.7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318 24 10594 0 0,'0'-1'50'0'0,"-1"-1"0"0"0,0 1-1 0 0,1 0 1 0 0,-1-1 0 0 0,0 1 0 0 0,0 0-1 0 0,1 0 1 0 0,-1 0 0 0 0,0-1 0 0 0,0 1-1 0 0,-1 0 1 0 0,1 0 0 0 0,0 0 0 0 0,0 1-1 0 0,0-1 1 0 0,-1 0 0 0 0,1 0-1 0 0,0 1 1 0 0,-1-1 0 0 0,1 0 0 0 0,-1 1-1 0 0,1 0 1 0 0,0-1 0 0 0,-1 1 0 0 0,1 0-1 0 0,-1 0 1 0 0,1 0 0 0 0,-1 0 0 0 0,1 0-1 0 0,-1 0 1 0 0,1 0 0 0 0,-1 0-1 0 0,1 0 1 0 0,-1 1 0 0 0,-2 0 0 0 0,-1 1 48 0 0,0-1 0 0 0,1 1 1 0 0,-1 0-1 0 0,1 0 1 0 0,-1 1-1 0 0,1-1 0 0 0,0 1 1 0 0,0 0-1 0 0,0 0 0 0 0,-4 5 1 0 0,-16 23 176 0 0,1 1 1 0 0,1 2-1 0 0,2 0 1 0 0,-19 46-1 0 0,21-45-198 0 0,2-2 6 0 0,1 1 1 0 0,-13 46 0 0 0,24-67-82 0 0,1 0 1 0 0,0 0-1 0 0,1 0 0 0 0,0 0 1 0 0,1 1-1 0 0,1-1 0 0 0,0 1 1 0 0,1-1-1 0 0,4 22 0 0 0,-4-32-49 0 0,0 1-1 0 0,1 0 0 0 0,-1 0 0 0 0,1-1 1 0 0,0 1-1 0 0,0-1 0 0 0,0 1 0 0 0,0-1 1 0 0,0 0-1 0 0,1 0 0 0 0,0 0 0 0 0,0 0 1 0 0,-1 0-1 0 0,2-1 0 0 0,-1 1 1 0 0,0-1-1 0 0,0 0 0 0 0,1 0 0 0 0,-1 0 1 0 0,1 0-1 0 0,0-1 0 0 0,-1 0 0 0 0,1 1 1 0 0,0-1-1 0 0,0 0 0 0 0,0-1 1 0 0,7 1-1 0 0,9 0-254 0 0,0 0-1 0 0,0-2 1 0 0,0 0 0 0 0,26-6 0 0 0,-23 4 253 0 0,-17 2 4 0 0,10-2 131 0 0,0 1 0 0 0,0 1 0 0 0,1 0 0 0 0,-1 1 0 0 0,25 4 0 0 0,-38-4-93 0 0,1 1 0 0 0,-1 0 0 0 0,0 0 0 0 0,0 0 0 0 0,0 0 0 0 0,0 1 1 0 0,0-1-1 0 0,0 1 0 0 0,0-1 0 0 0,-1 1 0 0 0,1 0 0 0 0,-1 0 0 0 0,1 0 0 0 0,-1 1 0 0 0,0-1 0 0 0,1 1 0 0 0,-1-1 1 0 0,-1 1-1 0 0,1 0 0 0 0,0-1 0 0 0,-1 1 0 0 0,1 0 0 0 0,-1 0 0 0 0,0 0 0 0 0,0 0 0 0 0,0 1 0 0 0,0-1 0 0 0,-1 0 0 0 0,1 0 1 0 0,-1 1-1 0 0,0-1 0 0 0,0 0 0 0 0,0 0 0 0 0,0 5 0 0 0,-3 13 166 0 0,0 0 1 0 0,-1 0-1 0 0,-1 0 0 0 0,-1-1 1 0 0,0 0-1 0 0,-2 0 0 0 0,0 0 1 0 0,-2-1-1 0 0,0 0 0 0 0,-1-1 1 0 0,0 0-1 0 0,-2-1 0 0 0,0 0 1 0 0,-16 15-1 0 0,26-29 56 0 0,1-1 1 0 0,0 0-1 0 0,-1 0 1 0 0,1 0 0 0 0,-1 0-1 0 0,1-1 1 0 0,-1 1-1 0 0,0 0 1 0 0,0-1-1 0 0,0 0 1 0 0,0 0-1 0 0,-4 1 1 0 0,7-2-220 0 0,-1 0 0 0 0,1 0 0 0 0,0-1 0 0 0,0 1-1 0 0,0 0 1 0 0,0 0 0 0 0,0-1 0 0 0,0 1 0 0 0,-1 0 0 0 0,1 0 0 0 0,0-1 0 0 0,0 1 0 0 0,0 0 0 0 0,0-1 0 0 0,0 1 0 0 0,0 0 0 0 0,0 0 0 0 0,0-1 0 0 0,0 1 0 0 0,0 0 0 0 0,0 0-1 0 0,0-1 1 0 0,1 1 0 0 0,-1 0 0 0 0,0-1 0 0 0,0 1 0 0 0,0 0 0 0 0,0 0 0 0 0,0-1 0 0 0,0 1 0 0 0,1 0 0 0 0,-1 0 0 0 0,0 0 0 0 0,0-1 0 0 0,0 1 0 0 0,1 0 0 0 0,-1 0-1 0 0,0 0 1 0 0,0 0 0 0 0,0-1 0 0 0,1 1 0 0 0,-1 0 0 0 0,0 0 0 0 0,0 0 0 0 0,1 0 0 0 0,-1 0 0 0 0,0 0 0 0 0,1 0 0 0 0,11-9-1164 0 0,0 3-2840 0 0,1 0-1303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2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 1376 0 0,'8'-6'11177'0'0,"-8"7"-10983"0"0,5 35 2034 0 0,2 75 1 0 0,-1-2-829 0 0,18 56-339 0 0,-19-138-1018 0 0,2 0 0 0 0,2 0-1 0 0,21 50 1 0 0,-28-75-23 0 0,-1 1 1 0 0,0 0-1 0 0,1-1 0 0 0,0 1 0 0 0,-1-1 0 0 0,1 0 0 0 0,0 1 0 0 0,0-1 1 0 0,0 0-1 0 0,0 0 0 0 0,1 0 0 0 0,-1 0 0 0 0,1-1 0 0 0,-1 1 0 0 0,1-1 1 0 0,2 2-1 0 0,-4-3-2 0 0,0 0 0 0 0,0 1 0 0 0,0-1 0 0 0,0 0 1 0 0,0 0-1 0 0,0 0 0 0 0,0 0 0 0 0,0 0 0 0 0,0 0 0 0 0,0-1 0 0 0,0 1 1 0 0,0 0-1 0 0,0 0 0 0 0,-1-1 0 0 0,1 1 0 0 0,0-1 0 0 0,0 1 1 0 0,0 0-1 0 0,1-2 0 0 0,0 0-6 0 0,0 0 0 0 0,-1 1 0 0 0,1-1-1 0 0,-1 0 1 0 0,0 0 0 0 0,1 0 0 0 0,-1 0 0 0 0,0 0 0 0 0,0-1 0 0 0,0 1 0 0 0,0-3-1 0 0,13-36-50 0 0,2-11 295 0 0,3 1 0 0 0,42-85 0 0 0,-59 134-216 0 0,-1 0 0 0 0,0-1 1 0 0,1 1-1 0 0,-1 0 0 0 0,1 0 1 0 0,0 0-1 0 0,0 0 1 0 0,0 0-1 0 0,0 0 0 0 0,0 1 1 0 0,0-1-1 0 0,4-1 0 0 0,-6 3-19 0 0,1-1-1 0 0,-1 1 0 0 0,1 0 0 0 0,-1 0 0 0 0,1 0 1 0 0,0 0-1 0 0,-1 0 0 0 0,1 0 0 0 0,-1 0 0 0 0,1 0 1 0 0,-1 0-1 0 0,1 0 0 0 0,0 0 0 0 0,-1 0 0 0 0,1 1 0 0 0,-1-1 1 0 0,1 0-1 0 0,-1 0 0 0 0,1 1 0 0 0,-1-1 0 0 0,1 0 1 0 0,-1 0-1 0 0,1 1 0 0 0,0 1-4 0 0,1-1 1 0 0,-1 0-1 0 0,0 1 1 0 0,0-1-1 0 0,0 1 1 0 0,-1-1-1 0 0,1 1 1 0 0,0 0-1 0 0,-1-1 1 0 0,1 1-1 0 0,0 2 0 0 0,7 30 308 0 0,3 37-1 0 0,-6-38-303 0 0,10 41-1 0 0,-11-62-332 0 0,0-1 0 0 0,0 0 0 0 0,1 0 0 0 0,0 0 0 0 0,1-1 0 0 0,0 0 0 0 0,11 13-1 0 0,-2-5-4800 0 0,1-1-1634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35 103 6913 0 0,'-3'-13'10024'0'0,"-4"33"-9445"0"0,1 0 0 0 0,0 0 0 0 0,2 1 0 0 0,-4 37 0 0 0,8-52-578 0 0,0 1 1 0 0,0-1 0 0 0,1 0-1 0 0,0 1 1 0 0,0-1 0 0 0,0 0-1 0 0,1 0 1 0 0,0 0 0 0 0,0 0-1 0 0,0 0 1 0 0,1 0 0 0 0,0-1-1 0 0,0 1 1 0 0,1-1 0 0 0,-1 0-1 0 0,1 0 1 0 0,0 0 0 0 0,1 0-1 0 0,-1-1 1 0 0,1 1 0 0 0,6 3-1 0 0,-3-2 48 0 0,1-1 0 0 0,0 0 1 0 0,0 0-1 0 0,1-1 0 0 0,-1-1 0 0 0,1 1 0 0 0,0-2 0 0 0,0 1 0 0 0,0-1 0 0 0,0-1 0 0 0,0 0 1 0 0,0 0-1 0 0,1-1 0 0 0,-1 0 0 0 0,0-1 0 0 0,0 0 0 0 0,13-3 0 0 0,-17 3-14 0 0,-1-1 0 0 0,1 0 0 0 0,-1 1-1 0 0,1-2 1 0 0,-1 1 0 0 0,0-1 0 0 0,0 0 0 0 0,0 0 0 0 0,0 0-1 0 0,0 0 1 0 0,-1-1 0 0 0,0 0 0 0 0,0 0 0 0 0,0 0-1 0 0,0-1 1 0 0,0 1 0 0 0,-1-1 0 0 0,0 0 0 0 0,0 0-1 0 0,0 0 1 0 0,-1 0 0 0 0,1-1 0 0 0,-1 1 0 0 0,0-1-1 0 0,-1 1 1 0 0,0-1 0 0 0,0 0 0 0 0,0 1 0 0 0,0-1-1 0 0,-1 0 1 0 0,0-9 0 0 0,-2-1-132 0 0,0 1 1 0 0,-1 0-1 0 0,0-1 0 0 0,-1 1 1 0 0,-1 1-1 0 0,-1-1 0 0 0,0 1 1 0 0,0 0-1 0 0,-2 0 0 0 0,0 0 0 0 0,0 1 1 0 0,-1 1-1 0 0,-1-1 0 0 0,0 2 1 0 0,-13-13-1 0 0,9 14-4900 0 0,-2 5-1595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9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0 111 1376 0 0,'2'0'203'0'0,"1"0"-1"0"0,-1 0 1 0 0,0 1-1 0 0,1-1 1 0 0,-1 1-1 0 0,0 0 1 0 0,0-1 0 0 0,0 1-1 0 0,0 0 1 0 0,0 0-1 0 0,0 1 1 0 0,0-1-1 0 0,0 0 1 0 0,0 1-1 0 0,0-1 1 0 0,-1 1-1 0 0,1-1 1 0 0,0 1-1 0 0,1 3 1 0 0,3 4 1223 0 0,0 0 0 0 0,-1 0 0 0 0,5 12 0 0 0,0 0-845 0 0,9 20 1618 0 0,-13-26-934 0 0,0-1-1 0 0,2-1 1 0 0,10 17-1 0 0,-20-36-650 0 0,0 0-1 0 0,1 0 1 0 0,-1 0 0 0 0,1 0-1 0 0,1 0 1 0 0,-1 0-1 0 0,1-9 1 0 0,0-1-609 0 0,0 0 0 0 0,4-25 0 0 0,-1 28-129 0 0,0 0 1 0 0,1 0-1 0 0,0 1 1 0 0,1-1-1 0 0,0 1 0 0 0,1 1 1 0 0,0-1-1 0 0,1 1 0 0 0,0 0 1 0 0,1 0-1 0 0,0 1 0 0 0,1 0 1 0 0,14-13-1 0 0,-1 13-3346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6.2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 4465 0 0,'15'-25'11459'0'0,"-7"40"-9268"0"0,2 13-265 0 0,11 39-1 0 0,9 83-791 0 0,-11-46-846 0 0,96 287-707 0 0,-79-280-2696 0 0,-28-85-4128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6.4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1 111 9674 0 0,'30'-9'2989'0'0,"-21"7"-2445"0"0,113-27 5430 0 0,63-18-2937 0 0,-153 38-4042 0 0,0 2-3983 0 0,-32 7 4965 0 0,30-7-6929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7.5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43 4609 0 0,'1'-2'305'0'0,"1"0"-1"0"0,-1 0 1 0 0,1 1-1 0 0,-1-1 1 0 0,1 1-1 0 0,0-1 1 0 0,-1 1-1 0 0,1-1 1 0 0,0 1-1 0 0,0 0 1 0 0,0 0-1 0 0,0 0 1 0 0,0 0-1 0 0,1 1 1 0 0,-1-1-1 0 0,0 0 1 0 0,0 1-1 0 0,0-1 1 0 0,1 1-1 0 0,3 0 1 0 0,3 0 1477 0 0,1 1 1 0 0,-1 0-1 0 0,17 4 0 0 0,-13-2 288 0 0,-6-2-1066 0 0,-5-1-569 0 0,-8-4 84 0 0,5 4-273 0 0,0-4-187 0 0,-5-14-48 0 0,3 14-11 0 0,2 4-12 0 0,1 0 1 0 0,-1 1-1 0 0,1-1 0 0 0,-1 0 1 0 0,1 1-1 0 0,-1-1 0 0 0,1 1 1 0 0,-1-1-1 0 0,1 1 1 0 0,0-1-1 0 0,-1 1 0 0 0,1-1 1 0 0,0 1-1 0 0,-1-1 0 0 0,1 1 1 0 0,0 0-1 0 0,0-1 1 0 0,-1 1-1 0 0,1-1 0 0 0,0 1 1 0 0,0 0-1 0 0,0-1 0 0 0,0 1 1 0 0,0 0-1 0 0,0-1 1 0 0,0 1-1 0 0,0-1 0 0 0,0 1 1 0 0,0 0-1 0 0,0-1 1 0 0,1 2-1 0 0,-1 0-95 0 0,0-1 20 0 0,4 2-233 0 0,-1-1 128 0 0,-2-1 96 0 0,0 0 0 0 0,0 1 0 0 0,0-1 0 0 0,0 0-1 0 0,0 0 1 0 0,0-1 0 0 0,1 1 0 0 0,-1 0 0 0 0,0 0 0 0 0,1-1 0 0 0,-1 1 0 0 0,1 0 0 0 0,-1-1 0 0 0,1 1 0 0 0,-1-1 0 0 0,1 0 0 0 0,2 1 0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3:00:03.1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21 302 2761 0 0,'-9'1'221'0'0,"-3"1"-306"0"0,20-1 915 0 0,-5-4-588 0 0,1-3-132 0 0,-3 5-27 0 0,0-1-1 0 0,0 1 0 0 0,1-1 1 0 0,-1 1-1 0 0,0 0 0 0 0,1-1 1 0 0,-1 1-1 0 0,1 0 0 0 0,-1 0 1 0 0,3-1-1 0 0,12-6 771 0 0,0 2-1 0 0,0 0 1 0 0,0 1-1 0 0,1 0 1 0 0,0 2-1 0 0,0 0 1 0 0,30-2-1 0 0,157-26 1584 0 0,-110 13-1730 0 0,334-46 662 0 0,-333 53-1047 0 0,0 4 0 0 0,126 7-1 0 0,-114 2 385 0 0,154-16 0 0 0,-171 1-598 0 0,0 5 1 0 0,128 3-1 0 0,161 10 560 0 0,324-48 15 0 0,-587 26-658 0 0,-89 11-24 0 0,-1 1 0 0 0,1 2-1 0 0,1 1 1 0 0,33 1-1 0 0,-46 5 133 0 0,-12 3 3 0 0,-4-5-114 0 0,0 0-1 0 0,0-1 1 0 0,0 1-1 0 0,0-1 1 0 0,-1 1-1 0 0,1-1 1 0 0,0 1-1 0 0,-1-1 1 0 0,1 0-1 0 0,-1 1 1 0 0,-2 0-1 0 0,-8 6 28 0 0,0 0 0 0 0,-21 8-1 0 0,25-14-67 0 0,-8 4-205 0 0,16-6 212 0 0,-1 0 0 0 0,1 0 0 0 0,0 1 0 0 0,0-1 0 0 0,0 0 1 0 0,-1 0-1 0 0,1 0 0 0 0,0 0 0 0 0,0 0 0 0 0,0 1 0 0 0,0-1 1 0 0,-1 0-1 0 0,1 0 0 0 0,0 0 0 0 0,0 1 0 0 0,0-1 0 0 0,0 0 0 0 0,0 0 1 0 0,0 0-1 0 0,-1 1 0 0 0,1-1 0 0 0,0 0 0 0 0,0 0 0 0 0,0 1 1 0 0,0-1-1 0 0,0 0 0 0 0,0 0 0 0 0,0 1 0 0 0,0-1 0 0 0,0 0 0 0 0,0 0 1 0 0,0 0-1 0 0,0 1 0 0 0,0-1 0 0 0,0 0 0 0 0,1 0 0 0 0,-1 1 0 0 0,0-1 1 0 0,0 0-1 0 0,0 0 0 0 0,0 0 0 0 0,0 1 0 0 0,0-1 0 0 0,1 0 1 0 0,-1 0-1 0 0,0 0 0 0 0,0 1 0 0 0,0-1 0 0 0,1 0 0 0 0,-1 0-29 0 0,-3 4-236 0 0,0-1 131 0 0,1-1 0 0 0,-1 0 0 0 0,1 0 1 0 0,-1 0-1 0 0,0-1 0 0 0,0 1 0 0 0,0 0 0 0 0,0-1 0 0 0,0 0 0 0 0,-1 0 0 0 0,1 0 0 0 0,0 0 0 0 0,0 0 0 0 0,-1-1 0 0 0,1 1 0 0 0,-1-1 0 0 0,1 0 1 0 0,0 0-1 0 0,-1-1 0 0 0,1 1 0 0 0,0 0 0 0 0,-7-3 0 0 0,4 3 575 0 0,0-1-1 0 0,0 1 1 0 0,0 0 0 0 0,0 0-1 0 0,-12 2 1 0 0,-8 1-375 0 0,24-3-48 0 0,-60 3-72 0 0,59-3 89 0 0,-1 1 0 0 0,1-1 0 0 0,-1 1-1 0 0,1 0 1 0 0,-1 0 0 0 0,1 0-1 0 0,0 1 1 0 0,-1-1 0 0 0,1 1 0 0 0,0 0-1 0 0,0 0 1 0 0,0 0 0 0 0,0 0-1 0 0,-4 5 1 0 0,5-2 103 0 0,0 1 1 0 0,0 0-1 0 0,0 0 1 0 0,1 0-1 0 0,0 1 0 0 0,0-1 1 0 0,1 0-1 0 0,0 10 0 0 0,-2 4 133 0 0,-2 45-102 0 0,2 1 1 0 0,3 0-1 0 0,3-1 1 0 0,18 101 0 0 0,44 127-80 0 0,19 124 54 0 0,-36 105-131 0 0,7-44 28 0 0,-14-164 6 0 0,-39-278 100 0 0,2 1 0 0 0,1-1 0 0 0,2 0 0 0 0,2 0 0 0 0,1-1 0 0 0,25 54 0 0 0,-19-48-150 0 0,-14-34 11 0 0,-1 1 0 0 0,1-1 0 0 0,1 0 0 0 0,-1 0 0 0 0,1 0 0 0 0,1 0 0 0 0,9 11 0 0 0,-6-9 49 0 0,-6-6-52 0 0,1 0 0 0 0,-1 0 1 0 0,1 0-1 0 0,0 0 0 0 0,0-1 1 0 0,0 0-1 0 0,0 1 0 0 0,0-1 1 0 0,0 0-1 0 0,0 0 0 0 0,1-1 1 0 0,-1 1-1 0 0,1-1 0 0 0,0 1 1 0 0,5 0-1 0 0,-8-2-9 0 0,-1-1 6 0 0,-4-2 40 0 0,-6-3 9 0 0,0 2 0 0 0,0-1 0 0 0,0 1 0 0 0,-1 1 0 0 0,0-1 0 0 0,0 2 0 0 0,1 0-1 0 0,-2 0 1 0 0,1 1 0 0 0,-15 0 0 0 0,-12 3-70 0 0,-66 10-1 0 0,-8 2 7 0 0,-29-5 54 0 0,-241 46 0 0 0,225-19-32 0 0,-226 44-400 0 0,243-49 221 0 0,88-17 88 0 0,-1-3 1 0 0,-60 5-1 0 0,90-16 10 0 0,0-1 0 0 0,-1-1 0 0 0,-38-8 0 0 0,32 4-432 0 0,-44-2-1 0 0,31 9 53 0 0,1 2 0 0 0,-74 15 0 0 0,71-10 503 0 0,-1-1 0 0 0,-47 0-1 0 0,76-9-1 0 0,0 1 0 0 0,0-2-1 0 0,0 0 1 0 0,-25-10-1 0 0,19 7-81 0 0,-35-7 0 0 0,-17 7-59 0 0,-99 5-1 0 0,90 1 122 0 0,57 2 45 0 0,0 1 0 0 0,-39 8 0 0 0,-21 3 1050 0 0,76-12-823 0 0,-1 0-1 0 0,0 0 1 0 0,0 1 0 0 0,1 1 0 0 0,-21 8 0 0 0,29-11-276 0 0,0 1-1 0 0,0-1 1 0 0,0 0-1 0 0,0 1 1 0 0,0 0-1 0 0,1-1 1 0 0,-1 1-1 0 0,1 0 1 0 0,-1 1-1 0 0,1-1 1 0 0,0 0 0 0 0,0 1-1 0 0,0-1 1 0 0,0 1-1 0 0,0-1 1 0 0,0 1-1 0 0,1 0 1 0 0,0 0-1 0 0,-1 0 1 0 0,1 0 0 0 0,0 0-1 0 0,0 0 1 0 0,1 0-1 0 0,-1 0 1 0 0,1 1-1 0 0,-1 3 1 0 0,2 2-432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3:00:04.9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4 776 6449 0 0,'-3'4'-436'0'0,"12"-1"-186"0"0,16 0 653 0 0,7-7 449 0 0,0-1-1 0 0,0-2 0 0 0,35-12 1 0 0,-7 2 43 0 0,290-83 2796 0 0,71-17-559 0 0,-82 31-2049 0 0,465-105-106 0 0,-274 97 372 0 0,-209 47-259 0 0,21-6-265 0 0,-328 50-450 0 0,43-10 18 0 0,0 2 1 0 0,0 3-1 0 0,115-2 0 0 0,-170 9-34 0 0,0 1-1 0 0,0 1 0 0 0,-1-1 0 0 0,1 0 0 0 0,0 0 1 0 0,-1 1-1 0 0,1-1 0 0 0,-1 0 0 0 0,1 1 0 0 0,0 0 1 0 0,-1-1-1 0 0,1 1 0 0 0,-1 0 0 0 0,1 0 0 0 0,1 1 0 0 0,-5 6-374 0 0,-13 2-85 0 0,-410 140-1841 0 0,-35-52 54 0 0,265-63 1228 0 0,-26 6 473 0 0,-288 59-15 0 0,9 33 498 0 0,188-12 95 0 0,114-40-65 0 0,139-59 98 0 0,0 3-1 0 0,2 3 1 0 0,1 1 0 0 0,1 4-1 0 0,2 1 1 0 0,-50 43-1 0 0,99-73 25 0 0,0 0-1 0 0,0 0 0 0 0,0 1 0 0 0,0-1 1 0 0,1 1-1 0 0,-1 0 0 0 0,-4 9 0 0 0,8-12-56 0 0,-1-1 0 0 0,1 0 0 0 0,-1 0 0 0 0,1 0 0 0 0,0 0 0 0 0,-1 1 0 0 0,1-1 0 0 0,0 0 0 0 0,0 0 0 0 0,0 0 0 0 0,0 1 0 0 0,0-1 0 0 0,0 0 0 0 0,0 0 0 0 0,0 1 0 0 0,0-1 0 0 0,1 0 0 0 0,-1 0 0 0 0,1 0 0 0 0,-1 1 0 0 0,1-1 0 0 0,-1 0 0 0 0,1 0 0 0 0,-1 0 0 0 0,1 0 0 0 0,0 0 0 0 0,0 0 0 0 0,-1 0 0 0 0,1 0 0 0 0,0 0 0 0 0,0-1 0 0 0,0 1 0 0 0,0 0 0 0 0,0 0 0 0 0,0-1 0 0 0,0 1 0 0 0,1-1 0 0 0,-1 1 0 0 0,0-1 0 0 0,0 1 0 0 0,0-1 0 0 0,3 1 0 0 0,12 3-5 0 0,0-1 1 0 0,1 0-1 0 0,0-1 0 0 0,25 0 0 0 0,72-6 406 0 0,-86 2-249 0 0,529-43 1233 0 0,663-141-1 0 0,-980 132-1242 0 0,51-10 172 0 0,-102 27 11 0 0,468-76 643 0 0,-618 108-935 0 0,267-27 251 0 0,-225 27-196 0 0,142 11-1 0 0,-205-5-74 0 0,0 2 1 0 0,0 0-1 0 0,28 9 0 0 0,-43-11-31 0 0,1 0 0 0 0,0 1-1 0 0,-1-1 1 0 0,1 0-1 0 0,-1 1 1 0 0,1 0 0 0 0,-1 0-1 0 0,0 0 1 0 0,0 0-1 0 0,0 1 1 0 0,0-1 0 0 0,0 1-1 0 0,0 0 1 0 0,-1 0-1 0 0,0 0 1 0 0,1 0 0 0 0,-1 0-1 0 0,0 0 1 0 0,0 1-1 0 0,-1-1 1 0 0,1 1 0 0 0,-1-1-1 0 0,2 7 1 0 0,-3-7-1 0 0,0-1 0 0 0,0 1 0 0 0,0 0 0 0 0,-1-1 0 0 0,0 1 0 0 0,1 0 0 0 0,-1-1 0 0 0,0 1 0 0 0,0 0 0 0 0,0-1 0 0 0,-1 1 0 0 0,1-1 0 0 0,-1 0 0 0 0,1 0 0 0 0,-1 1 0 0 0,0-1 0 0 0,0 0 0 0 0,0 0 0 0 0,0 0 0 0 0,-2 1 0 0 0,-7 6 0 0 0,-1 0 0 0 0,-19 10 0 0 0,25-16 0 0 0,-16 10 27 0 0,-1-2 0 0 0,-1-1 1 0 0,0-1-1 0 0,-47 11 1 0 0,-107 12 117 0 0,86-18-171 0 0,-457 63 286 0 0,-73-4-58 0 0,48-5-327 0 0,79 5-506 0 0,386-48 49 0 0,1 5 0 0 0,-152 62-1 0 0,135-38 507 0 0,-309 123-40 0 0,390-162 126 0 0,16-7-2 0 0,-1 2 0 0 0,2 1 1 0 0,-1 2-1 0 0,-47 29 0 0 0,75-42-28 0 0,0 0 0 0 0,0 0-1 0 0,-1 0 1 0 0,1 0 0 0 0,0 0 0 0 0,0 0 0 0 0,0 0-1 0 0,0 0 1 0 0,-1 0 0 0 0,1 0 0 0 0,-1 2-202 0 0,1-2 201 0 0,0 0 1 0 0,0 0 0 0 0,0 1 0 0 0,0-1 0 0 0,0 0-1 0 0,0 0 1 0 0,0 0 0 0 0,0 1 0 0 0,0-1 0 0 0,0 0-1 0 0,0 0 1 0 0,0 0 0 0 0,0 0 0 0 0,0 1 0 0 0,0-1-1 0 0,0 0 1 0 0,0 0 0 0 0,0 0 0 0 0,0 0 0 0 0,0 1-1 0 0,0-1 1 0 0,1 0 0 0 0,-1 0 0 0 0,0 0 0 0 0,11 4-751 0 0,20-1-197 0 0,-28-3 877 0 0,648-8 1610 0 0,-635 7-1482 0 0,765-69 1135 0 0,-310 14-538 0 0,401-26 539 0 0,-760 78-1086 0 0,90-7-48 0 0,-167 8-26 0 0,-1-3 1 0 0,0-1-1 0 0,54-19 960 0 0,-93 26-774 0 0,1 0 1 0 0,-1 1 0 0 0,1 0-1 0 0,-1 0 1 0 0,1 0 0 0 0,0 0-1 0 0,-1 1 1 0 0,1-1-1 0 0,0 1 1 0 0,0 0 0 0 0,-6 5-1 0 0,-1 3-683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7:00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75 11058 0 0,'-2'-8'1004'0'0,"0"0"-1"0"0,1 0 0 0 0,0 1 0 0 0,0-1 0 0 0,1 0 1 0 0,0 0-1 0 0,2-12 0 0 0,11 45 1611 0 0,27 134-2067 0 0,33 266 1 0 0,-37-177-288 0 0,16-38-918 0 0,-32-141 30 0 0,16 100-1 0 0,-33-116-4644 0 0,-3-39-710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7:00.7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71 78 9674 0 0,'-17'5'481'0'0,"14"-4"-367"0"0,-1-1 1 0 0,1 1-1 0 0,-1 0 0 0 0,1 0 0 0 0,-1 1 1 0 0,1-1-1 0 0,0 1 0 0 0,-1 0 1 0 0,1 0-1 0 0,0 0 0 0 0,0 0 0 0 0,0 0 1 0 0,1 1-1 0 0,-6 4 0 0 0,8-7-86 0 0,0 1-1 0 0,0-1 0 0 0,0 0 1 0 0,0 0-1 0 0,0 0 1 0 0,0 1-1 0 0,0-1 0 0 0,0 0 1 0 0,0 0-1 0 0,-1 0 1 0 0,1 1-1 0 0,0-1 0 0 0,0 0 1 0 0,0 0-1 0 0,0 0 1 0 0,0 1-1 0 0,0-1 0 0 0,1 0 1 0 0,-1 0-1 0 0,0 1 1 0 0,0-1-1 0 0,0 0 0 0 0,0 0 1 0 0,0 0-1 0 0,0 1 1 0 0,0-1-1 0 0,0 0 0 0 0,0 0 1 0 0,1 0-1 0 0,-1 0 1 0 0,0 1-1 0 0,0-1 0 0 0,0 0 1 0 0,0 0-1 0 0,0 0 1 0 0,1 0-1 0 0,-1 0 0 0 0,0 1 1 0 0,0-1-1 0 0,0 0 1 0 0,1 0-1 0 0,-1 0 0 0 0,14 2 666 0 0,16-5 300 0 0,-29 3-963 0 0,169-30 3163 0 0,200-30 307 0 0,4 31-2463 0 0,129 44-1739 0 0,-444-11 170 0 0,11 2-852 0 0,-25 2-5064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7:01.2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1 167 10594 0 0,'14'-2'1336'0'0,"1"0"-1"0"0,27-8 0 0 0,-7 1-77 0 0,133-28 2249 0 0,232-41-961 0 0,-108 51-2827 0 0,-237 26-1344 0 0,1 2-1 0 0,0 3 1 0 0,67 13 0 0 0,-106-13-492 0 0,-5 1-2813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7:01.7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1 9218 0 0,'-1'1'433'0'0,"-1"1"-1"0"0,1 0 1 0 0,0 0-1 0 0,0-1 1 0 0,1 1-1 0 0,-1 0 1 0 0,0 0-1 0 0,0 0 1 0 0,1 0 0 0 0,0 0-1 0 0,-1 0 1 0 0,1 0-1 0 0,0 1 1 0 0,0-1-1 0 0,0 3 1 0 0,-1 10 22 0 0,-11 201 3730 0 0,22 110-3136 0 0,-6-258-720 0 0,23 185 114 0 0,-14-160-283 0 0,2 161 0 0 0,-16-237 2 0 0,0 0 1 0 0,-7 27 0 0 0,-6 5-3128 0 0,7-31-4467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7.8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 8754 0 0,'1'-1'135'0'0,"-1"1"1"0"0,0-1-1 0 0,0 1 0 0 0,0 0 0 0 0,2-2 677 0 0,-2 2-676 0 0,1-1-1 0 0,-1 1 0 0 0,0 0 1 0 0,1 0-1 0 0,-1-1 0 0 0,1 1 1 0 0,-1 0-1 0 0,0 0 0 0 0,1 0 1 0 0,-1 0-1 0 0,0 0 0 0 0,1 0 1 0 0,-1 0-1 0 0,1 0 0 0 0,-1-1 1 0 0,1 1-1 0 0,-1 1 0 0 0,0-1 1 0 0,1 0-1 0 0,-1 0 0 0 0,1 0 0 0 0,-1 0 1 0 0,0 0-1 0 0,1 0 0 0 0,-1 0 1 0 0,1 0-1 0 0,-1 1 0 0 0,0-1 1 0 0,1 0-1 0 0,1 2 677 0 0,-2-2-677 0 0,0 0 1 0 0,0 1-1 0 0,1-1 0 0 0,-1 0 1 0 0,0 1-1 0 0,14 18 2438 0 0,-14-17-3045 0 0,8 11 778 0 0,-2 0 1 0 0,1 1-1 0 0,-2 0 1 0 0,0 0-1 0 0,-1 0 1 0 0,3 17-1 0 0,9 89 222 0 0,-14-99-449 0 0,3 30-419 0 0,15 126 1158 0 0,4-61-7793 0 0,-17-92 823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8.2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2 164 1840 0 0,'-1'-4'148'0'0,"1"-1"-1"0"0,0 1 0 0 0,0 0 1 0 0,0-1-1 0 0,1 1 0 0 0,-1 0 1 0 0,1-1-1 0 0,0 1 0 0 0,1 0 1 0 0,-1 0-1 0 0,1 0 0 0 0,-1 0 1 0 0,1 0-1 0 0,1 0 0 0 0,-1 0 1 0 0,0 0-1 0 0,1 1 0 0 0,0 0 1 0 0,0-1-1 0 0,0 1 0 0 0,0 0 1 0 0,0 0-1 0 0,1 1 0 0 0,-1-1 1 0 0,5-2-1 0 0,3-2 384 0 0,2 0 0 0 0,-1 0 0 0 0,1 1 0 0 0,0 1-1 0 0,0 0 1 0 0,22-4 0 0 0,-7 3 480 0 0,39-4-1 0 0,-59 9-894 0 0,-1 1-1 0 0,1-1 1 0 0,-1 2 0 0 0,1-1 0 0 0,-1 1 0 0 0,0 0-1 0 0,1 0 1 0 0,-1 1 0 0 0,0 0 0 0 0,13 6-1 0 0,-17-7-100 0 0,-1 1-1 0 0,1 0 1 0 0,0 0-1 0 0,-1 0 1 0 0,1 0 0 0 0,-1 0-1 0 0,0 1 1 0 0,0-1-1 0 0,0 1 1 0 0,0-1-1 0 0,0 1 1 0 0,-1 0-1 0 0,1 0 1 0 0,-1-1-1 0 0,0 1 1 0 0,2 4-1 0 0,-2-1 12 0 0,0 0 0 0 0,0 1 0 0 0,0-1 0 0 0,-1 0 0 0 0,0 0 0 0 0,0 1 1 0 0,-2 11-1 0 0,-1-2 16 0 0,-1 0 0 0 0,-1 0 0 0 0,0 0 0 0 0,-1-1 0 0 0,-12 22 1 0 0,3-11 135 0 0,-2-1 1 0 0,-30 35-1 0 0,25-34 129 0 0,-29 46 0 0 0,50-71-231 0 0,0 1-1 0 0,0 0 1 0 0,0 0-1 0 0,0 0 0 0 0,0 0 1 0 0,1 0-1 0 0,-1 0 1 0 0,1 0-1 0 0,-1 0 1 0 0,1 0-1 0 0,0 0 1 0 0,-1 4-1 0 0,2-5-26 0 0,-1-1 0 0 0,0 1 0 0 0,0 0 0 0 0,0 0 0 0 0,1 0 0 0 0,-1 0 0 0 0,0-1 0 0 0,1 1 0 0 0,-1 0 0 0 0,1 0 0 0 0,-1-1 0 0 0,1 1 0 0 0,-1 0 0 0 0,1-1 0 0 0,0 1 0 0 0,-1-1 0 0 0,1 1 0 0 0,0 0 0 0 0,-1-1 0 0 0,1 1 0 0 0,1-1 0 0 0,1 2 40 0 0,0-2 0 0 0,0 1 0 0 0,1 0 0 0 0,-1-1 0 0 0,0 1 0 0 0,1-1 0 0 0,-1 0 0 0 0,0 0 0 0 0,1 0 0 0 0,-1 0 0 0 0,0-1 0 0 0,1 0 0 0 0,5-1 0 0 0,32-12 560 0 0,52-25 0 0 0,-68 26-770 0 0,1 2-1 0 0,0 0 1 0 0,0 2-1 0 0,1 1 1 0 0,1 1-1 0 0,31-3 1 0 0,-23 8-359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8.8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 5529 0 0,'-8'10'8998'0'0,"15"57"-7203"0"0,3 0 0 0 0,20 67 1 0 0,-11-47-1331 0 0,-18-84-483 0 0,4 26-279 0 0,2 1 0 0 0,1-1 0 0 0,1 0 0 0 0,1-1 0 0 0,1 0 0 0 0,18 30 0 0 0,-10-33-6294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9.2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3 225 6913 0 0,'0'0'15'0'0,"0"0"0"0"0,0 0 0 0 0,0 0 0 0 0,0 0 0 0 0,0 0 0 0 0,0-1 0 0 0,0 1 0 0 0,0 0-1 0 0,0 0 1 0 0,0 0 0 0 0,0 0 0 0 0,0 0 0 0 0,0 0 0 0 0,0 0 0 0 0,0 0 0 0 0,0 0-1 0 0,0 0 1 0 0,0-1 0 0 0,0 1 0 0 0,-1 0 0 0 0,1 0 0 0 0,0 0 0 0 0,0 0 0 0 0,0 0-1 0 0,0 0 1 0 0,0 0 0 0 0,0 0 0 0 0,0 0 0 0 0,0 0 0 0 0,0 0 0 0 0,0 0 0 0 0,0 0 0 0 0,0 0-1 0 0,0 0 1 0 0,0 0 0 0 0,-1-1 0 0 0,1 1 0 0 0,0 0 0 0 0,0 0 0 0 0,0 0 0 0 0,0 0-1 0 0,0 0 1 0 0,0 0 0 0 0,0 0 0 0 0,-1 0 0 0 0,15-10 46 0 0,21-13 240 0 0,17-8-62 0 0,1 2-1 0 0,1 3 0 0 0,2 2 1 0 0,0 3-1 0 0,1 2 0 0 0,90-17 1 0 0,-145 35-226 0 0,0 0 0 0 0,0 1 1 0 0,0 0-1 0 0,1-1 0 0 0,-1 1 0 0 0,0 0 1 0 0,0 0-1 0 0,0 0 0 0 0,1 1 1 0 0,-1-1-1 0 0,0 0 0 0 0,0 1 1 0 0,4 1-1 0 0,-5-1 15 0 0,0 0-1 0 0,-1 0 1 0 0,1 0 0 0 0,0 1-1 0 0,-1-1 1 0 0,1 0 0 0 0,-1 0-1 0 0,0 1 1 0 0,1-1 0 0 0,-1 0 0 0 0,0 1-1 0 0,0-1 1 0 0,0 0 0 0 0,1 1-1 0 0,-2-1 1 0 0,1 0 0 0 0,0 1-1 0 0,0-1 1 0 0,0 0 0 0 0,0 1-1 0 0,-1-1 1 0 0,1 0 0 0 0,-1 2 0 0 0,-5 22 746 0 0,1 1 0 0 0,1 0 1 0 0,2-1-1 0 0,1 37 1 0 0,1-55-698 0 0,1 0 1 0 0,-1 0 0 0 0,2 0 0 0 0,-1 0 0 0 0,1 0 0 0 0,0 0 0 0 0,0-1 0 0 0,1 1-1 0 0,0-1 1 0 0,0 0 0 0 0,0 0 0 0 0,1 0 0 0 0,0 0 0 0 0,0 0 0 0 0,1-1 0 0 0,0 0-1 0 0,-1 0 1 0 0,2 0 0 0 0,-1 0 0 0 0,0-1 0 0 0,9 5 0 0 0,-10-7-46 0 0,1 1 1 0 0,0-1-1 0 0,-1 0 1 0 0,1 0-1 0 0,0-1 1 0 0,0 0-1 0 0,1 1 0 0 0,-1-2 1 0 0,0 1-1 0 0,0-1 1 0 0,0 1-1 0 0,1-1 1 0 0,-1-1-1 0 0,0 1 1 0 0,0-1-1 0 0,0 0 1 0 0,0 0-1 0 0,10-4 0 0 0,-12 4 11 0 0,0-1-1 0 0,1 1 0 0 0,-1-1 0 0 0,0 0 0 0 0,0-1 0 0 0,0 1 0 0 0,0 0 0 0 0,0-1 0 0 0,-1 0 0 0 0,1 0 0 0 0,-1 0 0 0 0,0 0 1 0 0,0 0-1 0 0,0 0 0 0 0,0 0 0 0 0,0 0 0 0 0,-1-1 0 0 0,1 1 0 0 0,-1-1 0 0 0,0 0 0 0 0,0 1 0 0 0,-1-1 0 0 0,1 0 0 0 0,-1 1 1 0 0,1-1-1 0 0,-1 0 0 0 0,0-3 0 0 0,-1-1 15 0 0,1 0-1 0 0,-1 1 1 0 0,0-1 0 0 0,-1 1 0 0 0,0 0 0 0 0,0-1 0 0 0,0 1-1 0 0,-1 0 1 0 0,0 0 0 0 0,-1 0 0 0 0,1 1 0 0 0,-1-1 0 0 0,-1 1-1 0 0,1 0 1 0 0,-1 0 0 0 0,-7-7 0 0 0,2 5-326 0 0,0 0 0 0 0,-1 0-1 0 0,0 1 1 0 0,0 1 0 0 0,0-1 0 0 0,-1 2 0 0 0,0 0 0 0 0,-21-6 0 0 0,18 5-5669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9.4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10138 0 0,'6'21'7141'0'0,"1"33"-4977"0"0,1 2-1632 0 0,-3-28-592 0 0,1 0 0 0 0,1 0 0 0 0,2-1 0 0 0,1 0 0 0 0,1 0 0 0 0,1-1 0 0 0,29 45 0 0 0,-28-52-903 0 0,-3-1-285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9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0 142 10594 0 0,'0'-1'40'0'0,"0"0"-1"0"0,0 0 1 0 0,0 1-1 0 0,0-1 0 0 0,1 0 1 0 0,-1 1-1 0 0,0-1 1 0 0,0 0-1 0 0,0 1 0 0 0,0-1 1 0 0,1 0-1 0 0,-1 1 1 0 0,0-1-1 0 0,1 0 1 0 0,-1 1-1 0 0,0-1 0 0 0,1 1 1 0 0,-1-1-1 0 0,1 1 1 0 0,-1-1-1 0 0,1 1 1 0 0,-1-1-1 0 0,1 1 0 0 0,-1-1 1 0 0,1 1-1 0 0,0 0 1 0 0,-1-1-1 0 0,1 1 1 0 0,0 0-1 0 0,-1 0 0 0 0,2-1 1 0 0,27-12-250 0 0,-20 9 297 0 0,43-19-1087 0 0,1 3 0 0 0,1 1 0 0 0,97-18-1 0 0,-113 30 695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9.8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31 5065 0 0,'0'4'496'0'0,"1"-3"-496"0"0,2-1 0 0 0,0 0 0 0 0,-2-1 0 0 0,1 0 0 0 0,2-1 0 0 0,2 1 0 0 0,3-2 0 0 0,2-1-184 0 0,-2 1-64 0 0,1-1-8 0 0,-1 1-8 0 0,1-1 200 0 0,-3 2 64 0 0,-2-1 0 0 0,1-1 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9.9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1 113 5065 0 0,'4'5'224'0'0,"0"-5"48"0"0,1 1-272 0 0,1-1 0 0 0,-2 0 0 0 0,0-1 0 0 0,3-1 768 0 0,4-2 97 0 0,8 0 15 0 0,5-4 8 0 0,6-3-248 0 0,2-1-40 0 0,-1-2-16 0 0,-1-1 0 0 0,3 1-480 0 0,0-2-104 0 0,-2-2 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0.2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60 7 10594 0 0,'-2'-1'232'0'0,"0"0"0"0"0,1 0 1 0 0,-1 1-1 0 0,0-1 0 0 0,0 0 0 0 0,0 1 0 0 0,0-1 0 0 0,1 1 0 0 0,-1 0 0 0 0,0 0 0 0 0,0 0 0 0 0,0 0 0 0 0,0 0 1 0 0,0 0-1 0 0,0 0 0 0 0,0 0 0 0 0,1 1 0 0 0,-1-1 0 0 0,0 1 0 0 0,0-1 0 0 0,0 1 0 0 0,-2 1 0 0 0,3 0 32 0 0,-1 0-1 0 0,1 0 0 0 0,-1 0 1 0 0,1 0-1 0 0,0 1 0 0 0,0-1 0 0 0,0 0 1 0 0,0 1-1 0 0,0-1 0 0 0,1 0 1 0 0,-1 1-1 0 0,1-1 0 0 0,-1 1 0 0 0,1-1 1 0 0,0 1-1 0 0,0 4 0 0 0,0 65 254 0 0,2 0 1 0 0,4 0-1 0 0,28 130 0 0 0,-29-183-521 0 0,0-1 0 0 0,11 26 0 0 0,-14-39-350 0 0,1 0 0 0 0,-1 0 1 0 0,1 0-1 0 0,0-1 0 0 0,0 1 0 0 0,0-1 0 0 0,1 0 1 0 0,-1 1-1 0 0,1-2 0 0 0,0 1 0 0 0,0 0 0 0 0,0-1 1 0 0,6 3-1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0.5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32 332 2304 0 0,'-8'-23'656'0'0,"2"-1"0"0"0,0 0 0 0 0,2 0-1 0 0,0 0 1 0 0,0-47 0 0 0,4 65-402 0 0,1 0 1 0 0,-1 0 0 0 0,1 0 0 0 0,0 1-1 0 0,0-1 1 0 0,0 0 0 0 0,1 1-1 0 0,0-1 1 0 0,0 1 0 0 0,1-1 0 0 0,-1 1-1 0 0,1 0 1 0 0,0 0 0 0 0,1 0 0 0 0,-1 1-1 0 0,1-1 1 0 0,0 1 0 0 0,0 0-1 0 0,0 0 1 0 0,1 0 0 0 0,-1 0 0 0 0,1 1-1 0 0,0 0 1 0 0,0 0 0 0 0,0 0-1 0 0,0 1 1 0 0,1-1 0 0 0,-1 1 0 0 0,1 0-1 0 0,8-1 1 0 0,-6 1-31 0 0,0 1-1 0 0,1 0 1 0 0,-1 0 0 0 0,1 1-1 0 0,-1 0 1 0 0,0 0 0 0 0,1 1 0 0 0,-1 0-1 0 0,0 1 1 0 0,1 0 0 0 0,-1 0-1 0 0,0 1 1 0 0,0 0 0 0 0,14 7-1 0 0,-17-7-157 0 0,-1 0-1 0 0,0 0 1 0 0,0 0-1 0 0,0 0 1 0 0,-1 0 0 0 0,1 1-1 0 0,-1 0 1 0 0,0 0-1 0 0,0 0 1 0 0,0 0-1 0 0,0 0 1 0 0,-1 0-1 0 0,0 1 1 0 0,0-1 0 0 0,0 1-1 0 0,0 0 1 0 0,-1 0-1 0 0,0-1 1 0 0,0 1-1 0 0,0 0 1 0 0,0 0-1 0 0,-1 0 1 0 0,0 0-1 0 0,0 0 1 0 0,0 0 0 0 0,-1 6-1 0 0,-3 10 232 0 0,-1-1-1 0 0,-12 32 0 0 0,10-32-136 0 0,1 1 1 0 0,-6 27-1 0 0,12-46-141 0 0,0-1 0 0 0,0 0 1 0 0,0 1-1 0 0,0-1 0 0 0,0 0 1 0 0,0 1-1 0 0,0-1 1 0 0,1 0-1 0 0,-1 1 0 0 0,0-1 1 0 0,1 0-1 0 0,-1 0 0 0 0,1 1 1 0 0,-1-1-1 0 0,1 0 0 0 0,-1 0 1 0 0,1 0-1 0 0,0 0 0 0 0,0 0 1 0 0,0 0-1 0 0,0 0 0 0 0,1 2 1 0 0,1-1 3 0 0,0-1 0 0 0,0 1 1 0 0,0 0-1 0 0,0-1 0 0 0,0 0 0 0 0,0 0 1 0 0,0 0-1 0 0,0 0 0 0 0,4 1 1 0 0,4-1-11 0 0,0 0 0 0 0,-1 0 0 0 0,1-1 0 0 0,19-3 0 0 0,74-17-3618 0 0,-85 16-2905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0.8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2304 0 0,'0'2'733'0'0,"1"1"0"0"0,-1 0-1 0 0,1-1 1 0 0,0 1 0 0 0,0 0-1 0 0,0-1 1 0 0,0 1-1 0 0,1-1 1 0 0,-1 0 0 0 0,1 1-1 0 0,-1-1 1 0 0,3 2 0 0 0,3 7 1386 0 0,-4-4-1001 0 0,0 1 1 0 0,0-1-1 0 0,0 1 0 0 0,2 13 0 0 0,2 32 1144 0 0,-6-40-2244 0 0,0-1-1 0 0,1 0 1 0 0,0 0 0 0 0,1-1 0 0 0,0 1 0 0 0,1 0 0 0 0,6 13-1 0 0,1-6-782 0 0,2 0-225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1.3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40 5065 0 0,'236'-14'10484'0'0,"-79"-7"-10514"0"0,-131 17-5543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1.5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 10594 0 0,'-1'0'60'0'0,"0"0"-1"0"0,1 1 0 0 0,-1-1 1 0 0,0 1-1 0 0,1-1 0 0 0,-1 1 1 0 0,0-1-1 0 0,1 1 0 0 0,-1-1 1 0 0,1 1-1 0 0,-1 0 0 0 0,1-1 0 0 0,0 1 1 0 0,-1 0-1 0 0,1-1 0 0 0,-1 1 1 0 0,1 0-1 0 0,0 0 0 0 0,0-1 1 0 0,0 1-1 0 0,-1 0 0 0 0,1 0 1 0 0,0-1-1 0 0,0 1 0 0 0,0 0 1 0 0,0 0-1 0 0,0 0 0 0 0,0-1 1 0 0,0 1-1 0 0,0 0 0 0 0,1 0 1 0 0,-1-1-1 0 0,0 1 0 0 0,0 0 1 0 0,1 0-1 0 0,0 1 0 0 0,13 38 4032 0 0,-8-26-2646 0 0,3 9-766 0 0,1 0-1 0 0,0-2 1 0 0,2 1-1 0 0,19 26 1 0 0,67 71-3609 0 0,-77-96-3871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1.8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6017 0 0,'2'0'7423'0'0,"10"20"-5102"0"0,15 34-414 0 0,-4 28 319 0 0,-17-56-2049 0 0,1 0 0 0 0,1 0-1 0 0,1 0 1 0 0,23 40 0 0 0,-15-38-787 0 0,-8-17-34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2.1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68 1376 0 0,'0'-2'114'0'0,"0"0"0"0"0,0 1-1 0 0,0-1 1 0 0,0 1 0 0 0,0-1-1 0 0,0 1 1 0 0,0-1 0 0 0,1 0 0 0 0,-1 1-1 0 0,0-1 1 0 0,1 1 0 0 0,0-1-1 0 0,-1 1 1 0 0,1 0 0 0 0,0-1-1 0 0,0 1 1 0 0,-1 0 0 0 0,1-1-1 0 0,0 1 1 0 0,0 0 0 0 0,0 0 0 0 0,1 0-1 0 0,-1 0 1 0 0,0 0 0 0 0,2-2-1 0 0,2 0 447 0 0,-1-1 0 0 0,1 1 0 0 0,-1-1 0 0 0,1 1-1 0 0,0 0 1 0 0,6-2 0 0 0,-4 4 118 0 0,0 0-1 0 0,0 0 1 0 0,0 0-1 0 0,0 1 1 0 0,0 0-1 0 0,1 0 1 0 0,-1 1-1 0 0,0-1 1 0 0,13 5 0 0 0,0 0 263 0 0,0 1 1 0 0,20 10 0 0 0,-36-15-898 0 0,-1 0-1 0 0,1 1 1 0 0,-1 0 0 0 0,0 0 0 0 0,0 0 0 0 0,0 0 0 0 0,0 0-1 0 0,0 1 1 0 0,0-1 0 0 0,0 1 0 0 0,-1 0 0 0 0,1 0-1 0 0,-1 0 1 0 0,0 0 0 0 0,0 0 0 0 0,0 1 0 0 0,0-1-1 0 0,-1 0 1 0 0,3 6 0 0 0,-3-3 28 0 0,0 0 1 0 0,-1-1-1 0 0,0 1 1 0 0,1 0-1 0 0,-2 0 0 0 0,1-1 1 0 0,-1 1-1 0 0,0 0 1 0 0,0 0-1 0 0,0-1 0 0 0,-4 9 1 0 0,-5 9 261 0 0,0-1-1 0 0,-2-1 1 0 0,0 0 0 0 0,-29 36 0 0 0,37-52-300 0 0,-16 23 145 0 0,19-27-173 0 0,0 1 1 0 0,0-1-1 0 0,0 0 1 0 0,0 1-1 0 0,1-1 1 0 0,-1 1-1 0 0,1-1 1 0 0,-1 1-1 0 0,1-1 0 0 0,-1 1 1 0 0,1-1-1 0 0,0 1 1 0 0,0 0-1 0 0,0-1 1 0 0,0 1-1 0 0,0 2 1 0 0,1-3-5 0 0,-1-1 1 0 0,1 1-1 0 0,-1 0 1 0 0,1-1-1 0 0,-1 1 1 0 0,1-1-1 0 0,0 1 1 0 0,0-1-1 0 0,-1 1 1 0 0,1-1-1 0 0,0 1 1 0 0,0-1-1 0 0,-1 0 1 0 0,1 1 0 0 0,0-1-1 0 0,0 0 1 0 0,0 0-1 0 0,0 0 1 0 0,-1 0-1 0 0,1 0 1 0 0,0 1-1 0 0,0-1 1 0 0,0-1-1 0 0,0 1 1 0 0,0 0-1 0 0,-1 0 1 0 0,2-1-1 0 0,28-5 106 0 0,-25 4-92 0 0,89-29 534 0 0,5-1-1134 0 0,-31 19-2929 0 0,-42 11-3193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2.5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36 3681 0 0,'9'-14'8925'0'0,"-7"13"-8637"0"0,18-11 3934 0 0,-18 10-4096 0 0,0 1 1 0 0,1 0-1 0 0,-1 0 1 0 0,0 1-1 0 0,0-1 1 0 0,1 0-1 0 0,-1 1 1 0 0,0-1-1 0 0,1 1 1 0 0,-1 0-1 0 0,1 0 1 0 0,-1 0 0 0 0,0 0-1 0 0,1 0 1 0 0,-1 0-1 0 0,1 1 1 0 0,-1-1-1 0 0,0 1 1 0 0,1-1-1 0 0,-1 1 1 0 0,0 0-1 0 0,0 0 1 0 0,4 2-1 0 0,-4 0 10 0 0,1-1-1 0 0,-1 1 0 0 0,0-1 1 0 0,0 1-1 0 0,0-1 0 0 0,-1 1 1 0 0,1 0-1 0 0,0 0 0 0 0,-1 0 1 0 0,0 0-1 0 0,0 0 0 0 0,0 0 1 0 0,0 1-1 0 0,0-1 0 0 0,-1 0 0 0 0,1 6 1 0 0,0 46-89 0 0,-2-42-22 0 0,1 1-1 0 0,1-1 1 0 0,0 1-1 0 0,0-1 1 0 0,7 23-1 0 0,-7-34-21 0 0,-1 0-1 0 0,1-1 1 0 0,0 1-1 0 0,0-1 1 0 0,0 1-1 0 0,0-1 0 0 0,0 1 1 0 0,0-1-1 0 0,1 0 1 0 0,-1 0-1 0 0,0 1 0 0 0,1-1 1 0 0,-1 0-1 0 0,1 0 1 0 0,-1 0-1 0 0,1 0 0 0 0,-1-1 1 0 0,1 1-1 0 0,0 0 1 0 0,-1-1-1 0 0,1 1 0 0 0,0-1 1 0 0,0 0-1 0 0,-1 1 1 0 0,1-1-1 0 0,0 0 0 0 0,0 0 1 0 0,-1 0-1 0 0,1 0 1 0 0,0 0-1 0 0,0-1 0 0 0,0 1 1 0 0,-1 0-1 0 0,1-1 1 0 0,2-1-1 0 0,9-2-32 0 0,0 0 0 0 0,0-2 0 0 0,20-11 0 0 0,-15 8-61 0 0,16-7-1193 0 0,0 1-3741 0 0,3 0-1947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2.8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0 106 14283 0 0,'39'-12'5150'0'0,"55"-17"-2980"0"0,-7 10-1537 0 0,-7 1-2708 0 0,-3-5-7117 0 0,-66 19 4896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3.0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1 6449 0 0,'-2'0'118'0'0,"0"1"1"0"0,1-1-1 0 0,-1 0 0 0 0,0 1 0 0 0,0 0 0 0 0,0-1 0 0 0,1 1 0 0 0,-1 0 0 0 0,0 0 0 0 0,1 0 0 0 0,-1 0 0 0 0,1 0 1 0 0,-1 1-1 0 0,1-1 0 0 0,-1 0 0 0 0,1 1 0 0 0,0-1 0 0 0,0 1 0 0 0,-2 2 0 0 0,2-1 346 0 0,0 0 0 0 0,0 0 0 0 0,1 0 0 0 0,-1-1 0 0 0,1 1 0 0 0,0 0 0 0 0,0 0 0 0 0,0 0 0 0 0,0 0 0 0 0,1 0 0 0 0,-1 0 0 0 0,2 6 0 0 0,18 74 5283 0 0,4-1-3983 0 0,-17-63-1914 0 0,1 0 0 0 0,1 0 0 0 0,0-1 0 0 0,1 0 0 0 0,1 0 0 0 0,17 20 1 0 0,-13-22-632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3.2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4609 0 0,'-2'2'1038'0'0,"2"-1"-778"0"0,-1-1-1 0 0,1 1 1 0 0,0 0-1 0 0,0-1 1 0 0,-1 1 0 0 0,1 0-1 0 0,0-1 1 0 0,0 1-1 0 0,0 0 1 0 0,0-1-1 0 0,-1 1 1 0 0,1 0-1 0 0,0-1 1 0 0,0 1 0 0 0,1 0-1 0 0,-1 0 1 0 0,0-1-1 0 0,0 1 1 0 0,0 0-1 0 0,0-1 1 0 0,1 1-1 0 0,-1 0 1 0 0,0 0 0 0 0,10 29 2953 0 0,-6-19-2010 0 0,21 85 2639 0 0,13 43-2817 0 0,-30-117-1482 0 0,1 0 1 0 0,0 0-1 0 0,2-1 1 0 0,13 20-1 0 0,-15-27-1296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3.6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79 4145 0 0,'0'-1'151'0'0,"0"1"-1"0"0,-1-1 1 0 0,1 0-1 0 0,0 0 1 0 0,-1 0 0 0 0,1 0-1 0 0,0 0 1 0 0,0 0 0 0 0,0 1-1 0 0,0-1 1 0 0,0 0-1 0 0,0 0 1 0 0,0 0 0 0 0,0 0-1 0 0,0 0 1 0 0,0 0 0 0 0,0 0-1 0 0,0 0 1 0 0,1 1-1 0 0,-1-1 1 0 0,0 0 0 0 0,1 0-1 0 0,-1 0 1 0 0,1 1 0 0 0,-1-1-1 0 0,1 0 1 0 0,-1 0-1 0 0,1 1 1 0 0,0-1 0 0 0,-1 0-1 0 0,1 1 1 0 0,0-1 0 0 0,-1 1-1 0 0,1-1 1 0 0,0 1-1 0 0,0-1 1 0 0,1 0 0 0 0,30-19 3041 0 0,-19 14-2593 0 0,1 1 0 0 0,-1 1 0 0 0,1 1 0 0 0,0 0-1 0 0,0 0 1 0 0,17 0 0 0 0,-27 2-435 0 0,1 1 1 0 0,0 0-1 0 0,0 0 0 0 0,0 0 1 0 0,0 0-1 0 0,0 1 0 0 0,0 0 1 0 0,0 0-1 0 0,0 0 0 0 0,-1 1 1 0 0,1 0-1 0 0,0 0 0 0 0,-1 0 1 0 0,1 0-1 0 0,-1 0 0 0 0,0 1 1 0 0,0 0-1 0 0,0 0 0 0 0,0 0 1 0 0,-1 1-1 0 0,5 3 0 0 0,-6-3-155 0 0,0 1-1 0 0,0-1 0 0 0,0 1 1 0 0,0 0-1 0 0,-1 0 0 0 0,1 0 1 0 0,-1-1-1 0 0,-1 1 0 0 0,1 0 1 0 0,-1 0-1 0 0,1 0 0 0 0,-1 0 1 0 0,-1 0-1 0 0,-1 9 0 0 0,-2 9 97 0 0,-14 43-1 0 0,6-26-45 0 0,11-36-3 0 0,0-1 0 0 0,0 1 0 0 0,1 0 0 0 0,-1 0 0 0 0,1-1 0 0 0,0 1 0 0 0,0 0 0 0 0,0 0 0 0 0,0 0 0 0 0,1 4 0 0 0,0-7-38 0 0,0 0 0 0 0,-1 1 0 0 0,1-1 1 0 0,0 0-1 0 0,0 0 0 0 0,0 0 0 0 0,0 0 1 0 0,0 0-1 0 0,0 0 0 0 0,0-1 0 0 0,0 1 1 0 0,0 0-1 0 0,0 0 0 0 0,1-1 0 0 0,-1 1 1 0 0,0-1-1 0 0,0 1 0 0 0,1-1 0 0 0,-1 1 1 0 0,0-1-1 0 0,1 0 0 0 0,-1 0 1 0 0,0 0-1 0 0,1 0 0 0 0,-1 0 0 0 0,0 0 1 0 0,1 0-1 0 0,-1 0 0 0 0,0 0 0 0 0,1 0 1 0 0,1-2-1 0 0,139-23-3766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4.2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3 456 0 0,'39'0'10324'0'0,"35"0"-5597"0"0,-29-1-2381 0 0,-24-1-1851 0 0,1 2 0 0 0,28 3 0 0 0,-43-2-435 0 0,-1 0-1 0 0,1 1 1 0 0,-1-1 0 0 0,0 1-1 0 0,1 1 1 0 0,-1-1 0 0 0,0 1-1 0 0,0 0 1 0 0,-1 0-1 0 0,1 1 1 0 0,10 8 0 0 0,-15-10-45 0 0,1-1 1 0 0,0 1-1 0 0,-1 0 1 0 0,1 0-1 0 0,-1 0 1 0 0,0 0-1 0 0,0 1 1 0 0,0-1-1 0 0,0 0 1 0 0,0 0-1 0 0,0 1 1 0 0,-1-1-1 0 0,1 0 1 0 0,-1 1-1 0 0,1-1 1 0 0,-1 1-1 0 0,0-1 1 0 0,0 1-1 0 0,0-1 1 0 0,0 1-1 0 0,0-1 1 0 0,-1 0-1 0 0,1 1 1 0 0,-1-1-1 0 0,0 1 1 0 0,1-1-1 0 0,-1 0 1 0 0,0 0-1 0 0,-1 0 1 0 0,-1 4-1 0 0,-5 7 123 0 0,-1 0 0 0 0,0 0 0 0 0,-20 20 1 0 0,10-12-69 0 0,19-20-71 0 0,0-1 0 0 0,0 0 1 0 0,0 0-1 0 0,0 0 1 0 0,0 0-1 0 0,0 0 1 0 0,0 0-1 0 0,0 0 1 0 0,0 0-1 0 0,0 0 0 0 0,0 1 1 0 0,0-1-1 0 0,0 0 1 0 0,0 0-1 0 0,0 0 1 0 0,0 0-1 0 0,0 0 1 0 0,0 0-1 0 0,0 0 0 0 0,0 1 1 0 0,0-1-1 0 0,0 0 1 0 0,0 0-1 0 0,0 0 1 0 0,0 0-1 0 0,0 0 1 0 0,0 0-1 0 0,0 0 0 0 0,0 1 1 0 0,0-1-1 0 0,0 0 1 0 0,0 0-1 0 0,0 0 1 0 0,0 0-1 0 0,0 0 1 0 0,0 0-1 0 0,0 0 0 0 0,1 0 1 0 0,-1 0-1 0 0,0 0 1 0 0,0 0-1 0 0,0 1 1 0 0,0-1-1 0 0,0 0 1 0 0,0 0-1 0 0,0 0 0 0 0,0 0 1 0 0,1 0-1 0 0,-1 0 1 0 0,0 0-1 0 0,0 0 1 0 0,0 0-1 0 0,0 0 1 0 0,0 0-1 0 0,0 0 0 0 0,0 0 1 0 0,1 0-1 0 0,12 0-75 0 0,18-3-90 0 0,-28 3 144 0 0,9-1-63 0 0,0 1 0 0 0,0 0-1 0 0,0 1 1 0 0,-1 0 0 0 0,1 1-1 0 0,-1 0 1 0 0,1 1 0 0 0,-1 0-1 0 0,16 7 1 0 0,-23-9 77 0 0,-1 1 1 0 0,1-1-1 0 0,0 1 1 0 0,-1 0-1 0 0,1 0 1 0 0,-1 1-1 0 0,0-1 1 0 0,1 0 0 0 0,-1 1-1 0 0,0 0 1 0 0,-1 0-1 0 0,1 0 1 0 0,0 0-1 0 0,-1 0 1 0 0,0 1-1 0 0,0-1 1 0 0,0 1-1 0 0,0-1 1 0 0,0 1-1 0 0,-1 0 1 0 0,0 0-1 0 0,0 0 1 0 0,0 0-1 0 0,0-1 1 0 0,0 1-1 0 0,-1 1 1 0 0,1-1-1 0 0,-1 0 1 0 0,-1 0-1 0 0,0 6 1 0 0,-1 0-25 0 0,-1-1 0 0 0,-1 0 1 0 0,0 0-1 0 0,0 0 0 0 0,0-1 1 0 0,-1 1-1 0 0,-6 7 0 0 0,1 0-1085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1.6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74 3185 0 0,'0'-2'6'0'0,"1"-1"0"0"0,-1 1 0 0 0,1 0 1 0 0,-1-1-1 0 0,0 1 0 0 0,0-1 1 0 0,0 1-1 0 0,0 0 0 0 0,0-1 0 0 0,0 1 1 0 0,-1-1-1 0 0,1 1 0 0 0,-1 0 0 0 0,0-1 1 0 0,1 1-1 0 0,-1 0 0 0 0,0 0 0 0 0,-1 0 1 0 0,1-1-1 0 0,0 1 0 0 0,0 0 0 0 0,-1 0 1 0 0,0 1-1 0 0,1-1 0 0 0,-1 0 1 0 0,0 1-1 0 0,0-1 0 0 0,0 1 0 0 0,1-1 1 0 0,-2 1-1 0 0,1 0 0 0 0,0 0 0 0 0,0 0 1 0 0,0 0-1 0 0,-1 0 0 0 0,1 0 0 0 0,0 0 1 0 0,-1 1-1 0 0,1 0 0 0 0,0-1 0 0 0,-1 1 1 0 0,1 0-1 0 0,-1 0 0 0 0,1 0 0 0 0,-3 1 1 0 0,-2 0-7 0 0,-1-1 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2.9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140 132 5985 0 0,'-139'33'716'0'0,"152"-35"259"0"0,0 1-1 0 0,0 0 0 0 0,0 1 0 0 0,0 1 1 0 0,21 3-1 0 0,83 16 913 0 0,298 55 963 0 0,-279-47-2362 0 0,21 4-388 0 0,-130-28-87 0 0,1-2-1 0 0,0 0 0 0 0,46-4 0 0 0,-73 2-13 0 0,0 0 0 0 0,-1 0 0 0 0,1 0 0 0 0,0 0 1 0 0,-1 0-1 0 0,1-1 0 0 0,0 1 0 0 0,-1 0 0 0 0,1 0 0 0 0,-1 0 0 0 0,1-1 0 0 0,0 1 0 0 0,-1 0 0 0 0,1 0 0 0 0,-1-1 0 0 0,1 1 0 0 0,-1-1 0 0 0,1 1 0 0 0,-1 0 1 0 0,1-1-1 0 0,-1 1 0 0 0,1-1 0 0 0,-1 1 0 0 0,1-1 0 0 0,-1 0 0 0 0,0 1 0 0 0,1-1 0 0 0,-1 1 0 0 0,0-1 0 0 0,0 0 0 0 0,1 1 0 0 0,-1-1 0 0 0,0 1 1 0 0,0-1-1 0 0,0 0 0 0 0,0-1 0 0 0,2-5 22 0 0,3-12 36 0 0,-1-1 0 0 0,-1 1 0 0 0,-1-1 0 0 0,0-27 0 0 0,-2 26 154 0 0,1 0 0 0 0,2 1-1 0 0,4-22 1 0 0,-6 38-176 0 0,0 1-1 0 0,0-1 1 0 0,1 1 0 0 0,-1-1-1 0 0,1 1 1 0 0,0 0-1 0 0,0-1 1 0 0,0 1 0 0 0,0 0-1 0 0,1 0 1 0 0,-1 1 0 0 0,6-5-1 0 0,-7 6-24 0 0,0 0-1 0 0,0 1 1 0 0,0-1-1 0 0,0 0 1 0 0,0 1-1 0 0,0-1 1 0 0,0 1-1 0 0,0 0 0 0 0,1-1 1 0 0,-1 1-1 0 0,0 0 1 0 0,0 0-1 0 0,0 0 1 0 0,1 0-1 0 0,-1 0 1 0 0,0 0-1 0 0,0 0 1 0 0,0 0-1 0 0,1 0 1 0 0,-1 0-1 0 0,0 1 1 0 0,0-1-1 0 0,0 1 1 0 0,0-1-1 0 0,0 1 1 0 0,0-1-1 0 0,1 1 1 0 0,-1-1-1 0 0,0 1 1 0 0,-1 0-1 0 0,1 0 0 0 0,0-1 1 0 0,0 1-1 0 0,0 0 1 0 0,0 0-1 0 0,-1 0 1 0 0,1 0-1 0 0,0 0 1 0 0,-1 0-1 0 0,1 0 1 0 0,0 3-1 0 0,38 66 95 0 0,14 23 176 0 0,-46-83-257 0 0,0 1 0 0 0,1-2 0 0 0,1 1-1 0 0,0-1 1 0 0,0 0 0 0 0,13 9 0 0 0,-21-17-23 0 0,1 1 0 0 0,-1-1 0 0 0,1 0 0 0 0,-1 0 0 0 0,1 0 0 0 0,0 0 0 0 0,-1 0 0 0 0,1 0 0 0 0,0 0 0 0 0,0-1 0 0 0,0 1 0 0 0,0-1 0 0 0,0 1 0 0 0,-1-1 0 0 0,1 0 0 0 0,0 1 0 0 0,0-1 0 0 0,0 0 0 0 0,0-1 0 0 0,0 1 0 0 0,0 0 0 0 0,0 0 0 0 0,0-1 0 0 0,0 1 0 0 0,0-1 0 0 0,-1 0 0 0 0,1 1 0 0 0,0-1 0 0 0,0 0 0 0 0,3-2 0 0 0,-2 0 0 0 0,0-1 0 0 0,0 0 0 0 0,-1 1 0 0 0,1-1 0 0 0,-1 0 0 0 0,0 0 0 0 0,0 0 0 0 0,0-1 0 0 0,0 1 0 0 0,-1 0 0 0 0,3-10 0 0 0,1-8 20 0 0,23-82-64 0 0,-24 95 75 0 0,-1 0-1 0 0,1 1 0 0 0,1-1 0 0 0,-1 1 1 0 0,1-1-1 0 0,1 2 0 0 0,0-1 0 0 0,12-13 0 0 0,-16 20-8 0 0,-1-1 0 0 0,1 1 0 0 0,0-1 0 0 0,0 1 0 0 0,0 0 0 0 0,0 0 0 0 0,0 0 0 0 0,0 0 0 0 0,0 0 0 0 0,0 0 0 0 0,1 1 0 0 0,-1-1 0 0 0,0 1 0 0 0,0-1 0 0 0,1 1 0 0 0,-1 0 0 0 0,0 0 0 0 0,0 0 0 0 0,1 0 0 0 0,3 1 0 0 0,-1 1-2 0 0,-1-1 1 0 0,0 1-1 0 0,1 0 0 0 0,-1 0 1 0 0,0 0-1 0 0,0 1 0 0 0,0-1 0 0 0,-1 1 1 0 0,7 6-1 0 0,1 2 17 0 0,0 1 1 0 0,-1 0-1 0 0,-1 1 0 0 0,0 0 0 0 0,7 14 1 0 0,20 54 14 0 0,-32-66-42 0 0,2 0 0 0 0,0 0 1 0 0,1-1-1 0 0,0 0 0 0 0,1 0 0 0 0,0-1 0 0 0,2 0 0 0 0,20 24 1 0 0,-30-37-14 0 0,1 1 0 0 0,-1-1 0 0 0,1 1 0 0 0,-1-1 0 0 0,1 1 0 0 0,0-1 0 0 0,-1 0 0 0 0,1 1 0 0 0,-1-1 0 0 0,1 0 0 0 0,0 1 0 0 0,-1-1 0 0 0,1 0 0 0 0,0 0 0 0 0,-1 0 0 0 0,1 1 0 0 0,0-1 0 0 0,-1 0 0 0 0,1 0 0 0 0,0 0 0 0 0,-1 0 0 0 0,1 0 0 0 0,0 0 0 0 0,0-1 0 0 0,-1 1 0 0 0,1 0 0 0 0,0 0 0 0 0,-1 0 0 0 0,1-1 0 0 0,-1 1 0 0 0,1 0 0 0 0,0 0 0 0 0,-1-1 0 0 0,1 1 0 0 0,-1-1 0 0 0,1 1 0 0 0,-1-1 0 0 0,1 1 0 0 0,-1-1 0 0 0,1 1 0 0 0,-1-1 0 0 0,1 1 0 0 0,-1-1 0 0 0,0 1 0 0 0,1-1 0 0 0,-1 0 0 0 0,0 1 0 0 0,1-1 0 0 0,-1 0 0 0 0,0 1 0 0 0,0-1 0 0 0,0 0 0 0 0,0 1 0 0 0,0-1 0 0 0,1-1 0 0 0,7-45-293 0 0,-8 39 234 0 0,1 2-173 0 0,0-1 0 0 0,1 1-1 0 0,-1-1 1 0 0,1 1 0 0 0,1 0 0 0 0,-1-1-1 0 0,1 1 1 0 0,4-7 0 0 0,-6 12 209 0 0,0 0 1 0 0,-1 0-1 0 0,1 0 1 0 0,0 0 0 0 0,0 0-1 0 0,0 0 1 0 0,0 1-1 0 0,0-1 1 0 0,0 0-1 0 0,0 1 1 0 0,0-1-1 0 0,0 0 1 0 0,0 1 0 0 0,0-1-1 0 0,0 1 1 0 0,0 0-1 0 0,1-1 1 0 0,-1 1-1 0 0,2 0 1 0 0,-1 0 2 0 0,0 0-1 0 0,0 1 1 0 0,0-1-1 0 0,0 1 1 0 0,0 0 0 0 0,0-1-1 0 0,-1 1 1 0 0,1 0 0 0 0,0 0-1 0 0,-1 0 1 0 0,1 0 0 0 0,-1 1-1 0 0,1-1 1 0 0,-1 0 0 0 0,1 1-1 0 0,1 2 1 0 0,4 4-1404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3.3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48 3681 0 0,'-1'0'63'0'0,"1"0"-1"0"0,0 0 1 0 0,0 0 0 0 0,-1 0 0 0 0,1 0 0 0 0,0 0-1 0 0,0 0 1 0 0,0 0 0 0 0,-1 0 0 0 0,1 0 0 0 0,0 0-1 0 0,0 0 1 0 0,0 0 0 0 0,-1 0 0 0 0,1 0 0 0 0,0-1-1 0 0,0 1 1 0 0,0 0 0 0 0,-1 0 0 0 0,1 0 0 0 0,0 0-1 0 0,0 0 1 0 0,0 0 0 0 0,0-1 0 0 0,-1 1 0 0 0,1 0-1 0 0,0 0 1 0 0,0 0 0 0 0,0-1 0 0 0,0 1 0 0 0,0 0-1 0 0,0 0 1 0 0,0 0 0 0 0,0-1 0 0 0,-1 1 0 0 0,1 0 0 0 0,0 0-1 0 0,0-1 1 0 0,0 1 0 0 0,0 0 0 0 0,0 0 0 0 0,0 0-1 0 0,0-1 1 0 0,0 1 0 0 0,0 0 0 0 0,1-1 0 0 0,11-5 2515 0 0,23-4-191 0 0,-34 10-2433 0 0,45-9 1416 0 0,1 2 0 0 0,74-1 0 0 0,97 12 1228 0 0,-73 1-1782 0 0,244 15-448 0 0,-82-2-192 0 0,-263-17-389 0 0,51 3-1588 0 0,-84-3 1280 0 0,-1 1 0 0 0,1 0 1 0 0,-1 0-1 0 0,0 1 1 0 0,0 1-1 0 0,16 7 1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3.9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0 457 3225 0 0,'0'0'11'0'0,"0"1"0"0"0,0-1 1 0 0,1 0-1 0 0,-1 1 0 0 0,0-1 1 0 0,0 0-1 0 0,0 1 1 0 0,1-1-1 0 0,-1 0 0 0 0,0 1 1 0 0,0-1-1 0 0,1 0 0 0 0,-1 1 1 0 0,0-1-1 0 0,0 0 0 0 0,1 0 1 0 0,-1 1-1 0 0,0-1 0 0 0,1 0 1 0 0,-1 0-1 0 0,1 0 1 0 0,-1 0-1 0 0,0 0 0 0 0,1 1 1 0 0,-1-1-1 0 0,0 0 0 0 0,1 0 1 0 0,-1 0-1 0 0,1 0 0 0 0,-1 0 1 0 0,0 0-1 0 0,1 0 1 0 0,-1 0-1 0 0,1 0 0 0 0,-1 0 1 0 0,0-1-1 0 0,1 1 0 0 0,-1 0 1 0 0,0 0-1 0 0,1 0 0 0 0,-1 0 1 0 0,0 0-1 0 0,1-1 0 0 0,-1 1 1 0 0,0 0-1 0 0,1 0 1 0 0,-1-1-1 0 0,1 1 0 0 0,16-10 3220 0 0,-10 5-2527 0 0,0-1 1 0 0,-1-1-1 0 0,0 1 0 0 0,0-1 0 0 0,-1-1 1 0 0,0 1-1 0 0,0 0 0 0 0,-1-1 1 0 0,0 0-1 0 0,0 0 0 0 0,4-15 0 0 0,3-11-1 0 0,8-56 0 0 0,-14 63-167 0 0,1-2-131 0 0,-3 7 95 0 0,1 0 1 0 0,1 0-1 0 0,1 1 1 0 0,1 0-1 0 0,18-39 0 0 0,-25 60-486 0 0,0 0-1 0 0,0 0 0 0 0,1 0 0 0 0,-1-1 0 0 0,0 1 0 0 0,0 0 0 0 0,0 0 0 0 0,0 0 0 0 0,0 0 1 0 0,1-1-1 0 0,-1 1 0 0 0,0 0 0 0 0,0 0 0 0 0,0 0 0 0 0,0 0 0 0 0,1 0 0 0 0,-1 0 1 0 0,0-1-1 0 0,0 1 0 0 0,1 0 0 0 0,-1 0 0 0 0,0 0 0 0 0,0 0 0 0 0,0 0 0 0 0,1 0 0 0 0,-1 0 1 0 0,0 0-1 0 0,0 0 0 0 0,1 0 0 0 0,-1 0 0 0 0,0 0 0 0 0,0 0 0 0 0,1 0 0 0 0,-1 0 0 0 0,0 0 1 0 0,0 0-1 0 0,0 0 0 0 0,1 1 0 0 0,-1-1 0 0 0,0 0 0 0 0,0 0 0 0 0,0 0 0 0 0,1 0 1 0 0,-1 1-1 0 0,10 12 160 0 0,6 22-161 0 0,-15-31 55 0 0,0-2-60 0 0,61 138 135 0 0,-54-126-124 0 0,0 0 1 0 0,1 0-1 0 0,1 0 1 0 0,0-1-1 0 0,1-1 0 0 0,0 1 1 0 0,16 12-1 0 0,-25-24-21 0 0,0 1 0 0 0,1-1 0 0 0,-1 1 0 0 0,0-1 0 0 0,1 0 0 0 0,-1 0 0 0 0,1 0 0 0 0,-1 0 0 0 0,1-1 0 0 0,0 1 0 0 0,-1-1 0 0 0,1 1 0 0 0,0-1 0 0 0,-1 0 0 0 0,1 0-1 0 0,0 0 1 0 0,-1-1 0 0 0,1 1 0 0 0,0 0 0 0 0,-1-1 0 0 0,1 0 0 0 0,-1 1 0 0 0,1-1 0 0 0,-1 0 0 0 0,1-1 0 0 0,-1 1 0 0 0,1 0 0 0 0,-1-1 0 0 0,0 1 0 0 0,0-1 0 0 0,3-2 0 0 0,8-8-32 0 0,-1 0 0 0 0,0 0 1 0 0,-1-2-1 0 0,10-13 1 0 0,2-3 6 0 0,-18 24 28 0 0,39-40 0 0 0,-41 43 0 0 0,0 0 0 0 0,0 1 0 0 0,0 0 0 0 0,1 0 0 0 0,-1 0 0 0 0,0 0 0 0 0,1 0 0 0 0,-1 0 0 0 0,1 1 0 0 0,0 0 0 0 0,0 0 0 0 0,-1 0 0 0 0,7-1 0 0 0,-7 3 1 0 0,-1-1 0 0 0,0 1 0 0 0,0-1 0 0 0,0 1 0 0 0,1 0 0 0 0,-1 0 0 0 0,0 0 0 0 0,0 0 0 0 0,0 0 0 0 0,0 0 0 0 0,-1 1 0 0 0,1-1 0 0 0,0 0 0 0 0,0 1 0 0 0,-1 0 0 0 0,1-1 0 0 0,-1 1 0 0 0,0 0 0 0 0,1 0 0 0 0,-1 0 0 0 0,1 2 1 0 0,24 51 32 0 0,-17-33-27 0 0,-5-14-13 0 0,0 0 0 0 0,1 1 0 0 0,1-2 0 0 0,-1 1 0 0 0,1 0 0 0 0,0-1 0 0 0,1-1 0 0 0,-1 1 0 0 0,16 11 0 0 0,-19-17 3 0 0,-1 1 0 0 0,0-1 1 0 0,1 1-1 0 0,-1-1 0 0 0,1 0 0 0 0,0 0 1 0 0,-1 0-1 0 0,1 0 0 0 0,0-1 1 0 0,-1 1-1 0 0,1-1 0 0 0,0 1 0 0 0,0-1 1 0 0,0 0-1 0 0,-1 0 0 0 0,1 0 1 0 0,0-1-1 0 0,0 1 0 0 0,0-1 1 0 0,-1 0-1 0 0,1 1 0 0 0,0-1 0 0 0,-1 0 1 0 0,1 0-1 0 0,-1-1 0 0 0,1 1 1 0 0,-1-1-1 0 0,1 1 0 0 0,-1-1 1 0 0,0 0-1 0 0,0 1 0 0 0,0-1 0 0 0,0 0 1 0 0,0-1-1 0 0,0 1 0 0 0,2-5 1 0 0,6-8-506 0 0,15-17-1568 0 0,-20 28 140 0 0,-4 2 1290 0 0,1 1 1 0 0,0 0-1 0 0,-1 0 1 0 0,1 0-1 0 0,0 1 1 0 0,0-1 0 0 0,3-1-1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4.4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23 3889 0 0,'-15'-2'3612'0'0,"27"-4"161"0"0,26-2-1233 0 0,325 2 2251 0 0,49 7-2593 0 0,-59 2-1911 0 0,-299-5-242 0 0,78 0-14 0 0,-112 3-46 0 0,0 0-1 0 0,0 2 1 0 0,0 0 0 0 0,27 9 0 0 0,-29-9-173 0 0,-8-7-4000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5.0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0 331 3225 0 0,'1'-4'515'0'0,"-1"1"0"0"0,1-1 1 0 0,0 0-1 0 0,0 1 0 0 0,0-1 1 0 0,1 1-1 0 0,-1-1 0 0 0,3-4 1 0 0,1-2 1088 0 0,2-16 111 0 0,0-1 1 0 0,-2-1-1 0 0,3-43 0 0 0,3-15 640 0 0,-10 80-2113 0 0,-1 2-78 0 0,1-1 0 0 0,0 1-1 0 0,0 0 1 0 0,0 0 0 0 0,0 0 0 0 0,0 0-1 0 0,4-6 1 0 0,13 48 605 0 0,-10-16-761 0 0,1 0 0 0 0,1 0 0 0 0,14 21 1 0 0,-19-36-9 0 0,-1 0 0 0 0,1-1 0 0 0,0 0 0 0 0,1 0 0 0 0,0 0 0 0 0,0-1 0 0 0,0 0 0 0 0,0 0 0 0 0,1-1 0 0 0,0 1 0 0 0,-1-1 0 0 0,2-1 0 0 0,7 4-1 0 0,-12-6 1 0 0,0-1-1 0 0,0 1 0 0 0,0-1 0 0 0,0 0 0 0 0,0 1 0 0 0,0-2 0 0 0,0 1 0 0 0,0 0 0 0 0,0-1 0 0 0,0 1 0 0 0,0-1 0 0 0,0 0 0 0 0,-1 0 1 0 0,1 0-1 0 0,0 0 0 0 0,0 0 0 0 0,-1-1 0 0 0,1 1 0 0 0,-1-1 0 0 0,1 0 0 0 0,-1 1 0 0 0,0-1 0 0 0,0 0 0 0 0,0-1 0 0 0,3-3 0 0 0,7-8-7 0 0,-1 0-1 0 0,0-1 0 0 0,9-18 0 0 0,-5 7 4 0 0,-12 22 8 0 0,-1 0 10 0 0,1 0 1 0 0,-1 1-1 0 0,1-1 1 0 0,0 1-1 0 0,-1 0 1 0 0,8-6-1 0 0,-10 9-11 0 0,1 0 0 0 0,-1 0 1 0 0,0-1-1 0 0,1 1 0 0 0,-1 0 0 0 0,1 0 0 0 0,-1 0 0 0 0,1-1 0 0 0,-1 1 0 0 0,1 0 0 0 0,-1 0 1 0 0,1 0-1 0 0,-1 0 0 0 0,1 0 0 0 0,-1 0 0 0 0,1 0 0 0 0,-1 0 0 0 0,1 0 0 0 0,-1 1 1 0 0,1-1-1 0 0,-1 0 0 0 0,1 0 0 0 0,-1 0 0 0 0,0 0 0 0 0,1 1 0 0 0,1 0 0 0 0,-1 0 0 0 0,0 0 0 0 0,0 1 0 0 0,0-1 0 0 0,0 0 0 0 0,0 1 0 0 0,0-1 0 0 0,0 1 0 0 0,-1-1 0 0 0,1 1 0 0 0,0 2 1 0 0,11 30 177 0 0,-11-27-151 0 0,1 0 0 0 0,0 0 1 0 0,0-1-1 0 0,1 1 0 0 0,0 0 0 0 0,0-1 1 0 0,0 0-1 0 0,1 0 0 0 0,0 0 0 0 0,0 0 1 0 0,1 0-1 0 0,-1-1 0 0 0,1 0 0 0 0,1 0 1 0 0,-1 0-1 0 0,9 6 0 0 0,-6-7-5 0 0,-1 1-1 0 0,1-1 1 0 0,-1-1 0 0 0,1 0 0 0 0,0 0-1 0 0,1 0 1 0 0,14 2 0 0 0,-21-5-129 0 0,0 1 1 0 0,0-1 0 0 0,1 0 0 0 0,-1 0 0 0 0,0-1-1 0 0,0 1 1 0 0,0 0 0 0 0,0-1 0 0 0,1 1-1 0 0,-1-1 1 0 0,0 0 0 0 0,0 1 0 0 0,0-1 0 0 0,0 0-1 0 0,0 0 1 0 0,0-1 0 0 0,-1 1 0 0 0,1 0-1 0 0,0-1 1 0 0,-1 1 0 0 0,1-1 0 0 0,-1 1 0 0 0,1-1-1 0 0,-1 0 1 0 0,1 1 0 0 0,-1-1 0 0 0,0 0-1 0 0,0 0 1 0 0,0 0 0 0 0,0 0 0 0 0,-1 0 0 0 0,1 0-1 0 0,0 0 1 0 0,0-5 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5.4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43 3225 0 0,'-7'3'-2'0'0,"-39"14"6589"0"0,74-36-3866 0 0,-12 11-2171 0 0,1 1 1 0 0,-1 1-1 0 0,2 1 1 0 0,-1 0-1 0 0,1 1 1 0 0,-1 1-1 0 0,24-2 0 0 0,-8 4-136 0 0,1 2-1 0 0,-1 1 1 0 0,35 7-1 0 0,378 60 649 0 0,-341-54-818 0 0,123 1 0 0 0,107-16 1252 0 0,-141-2-1133 0 0,42 8-2106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6.3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 6913 0 0,'-1'0'61'0'0,"1"-1"0"0"0,-1 1 0 0 0,1 0 0 0 0,-1 0 0 0 0,1 0 0 0 0,0 0 0 0 0,-1-1 0 0 0,1 1 0 0 0,-1 0 0 0 0,1 0 0 0 0,-1 0 0 0 0,1 0 0 0 0,-1 0 0 0 0,1 0 0 0 0,-1 0 0 0 0,1 0 0 0 0,-1 0 0 0 0,1 1 0 0 0,-1-1 0 0 0,1 0 0 0 0,-1 0 0 0 0,1 0 0 0 0,0 0 0 0 0,-1 1 0 0 0,1-1-1 0 0,-1 0 1 0 0,0 1 0 0 0,-2 13 1558 0 0,2-7-1552 0 0,1-1 65 0 0,0 0-1 0 0,1 0 0 0 0,-1 0 0 0 0,1 0 1 0 0,1 0-1 0 0,-1-1 0 0 0,1 1 1 0 0,0 0-1 0 0,0 0 0 0 0,1-1 1 0 0,0 0-1 0 0,0 1 0 0 0,0-1 1 0 0,0 0-1 0 0,1 0 0 0 0,0-1 1 0 0,0 1-1 0 0,0-1 0 0 0,1 0 0 0 0,5 4 1 0 0,-6-4-105 0 0,0-1-1 0 0,0 0 1 0 0,1 0 0 0 0,-1-1 0 0 0,1 1 0 0 0,0-1-1 0 0,0 0 1 0 0,0 0 0 0 0,0-1 0 0 0,9 2 0 0 0,-11-3 70 0 0,0 1 1 0 0,0-1 0 0 0,0 0-1 0 0,0 0 1 0 0,0-1 0 0 0,0 1 0 0 0,1-1-1 0 0,-1 0 1 0 0,0 1 0 0 0,0-1-1 0 0,0-1 1 0 0,0 1 0 0 0,-1 0 0 0 0,1-1-1 0 0,0 1 1 0 0,-1-1 0 0 0,1 0 0 0 0,3-3-1 0 0,-4 3-6 0 0,0-1-1 0 0,-1 1 1 0 0,1-1-1 0 0,-1 1 1 0 0,1-1-1 0 0,-1 0 1 0 0,0 0-1 0 0,0 0 1 0 0,0 1-1 0 0,-1-1 1 0 0,1 0-1 0 0,-1 0 1 0 0,1 0-1 0 0,-1 0 1 0 0,0 0-1 0 0,0 0 1 0 0,-1 0-1 0 0,1 0 1 0 0,0 0-1 0 0,-1 0 1 0 0,0 0-1 0 0,0 0 1 0 0,0 0-1 0 0,0 0 1 0 0,0 1-1 0 0,0-1 1 0 0,-1 0-1 0 0,1 1 1 0 0,-1-1-1 0 0,-2-2 1 0 0,3 3-72 0 0,0 0 0 0 0,-1 0 0 0 0,1 0 0 0 0,0 0 0 0 0,-1 0 0 0 0,0 0 1 0 0,1 0-1 0 0,-1 1 0 0 0,0-1 0 0 0,0 1 0 0 0,0-1 0 0 0,0 1 0 0 0,0 0 0 0 0,-1-1 0 0 0,1 1 0 0 0,0 0 1 0 0,0 1-1 0 0,-1-1 0 0 0,1 0 0 0 0,-1 1 0 0 0,1-1 0 0 0,0 1 0 0 0,-1 0 0 0 0,1-1 0 0 0,-1 1 0 0 0,1 1 1 0 0,-1-1-1 0 0,1 0 0 0 0,-1 1 0 0 0,1-1 0 0 0,-1 1 0 0 0,1-1 0 0 0,0 1 0 0 0,-1 0 0 0 0,1 0 0 0 0,0 0 1 0 0,-2 2-1 0 0,-26 24-1582 0 0,13-7-4611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17.0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62 90 3225 0 0,'-12'0'717'0'0,"7"-1"-106"0"0,1 1 0 0 0,-1 0-1 0 0,1 0 1 0 0,-1 0 0 0 0,1 0 0 0 0,-6 2 0 0 0,10-2-492 0 0,-1 1-1 0 0,0-1 1 0 0,0 0-1 0 0,1 1 1 0 0,-1-1-1 0 0,1 0 1 0 0,-1 1 0 0 0,0-1-1 0 0,1 1 1 0 0,-1-1-1 0 0,1 1 1 0 0,-1-1-1 0 0,1 1 1 0 0,-1 0-1 0 0,1-1 1 0 0,-1 1-1 0 0,1 0 1 0 0,0-1-1 0 0,-1 1 1 0 0,1 0-1 0 0,0 0 1 0 0,0-1-1 0 0,-1 1 1 0 0,1 0-1 0 0,0 0 1 0 0,0-1-1 0 0,0 1 1 0 0,0 0 0 0 0,0 0-1 0 0,0-1 1 0 0,0 1-1 0 0,0 0 1 0 0,0 0-1 0 0,1-1 1 0 0,-1 1-1 0 0,0 0 1 0 0,0 0-1 0 0,1-1 1 0 0,-1 1-1 0 0,0 0 1 0 0,1-1-1 0 0,0 2 1 0 0,2 5 570 0 0,0 1 0 0 0,1-1-1 0 0,0 0 1 0 0,6 9 0 0 0,-9-16-644 0 0,-1 1 1 0 0,1 0-1 0 0,0 0 1 0 0,-1-1-1 0 0,1 1 1 0 0,0 0-1 0 0,-1-1 1 0 0,1 1-1 0 0,0-1 1 0 0,0 1-1 0 0,0-1 1 0 0,-1 1-1 0 0,1-1 1 0 0,0 0-1 0 0,0 1 1 0 0,0-1-1 0 0,0 0 1 0 0,0 0-1 0 0,1 1 1 0 0,-1-2-32 0 0,0 1-1 0 0,0-1 1 0 0,0 1-1 0 0,0-1 1 0 0,0 1-1 0 0,0-1 1 0 0,0 0-1 0 0,-1 1 1 0 0,1-1-1 0 0,0 0 1 0 0,0 0-1 0 0,-1 1 1 0 0,1-1-1 0 0,0 0 1 0 0,-1 0-1 0 0,1 0 1 0 0,-1 0-1 0 0,1 0 1 0 0,-1 0-1 0 0,0 0 1 0 0,1 0-1 0 0,-1-2 1 0 0,2-4 220 0 0,0-1 0 0 0,-1 1-1 0 0,0-1 1 0 0,0 0 0 0 0,-1 0 0 0 0,0 1 0 0 0,-1-1 0 0 0,1 0 0 0 0,-1 0-1 0 0,-1 1 1 0 0,0-1 0 0 0,0 1 0 0 0,0-1 0 0 0,-1 1 0 0 0,0 0 0 0 0,-7-12-1 0 0,9 18-233 0 0,0 0-1 0 0,1 0 0 0 0,-1 0 0 0 0,0 0 0 0 0,0 0 1 0 0,0 0-1 0 0,0 0 0 0 0,0 1 0 0 0,-1-1 0 0 0,1 0 1 0 0,0 1-1 0 0,0-1 0 0 0,0 1 0 0 0,-1-1 1 0 0,1 1-1 0 0,0 0 0 0 0,-1-1 0 0 0,1 1 0 0 0,0 0 1 0 0,-1 0-1 0 0,-1 0 0 0 0,-10 2-252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5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145 7 1840 0 0,'-1'-1'240'0'0,"-1"0"0"0"0,0 0 0 0 0,0 0 0 0 0,1 1 0 0 0,-1-1 0 0 0,0 0 0 0 0,0 1 0 0 0,0 0 0 0 0,0-1 0 0 0,0 1 0 0 0,0 0 0 0 0,0 0 0 0 0,0 0 0 0 0,1 0 0 0 0,-1 1 0 0 0,0-1 0 0 0,0 0 0 0 0,0 1-1 0 0,0-1 1 0 0,0 1 0 0 0,0 0 0 0 0,1 0 0 0 0,-1-1 0 0 0,0 1 0 0 0,1 0 0 0 0,-1 0 0 0 0,0 1 0 0 0,1-1 0 0 0,0 0 0 0 0,-1 0 0 0 0,1 1 0 0 0,0-1 0 0 0,-1 1 0 0 0,1-1 0 0 0,0 1 0 0 0,0 0 0 0 0,0-1 0 0 0,0 1 0 0 0,1 0-1 0 0,-2 3 1 0 0,0-1 69 0 0,1 1 0 0 0,-1-1 0 0 0,1 1-1 0 0,0 0 1 0 0,1-1 0 0 0,-1 1 0 0 0,1 0-1 0 0,0-1 1 0 0,0 1 0 0 0,0 0 0 0 0,0 0-1 0 0,1-1 1 0 0,0 1 0 0 0,0 0-1 0 0,3 8 1 0 0,-35-31 2617 0 0,29 17-3056 0 0,0 0-1 0 0,0 0 1 0 0,0 0 0 0 0,0 0-1 0 0,0 0 1 0 0,0 1-1 0 0,0-1 1 0 0,0 1 0 0 0,0 0-1 0 0,-1-1 1 0 0,1 1-1 0 0,0 0 1 0 0,0 0-1 0 0,0 0 1 0 0,0 1 0 0 0,0-1-1 0 0,0 0 1 0 0,-4 2-1 0 0,2 2-724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5.5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11 6913 0 0,'0'-1'13'0'0,"0"1"0"0"0,-1 0 0 0 0,1 0 0 0 0,0 0 0 0 0,0-1-1 0 0,0 1 1 0 0,0 0 0 0 0,0 0 0 0 0,-1 0 0 0 0,1-1 0 0 0,0 1 0 0 0,0 0-1 0 0,0 0 1 0 0,0 0 0 0 0,0-1 0 0 0,0 1 0 0 0,0 0 0 0 0,0 0-1 0 0,0-1 1 0 0,0 1 0 0 0,0 0 0 0 0,0 0 0 0 0,0-1 0 0 0,0 1-1 0 0,0 0 1 0 0,0 0 0 0 0,0-1 0 0 0,0 1 0 0 0,0 0 0 0 0,0 0-1 0 0,0 0 1 0 0,0-1 0 0 0,1 1 0 0 0,-1 0 0 0 0,0 0 0 0 0,0 0-1 0 0,0-1 1 0 0,0 1 0 0 0,0 0 0 0 0,1 0 0 0 0,-1 0 0 0 0,0 0-1 0 0,0-1 1 0 0,0 1 0 0 0,1 0 0 0 0,-1 0 0 0 0,12 7 2377 0 0,12 18 1194 0 0,-16-11-2682 0 0,0 0 0 0 0,-1 1 0 0 0,0-1 0 0 0,7 29 0 0 0,12 68 92 0 0,-13-52-960 0 0,-12-56 2 0 0,6 27-2088 0 0,4 39 0 0 0,-11-54 630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5.8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1 111 3225 0 0,'1'-4'94'0'0,"0"1"0"0"0,1 0 0 0 0,0-1 1 0 0,0 1-1 0 0,0 0 0 0 0,0 0 0 0 0,0 0 1 0 0,0 1-1 0 0,1-1 0 0 0,0 0 0 0 0,-1 1 1 0 0,1 0-1 0 0,6-4 0 0 0,44-26 1027 0 0,-48 29-982 0 0,5-2 180 0 0,0 0 1 0 0,0 1-1 0 0,1 0 0 0 0,0 0 0 0 0,-1 2 1 0 0,1-1-1 0 0,0 1 0 0 0,1 0 1 0 0,-1 1-1 0 0,18 1 0 0 0,-25 0-215 0 0,0 1-1 0 0,0-1 1 0 0,0 1-1 0 0,0 0 1 0 0,0 0-1 0 0,0 0 1 0 0,0 0-1 0 0,-1 1 1 0 0,1 0-1 0 0,0 0 1 0 0,-1 0-1 0 0,1 0 1 0 0,-1 0-1 0 0,0 1 1 0 0,0-1-1 0 0,0 1 1 0 0,0 0-1 0 0,0 0 1 0 0,-1 0-1 0 0,1 0 1 0 0,-1 1-1 0 0,0-1 1 0 0,1 1-1 0 0,-2-1 1 0 0,1 1-1 0 0,0 0 1 0 0,-1 0-1 0 0,0-1 1 0 0,0 1-1 0 0,0 0 1 0 0,1 7-1 0 0,-1 3 331 0 0,-1 1-1 0 0,0-1 1 0 0,-4 27 0 0 0,3-28 410 0 0,-1 0 0 0 0,2 0 0 0 0,0 0 0 0 0,2 22 0 0 0,-1-33-758 0 0,-1 1 1 0 0,1-1 0 0 0,0 0 0 0 0,0 0 0 0 0,0 0 0 0 0,0 0 0 0 0,0 0-1 0 0,1 0 1 0 0,-1 0 0 0 0,1 0 0 0 0,-1 0 0 0 0,1-1 0 0 0,0 1-1 0 0,-1 0 1 0 0,1-1 0 0 0,0 0 0 0 0,0 1 0 0 0,0-1 0 0 0,0 0 0 0 0,0 0-1 0 0,0 0 1 0 0,1 0 0 0 0,-1-1 0 0 0,0 1 0 0 0,0 0 0 0 0,4-1-1 0 0,29 4-987 0 0,-2-7-4654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6.0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6913 0 0,'1'4'485'0'0,"0"0"-1"0"0,-1 0 0 0 0,1 0 0 0 0,-1 0 0 0 0,0 0 1 0 0,0 0-1 0 0,0 0 0 0 0,-2 5 0 0 0,1 16 2481 0 0,2-16-2220 0 0,1 1 1 0 0,0-1-1 0 0,1 1 0 0 0,-1-1 0 0 0,2 0 0 0 0,6 14 0 0 0,4 1-1819 0 0,3-1-3316 0 0,-5-8-1612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6.4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10658 0 0,'7'8'605'0'0,"-1"2"-1"0"0,0-1 1 0 0,-1 1 0 0 0,0 0-1 0 0,-1 0 1 0 0,0 1 0 0 0,-1-1-1 0 0,4 18 1 0 0,-2-10-133 0 0,25 120 1424 0 0,-21-88-2769 0 0,19 60 0 0 0,-21-88 218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6.7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64 2304 0 0,'2'-4'250'0'0,"-1"0"-1"0"0,1 1 0 0 0,-1-1 1 0 0,1 1-1 0 0,0-1 0 0 0,1 1 1 0 0,-1 0-1 0 0,0 0 0 0 0,1 0 1 0 0,0 0-1 0 0,0 0 0 0 0,0 1 1 0 0,0-1-1 0 0,0 1 0 0 0,0 0 1 0 0,1 0-1 0 0,-1 0 0 0 0,1 0 0 0 0,-1 1 1 0 0,1-1-1 0 0,0 1 0 0 0,-1 0 1 0 0,1 0-1 0 0,4 0 0 0 0,-5 0-65 0 0,-1 1 0 0 0,1 0 0 0 0,-1 0 0 0 0,1 0 0 0 0,-1 0-1 0 0,1 0 1 0 0,0 0 0 0 0,-1 1 0 0 0,1-1 0 0 0,-1 1 0 0 0,1 0-1 0 0,-1-1 1 0 0,0 1 0 0 0,1 0 0 0 0,-1 1 0 0 0,0-1 0 0 0,1 0-1 0 0,-1 1 1 0 0,0-1 0 0 0,0 1 0 0 0,0 0 0 0 0,-1-1 0 0 0,1 1 0 0 0,0 0-1 0 0,0 0 1 0 0,-1 0 0 0 0,0 0 0 0 0,1 1 0 0 0,-1-1 0 0 0,0 0-1 0 0,0 1 1 0 0,0-1 0 0 0,0 1 0 0 0,0-1 0 0 0,-1 1 0 0 0,1-1-1 0 0,-1 5 1 0 0,1 4 89 0 0,-1 0 0 0 0,-1 0-1 0 0,0 0 1 0 0,0-1 0 0 0,-1 1-1 0 0,0 0 1 0 0,-1-1 0 0 0,-1 1-1 0 0,-8 18 1 0 0,6-13 236 0 0,0-1-1 0 0,1 1 1 0 0,-3 18-1 0 0,8-32-446 0 0,-1 0-1 0 0,1-1 1 0 0,0 1-1 0 0,0 0 0 0 0,0-1 1 0 0,-1 1-1 0 0,2 0 1 0 0,-1 0-1 0 0,0-1 0 0 0,0 1 1 0 0,0 0-1 0 0,1-1 1 0 0,-1 1-1 0 0,1-1 0 0 0,-1 1 1 0 0,1 0-1 0 0,0-1 1 0 0,0 1-1 0 0,0-1 0 0 0,0 0 1 0 0,0 1-1 0 0,0-1 1 0 0,2 3-1 0 0,-1-3-24 0 0,0 0 1 0 0,0 0-1 0 0,1 0 1 0 0,-1-1 0 0 0,0 1-1 0 0,0 0 1 0 0,1-1-1 0 0,-1 0 1 0 0,0 1-1 0 0,1-1 1 0 0,-1 0-1 0 0,1 0 1 0 0,-1 0-1 0 0,5-1 1 0 0,8-3-20 0 0,1 0 1 0 0,-1-1 0 0 0,28-12-1 0 0,-39 15 0 0 0,27-11-714 0 0,59-18 0 0 0,-74 27-617 0 0,1 1 0 0 0,-1 0 0 0 0,20 0 0 0 0,-12 3-629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7.0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32 456 0 0,'0'0'39'0'0,"0"0"0"0"0,-1 1 0 0 0,1-1 0 0 0,0 0 0 0 0,0 0 1 0 0,0 0-1 0 0,-1 0 0 0 0,1 1 0 0 0,0-1 0 0 0,0 0 0 0 0,0 0 0 0 0,-1 0 0 0 0,1 0 0 0 0,0 0 0 0 0,0 0 0 0 0,-1 0 0 0 0,1 0 0 0 0,0 0 0 0 0,0 1 1 0 0,0-1-1 0 0,-1 0 0 0 0,1 0 0 0 0,0 0 0 0 0,0 0 0 0 0,-1-1 0 0 0,1 1 0 0 0,0 0 0 0 0,0 0 0 0 0,-1 0 0 0 0,1 0 0 0 0,0 0 0 0 0,0 0 0 0 0,-1 0 1 0 0,1 0-1 0 0,0 0 0 0 0,0 0 0 0 0,0-1 0 0 0,-1 1 0 0 0,1 0 0 0 0,0 0 0 0 0,0 0 0 0 0,0-1 0 0 0,0 1 0 0 0,-1 0 0 0 0,1 0 0 0 0,0 0 1 0 0,0-1-1 0 0,0 1 0 0 0,0 0 0 0 0,7-11 4379 0 0,-3 9-3816 0 0,-1-1-350 0 0,1 1 1 0 0,0 0-1 0 0,0 0 1 0 0,0 0-1 0 0,0 1 1 0 0,0 0-1 0 0,1 0 1 0 0,-1 0 0 0 0,0 0-1 0 0,1 0 1 0 0,-1 1-1 0 0,1 0 1 0 0,7 0-1 0 0,-10 1-87 0 0,1-1-1 0 0,-1 1 1 0 0,1 0-1 0 0,-1 0 1 0 0,0 0-1 0 0,1 1 1 0 0,-1-1-1 0 0,0 0 1 0 0,0 1-1 0 0,0-1 1 0 0,0 1 0 0 0,0 0-1 0 0,0 0 1 0 0,-1 0-1 0 0,1 0 1 0 0,0 0-1 0 0,-1 0 1 0 0,0 0-1 0 0,1 0 1 0 0,-1 1-1 0 0,0-1 1 0 0,0 0-1 0 0,0 1 1 0 0,-1-1-1 0 0,1 1 1 0 0,0 4-1 0 0,5 40 2014 0 0,-6-37-1659 0 0,0 0 1 0 0,2 0-1 0 0,-1 0 1 0 0,1 0-1 0 0,5 15 1 0 0,-6-23-493 0 0,0 0-1 0 0,0 0 1 0 0,1 1-1 0 0,-1-1 1 0 0,0 0 0 0 0,1 0-1 0 0,0 0 1 0 0,-1-1 0 0 0,1 1-1 0 0,0 0 1 0 0,0-1-1 0 0,0 1 1 0 0,0-1 0 0 0,0 1-1 0 0,0-1 1 0 0,0 0-1 0 0,1 0 1 0 0,-1 0 0 0 0,0 0-1 0 0,1 0 1 0 0,-1-1 0 0 0,0 1-1 0 0,1-1 1 0 0,-1 0-1 0 0,1 1 1 0 0,-1-1 0 0 0,4 0-1 0 0,12-2-156 0 0,0-1 0 0 0,0 0 0 0 0,-1-1-1 0 0,0-1 1 0 0,27-11 0 0 0,6-1 82 0 0,-11 4 34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7.5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6913 0 0,'-5'7'8519'0'0,"10"0"-9208"0"0,5 15 1066 0 0,-2 0 1 0 0,-1 1-1 0 0,-1-1 0 0 0,-1 1 1 0 0,-1 1-1 0 0,3 36 0 0 0,-1-5-143 0 0,30 126-1711 0 0,-28-149-4334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8.1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50 168 0 0,'-6'-4'16067'0'0,"9"0"-15842"0"0,3 0-19 0 0,0-1 0 0 0,0 1 0 0 0,1 0 0 0 0,-1 1 0 0 0,1 0 0 0 0,0 0 0 0 0,0 0 0 0 0,0 1 1 0 0,0 0-1 0 0,1 0 0 0 0,-1 0 0 0 0,9 1 0 0 0,-7-1-116 0 0,0 1-1 0 0,0 1 1 0 0,-1-1-1 0 0,1 2 1 0 0,0-1-1 0 0,0 1 1 0 0,0 0 0 0 0,0 1-1 0 0,-1 0 1 0 0,14 5-1 0 0,-19-5-86 0 0,0-1-1 0 0,0 1 1 0 0,0 0-1 0 0,0-1 1 0 0,0 2-1 0 0,-1-1 1 0 0,1 0-1 0 0,0 0 1 0 0,-1 1-1 0 0,0-1 0 0 0,0 1 1 0 0,0 0-1 0 0,0-1 1 0 0,0 1-1 0 0,0 0 1 0 0,-1 0-1 0 0,1 1 1 0 0,0 3-1 0 0,-1-3-10 0 0,0 0-1 0 0,-1 1 0 0 0,0-1 1 0 0,0 0-1 0 0,0 1 1 0 0,0-1-1 0 0,-1 0 1 0 0,0 1-1 0 0,0-1 0 0 0,0 0 1 0 0,0 0-1 0 0,-3 6 1 0 0,-5 9 81 0 0,-2-1 0 0 0,0 0-1 0 0,0-1 1 0 0,-25 28 0 0 0,27-35 101 0 0,7-8-109 0 0,0 0 1 0 0,0 1-1 0 0,0-1 1 0 0,1 1 0 0 0,-1-1-1 0 0,1 1 1 0 0,-1 0-1 0 0,1 0 1 0 0,0-1 0 0 0,0 1-1 0 0,0 0 1 0 0,-1 6-1 0 0,2-9-42 0 0,1 1 0 0 0,-1 0 0 0 0,0-1 0 0 0,0 1 0 0 0,0 0 0 0 0,0 0 0 0 0,1-1 0 0 0,-1 1 0 0 0,0 0 0 0 0,0-1 0 0 0,1 1 0 0 0,-1-1 0 0 0,1 1 0 0 0,-1 0 0 0 0,0-1 0 0 0,1 1 0 0 0,-1-1 0 0 0,1 1 0 0 0,0-1 0 0 0,-1 1 0 0 0,2 0 0 0 0,0 0 0 0 0,0 0-1 0 0,0-1 1 0 0,0 1-1 0 0,0 0 0 0 0,1-1 1 0 0,-1 1-1 0 0,0-1 1 0 0,0 1-1 0 0,5-1 1 0 0,23-1-62 0 0,-1-1 0 0 0,1-1 0 0 0,41-11 0 0 0,-31 7-1260 0 0,-3 0-6120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8.5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51 6913 0 0,'0'-1'32'0'0,"0"1"-1"0"0,0 0 0 0 0,0-1 0 0 0,0 1 0 0 0,-1 0 0 0 0,1-1 0 0 0,0 1 0 0 0,0-1 0 0 0,0 1 0 0 0,0 0 0 0 0,0-1 0 0 0,0 1 0 0 0,0-1 0 0 0,0 1 0 0 0,0 0 0 0 0,0-1 1 0 0,0 1-1 0 0,0-1 0 0 0,1 1 0 0 0,-1 0 0 0 0,0-1 0 0 0,0 1 0 0 0,0 0 0 0 0,0-1 0 0 0,1 1 0 0 0,-1-1 0 0 0,0 1 0 0 0,0 0 0 0 0,1 0 0 0 0,-1-1 0 0 0,0 1 0 0 0,1 0 0 0 0,-1-1 1 0 0,0 1-1 0 0,1 0 0 0 0,-1 0 0 0 0,0 0 0 0 0,1-1 0 0 0,-1 1 0 0 0,0 0 0 0 0,1 0 0 0 0,-1 0 0 0 0,1 0 0 0 0,-1 0 0 0 0,0 0 0 0 0,1 0 0 0 0,-1 0 0 0 0,1 0 0 0 0,26-9 1448 0 0,-22 8-1223 0 0,16-5 1312 0 0,0 0 0 0 0,0 1 0 0 0,1 1 0 0 0,0 2 0 0 0,32-2 0 0 0,-52 4-1532 0 0,0 0 0 0 0,0 0 0 0 0,0 1 0 0 0,0-1 0 0 0,0 0 1 0 0,0 1-1 0 0,-1-1 0 0 0,1 1 0 0 0,0-1 0 0 0,0 1 1 0 0,-1 0-1 0 0,1 0 0 0 0,0 0 0 0 0,-1 0 0 0 0,1 0 0 0 0,-1 0 1 0 0,1 0-1 0 0,-1 0 0 0 0,0 1 0 0 0,1-1 0 0 0,-1 0 1 0 0,0 1-1 0 0,0-1 0 0 0,0 1 0 0 0,0 0 0 0 0,0-1 1 0 0,0 1-1 0 0,0 0 0 0 0,-1-1 0 0 0,1 1 0 0 0,-1 0 0 0 0,1 0 1 0 0,-1 0-1 0 0,0 2 0 0 0,1 7-55 0 0,-2-1-1 0 0,1 1 1 0 0,-1 0-1 0 0,-1-1 1 0 0,-3 14-1 0 0,-3 23 73 0 0,8-43-48 0 0,0-1 0 0 0,0 0-1 0 0,0 0 1 0 0,1 0-1 0 0,0 1 1 0 0,-1-1-1 0 0,1 0 1 0 0,0 0-1 0 0,0 0 1 0 0,1 0-1 0 0,-1 0 1 0 0,1-1 0 0 0,-1 1-1 0 0,1 0 1 0 0,0-1-1 0 0,0 1 1 0 0,0-1-1 0 0,1 1 1 0 0,2 2-1 0 0,3 0-35 0 0,1 1 0 0 0,-1-1 0 0 0,1-1 0 0 0,17 7 0 0 0,-16-7 32 0 0,0 0 1 0 0,-1 1 0 0 0,0 0 0 0 0,10 6-1 0 0,-19-10 0 0 0,1-1 0 0 0,0 1 0 0 0,-1 0-1 0 0,1 0 1 0 0,0-1 0 0 0,-1 1 0 0 0,1 0 0 0 0,-1 0-1 0 0,1 0 1 0 0,-1 0 0 0 0,1 0 0 0 0,-1 0-1 0 0,0-1 1 0 0,0 1 0 0 0,1 0 0 0 0,-1 0-1 0 0,0 0 1 0 0,0 0 0 0 0,0 0 0 0 0,0 0-1 0 0,0 0 1 0 0,0 0 0 0 0,0 0 0 0 0,0 0 0 0 0,-1 0-1 0 0,1 0 1 0 0,0 0 0 0 0,-1 0 0 0 0,1 0-1 0 0,0 0 1 0 0,-1 0 0 0 0,1 0 0 0 0,-1-1-1 0 0,1 1 1 0 0,-1 0 0 0 0,0 0 0 0 0,1 0-1 0 0,-1-1 1 0 0,0 1 0 0 0,-1 1 0 0 0,-36 29-284 0 0,32-27 9 0 0,-5 4-241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8:29.1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48 5065 0 0,'3'2'501'0'0,"-1"-1"0"0"0,1 1 1 0 0,0-1-1 0 0,-1 0 0 0 0,1 0 0 0 0,0 0 0 0 0,0 0 0 0 0,-1-1 1 0 0,1 1-1 0 0,0-1 0 0 0,0 1 0 0 0,4-1 0 0 0,35-2 3601 0 0,-39 1-3837 0 0,0 0-1 0 0,0 0 1 0 0,0 0-1 0 0,0 0 1 0 0,-1-1-1 0 0,1 1 1 0 0,0-1-1 0 0,-1 1 1 0 0,1-1-1 0 0,4-4 1 0 0,-6 5-225 0 0,-1 0 1 0 0,1 1-1 0 0,0-1 0 0 0,0 0 1 0 0,0 0-1 0 0,-1 0 0 0 0,1 0 0 0 0,0 0 1 0 0,-1 0-1 0 0,1 0 0 0 0,-1-1 1 0 0,0 1-1 0 0,1 0 0 0 0,-1 0 1 0 0,0 0-1 0 0,1 0 0 0 0,-1-1 1 0 0,0 1-1 0 0,0 0 0 0 0,0 0 1 0 0,0 0-1 0 0,0-1 0 0 0,0 1 0 0 0,-1 0 1 0 0,1 0-1 0 0,0 0 0 0 0,-1-1 1 0 0,1 1-1 0 0,-1 0 0 0 0,0-1 1 0 0,1 1-38 0 0,-1 1 0 0 0,1-1 0 0 0,-1 1 0 0 0,1 0 0 0 0,-1 0 0 0 0,1-1 0 0 0,-1 1 0 0 0,1 0 0 0 0,-1 0 0 0 0,1 0 0 0 0,-1-1 0 0 0,1 1 0 0 0,-1 0 0 0 0,0 0 0 0 0,1 0 0 0 0,-1 0 0 0 0,1 0 0 0 0,-1 0 0 0 0,1 0 0 0 0,-1 0 0 0 0,1 0 0 0 0,-1 0 0 0 0,0 1 0 0 0,1-1 0 0 0,-1 0 0 0 0,1 0 0 0 0,-1 0 0 0 0,1 1 0 0 0,-1-1 0 0 0,1 0 0 0 0,-1 1 0 0 0,1-1 0 0 0,0 0 0 0 0,-1 1 0 0 0,1-1 0 0 0,-1 1 0 0 0,1-1 0 0 0,0 1 0 0 0,-1-1 0 0 0,1 0 0 0 0,0 1 0 0 0,-1 0 0 0 0,-17 21 214 0 0,18-21-214 0 0,-7 8 7 0 0,4-7 8 0 0,1 1 0 0 0,-1 0 0 0 0,1 0 0 0 0,0 0 0 0 0,0 0 0 0 0,0 1 0 0 0,0-1 0 0 0,1 0 0 0 0,-1 1 0 0 0,1 0 0 0 0,0-1 0 0 0,0 1 0 0 0,0 0 0 0 0,0 3 0 0 0,1-6-11 0 0,0-1 0 0 0,1 1 0 0 0,-1-1 0 0 0,0 0 0 0 0,0 1 0 0 0,1-1 0 0 0,-1 1 0 0 0,0-1 0 0 0,1 0 0 0 0,-1 1 0 0 0,0-1-1 0 0,1 0 1 0 0,-1 1 0 0 0,1-1 0 0 0,-1 0 0 0 0,0 0 0 0 0,1 1 0 0 0,-1-1 0 0 0,1 0 0 0 0,-1 0 0 0 0,1 0 0 0 0,-1 0 0 0 0,0 0 0 0 0,1 1 0 0 0,-1-1 0 0 0,1 0 0 0 0,-1 0 0 0 0,1 0 0 0 0,-1 0 0 0 0,1 0 0 0 0,-1-1 0 0 0,1 1-1 0 0,16-4 34 0 0,-10 0-200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8.5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275 52 920 0 0,'-8'-6'1398'0'0,"1"0"0"0"0,-1 0 0 0 0,0 1 0 0 0,0 0 0 0 0,-1 0 0 0 0,1 1 0 0 0,-1 0-1 0 0,-14-4 1 0 0,19 7-1164 0 0,0 1-1 0 0,0-1 0 0 0,0 1 0 0 0,0-1 1 0 0,0 1-1 0 0,0 0 0 0 0,0 0 0 0 0,1 1 0 0 0,-1-1 1 0 0,0 1-1 0 0,0 0 0 0 0,0 0 0 0 0,0 0 1 0 0,1 0-1 0 0,-1 1 0 0 0,0 0 0 0 0,1 0 0 0 0,0 0 1 0 0,-1 0-1 0 0,1 0 0 0 0,0 0 0 0 0,0 1 1 0 0,-4 3-1 0 0,-3 7-51 0 0,0-1 0 0 0,1 1 1 0 0,0 1-1 0 0,1 0 1 0 0,1 0-1 0 0,0 1 0 0 0,0-1 1 0 0,2 2-1 0 0,0-1 0 0 0,1 0 1 0 0,0 1-1 0 0,-1 17 1 0 0,3-14-111 0 0,0 0 1 0 0,1 1-1 0 0,1-1 1 0 0,1 0-1 0 0,1 0 1 0 0,1 0 0 0 0,0 0-1 0 0,1 0 1 0 0,12 32-1 0 0,-11-42-50 0 0,-1 0-1 0 0,1 0 0 0 0,1-1 0 0 0,0 1 1 0 0,0-1-1 0 0,1 0 0 0 0,0-1 1 0 0,0 0-1 0 0,0 0 0 0 0,1 0 0 0 0,0-1 1 0 0,1 0-1 0 0,-1-1 0 0 0,1 0 0 0 0,0 0 1 0 0,1-1-1 0 0,-1 0 0 0 0,1 0 1 0 0,-1-1-1 0 0,1 0 0 0 0,0-1 0 0 0,19 2 1 0 0,-21-4-41 0 0,0 1 1 0 0,0-1-1 0 0,0 0 1 0 0,0-1-1 0 0,0 0 1 0 0,0 0 0 0 0,-1-1-1 0 0,1 1 1 0 0,0-2-1 0 0,-1 1 1 0 0,1-1-1 0 0,-1-1 1 0 0,0 1-1 0 0,0-1 1 0 0,0 0 0 0 0,-1-1-1 0 0,1 1 1 0 0,-1-1-1 0 0,0-1 1 0 0,0 1-1 0 0,-1-1 1 0 0,0 0-1 0 0,0 0 1 0 0,0-1 0 0 0,-1 1-1 0 0,0-1 1 0 0,0 0-1 0 0,0 0 1 0 0,3-12-1 0 0,-1 0-1152 0 0,-1 0 0 0 0,-1-1 0 0 0,-1 1 0 0 0,1-21-1 0 0,-2 24-428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8.8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0 2304 0 0,'-11'10'22024'0'0,"16"-2"-20235"0"0,0 2-5535 0 0,38 93 4491 0 0,-31-68-1072 0 0,2-1-1 0 0,34 60 1 0 0,-35-75-5046 0 0,-1 1-1826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1.6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24 385 6449 0 0,'-24'4'11189'0'0,"36"-11"-9975"0"0,35-11-480 0 0,1 2 0 0 0,88-18 0 0 0,-38 11-639 0 0,-67 15-79 0 0,116-30 303 0 0,159-20 0 0 0,308 10 341 0 0,532-13-142 0 0,-838 14-736 0 0,-178 21-7352 0 0,-109 22 1019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1.9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 7370 0 0,'8'-10'13213'0'0,"-5"14"-12515"0"0,2 6-479 0 0,0 0 0 0 0,-1 1 1 0 0,0-1-1 0 0,-1 1 1 0 0,0 0-1 0 0,-1 0 0 0 0,2 13 1 0 0,4 87-113 0 0,-6-69 139 0 0,6 147 144 0 0,-4-39-390 0 0,40 241-1 0 0,-29-301-1157 0 0,-12-31-3262 0 0,-4-38-2346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2.2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74 33 7834 0 0,'-10'2'462'0'0,"-29"4"-259"0"0,14-10 2874 0 0,67-8 1370 0 0,88-4-1689 0 0,0 7-1 0 0,231 12 1 0 0,-49 24-3654 0 0,-3 11-4730 0 0,-235-29 3453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2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0 115 3225 0 0,'92'-32'6739'0'0,"-45"14"-4402"0"0,0 2-1 0 0,2 2 1 0 0,93-15 0 0 0,155 25 805 0 0,-46 3-6544 0 0,-240 0 2243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2.8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2761 0 0,'0'5'597'0'0,"-1"0"0"0"0,2 0 0 0 0,-1 1 0 0 0,1-1-1 0 0,-1 0 1 0 0,1 0 0 0 0,1 0 0 0 0,-1 0 0 0 0,3 5 0 0 0,2 10 610 0 0,32 133 5669 0 0,30 172-1172 0 0,-46-86-4701 0 0,4 35-1601 0 0,-24-261 97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3.3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158 208 2304 0 0,'-26'5'510'0'0,"10"-3"694"0"0,0 1-1 0 0,1 1 0 0 0,0 0 0 0 0,0 1 1 0 0,0 0-1 0 0,-23 12 0 0 0,38-17-1174 0 0,0 0-1 0 0,0 1 1 0 0,0-1 0 0 0,0 0 0 0 0,0 0-1 0 0,0 0 1 0 0,-1 0 0 0 0,1 0-1 0 0,0 0 1 0 0,0 0 0 0 0,0 0-1 0 0,0 0 1 0 0,0 0 0 0 0,0 0 0 0 0,0 0-1 0 0,0 0 1 0 0,0 0 0 0 0,0 0-1 0 0,0 1 1 0 0,0-1 0 0 0,-1 0 0 0 0,1 0-1 0 0,0 0 1 0 0,0 0 0 0 0,0 0-1 0 0,0 0 1 0 0,0 0 0 0 0,0 0-1 0 0,0 1 1 0 0,0-1 0 0 0,0 0 0 0 0,0 0-1 0 0,0 0 1 0 0,0 0 0 0 0,0 0-1 0 0,0 0 1 0 0,0 0 0 0 0,0 0-1 0 0,0 1 1 0 0,0-1 0 0 0,0 0 0 0 0,0 0-1 0 0,1 0 1 0 0,-1 0 0 0 0,0 0-1 0 0,0 0 1 0 0,0 0 0 0 0,0 0-1 0 0,0 0 1 0 0,0 0 0 0 0,0 1 0 0 0,0-1-1 0 0,0 0 1 0 0,0 0 0 0 0,0 0-1 0 0,0 0 1 0 0,1 0 0 0 0,8 3 723 0 0,13-1-148 0 0,46-8 1317 0 0,128-29 1 0 0,-52 7-483 0 0,71-3 127 0 0,408-4 0 0 0,-551 36-1593 0 0,553-8 197 0 0,-466-2-483 0 0,300-58 1 0 0,-317 28-3434 0 0,-123 33 2498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3.6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1 6913 0 0,'-1'1'170'0'0,"-1"-1"-1"0"0,1 1 1 0 0,0 0-1 0 0,0 0 1 0 0,0 0-1 0 0,0 0 0 0 0,1 0 1 0 0,-1 0-1 0 0,0 0 1 0 0,0 1-1 0 0,1-1 1 0 0,-1 0-1 0 0,0 0 1 0 0,1 1-1 0 0,0-1 0 0 0,-1 0 1 0 0,1 0-1 0 0,0 1 1 0 0,-1-1-1 0 0,1 1 1 0 0,0-1-1 0 0,0 0 0 0 0,0 1 1 0 0,0-1-1 0 0,0 0 1 0 0,0 1-1 0 0,1-1 1 0 0,-1 0-1 0 0,0 1 0 0 0,1-1 1 0 0,-1 0-1 0 0,1 1 1 0 0,0 0-1 0 0,1 8 884 0 0,25 146 7005 0 0,-8 81-6365 0 0,-16-74-1499 0 0,46 305 0 0 0,-42-434-525 0 0,2 46 0 0 0,-9-31-4257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3.9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88 101 3225 0 0,'-5'0'277'0'0,"-1"0"1"0"0,0 0-1 0 0,1-1 1 0 0,-1 1-1 0 0,0-1 1 0 0,1 0-1 0 0,-1-1 1 0 0,1 1-1 0 0,0-1 1 0 0,-1 0-1 0 0,1-1 1 0 0,0 1-1 0 0,-8-6 1 0 0,13 7-200 0 0,-1 1 1 0 0,1 0-1 0 0,0 0 1 0 0,0 0-1 0 0,0 0 1 0 0,-1-1-1 0 0,1 1 1 0 0,0 0-1 0 0,0 0 1 0 0,0-1-1 0 0,-1 1 1 0 0,1 0-1 0 0,0 0 1 0 0,0-1-1 0 0,0 1 1 0 0,0 0-1 0 0,0-1 1 0 0,0 1-1 0 0,0 0 1 0 0,0 0-1 0 0,0-1 1 0 0,-1 1-1 0 0,1 0 1 0 0,0-1-1 0 0,0 1 1 0 0,1 0-1 0 0,-1 0 1 0 0,0-1-1 0 0,0 1 1 0 0,0 0-1 0 0,0-1 1 0 0,0 1-1 0 0,0 0 1 0 0,0 0-1 0 0,0-1 1 0 0,1 1-1 0 0,-1 0 1 0 0,0 0-1 0 0,0-1 1 0 0,0 1-1 0 0,0 0 1 0 0,1 0-1 0 0,-1-1 1 0 0,0 1-1 0 0,0 0 1 0 0,1 0-1 0 0,-1 0 1 0 0,0 0-1 0 0,0 0 1 0 0,1-1-1 0 0,-1 1 1 0 0,0 0-1 0 0,0 0 1 0 0,1 0-1 0 0,-1 0 1 0 0,0 0-1 0 0,1 0 1 0 0,-1 0-1 0 0,0 0 1 0 0,1 0-1 0 0,23-9 2187 0 0,-20 8-1860 0 0,32-9 2103 0 0,57-8 1 0 0,108 0-4 0 0,-152 14-2128 0 0,57 0 53 0 0,108 8-1 0 0,105 26-389 0 0,-242-24-240 0 0,-44-4-470 0 0,-1 1 0 0 0,1 1 0 0 0,44 12 0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4.5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46 8290 0 0,'-8'1'1389'0'0,"14"-6"910"0"0,15-7-58 0 0,15 3-600 0 0,0 2 1 0 0,63-3-1 0 0,76 7 1029 0 0,-136 3-2117 0 0,363 17 1005 0 0,-201-5-2821 0 0,0-7-5827 0 0,-179-5 385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4.8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9674 0 0,'11'17'8975'0'0,"13"27"-5977"0"0,-12-8-2447 0 0,-1 0-1 0 0,-2 0 0 0 0,5 41 1 0 0,4 115-21 0 0,-12-124-280 0 0,-2-20-130 0 0,67 700 414 0 0,-66-687-600 0 0,-4-35-302 0 0,2 0 1 0 0,8 40-1 0 0,-10-65 268 0 0,-1-1 78 0 0,0 0 1 0 0,0 0-1 0 0,0 0 1 0 0,0 0 0 0 0,0 0-1 0 0,0 0 1 0 0,0 0-1 0 0,1 0 1 0 0,-1 0-1 0 0,0 0 1 0 0,0 0-1 0 0,0 0 1 0 0,0 0-1 0 0,0 0 1 0 0,0 0-1 0 0,0 0 1 0 0,1 0 0 0 0,-1 0-1 0 0,0 0 1 0 0,0 0-1 0 0,0 0 1 0 0,0 0-1 0 0,0 0 1 0 0,0 0-1 0 0,1 0 1 0 0,-1 0-1 0 0,0 0 1 0 0,0 0-1 0 0,0 0 1 0 0,0 0-1 0 0,0 0 1 0 0,0 0 0 0 0,0 0-1 0 0,1 0 1 0 0,-1 0-1 0 0,0 0 1 0 0,0 0-1 0 0,0 1 1 0 0,0-1-1 0 0,0 0 1 0 0,0 0-1 0 0,0 0 1 0 0,0 0-1 0 0,0 0 1 0 0,0 0 0 0 0,0 0-1 0 0,0 1 1 0 0,0-1-1 0 0,1 0 1 0 0,-1 0-1 0 0,0 0 1 0 0,0 0-1 0 0,0 0 1 0 0,0 0-1 0 0,0 1 1 0 0,0-1-1 0 0,0 0 1 0 0,0 0-1 0 0,0 0 1 0 0,-1 0 0 0 0,1 0-1 0 0,0 0 1 0 0,0 0-1 0 0,0 1 1 0 0,0-1-1 0 0,0 0 1 0 0,0 0-1 0 0,0 0 1 0 0,2-5-547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05.7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0 7458 0 0,'-5'9'5885'0'0,"2"29"-4555"0"0,3 0 1 0 0,0 0-1 0 0,10 55 0 0 0,-1-2-86 0 0,3 270 1171 0 0,-11-324-2365 0 0,-1-32-62 0 0,0 13-906 0 0,0 0 0 0 0,1 0 0 0 0,1-1 0 0 0,0 1 0 0 0,2-1 1 0 0,0 0-1 0 0,7 17 0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3.4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5 9674 0 0,'-12'-5'10492'0'0,"12"11"-8460"0"0,0 3-2919 0 0,21 313 2061 0 0,-5-106-938 0 0,18 209-1108 0 0,-33-405-496 0 0,-2 0-3708 0 0,0-2-1559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3.8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118 33 5529 0 0,'-42'14'2344'0'0,"-34"8"6343"0"0,190-37-4679 0 0,63 10-3057 0 0,-25 1-401 0 0,74-6 11 0 0,142-10-498 0 0,-329 16-103 0 0,3-2-461 0 0,1 3 1 0 0,-1 1 0 0 0,63 6 0 0 0,-102-4 101 0 0,14 4-771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4.1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54 220 11058 0 0,'-53'18'3145'0'0,"215"-80"2686"0"0,-100 35-4954 0 0,2 4 0 0 0,101-25 0 0 0,196-10-1235 0 0,-291 48-872 0 0,-11 3-3041 0 0,-43 4-1965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4.5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 0 14283 0 0,'-4'3'147'0'0,"1"0"-1"0"0,0 0 1 0 0,0 0-1 0 0,1 1 1 0 0,-1-1-1 0 0,1 1 1 0 0,-1 0 0 0 0,1-1-1 0 0,0 1 1 0 0,0 0-1 0 0,1 0 1 0 0,-1 0-1 0 0,1 1 1 0 0,0-1 0 0 0,0 0-1 0 0,1 0 1 0 0,-1 1-1 0 0,1-1 1 0 0,0 8-1 0 0,2 22 611 0 0,2 1 0 0 0,2-1-1 0 0,1 0 1 0 0,12 36 0 0 0,5 25-36 0 0,62 443 627 0 0,-24-120-1243 0 0,-19-113 46 0 0,-29-173-5484 0 0,-10-101 2820 0 0,0 8-4154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5.0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1 371 10594 0 0,'2'-1'378'0'0,"1"1"-1"0"0,0-1 0 0 0,0 1 1 0 0,0-1-1 0 0,-1 1 0 0 0,1 0 1 0 0,0 0-1 0 0,0 0 0 0 0,0 1 1 0 0,0-1-1 0 0,-1 1 0 0 0,4 0 1 0 0,48 15 795 0 0,-5-1-422 0 0,6-7-58 0 0,1-2 0 0 0,77-2 0 0 0,45 4-458 0 0,391 44-142 0 0,-391-45 146 0 0,214-19 1 0 0,650-117 1093 0 0,-639 55-1124 0 0,38-5-96 0 0,155-16 55 0 0,-405 64-76 0 0,192-22 97 0 0,-357 52-195 0 0,246-11 146 0 0,-226 13-28 0 0,0 1 1 0 0,0 3 0 0 0,83 20-1 0 0,-125-24-140 0 0,43 16 666 0 0,-46-17-705 0 0,0 0 0 0 0,0 1-1 0 0,0-1 1 0 0,0 1 0 0 0,0-1 0 0 0,0 1 0 0 0,0-1 0 0 0,-1 1 0 0 0,1 0 0 0 0,0-1-1 0 0,0 1 1 0 0,0 0 0 0 0,-1 0 0 0 0,1 0 0 0 0,0-1 0 0 0,-1 1 0 0 0,1 0-1 0 0,0 0 1 0 0,-1 0 0 0 0,1 0 0 0 0,-1 0 0 0 0,0 0 0 0 0,1 0 0 0 0,-1 0 0 0 0,0 1-1 0 0,0-1 1 0 0,0 0 0 0 0,1 0 0 0 0,-1 0 0 0 0,0 0 0 0 0,-1 0 0 0 0,1 0 0 0 0,0 0-1 0 0,0 0 1 0 0,0 1 0 0 0,-1-1 0 0 0,1 0 0 0 0,-1 1 0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6.0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141 1090 5065 0 0,'-8'4'9843'0'0,"-4"-11"-6248"0"0,-2-13-3418 0 0,8 4 155 0 0,1 0-1 0 0,1-1 1 0 0,1 1 0 0 0,0-1-1 0 0,1 0 1 0 0,1-33 0 0 0,0 29-257 0 0,-1-341-192 0 0,4 181 49 0 0,-2 132 182 0 0,-2-1 1 0 0,-2 1-1 0 0,-17-81 0 0 0,21 130-121 0 0,-1 0 0 0 0,1 0 1 0 0,0 0-1 0 0,-1 0 0 0 0,1 0 1 0 0,0 0-1 0 0,-1 0 0 0 0,1 0 1 0 0,0 1-1 0 0,-1-1 0 0 0,1 0 1 0 0,0 0-1 0 0,-1 1 0 0 0,1-1 1 0 0,0 0-1 0 0,0 0 0 0 0,-1 1 1 0 0,1-1-1 0 0,0 0 0 0 0,0 1 1 0 0,0-1-1 0 0,-1 0 0 0 0,1 0 1 0 0,0 1-1 0 0,0-1 0 0 0,0 1 1 0 0,0-1-1 0 0,0 0 0 0 0,0 1 1 0 0,0-1-1 0 0,0 0 0 0 0,-1 1 1 0 0,1-1-1 0 0,1 0 0 0 0,-1 1 1 0 0,0 0-1 0 0,-7 20-279 0 0,7-15 138 0 0,0 1-1 0 0,1 0 0 0 0,0 0 1 0 0,0-1-1 0 0,0 1 0 0 0,1 0 1 0 0,0-1-1 0 0,0 0 0 0 0,1 1 0 0 0,-1-1 1 0 0,1 0-1 0 0,1 0 0 0 0,-1 0 1 0 0,1-1-1 0 0,0 1 0 0 0,0-1 1 0 0,1 0-1 0 0,0 0 0 0 0,7 6 0 0 0,-12-11 89 0 0,1 0 0 0 0,0 1-1 0 0,-1-1 1 0 0,1 1-1 0 0,-1-1 1 0 0,1 0-1 0 0,0 0 1 0 0,-1 1 0 0 0,1-1-1 0 0,0 0 1 0 0,-1 0-1 0 0,1 0 1 0 0,0 0-1 0 0,-1 0 1 0 0,1 0 0 0 0,0 0-1 0 0,-1 0 1 0 0,1 0-1 0 0,0 0 1 0 0,0 0-1 0 0,-1 0 1 0 0,1 0-1 0 0,0 0 1 0 0,-1-1 0 0 0,1 1-1 0 0,-1 0 1 0 0,1-1-1 0 0,1 0 1 0 0,-1 0-4 0 0,1 0-1 0 0,-1-1 1 0 0,0 1 0 0 0,0-1 0 0 0,0 0 0 0 0,1 1-1 0 0,-2-1 1 0 0,1 0 0 0 0,0 0 0 0 0,1-2-1 0 0,0-4 14 0 0,1-1-1 0 0,-1 1 0 0 0,1-16 1 0 0,-3 14 109 0 0,0 0 1 0 0,0 0 0 0 0,-1 0 0 0 0,-1 0 0 0 0,0 0 0 0 0,0 1 0 0 0,-7-19-1 0 0,8 24-47 0 0,-1 0 0 0 0,0 0-1 0 0,0-1 1 0 0,0 2-1 0 0,0-1 1 0 0,0 0-1 0 0,-1 0 1 0 0,0 1-1 0 0,0-1 1 0 0,0 1-1 0 0,0 0 1 0 0,0 0-1 0 0,-1 0 1 0 0,1 0-1 0 0,-1 1 1 0 0,0 0-1 0 0,0-1 1 0 0,0 1 0 0 0,-7-2-1 0 0,9 3 14 0 0,0 2 0 0 0,0-1 0 0 0,0 0 0 0 0,1 0 0 0 0,-1 0 0 0 0,0 1 0 0 0,0-1 0 0 0,1 1-1 0 0,-1-1 1 0 0,0 1 0 0 0,0 0 0 0 0,1 0 0 0 0,-1 0 0 0 0,1 0 0 0 0,-1 0 0 0 0,1 0 0 0 0,-1 0 0 0 0,1 0 0 0 0,0 1 0 0 0,-1-1 0 0 0,1 0 0 0 0,0 1-1 0 0,0-1 1 0 0,0 1 0 0 0,0-1 0 0 0,0 1 0 0 0,0 0 0 0 0,1-1 0 0 0,-1 1 0 0 0,0 2 0 0 0,-3 5 52 0 0,1 0 0 0 0,0 0 0 0 0,1 0 0 0 0,-2 15 0 0 0,3-20-60 0 0,1 0 1 0 0,0 0 0 0 0,1 1 0 0 0,-1-1 0 0 0,1 0 0 0 0,0 0 0 0 0,0 1 0 0 0,0-1-1 0 0,0 0 1 0 0,1 0 0 0 0,-1 0 0 0 0,1 0 0 0 0,0-1 0 0 0,0 1 0 0 0,1 0-1 0 0,-1-1 1 0 0,1 0 0 0 0,0 1 0 0 0,3 2 0 0 0,-4-4 35 0 0,0-1 0 0 0,0 1-1 0 0,0 0 1 0 0,0-1 0 0 0,1 0 0 0 0,-1 1 0 0 0,0-1-1 0 0,1 0 1 0 0,-1 0 0 0 0,0-1 0 0 0,1 1 0 0 0,0 0-1 0 0,-1-1 1 0 0,1 1 0 0 0,-1-1 0 0 0,1 0 0 0 0,0 0 0 0 0,-1 0-1 0 0,1 0 1 0 0,-1-1 0 0 0,1 1 0 0 0,-1 0 0 0 0,1-1-1 0 0,-1 0 1 0 0,1 0 0 0 0,-1 0 0 0 0,1 0 0 0 0,-1 0-1 0 0,0 0 1 0 0,1-1 0 0 0,-1 1 0 0 0,3-3 0 0 0,-4 3-41 0 0,0 0 0 0 0,0 0-1 0 0,0 1 1 0 0,0-1 0 0 0,0 0 0 0 0,0 0 0 0 0,0-1 0 0 0,0 1 0 0 0,-1 0 0 0 0,1 0 0 0 0,0 0 0 0 0,-1 0-1 0 0,1-1 1 0 0,-1 1 0 0 0,1 0 0 0 0,-1-1 0 0 0,1 1 0 0 0,-1 0 0 0 0,0-1 0 0 0,0 1 0 0 0,0 0 0 0 0,0-1-1 0 0,0 1 1 0 0,0-1 0 0 0,0-1 0 0 0,-1 0 35 0 0,0 0 0 0 0,-1 0 0 0 0,1 0 0 0 0,0 0 0 0 0,-1 0 0 0 0,0 1 0 0 0,0-1 0 0 0,0 0 0 0 0,0 1 1 0 0,-4-4-1 0 0,-2-2 70 0 0,0 1 1 0 0,0 1-1 0 0,-1-1 1 0 0,0 2 0 0 0,-16-9-1 0 0,23 13-201 0 0,0 0-1 0 0,-1 0 0 0 0,1 1 1 0 0,0-1-1 0 0,0 1 0 0 0,-1-1 1 0 0,1 1-1 0 0,0 0 0 0 0,-1 0 1 0 0,1 0-1 0 0,0 0 0 0 0,-1 0 0 0 0,1 0 1 0 0,0 1-1 0 0,-4 0 0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7.0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90 24 6449 0 0,'-2'0'238'0'0,"-1"0"0"0"0,1-1 0 0 0,-1 0 0 0 0,1 1-1 0 0,-1-1 1 0 0,1 0 0 0 0,0 0 0 0 0,0-1-1 0 0,0 1 1 0 0,-1 0 0 0 0,-2-3 0 0 0,4 3 299 0 0,-1-1 1 0 0,1 1-1 0 0,-1 0 0 0 0,1 0 1 0 0,-1 0-1 0 0,0 1 0 0 0,1-1 1 0 0,-1 0-1 0 0,0 1 0 0 0,0-1 1 0 0,-2 0-1 0 0,3 1-361 0 0,0 1 0 0 0,0-1 0 0 0,0 1-1 0 0,0-1 1 0 0,0 1 0 0 0,0-1 0 0 0,0 1 0 0 0,0-1-1 0 0,0 1 1 0 0,0 0 0 0 0,0 0 0 0 0,1-1 0 0 0,-1 1-1 0 0,0 0 1 0 0,1 0 0 0 0,-1 0 0 0 0,0 0 0 0 0,1 0-1 0 0,-1 0 1 0 0,1 0 0 0 0,-1 0 0 0 0,1 0-1 0 0,0 0 1 0 0,-1 0 0 0 0,1 0 0 0 0,0 1 0 0 0,-5 14 165 0 0,1 0 0 0 0,1 0 0 0 0,1 0 0 0 0,0 0 0 0 0,1 0 1 0 0,1 25-1 0 0,15 100-425 0 0,-13-127 146 0 0,9 65-40 0 0,3 1 0 0 0,4-2 1 0 0,3 0-1 0 0,39 93 1 0 0,-60-169-55 0 0,1-1 0 0 0,0 0 0 0 0,-1 1 0 0 0,1-1 0 0 0,-1 1 0 0 0,1-1 0 0 0,-1 1 0 0 0,0-1 0 0 0,0 1 0 0 0,1-1 0 0 0,-1 1 0 0 0,0 0 0 0 0,-1 1 0 0 0,-3-4-573 0 0,-3-12 345 0 0,7 11 31 0 0,-1 1 0 0 0,1-1-1 0 0,-1 0 1 0 0,1 1-1 0 0,0-1 1 0 0,0 0 0 0 0,0 1-1 0 0,0-1 1 0 0,0 0-1 0 0,0 1 1 0 0,0-1 0 0 0,1 0-1 0 0,-1 1 1 0 0,1-1 0 0 0,-1 0-1 0 0,1 1 1 0 0,-1-1-1 0 0,1 1 1 0 0,0-1 0 0 0,0 1-1 0 0,0-1 1 0 0,0 1 0 0 0,0 0-1 0 0,0-1 1 0 0,0 1-1 0 0,0 0 1 0 0,1 0 0 0 0,1-2-1 0 0,7 38-9113 0 0,-7-35 9724 0 0,-2-2-317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7.3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14 169 1840 0 0,'-1'0'269'0'0,"0"1"0"0"0,0-1 0 0 0,0 1 0 0 0,1-1-1 0 0,-1 1 1 0 0,0-1 0 0 0,1 1 0 0 0,-1-1 0 0 0,0 1-1 0 0,1 0 1 0 0,-1 0 0 0 0,1-1 0 0 0,-1 1-1 0 0,1 0 1 0 0,-1 0 0 0 0,1 0 0 0 0,-1-1 0 0 0,1 1-1 0 0,0 0 1 0 0,0 0 0 0 0,-1 0 0 0 0,1 0 0 0 0,0 0-1 0 0,0 0 1 0 0,0 0 0 0 0,0 0 0 0 0,0-1 0 0 0,0 1-1 0 0,0 0 1 0 0,0 0 0 0 0,1 0 0 0 0,-1 0-1 0 0,5 6 2525 0 0,-5-7-2598 0 0,1 1-1 0 0,-1-1 0 0 0,1 0 0 0 0,-1 0 0 0 0,1 1 0 0 0,-1-1 1 0 0,1 0-1 0 0,-1 0 0 0 0,1 0 0 0 0,-1 0 0 0 0,1 0 0 0 0,-1 0 1 0 0,1 0-1 0 0,-1 0 0 0 0,1 0 0 0 0,0 0 0 0 0,14-9 588 0 0,-8 3-471 0 0,-1 0-1 0 0,-1-1 0 0 0,1 0 1 0 0,-1 0-1 0 0,0 0 0 0 0,-1-1 1 0 0,0 0-1 0 0,0 0 0 0 0,3-10 1 0 0,-5 14-329 0 0,-1-1 0 0 0,1 0 0 0 0,-1 0 0 0 0,0 0 0 0 0,-1 0 0 0 0,1 0 0 0 0,-1 0 0 0 0,0 0 0 0 0,0 0 0 0 0,0 0 0 0 0,-1 0 1 0 0,0 0-1 0 0,0 0 0 0 0,0 0 0 0 0,0 0 0 0 0,-1 1 0 0 0,-3-7 0 0 0,5 10-36 0 0,0 0 0 0 0,-1 0 0 0 0,1 0 0 0 0,-1 0 1 0 0,1 0-1 0 0,-1 0 0 0 0,1 0 0 0 0,-1 0 0 0 0,1 1 0 0 0,-1-1 0 0 0,0 0 0 0 0,0 0 1 0 0,1 1-1 0 0,-1-1 0 0 0,0 1 0 0 0,0-1 0 0 0,0 0 0 0 0,0 1 0 0 0,0 0 0 0 0,0-1 0 0 0,0 1 1 0 0,1 0-1 0 0,-1-1 0 0 0,0 1 0 0 0,0 0 0 0 0,0 0 0 0 0,-1 0 0 0 0,1 0 0 0 0,0 0 1 0 0,0 0-1 0 0,0 0 0 0 0,0 0 0 0 0,0 0 0 0 0,0 0 0 0 0,0 0 0 0 0,0 1 0 0 0,0-1 0 0 0,1 0 1 0 0,-1 1-1 0 0,0-1 0 0 0,0 1 0 0 0,0-1 0 0 0,0 1 0 0 0,0 0 0 0 0,0-1 0 0 0,1 1 1 0 0,-1 0-1 0 0,0-1 0 0 0,1 1 0 0 0,-2 1 0 0 0,-1 2-135 0 0,0 0 0 0 0,0 0 0 0 0,0 1-1 0 0,0-1 1 0 0,1 1 0 0 0,0-1 0 0 0,0 1 0 0 0,-3 7 0 0 0,3-3 260 0 0,1 0 0 0 0,0 0 0 0 0,0 0 0 0 0,0 0 0 0 0,1 1 0 0 0,1-1 0 0 0,-1 0 0 0 0,2 0 0 0 0,-1 0 0 0 0,1 0 0 0 0,0 0 0 0 0,1-1 1 0 0,5 12-1 0 0,-7-19-165 0 0,-1 0 1 0 0,1 0-1 0 0,0 0 1 0 0,0 0-1 0 0,-1 0 1 0 0,1-1 0 0 0,0 1-1 0 0,0 0 1 0 0,0-1-1 0 0,0 1 1 0 0,0-1-1 0 0,0 1 1 0 0,0-1 0 0 0,0 1-1 0 0,2 0 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19.8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213 0 10594 0 0,'-5'1'436'0'0,"-1"-1"-1"0"0,1 1 1 0 0,-1 0-1 0 0,1 0 1 0 0,0 0-1 0 0,-1 1 1 0 0,1 0 0 0 0,0 0-1 0 0,0 0 1 0 0,0 0-1 0 0,0 1 1 0 0,1 0-1 0 0,-6 4 1 0 0,2-1-59 0 0,0 2 0 0 0,1-1-1 0 0,0 1 1 0 0,0 0 0 0 0,0 0 0 0 0,-7 14 0 0 0,1 1-50 0 0,1 1 0 0 0,1 0 0 0 0,2 1 0 0 0,-13 45-1 0 0,19-51-217 0 0,0-1-1 0 0,0 1 0 0 0,2-1 1 0 0,1 1-1 0 0,0-1 0 0 0,1 1 0 0 0,1-1 1 0 0,0 1-1 0 0,2-1 0 0 0,6 19 0 0 0,-7-25-77 0 0,1 0-1 0 0,1 0 0 0 0,0 0 0 0 0,0-1 1 0 0,1 0-1 0 0,1 0 0 0 0,0-1 0 0 0,0 1 1 0 0,1-1-1 0 0,0-1 0 0 0,1 0 0 0 0,0 0 1 0 0,1-1-1 0 0,-1 0 0 0 0,20 12 1 0 0,-25-18-112 0 0,1 0 1 0 0,-1 0 0 0 0,1-1 0 0 0,0 1 0 0 0,0-1-1 0 0,0 0 1 0 0,0 0 0 0 0,0 0 0 0 0,0-1 0 0 0,9 0 0 0 0,29-8-3246 0 0,-23 1-3448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0.1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18 5529 0 0,'0'1'65'0'0,"0"1"0"0"0,0-1 1 0 0,0 0-1 0 0,0 1 0 0 0,0-1 0 0 0,0 1 0 0 0,1-1 0 0 0,-1 1 0 0 0,0-1 0 0 0,1 1 0 0 0,-1-1 0 0 0,1 0 1 0 0,-1 1-1 0 0,1-1 0 0 0,0 0 0 0 0,0 1 0 0 0,-1-1 0 0 0,1 0 0 0 0,0 0 0 0 0,0 0 0 0 0,0 0 1 0 0,0 0-1 0 0,2 1 0 0 0,-2-1 108 0 0,1-1-1 0 0,0 0 1 0 0,-1 1 0 0 0,1-1 0 0 0,-1 0 0 0 0,1 0-1 0 0,-1 0 1 0 0,1 0 0 0 0,-1 0 0 0 0,1-1 0 0 0,-1 1-1 0 0,1 0 1 0 0,0-1 0 0 0,-1 1 0 0 0,0-1 0 0 0,1 0 0 0 0,-1 1-1 0 0,1-1 1 0 0,-1 0 0 0 0,0 0 0 0 0,1 0 0 0 0,0-1-1 0 0,15-10 2494 0 0,-12 8-1841 0 0,0 0 0 0 0,0 0 0 0 0,0 1 0 0 0,1-1 0 0 0,0 1 0 0 0,11-4-1 0 0,-15 7-731 0 0,0 0 0 0 0,0-1 0 0 0,0 1 0 0 0,0 0 0 0 0,0 0 0 0 0,0 0 0 0 0,0 1 0 0 0,0-1 0 0 0,0 0 0 0 0,0 1 0 0 0,0-1 0 0 0,-1 1-1 0 0,1 0 1 0 0,0 0 0 0 0,0-1 0 0 0,0 1 0 0 0,0 0 0 0 0,-1 1 0 0 0,1-1 0 0 0,-1 0 0 0 0,1 0 0 0 0,-1 1 0 0 0,1-1 0 0 0,-1 1 0 0 0,0-1-1 0 0,2 4 1 0 0,1 0-30 0 0,-1 0-1 0 0,1 0 1 0 0,-2 1-1 0 0,1-1 0 0 0,0 1 1 0 0,-1-1-1 0 0,0 1 1 0 0,-1 0-1 0 0,1 0 0 0 0,0 7 1 0 0,0 6 164 0 0,-2 37 0 0 0,0-40-66 0 0,0 0 0 0 0,0-1 0 0 0,5 23 0 0 0,-5-38-143 0 0,0 1 0 0 0,0 0 0 0 0,0-1 0 0 0,0 1 0 0 0,0 0 0 0 0,0-1 0 0 0,0 1-1 0 0,0 0 1 0 0,0-1 0 0 0,1 1 0 0 0,-1-1 0 0 0,0 1 0 0 0,1-1 0 0 0,-1 1 0 0 0,0 0 0 0 0,1-1 0 0 0,-1 1 0 0 0,1-1 0 0 0,-1 1 0 0 0,0-1 0 0 0,1 0 0 0 0,-1 1 0 0 0,1-1 0 0 0,-1 1 0 0 0,1-1 0 0 0,0 0 0 0 0,-1 1 0 0 0,1-1 0 0 0,-1 0 0 0 0,1 0 0 0 0,0 0 0 0 0,-1 1 0 0 0,2-1 0 0 0,0-1-9 0 0,-1 1 0 0 0,1-1 1 0 0,-1 0-1 0 0,1 1 0 0 0,-1-1 1 0 0,1 0-1 0 0,-1 0 0 0 0,1 0 1 0 0,-1 0-1 0 0,0 0 0 0 0,0 0 1 0 0,2-3-1 0 0,31-43-346 0 0,-33 45 321 0 0,22-36-259 0 0,1-2-1831 0 0,31-40 0 0 0,-30 47 666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0.6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60 0 11979 0 0,'-4'5'396'0'0,"0"1"0"0"0,1-1 0 0 0,-1 1 0 0 0,1 0 0 0 0,0 0 1 0 0,0 0-1 0 0,1 0 0 0 0,-3 10 0 0 0,-13 58 1356 0 0,15-55-1444 0 0,0-3 27 0 0,1 0 0 0 0,0 0-1 0 0,2 1 1 0 0,0-1 0 0 0,0 1 0 0 0,2-1 0 0 0,0 0 0 0 0,1 0 0 0 0,0 0 0 0 0,2 0-1 0 0,7 19 1 0 0,-10-28-283 0 0,1 0 0 0 0,1 0 0 0 0,-1 0 0 0 0,1-1 0 0 0,0 1 0 0 0,0-1 0 0 0,1 0 0 0 0,0 0-1 0 0,0-1 1 0 0,1 1 0 0 0,-1-1 0 0 0,1 0 0 0 0,0 0 0 0 0,0-1 0 0 0,1 0 0 0 0,-1 0 0 0 0,1-1 0 0 0,0 0-1 0 0,0 0 1 0 0,0 0 0 0 0,1-1 0 0 0,-1 0 0 0 0,0 0 0 0 0,1-1 0 0 0,-1 0 0 0 0,11 0 0 0 0,-11-1-401 0 0,0-1 1 0 0,1 1 0 0 0,-1-1-1 0 0,12-4 1 0 0,8-4-7275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1.9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117 155 5905 0 0,'-1'0'16'0'0,"1"0"1"0"0,-1 1-1 0 0,0-1 0 0 0,0 0 0 0 0,1 0 0 0 0,-1 0 1 0 0,0 1-1 0 0,0-1 0 0 0,1 0 0 0 0,-1 0 0 0 0,0 0 1 0 0,0 0-1 0 0,1 0 0 0 0,-1-1 0 0 0,0 1 0 0 0,0 0 1 0 0,1 0-1 0 0,-1 0 0 0 0,0-1 0 0 0,1 1 0 0 0,-1 0 1 0 0,0-1-1 0 0,0 1 0 0 0,1-1 0 0 0,-1 1 0 0 0,1-1 1 0 0,-1 1-1 0 0,1-1 0 0 0,-1 1 0 0 0,1-1 0 0 0,-1 1 1 0 0,1-1-1 0 0,-1 0 0 0 0,1 1 0 0 0,-1-1 0 0 0,1 0 1 0 0,-1 0-1 0 0,-9-9-1152 0 0,9 10 1078 0 0,0 0 0 0 0,0-1 0 0 0,1 1-1 0 0,-1-1 1 0 0,0 1 0 0 0,0-1 0 0 0,0 1 0 0 0,0-1-1 0 0,0 1 1 0 0,1-1 0 0 0,-1 0 0 0 0,0 1 0 0 0,1-1-1 0 0,-1 0 1 0 0,0 0 0 0 0,1 0 0 0 0,-1 1 0 0 0,1-1-1 0 0,-1 0 1 0 0,1 0 0 0 0,0 0 0 0 0,-1 0 0 0 0,1 0-1 0 0,0 0 1 0 0,0 0 0 0 0,0 0 0 0 0,-1 0 0 0 0,1 0 0 0 0,0 0-1 0 0,0 0 1 0 0,0 0 0 0 0,1 0 0 0 0,-1 0 0 0 0,0 0-1 0 0,0 0 1 0 0,0 0 0 0 0,1 0 0 0 0,-1 0 0 0 0,1 0-1 0 0,-1 0 1 0 0,0 1 0 0 0,1-1 0 0 0,0-1 0 0 0,-25-32-543 0 0,24 33 675 0 0,-1 0-1 0 0,1 1 1 0 0,0-1-1 0 0,-1 1 0 0 0,1-1 1 0 0,0 0-1 0 0,-1 1 0 0 0,1-1 1 0 0,-1 1-1 0 0,1-1 0 0 0,-1 1 1 0 0,0 0-1 0 0,1-1 0 0 0,-1 1 1 0 0,1-1-1 0 0,-1 1 0 0 0,0 0 1 0 0,1 0-1 0 0,-1-1 0 0 0,0 1 1 0 0,1 0-1 0 0,-1 0 0 0 0,0 0 1 0 0,1 0-1 0 0,-1 0 0 0 0,0 0 1 0 0,0 0-1 0 0,1 0 1 0 0,-1 0-1 0 0,0 0 0 0 0,1 0 1 0 0,-1 0-1 0 0,0 0 0 0 0,1 1 1 0 0,-1-1-1 0 0,0 0 0 0 0,1 0 1 0 0,-1 1-1 0 0,0-1 0 0 0,0 1 61 0 0,-1 0-1 0 0,1-1 1 0 0,0 0-1 0 0,0 1 1 0 0,-1-1-1 0 0,1 0 1 0 0,0 1-1 0 0,0-1 1 0 0,-1 0-1 0 0,1 0 0 0 0,0 0 1 0 0,-1 0-1 0 0,-1-1 1 0 0,3 1 48 0 0,0-1 0 0 0,-1 1 0 0 0,1-1 0 0 0,0 1 0 0 0,0-1-1 0 0,0 1 1 0 0,0-1 0 0 0,-1 0 0 0 0,1 1 0 0 0,0-1 0 0 0,0 1 0 0 0,0-1 0 0 0,0 1 0 0 0,0-1 0 0 0,0 0 0 0 0,0 1 0 0 0,1-1 0 0 0,-1 1 0 0 0,0-1 0 0 0,0 0 0 0 0,0 1 0 0 0,0-1-1 0 0,1 1 1 0 0,-1-1 0 0 0,0 1 0 0 0,1-1 0 0 0,-1 1 0 0 0,0-1 0 0 0,1 1 0 0 0,-1 0 0 0 0,1-1 0 0 0,-1 1 0 0 0,0-1 0 0 0,2 1 0 0 0,9-16 1123 0 0,-10 14-1144 0 0,1 1-1 0 0,-1-1 0 0 0,0 0 0 0 0,1 0 1 0 0,-1 1-1 0 0,1-1 0 0 0,-1 1 0 0 0,1-1 0 0 0,0 1 1 0 0,0 0-1 0 0,0 0 0 0 0,-1-1 0 0 0,1 1 1 0 0,0 1-1 0 0,0-1 0 0 0,1 0 0 0 0,-1 0 0 0 0,0 1 1 0 0,0-1-1 0 0,0 1 0 0 0,0 0 0 0 0,1-1 0 0 0,-1 1 1 0 0,0 0-1 0 0,0 0 0 0 0,0 1 0 0 0,1-1 1 0 0,-1 0-1 0 0,0 1 0 0 0,0-1 0 0 0,0 1 0 0 0,4 2 1 0 0,-3-2-95 0 0,-1 1 0 0 0,1 0-1 0 0,-1 1 1 0 0,1-1 0 0 0,-1 0 0 0 0,0 1 0 0 0,0-1 0 0 0,0 1 0 0 0,0 0 0 0 0,0 0 0 0 0,-1 0 0 0 0,1 0 0 0 0,-1 0 0 0 0,0 0 0 0 0,0 0 0 0 0,0 0 0 0 0,0 0 0 0 0,0 1 0 0 0,-1-1 0 0 0,1 4 0 0 0,-4 27 57 0 0,2-29-102 0 0,0 0 0 0 0,1 0 0 0 0,-1 0 1 0 0,1 0-1 0 0,0 0 0 0 0,0 1 1 0 0,1-1-1 0 0,-1 0 0 0 0,4 10 1 0 0,-2-14-26 0 0,-1 1 1 0 0,1 0-1 0 0,0-1 1 0 0,0 1-1 0 0,0-1 1 0 0,0 1-1 0 0,0-1 1 0 0,0 0 0 0 0,0 0-1 0 0,0 0 1 0 0,1 0-1 0 0,-1 0 1 0 0,0-1-1 0 0,1 1 1 0 0,-1-1-1 0 0,0 1 1 0 0,1-1-1 0 0,2 0 1 0 0,-1 1-4 0 0,0-1-1 0 0,-1 1 1 0 0,1 0 0 0 0,0 0 0 0 0,0 0-1 0 0,-1 1 1 0 0,6 2 0 0 0,-6-1-3 0 0,0-1 0 0 0,-1 1 0 0 0,0 0 1 0 0,0 0-1 0 0,0 0 0 0 0,0 0 1 0 0,0 0-1 0 0,-1 0 0 0 0,1 0 1 0 0,-1 1-1 0 0,0-1 0 0 0,0 1 0 0 0,0-1 1 0 0,0 1-1 0 0,-1-1 0 0 0,1 1 1 0 0,-1-1-1 0 0,0 1 0 0 0,0 0 1 0 0,-1-1-1 0 0,1 1 0 0 0,-2 4 0 0 0,0 7-18 0 0,-1 0 1 0 0,-1-1-1 0 0,-11 28 0 0 0,10-29 115 0 0,0-1 1 0 0,-1 1-1 0 0,-1-2 1 0 0,0 1-1 0 0,-1-1 1 0 0,-13 17-1 0 0,11-20-368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3.7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16 603 10594 0 0,'-1'0'32'0'0,"1"1"0"0"0,-1-1-1 0 0,1 0 1 0 0,-1 0-1 0 0,1 0 1 0 0,-1 0 0 0 0,1 0-1 0 0,-1 0 1 0 0,1 0-1 0 0,-1 0 1 0 0,1 0 0 0 0,-1 0-1 0 0,1 0 1 0 0,-1 0 0 0 0,1 0-1 0 0,-1 0 1 0 0,1 0-1 0 0,-1-1 1 0 0,1 1 0 0 0,-1 0-1 0 0,1 0 1 0 0,-1-1 0 0 0,1 1-1 0 0,-1 0 1 0 0,1 0-1 0 0,0-1 1 0 0,-1 1 0 0 0,1-1-1 0 0,-1 0 1 0 0,5-10 3179 0 0,4 3-2865 0 0,0 0 0 0 0,1 0 0 0 0,0 1 1 0 0,0 0-1 0 0,1 0 0 0 0,0 1 0 0 0,0 0 1 0 0,0 1-1 0 0,0 0 0 0 0,1 1 0 0 0,17-5 0 0 0,20-4 553 0 0,65-8 0 0 0,-103 19-831 0 0,332-40 1051 0 0,-153 21-938 0 0,239-33-43 0 0,659-71 383 0 0,-455 55 95 0 0,-125-16-760 0 0,-432 71-849 0 0,78-28 0 0 0,-109 28-6623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5.5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6 179 9674 0 0,'0'0'1646'0'0,"-5"18"4271"0"0,5 2-5059 0 0,1-1 1 0 0,6 36-1 0 0,-7-51-781 0 0,1 0 0 0 0,0 0 0 0 0,0 0 0 0 0,0 0 0 0 0,0 0 0 0 0,1 0 0 0 0,0 0 0 0 0,-1-1 0 0 0,1 1 0 0 0,1 0 0 0 0,-1-1 0 0 0,0 0 0 0 0,1 1 0 0 0,0-1 0 0 0,0 0 0 0 0,0-1 0 0 0,0 1 0 0 0,0 0 0 0 0,0-1 0 0 0,1 1 0 0 0,4 1 0 0 0,-6-3-77 0 0,0-1 1 0 0,-1 1-1 0 0,1-1 1 0 0,0 0-1 0 0,0 0 1 0 0,0 0 0 0 0,0 0-1 0 0,-1 0 1 0 0,1 0-1 0 0,0 0 1 0 0,0-1-1 0 0,0 1 1 0 0,-1 0-1 0 0,1-1 1 0 0,0 0-1 0 0,0 1 1 0 0,-1-1-1 0 0,1 0 1 0 0,2-1-1 0 0,-1-1-28 0 0,1 0-1 0 0,0 0 1 0 0,-1-1 0 0 0,1 1-1 0 0,-1-1 1 0 0,0 1 0 0 0,3-7-1 0 0,2-3-74 0 0,-1-1 0 0 0,0 0 0 0 0,8-26-1 0 0,-9 21 95 0 0,-1 0-1 0 0,0-1 0 0 0,-1 0 1 0 0,-1 0-1 0 0,-1-1 0 0 0,-1 1 0 0 0,-1 0 1 0 0,-1 0-1 0 0,-5-33 0 0 0,6 52-6 0 0,0 0 1 0 0,0 1-1 0 0,0-1 0 0 0,0 1 1 0 0,0-1-1 0 0,0 0 1 0 0,0 1-1 0 0,0-1 0 0 0,-1 0 1 0 0,1 1-1 0 0,0-1 0 0 0,0 1 1 0 0,-1-1-1 0 0,1 1 0 0 0,0-1 1 0 0,-1 1-1 0 0,1-1 0 0 0,-1 1 1 0 0,1-1-1 0 0,-1 1 0 0 0,1-1 1 0 0,0 1-1 0 0,-1-1 0 0 0,0 1 1 0 0,1 0-1 0 0,-1-1 0 0 0,1 1 1 0 0,-1 0-1 0 0,1 0 0 0 0,-2-1 1 0 0,1 2-16 0 0,0-1 1 0 0,0 1 0 0 0,0-1-1 0 0,1 1 1 0 0,-1 0-1 0 0,0-1 1 0 0,0 1-1 0 0,0 0 1 0 0,1 0 0 0 0,-1-1-1 0 0,0 1 1 0 0,1 0-1 0 0,-1 0 1 0 0,1 0-1 0 0,-2 2 1 0 0,-15 41-572 0 0,15-32 740 0 0,1 0-1 0 0,0 1 0 0 0,0-1 0 0 0,2 1 0 0 0,2 21 0 0 0,-3-30-209 0 0,1 1 0 0 0,-1-1-1 0 0,1 1 1 0 0,1-1 0 0 0,-1 0 0 0 0,1 0 0 0 0,-1 0-1 0 0,1 0 1 0 0,0 0 0 0 0,0 0 0 0 0,1 0 0 0 0,-1 0-1 0 0,1-1 1 0 0,0 1 0 0 0,0-1 0 0 0,0 0 0 0 0,1 0-1 0 0,-1 0 1 0 0,6 3 0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2.9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9 290 3225 0 0,'-8'0'395'0'0,"14"4"-153"0"0,5-3-253 0 0,0-1 1 0 0,1 1-1 0 0,-1-2 0 0 0,0 0 1 0 0,0 0-1 0 0,16-4 0 0 0,2 0 340 0 0,78-9 648 0 0,522-61 1361 0 0,0 32-522 0 0,978-58-236 0 0,-1271 73-1205 0 0,46 8-1088 0 0,-301 18-70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4.7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12 213 1840 0 0,'-1'1'362'0'0,"0"0"-1"0"0,0 0 0 0 0,0 0 1 0 0,0 1-1 0 0,0-1 0 0 0,0 0 0 0 0,0 0 1 0 0,1 1-1 0 0,-1-1 0 0 0,1 0 0 0 0,-1 1 1 0 0,1-1-1 0 0,-1 0 0 0 0,1 1 1 0 0,0-1-1 0 0,-1 1 0 0 0,1-1 0 0 0,0 1 1 0 0,0-1-1 0 0,0 1 0 0 0,0-1 1 0 0,1 1-1 0 0,-1-1 0 0 0,1 3 0 0 0,0-1 41 0 0,0 0 0 0 0,1 0-1 0 0,-1 0 1 0 0,1-1 0 0 0,0 1-1 0 0,0 0 1 0 0,0-1-1 0 0,0 1 1 0 0,1-1 0 0 0,-1 0-1 0 0,4 3 1 0 0,-1-2-104 0 0,0 1 0 0 0,0-1 1 0 0,0 1-1 0 0,0-2 0 0 0,1 1 0 0 0,0 0 0 0 0,-1-1 1 0 0,1 0-1 0 0,0-1 0 0 0,0 1 0 0 0,0-1 0 0 0,0 0 1 0 0,7 0-1 0 0,-9-1-225 0 0,1-1-1 0 0,-1 0 1 0 0,1 1 0 0 0,-1-1 0 0 0,0 0-1 0 0,0-1 1 0 0,0 1 0 0 0,1-1-1 0 0,-1 0 1 0 0,0 0 0 0 0,-1 0 0 0 0,1-1-1 0 0,0 1 1 0 0,-1-1 0 0 0,1 0-1 0 0,-1 0 1 0 0,4-4 0 0 0,-4 2-59 0 0,0 0 0 0 0,0 1 0 0 0,-1-1 0 0 0,1 0 0 0 0,-1 0-1 0 0,0-1 1 0 0,-1 1 0 0 0,1 0 0 0 0,-1-1 0 0 0,0 1 0 0 0,-1-1 0 0 0,1-6 0 0 0,-1-1-85 0 0,-1-1 1 0 0,0 1-1 0 0,-1 0 1 0 0,0 0-1 0 0,-1 0 0 0 0,0 1 1 0 0,-2-1-1 0 0,1 1 1 0 0,-1-1-1 0 0,-12-19 0 0 0,15 28 29 0 0,-1 1 0 0 0,1-1-1 0 0,-1 1 1 0 0,0-1-1 0 0,0 1 1 0 0,0 0-1 0 0,0 0 1 0 0,0 0 0 0 0,-1 1-1 0 0,1-1 1 0 0,-7-2-1 0 0,8 4 6 0 0,0 0 0 0 0,0 1-1 0 0,0-1 1 0 0,0 1 0 0 0,0 0-1 0 0,0 0 1 0 0,0 0 0 0 0,0 0 0 0 0,0 0-1 0 0,0 0 1 0 0,0 0 0 0 0,0 1-1 0 0,1-1 1 0 0,-1 1 0 0 0,0-1-1 0 0,0 1 1 0 0,0 0 0 0 0,0 0-1 0 0,0-1 1 0 0,1 1 0 0 0,-1 1 0 0 0,0-1-1 0 0,1 0 1 0 0,-1 0 0 0 0,1 1-1 0 0,-1-1 1 0 0,0 2 0 0 0,-5 5-162 0 0,1-1 1 0 0,0 1-1 0 0,1 1 1 0 0,-1-1-1 0 0,2 1 1 0 0,-1 0 0 0 0,1 0-1 0 0,1 0 1 0 0,-6 19-1 0 0,9-25 201 0 0,-1 0 0 0 0,1 0-1 0 0,-1 0 1 0 0,1 1 0 0 0,0-1 0 0 0,0 0-1 0 0,0 0 1 0 0,1 1 0 0 0,-1-1 0 0 0,1 0 0 0 0,0 0-1 0 0,0 0 1 0 0,0 0 0 0 0,2 5 0 0 0,-1-6 83 0 0,-1 0 1 0 0,1 0 0 0 0,0 0-1 0 0,0 0 1 0 0,0-1 0 0 0,0 1-1 0 0,0-1 1 0 0,0 1 0 0 0,0-1-1 0 0,0 1 1 0 0,1-1 0 0 0,-1 0 0 0 0,0 0-1 0 0,1 0 1 0 0,-1-1 0 0 0,1 1-1 0 0,-1-1 1 0 0,1 1 0 0 0,0-1-1 0 0,4 0 1 0 0,-4 0 28 0 0,0 0 0 0 0,0 0-1 0 0,0-1 1 0 0,0 1 0 0 0,-1-1 0 0 0,1 0 0 0 0,0 0 0 0 0,0 0-1 0 0,-1 0 1 0 0,1 0 0 0 0,0 0 0 0 0,-1-1 0 0 0,1 0-1 0 0,-1 1 1 0 0,0-1 0 0 0,0 0 0 0 0,1 0 0 0 0,-1 0 0 0 0,0 0-1 0 0,-1 0 1 0 0,1-1 0 0 0,0 1 0 0 0,-1-1 0 0 0,1 1-1 0 0,-1-1 1 0 0,0 1 0 0 0,0-1 0 0 0,0 0 0 0 0,1-5 0 0 0,0 3-137 0 0,-1 0 0 0 0,0 0 0 0 0,0 0 0 0 0,0 0-1 0 0,0 0 1 0 0,-1-1 0 0 0,0 1 0 0 0,0 0 0 0 0,-1 0 0 0 0,1 0 0 0 0,-1-1 0 0 0,0 1 0 0 0,-1 0 0 0 0,1 0 0 0 0,-1 0 0 0 0,-2-4 0 0 0,-3 36-4611 0 0,6-3 4251 0 0,-4 6 281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6.2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203 0 6913 0 0,'-7'2'435'0'0,"0"0"-1"0"0,1 1 1 0 0,-1 0 0 0 0,1 0-1 0 0,0 0 1 0 0,0 1-1 0 0,0 0 1 0 0,0 0-1 0 0,1 0 1 0 0,0 1-1 0 0,0 0 1 0 0,-7 7-1 0 0,-2 4 511 0 0,1 1 1 0 0,-20 33-1 0 0,24-34-485 0 0,0 0 0 0 0,2 1 0 0 0,0 0 0 0 0,1 0 0 0 0,1 1 0 0 0,0-1 0 0 0,1 1 0 0 0,2 0 0 0 0,-3 35 0 0 0,5-40-308 0 0,1 0 1 0 0,0 0-1 0 0,0 0 1 0 0,2-1-1 0 0,-1 1 1 0 0,1-1-1 0 0,1 1 1 0 0,1-1-1 0 0,-1 0 1 0 0,2-1-1 0 0,0 1 0 0 0,0-1 1 0 0,1 0-1 0 0,14 18 1 0 0,-16-24-153 0 0,0 1 0 0 0,0-1 1 0 0,0-1-1 0 0,1 1 0 0 0,-1 0 0 0 0,1-1 1 0 0,0 0-1 0 0,1-1 0 0 0,-1 0 0 0 0,11 5 1 0 0,-12-7-208 0 0,-1 0 0 0 0,1 0 1 0 0,-1-1-1 0 0,1 1 0 0 0,0-1 0 0 0,-1 0 1 0 0,1 0-1 0 0,-1-1 0 0 0,1 1 0 0 0,0-1 1 0 0,-1 0-1 0 0,1 0 0 0 0,-1-1 1 0 0,0 1-1 0 0,1-1 0 0 0,-1 0 0 0 0,6-4 1 0 0,8-6-1677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6.4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0 3225 0 0,'-26'0'15185'0'0,"26"1"-14948"0"0,3 14-393 0 0,15 36 1719 0 0,3 0 1 0 0,27 49 0 0 0,9 21-1454 0 0,-21-46-3919 0 0,-29-62 2530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6.8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0 224 3225 0 0,'16'-7'343'0'0,"0"0"-1"0"0,-1-1 1 0 0,0-1 0 0 0,16-13 0 0 0,3 0 131 0 0,34-26 544 0 0,-51 34-338 0 0,2 1 1 0 0,0 0-1 0 0,0 1 1 0 0,1 1-1 0 0,0 1 1 0 0,42-14-1 0 0,-61 23-595 0 0,1 1 0 0 0,0-1 0 0 0,0 1 0 0 0,0-1-1 0 0,0 1 1 0 0,0 0 0 0 0,-1 0 0 0 0,1 0 0 0 0,0 0-1 0 0,0 0 1 0 0,0 0 0 0 0,0 0 0 0 0,0 1 0 0 0,0-1-1 0 0,-1 1 1 0 0,1-1 0 0 0,0 1 0 0 0,0 0 0 0 0,-1-1-1 0 0,1 1 1 0 0,0 0 0 0 0,-1 0 0 0 0,1 0 0 0 0,-1 1-1 0 0,1-1 1 0 0,-1 0 0 0 0,1 0 0 0 0,-1 1 0 0 0,0-1-1 0 0,0 1 1 0 0,0-1 0 0 0,2 4 0 0 0,-1 1 8 0 0,0 1 1 0 0,0 0 0 0 0,-1 0-1 0 0,0 0 1 0 0,0 0 0 0 0,-1 0-1 0 0,0 12 1 0 0,0 13 321 0 0,-1-7-255 0 0,1 1 0 0 0,6 44 0 0 0,-5-64-150 0 0,0 0 0 0 0,0-1 1 0 0,1 1-1 0 0,-1-1 0 0 0,1 0 0 0 0,1 0 0 0 0,-1 1 0 0 0,1-1 0 0 0,-1-1 0 0 0,1 1 0 0 0,1 0 0 0 0,-1-1 0 0 0,1 1 0 0 0,-1-1 0 0 0,1 0 0 0 0,1 0 1 0 0,-1-1-1 0 0,6 5 0 0 0,-8-7 75 0 0,-1 0 0 0 0,1 0 0 0 0,0 0 0 0 0,-1-1-1 0 0,1 1 1 0 0,0 0 0 0 0,-1-1 0 0 0,1 1 0 0 0,0-1 0 0 0,0 0 0 0 0,0 1 0 0 0,0-1 0 0 0,-1 0 0 0 0,1 0 0 0 0,0 0 0 0 0,0 0 0 0 0,0-1 0 0 0,0 1 0 0 0,0 0 0 0 0,-1-1 0 0 0,1 1 0 0 0,0-1 0 0 0,3-1 0 0 0,-3 0 30 0 0,1 0 0 0 0,-1 0 0 0 0,0-1 1 0 0,1 1-1 0 0,-1-1 0 0 0,0 1 0 0 0,0-1 1 0 0,-1 1-1 0 0,1-1 0 0 0,-1 0 0 0 0,1 0 1 0 0,1-5-1 0 0,0-3 108 0 0,1-1 0 0 0,-2 0 1 0 0,0 1-1 0 0,0-1 0 0 0,-1 0 0 0 0,0-17 0 0 0,-2 22-176 0 0,1 0 0 0 0,-1 0 0 0 0,-1 1 0 0 0,1-1 0 0 0,-1 0 0 0 0,0 0 0 0 0,-1 1 0 0 0,1-1 0 0 0,-1 1-1 0 0,-1 0 1 0 0,1 0 0 0 0,-1 0 0 0 0,0 0 0 0 0,-8-9 0 0 0,7 11-932 0 0,0 0-1 0 0,1 0 1 0 0,-1 0-1 0 0,-1 1 1 0 0,1 0-1 0 0,-7-4 1 0 0,-5 0-5747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7.0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0 17972 0 0,'-1'1'164'0'0,"0"0"1"0"0,0 0 0 0 0,0 0-1 0 0,0 0 1 0 0,0 1-1 0 0,0-1 1 0 0,0 0-1 0 0,0 0 1 0 0,1 1 0 0 0,-1-1-1 0 0,0 0 1 0 0,1 1-1 0 0,-1-1 1 0 0,1 1-1 0 0,-1-1 1 0 0,1 1 0 0 0,0-1-1 0 0,0 1 1 0 0,-1-1-1 0 0,1 1 1 0 0,0-1-1 0 0,1 4 1 0 0,1 40 266 0 0,-1-39-206 0 0,3 38-10 0 0,2-1 0 0 0,3 0 0 0 0,16 53 0 0 0,-15-70-3456 0 0,19 39 1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7.2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2 191 8754 0 0,'-2'-2'776'0'0,"2"-1"-616"0"0,2 0-160 0 0,-1 0 0 0 0,2 1 1176 0 0,0-2 201 0 0,2-5 47 0 0,5-4 8 0 0,3-5-696 0 0,5-1-127 0 0,1 0-33 0 0,2 0-8 0 0,1 3-1320 0 0,-1 0-265 0 0,3 2-47 0 0,-1 3-16 0 0,0 1 912 0 0,-4 0 168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8.0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29 183 10594 0 0,'-2'0'150'0'0,"1"1"1"0"0,-1-1-1 0 0,1 0 0 0 0,-1 1 0 0 0,1-1 0 0 0,-1 0 0 0 0,1 0 1 0 0,-1 0-1 0 0,0 0 0 0 0,1 0 0 0 0,-1-1 0 0 0,-2 0 0 0 0,4 1-1 0 0,-1 0 0 0 0,-1-2 894 0 0,2 1-895 0 0,-1 1 1 0 0,1 0 0 0 0,0-1 0 0 0,0 1 0 0 0,-1 0 0 0 0,1-1 0 0 0,0 1 0 0 0,0-1 0 0 0,0 1-1 0 0,0-1 1 0 0,0 1 0 0 0,0 0 0 0 0,-1-1 0 0 0,1 1 0 0 0,0-1 0 0 0,0 1 0 0 0,0-1 0 0 0,0 1 0 0 0,1-1-1 0 0,7-22 3869 0 0,3 7-4482 0 0,0 1 534 0 0,1 1 0 0 0,0 0 0 0 0,1 1 0 0 0,28-21 1 0 0,-32 27-1358 0 0,1 0 1 0 0,0 1 0 0 0,1 1 0 0 0,-1 0 0 0 0,13-4 0 0 0,-16 6 611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8.1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44 12899 0 0,'-8'12'576'0'0,"4"-5"112"0"0,1-1-552 0 0,1-2-136 0 0,2-3 0 0 0,2-1 0 0 0,-1-1 0 0 0,2 1-64 0 0,1-3 64 0 0,3-1-784 0 0,4-3-112 0 0,-2-2-17 0 0,4-2-7 0 0,0 0 728 0 0,2 0 192 0 0,-1 3-64 0 0,0-1 64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8.6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33 3681 0 0,'0'0'255'0'0,"1"-1"0"0"0,0 0 1 0 0,-1 0-1 0 0,1 0 0 0 0,-1 1 0 0 0,1-1 1 0 0,-1 0-1 0 0,0 0 0 0 0,1 0 0 0 0,-1 0 1 0 0,0 0-1 0 0,1 0 0 0 0,-1 0 0 0 0,0 0 1 0 0,0 0-1 0 0,0 1 0 0 0,0-1 0 0 0,0 0 1 0 0,0 0-1 0 0,0 0 0 0 0,0 0 0 0 0,-1 0 1 0 0,1 0-1 0 0,0 0 0 0 0,0 0 0 0 0,-1 0 1 0 0,1 0-1 0 0,-1 0 0 0 0,1 1 0 0 0,-1-1 1 0 0,1 0-1 0 0,-1 0 0 0 0,1 1 0 0 0,-2-3 1 0 0,1 3 14 0 0,0 0 0 0 0,0 0 0 0 0,1 0 0 0 0,-1 0 0 0 0,0 0 0 0 0,0 0 0 0 0,1 0 0 0 0,-1 0 0 0 0,0 0 0 0 0,0 0 0 0 0,1 0 0 0 0,-1 1 0 0 0,0-1 0 0 0,0 0 0 0 0,1 0 0 0 0,-1 1 0 0 0,0-1 0 0 0,1 0 0 0 0,-1 1 270 0 0,-1 1-270 0 0,-10 12 514 0 0,6-3-452 0 0,1 0-1 0 0,0 0 1 0 0,1 1 0 0 0,0 0 0 0 0,1 0-1 0 0,0 0 1 0 0,1 0 0 0 0,-1 18-1 0 0,2-2-192 0 0,0 0-1 0 0,6 45 1 0 0,-3-61-89 0 0,1 0 1 0 0,0 0 0 0 0,0 0 0 0 0,1-1-1 0 0,0 0 1 0 0,1 1 0 0 0,1-1 0 0 0,0-1-1 0 0,0 1 1 0 0,1-1 0 0 0,12 14 0 0 0,-15-19-169 0 0,1 0 1 0 0,0-1-1 0 0,1 1 1 0 0,-1-1-1 0 0,1 0 1 0 0,0 0-1 0 0,0-1 1 0 0,0 0-1 0 0,10 4 1 0 0,-11-5-257 0 0,0-1 0 0 0,0 0 0 0 0,0 0 0 0 0,1 0 0 0 0,-1-1 0 0 0,0 0 0 0 0,1 0 0 0 0,-1 0 0 0 0,1-1 0 0 0,-1 1 0 0 0,0-1 0 0 0,0 0 0 0 0,8-3 0 0 0,7-5-1753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8.8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0 9218 0 0,'-2'6'717'0'0,"0"-1"0"0"0,1 1 0 0 0,-1 0-1 0 0,1-1 1 0 0,0 1 0 0 0,1 0 0 0 0,-1 0 0 0 0,1 0 0 0 0,1 8-1 0 0,8 59 4009 0 0,-4-46-4142 0 0,2 17-738 0 0,20 63 1 0 0,-22-90-939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9.1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77 13827 0 0,'1'0'73'0'0,"-1"1"0"0"0,1-1 1 0 0,0 1-1 0 0,-1-1 0 0 0,1 1 0 0 0,-1-1 0 0 0,1 0 1 0 0,0 1-1 0 0,-1-1 0 0 0,1 0 0 0 0,0 0 1 0 0,-1 1-1 0 0,1-1 0 0 0,0 0 0 0 0,-1 0 0 0 0,1 0 1 0 0,0 0-1 0 0,-1 0 0 0 0,1 0 0 0 0,0 0 1 0 0,0 0-1 0 0,-1 0 0 0 0,1 0 0 0 0,0 0 0 0 0,-1-1 1 0 0,1 1-1 0 0,0 0 0 0 0,0-1 0 0 0,29-5 1089 0 0,-26 5-821 0 0,121-36 1078 0 0,-46 13-8410 0 0,-70 23 5960 0 0,-8 1 987 0 0,-1 0 1 0 0,1 0 0 0 0,0 0-1 0 0,-1 0 1 0 0,1 0-1 0 0,0 0 1 0 0,-1-1-1 0 0,1 1 1 0 0,0 0 0 0 0,-1 0-1 0 0,1 0 1 0 0,-1-1-1 0 0,1 1 1 0 0,0 0 0 0 0,-1-1-1 0 0,1 1 1 0 0,-1 0-1 0 0,1-1 1 0 0,-1 1 0 0 0,1-1-1 0 0,2-5 44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9.3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0 10138 0 0,'-7'42'6267'0'0,"7"29"-2764"0"0,1-52-2475 0 0,1 30 232 0 0,15 95-1 0 0,-11-118-1890 0 0,0-1 0 0 0,20 48 0 0 0,-14-49-7104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29.6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165 43 10594 0 0,'-3'-5'540'0'0,"0"1"-1"0"0,-1-1 1 0 0,1 1 0 0 0,-1 0-1 0 0,0 0 1 0 0,0 0 0 0 0,-5-3-1 0 0,8 6-459 0 0,0 0 0 0 0,0 1-1 0 0,0-1 1 0 0,-1 1 0 0 0,1-1-1 0 0,0 1 1 0 0,0 0 0 0 0,-1-1-1 0 0,1 1 1 0 0,0 0 0 0 0,0 0-1 0 0,-1 0 1 0 0,1 0 0 0 0,0 0 0 0 0,-1 0-1 0 0,1 0 1 0 0,0 0 0 0 0,-1 1-1 0 0,1-1 1 0 0,0 1 0 0 0,0-1-1 0 0,0 1 1 0 0,-1-1 0 0 0,1 1-1 0 0,0-1 1 0 0,0 1 0 0 0,0 0 0 0 0,0 0-1 0 0,0 0 1 0 0,0-1 0 0 0,0 1-1 0 0,0 0 1 0 0,0 0 0 0 0,1 0-1 0 0,-1 1 1 0 0,-1 1 0 0 0,-10 14 181 0 0,1 2 0 0 0,1-1 1 0 0,1 1-1 0 0,0 0 0 0 0,2 1 1 0 0,0 0-1 0 0,1 1 0 0 0,1-1 0 0 0,1 1 1 0 0,1 0-1 0 0,0 0 0 0 0,2 0 1 0 0,1 29-1 0 0,1-41-174 0 0,1-1-1 0 0,-1 1 1 0 0,1-1-1 0 0,1 1 1 0 0,0-1 0 0 0,0 0-1 0 0,0 0 1 0 0,1-1 0 0 0,0 1-1 0 0,1-1 1 0 0,0 0-1 0 0,0 0 1 0 0,7 7 0 0 0,-10-11-179 0 0,1 0 1 0 0,0-1 0 0 0,0 1 0 0 0,1-1-1 0 0,-1 1 1 0 0,0-1 0 0 0,1 0 0 0 0,-1-1-1 0 0,1 1 1 0 0,0 0 0 0 0,-1-1 0 0 0,1 0-1 0 0,0 0 1 0 0,0 0 0 0 0,0-1-1 0 0,0 1 1 0 0,0-1 0 0 0,0 0 0 0 0,0 0-1 0 0,0 0 1 0 0,0 0 0 0 0,0-1 0 0 0,-1 0-1 0 0,1 0 1 0 0,0 0 0 0 0,0 0 0 0 0,0 0-1 0 0,-1-1 1 0 0,1 0 0 0 0,3-2 0 0 0,11-6-7128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30.0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70 13363 0 0,'0'1'32'0'0,"0"-1"0"0"0,0 0-1 0 0,0 0 1 0 0,-1 0 0 0 0,1 0 0 0 0,0 0 0 0 0,0 0-1 0 0,0 0 1 0 0,0 0 0 0 0,-1 0 0 0 0,1 0 0 0 0,0 0 0 0 0,0 0-1 0 0,0-1 1 0 0,0 1 0 0 0,-1 0 0 0 0,1 0 0 0 0,0 0 0 0 0,0 0-1 0 0,0 0 1 0 0,0 0 0 0 0,0 0 0 0 0,-1 0 0 0 0,1 0-1 0 0,0 0 1 0 0,0-1 0 0 0,0 1 0 0 0,0 0 0 0 0,0 0 0 0 0,0 0-1 0 0,0 0 1 0 0,-1 0 0 0 0,1-1 0 0 0,0 1 0 0 0,0 0 0 0 0,0 0-1 0 0,0 0 1 0 0,0 0 0 0 0,0-1 0 0 0,0 1 0 0 0,0 0 0 0 0,0 0-1 0 0,0 0 1 0 0,0 0 0 0 0,0-1 0 0 0,0 1 0 0 0,0 0-1 0 0,0 0 1 0 0,0 0 0 0 0,0 0 0 0 0,0-1 0 0 0,0 1 0 0 0,0 0-1 0 0,1 0 1 0 0,-1 0 0 0 0,0 0 0 0 0,0 0 0 0 0,0-1 0 0 0,0 1-1 0 0,12-14 1127 0 0,18-12 473 0 0,-25 23-1429 0 0,0 0 0 0 0,0 0-1 0 0,1 1 1 0 0,-1-1 0 0 0,1 1-1 0 0,0 0 1 0 0,0 1 0 0 0,-1-1 0 0 0,1 1-1 0 0,0 1 1 0 0,0-1 0 0 0,1 1-1 0 0,-1 0 1 0 0,0 0 0 0 0,0 0-1 0 0,11 3 1 0 0,-13-1-154 0 0,-1-1 0 0 0,1 0 0 0 0,-1 1 1 0 0,1-1-1 0 0,-1 1 0 0 0,0 0 0 0 0,0 0 0 0 0,1 0 0 0 0,-2 1 0 0 0,1-1 0 0 0,0 1 0 0 0,0 0 0 0 0,-1-1 1 0 0,1 1-1 0 0,-1 0 0 0 0,0 1 0 0 0,0-1 0 0 0,0 0 0 0 0,-1 1 0 0 0,1-1 0 0 0,-1 1 0 0 0,1-1 0 0 0,-1 1 0 0 0,-1-1 1 0 0,1 1-1 0 0,0 0 0 0 0,0 6 0 0 0,-1 1-27 0 0,-1 0-1 0 0,0-1 1 0 0,0 1-1 0 0,-1-1 1 0 0,-4 14 0 0 0,3-14 53 0 0,1 0 0 0 0,0 0 1 0 0,0 0-1 0 0,1 0 0 0 0,0 19 0 0 0,1-29-66 0 0,0 0-1 0 0,0 1 0 0 0,0-1 0 0 0,0 0 0 0 0,0 1 1 0 0,0-1-1 0 0,0 0 0 0 0,1 1 0 0 0,-1-1 1 0 0,0 0-1 0 0,0 1 0 0 0,0-1 0 0 0,0 0 1 0 0,0 0-1 0 0,0 1 0 0 0,1-1 0 0 0,-1 0 1 0 0,0 1-1 0 0,0-1 0 0 0,0 0 0 0 0,1 0 0 0 0,-1 0 1 0 0,0 1-1 0 0,0-1 0 0 0,1 0 0 0 0,-1 0 1 0 0,0 0-1 0 0,1 1 0 0 0,-1-1 0 0 0,0 0 1 0 0,0 0-1 0 0,1 0 0 0 0,-1 0 0 0 0,0 0 0 0 0,1 0 1 0 0,-1 0-1 0 0,0 0 0 0 0,1 0 0 0 0,-1 0 1 0 0,0 0-1 0 0,1 0 0 0 0,17-9 133 0 0,16-22-1335 0 0,-32 29 822 0 0,13-14-5065 0 0,3-1-1804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30.39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1 112 16588 0 0,'4'-1'283'0'0,"-1"0"1"0"0,0 0 0 0 0,1-1-1 0 0,-1 0 1 0 0,0 1 0 0 0,0-1 0 0 0,4-3-1 0 0,5-2 547 0 0,31-16 483 0 0,-19 8-901 0 0,1 2 0 0 0,1 1 0 0 0,34-11 0 0 0,-57 22-731 0 0,1 0 0 0 0,0 1 0 0 0,0-1 1 0 0,0 1-1 0 0,0-1 0 0 0,0 1 0 0 0,0 1 1 0 0,6 0-1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30.7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87 8290 0 0,'9'0'4318'0'0,"18"-5"-2020"0"0,-21 4-1794 0 0,166-42 5514 0 0,-58 11-8573 0 0,-95 27-4299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31.0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0 17972 0 0,'0'2'152'0'0,"-1"0"-1"0"0,0-1 1 0 0,1 1 0 0 0,-1 0 0 0 0,1 0-1 0 0,-1 0 1 0 0,1-1 0 0 0,0 1 0 0 0,0 0-1 0 0,0 0 1 0 0,0 0 0 0 0,0 0 0 0 0,0-1-1 0 0,0 1 1 0 0,1 0 0 0 0,-1 0-1 0 0,1 2 1 0 0,15 39 561 0 0,-8-23-10 0 0,38 161 1253 0 0,-1-5-2902 0 0,-33-141 406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31.3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133 22 456 0 0,'-2'-2'367'0'0,"1"0"1"0"0,-1 0-1 0 0,0 1 0 0 0,0-1 1 0 0,0 0-1 0 0,0 1 0 0 0,0 0 1 0 0,0-1-1 0 0,0 1 0 0 0,-1 0 1 0 0,1 0-1 0 0,0 0 0 0 0,-1 0 0 0 0,1 1 1 0 0,-1-1-1 0 0,1 1 0 0 0,0-1 1 0 0,-1 1-1 0 0,1 0 0 0 0,-1 0 1 0 0,0 0-1 0 0,1 0 0 0 0,-1 1 1 0 0,1-1-1 0 0,0 1 0 0 0,-1-1 0 0 0,-4 3 1 0 0,3-1 51 0 0,1 0-1 0 0,-1 1 1 0 0,0 0 0 0 0,1 0 0 0 0,0 0 0 0 0,-1 0 0 0 0,1 0 0 0 0,0 1-1 0 0,1 0 1 0 0,-1-1 0 0 0,1 1 0 0 0,0 0 0 0 0,-1 0 0 0 0,2 0 0 0 0,-3 6-1 0 0,1-1-77 0 0,-1 1-1 0 0,2 0 0 0 0,-1 0 0 0 0,2 1 0 0 0,-1-1 1 0 0,1 0-1 0 0,1 1 0 0 0,0-1 0 0 0,0 0 0 0 0,1 1 0 0 0,1-1 1 0 0,-1 0-1 0 0,5 12 0 0 0,-4-17-303 0 0,0 0-1 0 0,0 0 1 0 0,0 0 0 0 0,1 0 0 0 0,-1 0-1 0 0,1-1 1 0 0,1 1 0 0 0,-1-1 0 0 0,0 0-1 0 0,1 0 1 0 0,0 0 0 0 0,0 0 0 0 0,0-1-1 0 0,1 1 1 0 0,-1-1 0 0 0,1 0 0 0 0,0-1-1 0 0,-1 1 1 0 0,1-1 0 0 0,0 0 0 0 0,1 0-1 0 0,-1-1 1 0 0,0 1 0 0 0,1-1-1 0 0,-1 0 1 0 0,10 0 0 0 0,-6-1-141 0 0,0 0 0 0 0,0 0 1 0 0,1-1-1 0 0,-1-1 0 0 0,0 1 0 0 0,9-4 0 0 0,13-6-5989 0 0,-10 1-946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39:31.8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67 5529 0 0,'-5'0'1554'0'0,"11"-9"849"0"0,14-10 1100 0 0,-11 13-2991 0 0,0 1-1 0 0,0 0 1 0 0,1 1-1 0 0,0 0 1 0 0,-1 1-1 0 0,1 0 1 0 0,0 1-1 0 0,1 0 0 0 0,-1 0 1 0 0,20 0-1 0 0,-27 2-374 0 0,1 0-1 0 0,-1 0 0 0 0,0 0 1 0 0,1 1-1 0 0,-1-1 1 0 0,1 1-1 0 0,-1 0 0 0 0,0 0 1 0 0,1 0-1 0 0,-1 0 0 0 0,0 1 1 0 0,0-1-1 0 0,0 1 1 0 0,0 0-1 0 0,0 0 0 0 0,-1 0 1 0 0,1 0-1 0 0,0 1 1 0 0,-1-1-1 0 0,0 1 0 0 0,0-1 1 0 0,1 1-1 0 0,-1 0 0 0 0,-1 0 1 0 0,1 0-1 0 0,0 0 1 0 0,-1 0-1 0 0,0 0 0 0 0,1 1 1 0 0,-1-1-1 0 0,0 0 0 0 0,-1 1 1 0 0,1-1-1 0 0,-1 0 1 0 0,1 6-1 0 0,-1 5-156 0 0,-1 0-1 0 0,-3 22 1 0 0,2-25-10 0 0,1 1-1 0 0,0-1 1 0 0,0 0 0 0 0,2 0 0 0 0,1 23-1 0 0,-1-31 27 0 0,0 0-1 0 0,0-1 1 0 0,0 1-1 0 0,0 0 1 0 0,1 0-1 0 0,-1-1 1 0 0,1 1-1 0 0,-1-1 1 0 0,1 1-1 0 0,0-1 1 0 0,0 0-1 0 0,0 0 1 0 0,0 0-1 0 0,1 0 0 0 0,-1 0 1 0 0,0 0-1 0 0,1 0 1 0 0,-1-1-1 0 0,1 1 1 0 0,0-1-1 0 0,0 0 1 0 0,-1 0-1 0 0,1 0 1 0 0,0 0-1 0 0,0 0 1 0 0,0-1-1 0 0,3 1 1 0 0,18 3 159 0 0,-16-4-150 0 0,1 2-1 0 0,-1-1 1 0 0,1 1 0 0 0,-1 0-1 0 0,0 1 1 0 0,12 5-1 0 0,-18-7-13 0 0,0 0 0 0 0,-1 1 0 0 0,1-1 0 0 0,0 0 0 0 0,-1 1 0 0 0,1-1 0 0 0,-1 1 0 0 0,0 0 0 0 0,0-1 0 0 0,1 1 0 0 0,-1 0 0 0 0,0 0 0 0 0,0 0 0 0 0,-1 0 0 0 0,1 0 0 0 0,0 0 0 0 0,-1 0 0 0 0,1 0 0 0 0,-1 0 0 0 0,0 0-1 0 0,1 0 1 0 0,-1 0 0 0 0,0 0 0 0 0,0 0 0 0 0,-1 0 0 0 0,1 0 0 0 0,0 1 0 0 0,-1-1 0 0 0,1 0 0 0 0,-1 0 0 0 0,0 0 0 0 0,0 2 0 0 0,-5 8-170 0 0,1 0 0 0 0,-2-1 0 0 0,1 0 0 0 0,-2 0 0 0 0,1 0 1 0 0,-1-1-1 0 0,-1 0 0 0 0,0-1 0 0 0,-18 15 0 0 0,16-13-653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4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68 198 3681 0 0,'-6'-9'878'0'0,"1"-1"0"0"0,0 0 0 0 0,0 0 1 0 0,1 0-1 0 0,1 0 0 0 0,-1 0 0 0 0,2-1 0 0 0,-1 0 0 0 0,1 0 1 0 0,1 1-1 0 0,0-21 0 0 0,1 26-263 0 0,1 0-1 0 0,0 1 1 0 0,0-1-1 0 0,0 0 1 0 0,0 0-1 0 0,1 1 1 0 0,0-1-1 0 0,0 1 1 0 0,6-8 910 0 0,-10 33-357 0 0,-19 180-745 0 0,9-102-357 0 0,1 154-1 0 0,12-218 227 0 0,1 23-317 0 0,9 59 0 0 0,-8-101-6 0 0,0-1 0 0 0,1 1 0 0 0,0 0 0 0 0,1-1 0 0 0,1 0 0 0 0,1 0 0 0 0,0-1 0 0 0,14 22 0 0 0,-18-32 51 0 0,-1 0 1 0 0,1-1 0 0 0,1 0 0 0 0,-1 1-1 0 0,0-1 1 0 0,1 0 0 0 0,0-1 0 0 0,-1 1-1 0 0,1-1 1 0 0,0 1 0 0 0,1-1 0 0 0,-1 0-1 0 0,0-1 1 0 0,0 1 0 0 0,1-1 0 0 0,-1 0-1 0 0,1 0 1 0 0,-1 0 0 0 0,1 0 0 0 0,0-1 0 0 0,-1 0-1 0 0,1 0 1 0 0,0 0 0 0 0,-1-1 0 0 0,1 1-1 0 0,-1-1 1 0 0,1 0 0 0 0,5-2 0 0 0,12-5 40 0 0,-1-1-1 0 0,0-1 1 0 0,0 0 0 0 0,28-21 0 0 0,-6 6-31 0 0,20-14 29 0 0,-41 25-801 0 0,0 0 1 0 0,48-20 0 0 0,-51 28-7059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4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32 544 6913 0 0,'-31'24'1403'0'0,"32"-23"-985"0"0,1 0-1 0 0,0 0 0 0 0,0-1 0 0 0,0 1 0 0 0,0-1 1 0 0,0 1-1 0 0,0-1 0 0 0,0 0 0 0 0,0 0 0 0 0,0 0 1 0 0,3 0-1 0 0,0-1-65 0 0,0-1 0 0 0,0 0 0 0 0,0 0 1 0 0,0-1-1 0 0,0 1 0 0 0,0-1 0 0 0,0 0 1 0 0,-1-1-1 0 0,1 1 0 0 0,-1-1 0 0 0,4-4 0 0 0,43-50 1252 0 0,-46 52-1481 0 0,9-13 60 0 0,1-1 0 0 0,-2-1 0 0 0,-1 0 0 0 0,-1-1 0 0 0,0 0 0 0 0,11-38 0 0 0,-18 45-164 0 0,0 0 0 0 0,0-1 1 0 0,-2 0-1 0 0,0 0 0 0 0,0 0 1 0 0,-2 0-1 0 0,0 0 0 0 0,-1 1 1 0 0,0-1-1 0 0,-2 0 0 0 0,-4-19 0 0 0,5 30-17 0 0,0 0-1 0 0,0 0 1 0 0,-1 1-1 0 0,0-1 1 0 0,0 0-1 0 0,0 1 1 0 0,0 0-1 0 0,-1-1 1 0 0,1 1-1 0 0,-1 1 1 0 0,0-1-1 0 0,0 0 0 0 0,-1 1 1 0 0,1 0-1 0 0,-9-5 1 0 0,10 7-25 0 0,1 0 0 0 0,0 0 1 0 0,0 0-1 0 0,-1 0 0 0 0,1 1 0 0 0,0-1 1 0 0,-1 1-1 0 0,1-1 0 0 0,0 1 0 0 0,-1 0 1 0 0,1 0-1 0 0,-1 0 0 0 0,1 0 0 0 0,-1 0 0 0 0,1 0 1 0 0,0 1-1 0 0,-1-1 0 0 0,1 1 0 0 0,-1 0 1 0 0,1-1-1 0 0,0 1 0 0 0,0 0 0 0 0,0 1 1 0 0,-1-1-1 0 0,1 0 0 0 0,0 1 0 0 0,0-1 1 0 0,1 1-1 0 0,-1-1 0 0 0,0 1 0 0 0,0 0 0 0 0,1 0 1 0 0,-1 0-1 0 0,1 0 0 0 0,0 0 0 0 0,0 0 1 0 0,-2 2-1 0 0,2 1 3 0 0,-1-1 1 0 0,1 0-1 0 0,0 1 1 0 0,0 0-1 0 0,0-1 0 0 0,1 1 1 0 0,0-1-1 0 0,-1 1 1 0 0,2 0-1 0 0,-1-1 0 0 0,0 1 1 0 0,1-1-1 0 0,0 1 1 0 0,0-1-1 0 0,0 1 0 0 0,1-1 1 0 0,0 0-1 0 0,-1 1 1 0 0,4 3-1 0 0,4 10 215 0 0,2 0 0 0 0,22 30 0 0 0,-27-40-142 0 0,0 0-1 0 0,1-1 0 0 0,0 0 1 0 0,0 0-1 0 0,0-1 0 0 0,1 0 0 0 0,0 0 1 0 0,0 0-1 0 0,1-1 0 0 0,0-1 1 0 0,0 1-1 0 0,0-2 0 0 0,0 1 1 0 0,0-1-1 0 0,1 0 0 0 0,15 1 1 0 0,-17-3-565 0 0,1 0 0 0 0,-1-1 0 0 0,1 0 0 0 0,16-3 1 0 0,-16 1-770 0 0,0-1-1 0 0,0 1 1 0 0,-1-1 0 0 0,17-8 0 0 0,-8 1-926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157 1 5529 0 0,'0'0'498'0'0,"-4"18"1522"0"0,-60 156 5329 0 0,0 2-5423 0 0,59-159-1841 0 0,-12 53 147 0 0,16-65-223 0 0,0 0 1 0 0,1 1-1 0 0,-1-1 0 0 0,1 0 1 0 0,1 1-1 0 0,-1-1 1 0 0,1 1-1 0 0,-1-1 1 0 0,2 0-1 0 0,1 7 0 0 0,-3-12-11 0 0,0 1-1 0 0,0-1 1 0 0,0 0 0 0 0,1 1-1 0 0,-1-1 1 0 0,0 0-1 0 0,0 1 1 0 0,1-1-1 0 0,-1 0 1 0 0,0 1-1 0 0,0-1 1 0 0,1 0-1 0 0,-1 1 1 0 0,0-1-1 0 0,1 0 1 0 0,-1 0-1 0 0,0 0 1 0 0,1 1-1 0 0,-1-1 1 0 0,0 0-1 0 0,1 0 1 0 0,-1 0-1 0 0,1 0 1 0 0,-1 0-1 0 0,0 0 1 0 0,1 1-1 0 0,-1-1 1 0 0,1 0-1 0 0,-1 0 1 0 0,0 0-1 0 0,1 0 1 0 0,-1-1-1 0 0,1 1 1 0 0,-1 0 0 0 0,0 0-1 0 0,1 0 1 0 0,-1 0-1 0 0,1 0 1 0 0,-1 0-1 0 0,0-1 1 0 0,1 1-1 0 0,-1 0 1 0 0,0 0-1 0 0,1 0 1 0 0,-1-1-1 0 0,0 1 1 0 0,0 0-1 0 0,1-1 1 0 0,-1 1-1 0 0,0 0 1 0 0,1-1-1 0 0,-1 1 1 0 0,0 0-1 0 0,0-1 1 0 0,0 1-1 0 0,0 0 1 0 0,1-1-1 0 0,15-25-157 0 0,-14 22 86 0 0,41-81-143 0 0,4-8 466 0 0,-41 82-61 0 0,1 0 0 0 0,0 1 0 0 0,1 0 0 0 0,1 0 0 0 0,18-16 0 0 0,-27 25-152 0 0,1 0 1 0 0,0 1-1 0 0,0-1 0 0 0,0 0 1 0 0,0 1-1 0 0,0-1 0 0 0,0 0 1 0 0,0 1-1 0 0,0 0 0 0 0,0-1 1 0 0,0 1-1 0 0,0-1 0 0 0,0 1 1 0 0,0 0-1 0 0,0 0 0 0 0,1 0 1 0 0,-1 0-1 0 0,0-1 0 0 0,0 2 1 0 0,0-1-1 0 0,0 0 0 0 0,0 0 1 0 0,0 0-1 0 0,1 0 1 0 0,0 1-1 0 0,0 0 21 0 0,-1 0-1 0 0,1 1 1 0 0,-1-1-1 0 0,1 0 1 0 0,-1 1 0 0 0,1-1-1 0 0,-1 1 1 0 0,0-1 0 0 0,0 1-1 0 0,0-1 1 0 0,0 1 0 0 0,0 0-1 0 0,1 2 1 0 0,3 9 193 0 0,-1 0 0 0 0,0 0 1 0 0,2 20-1 0 0,-4-22-151 0 0,3 10 89 0 0,3 21 120 0 0,22 66 0 0 0,-26-97-276 0 0,0-1 0 0 0,1 1 0 0 0,0-1 1 0 0,1 0-1 0 0,0 0 0 0 0,0-1 0 0 0,1 1 0 0 0,1-1 0 0 0,-1-1 0 0 0,1 0 0 0 0,10 8 0 0 0,-17-15-29 0 0,-1-1 0 0 0,1 1 0 0 0,-1-1-1 0 0,1 1 1 0 0,-1-1 0 0 0,1 1-1 0 0,0-1 1 0 0,-1 0 0 0 0,1 1 0 0 0,0-1-1 0 0,0 0 1 0 0,-1 1 0 0 0,1-1-1 0 0,0 0 1 0 0,0 0 0 0 0,-1 0 0 0 0,1 0-1 0 0,0 0 1 0 0,0 0 0 0 0,0 0-1 0 0,-1 0 1 0 0,1 0 0 0 0,0 0 0 0 0,0 0-1 0 0,-1 0 1 0 0,1 0 0 0 0,0-1-1 0 0,0 1 1 0 0,-1 0 0 0 0,1-1 0 0 0,0 1-1 0 0,-1 0 1 0 0,1-1 0 0 0,0 1-1 0 0,-1-1 1 0 0,1 1 0 0 0,-1-1-1 0 0,1 1 1 0 0,-1-1 0 0 0,1 0 0 0 0,-1 1-1 0 0,1-1 1 0 0,-1 0 0 0 0,1 1-1 0 0,-1-1 1 0 0,0 0 0 0 0,1 1 0 0 0,-1-1-1 0 0,0 0 1 0 0,0 0 0 0 0,0 0-1 0 0,3-8-29 0 0,-1 0 0 0 0,0 0 0 0 0,1-16-1 0 0,-2 9-46 0 0,8-33-1523 0 0,2 0 0 0 0,3 0 1 0 0,35-86-1 0 0,-32 100 142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5985 0 0,'1'2'201'0'0,"1"1"-1"0"0,-1-1 1 0 0,1 0-1 0 0,0 0 1 0 0,0 0-1 0 0,0 0 0 0 0,0 0 1 0 0,0 0-1 0 0,0 0 1 0 0,0-1-1 0 0,0 1 1 0 0,1-1-1 0 0,-1 0 1 0 0,1 0-1 0 0,-1 0 1 0 0,1 0-1 0 0,0 0 0 0 0,-1 0 1 0 0,1 0-1 0 0,0-1 1 0 0,-1 0-1 0 0,1 1 1 0 0,5-1-1 0 0,-4-1-18 0 0,0 1 0 0 0,0-1-1 0 0,0 0 1 0 0,0 0-1 0 0,0 0 1 0 0,0 0 0 0 0,8-4-1 0 0,11-11-4119 0 0,-8 6 1967 0 0,-11 7 1832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10594 0 0,'2'9'472'0'0,"-1"-6"96"0"0,1 1-455 0 0,2-2-113 0 0,-1-1 0 0 0,-1-1 0 0 0,3 2 296 0 0,2-2 40 0 0,5 0 8 0 0,4 0 0 0 0,3-3 232 0 0,-1-4 56 0 0,1-2 8 0 0,-2-3 0 0 0,3-1-1488 0 0,-3-2-296 0 0,4-3-56 0 0,0-1-17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13 2304 0 0,'-21'-13'14296'0'0,"23"25"-12629"0"0,5 31-1118 0 0,-2 0 1 0 0,-2 1 0 0 0,-2 44-1 0 0,0-10-306 0 0,-1-59-183 0 0,2 43 67 0 0,18 122 0 0 0,-17-167-38 0 0,1 0 0 0 0,1-1 0 0 0,0 1 0 0 0,1-1 0 0 0,1 0 0 0 0,1 0 0 0 0,0-1 0 0 0,1 0-1 0 0,0 0 1 0 0,1-1 0 0 0,1-1 0 0 0,13 15 0 0 0,-21-26-55 0 0,0 1 0 0 0,1-1-1 0 0,-1 1 1 0 0,0-1 0 0 0,1 0 0 0 0,0 0-1 0 0,-1 0 1 0 0,1-1 0 0 0,0 1 0 0 0,0-1 0 0 0,0 0-1 0 0,0 0 1 0 0,0 0 0 0 0,0-1 0 0 0,0 0-1 0 0,0 1 1 0 0,0-1 0 0 0,0-1 0 0 0,0 1-1 0 0,0 0 1 0 0,0-1 0 0 0,0 0 0 0 0,0 0-1 0 0,0 0 1 0 0,0-1 0 0 0,4-1 0 0 0,10-6-7 0 0,0-1 1 0 0,-1 0-1 0 0,-1-2 1 0 0,20-16-1 0 0,0 1-193 0 0,-19 15-327 0 0,0 0-1 0 0,1 2 1 0 0,0 0 0 0 0,0 1 0 0 0,1 0-1 0 0,24-6 1 0 0,-18 10-6640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7834 0 0,'1'0'177'0'0,"0"0"0"0"0,-1 1 0 0 0,1-1 0 0 0,0 1 0 0 0,0-1 0 0 0,0 1 0 0 0,-1-1 0 0 0,1 1 0 0 0,0-1 0 0 0,-1 1 0 0 0,1 0 0 0 0,0-1 0 0 0,-1 1 0 0 0,1 0 0 0 0,-1 0 0 0 0,1-1 0 0 0,-1 1 0 0 0,0 0 0 0 0,1 0 0 0 0,-1 0 0 0 0,0-1 0 0 0,1 1 0 0 0,-1 0 0 0 0,0 2 0 0 0,5 20 2314 0 0,-2 74 2426 0 0,-4-66-5468 0 0,7 49 0 0 0,-2-57-6115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1 150 4145 0 0,'1'1'193'0'0,"0"-1"0"0"0,1 1 0 0 0,-1-1 0 0 0,1 1 0 0 0,-1-1 0 0 0,1 0 0 0 0,-1 0 0 0 0,1 0 0 0 0,-1 0 0 0 0,1 0 0 0 0,-1 0 0 0 0,1 0 0 0 0,-1 0 0 0 0,1 0 0 0 0,2-2 0 0 0,30-7 2010 0 0,-23 6-1369 0 0,37-12 1815 0 0,-1-2 0 0 0,75-39-1 0 0,-30 12-3340 0 0,-78 37-645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4145 0 0,'-1'15'8724'0'0,"6"29"-5021"0"0,0 4-2223 0 0,-3 1-1 0 0,-1 0 1 0 0,-8 60 0 0 0,1 56-1438 0 0,7-138-1240 0 0,2 0-1 0 0,1 1 1 0 0,11 38 0 0 0,-5-32-5396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1 456 0 0,'-9'29'4741'0'0,"1"-8"-2965"0"0,3 4-346 0 0,1 1 0 0 0,2 0 0 0 0,0-1 0 0 0,2 1 0 0 0,1 0 0 0 0,7 47-1 0 0,-5-56-1051 0 0,1-1 0 0 0,0 0 0 0 0,1 0-1 0 0,0-1 1 0 0,2 1 0 0 0,0-1 0 0 0,0 0-1 0 0,2-1 1 0 0,0 0 0 0 0,0 0 0 0 0,20 21-1 0 0,-25-31-322 0 0,1 0 0 0 0,-1 0 0 0 0,1 0-1 0 0,-1 0 1 0 0,1-1 0 0 0,0 0 0 0 0,0 0-1 0 0,1-1 1 0 0,-1 1 0 0 0,0-1 0 0 0,1 0-1 0 0,0 0 1 0 0,-1-1 0 0 0,1 0 0 0 0,0 0-1 0 0,0 0 1 0 0,0-1 0 0 0,0 1 0 0 0,0-2-1 0 0,-1 1 1 0 0,1 0 0 0 0,0-1 0 0 0,7-2-1 0 0,-1-1-124 0 0,1-1 0 0 0,-1 0-1 0 0,0-1 1 0 0,0 0-1 0 0,-1-1 1 0 0,0-1-1 0 0,0 1 1 0 0,-1-2-1 0 0,12-10 1 0 0,2-4-2543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72 4609 0 0,'-7'-20'2882'0'0,"7"18"-2640"0"0,1 0 0 0 0,-1-1 0 0 0,1 1 0 0 0,-1 0 1 0 0,1 0-1 0 0,0-1 0 0 0,0 1 0 0 0,0 0 0 0 0,0 0 0 0 0,1 0 0 0 0,-1 0 0 0 0,1 0 1 0 0,-1 0-1 0 0,1 0 0 0 0,-1 1 0 0 0,1-1 0 0 0,0 1 0 0 0,0-1 0 0 0,0 1 0 0 0,0-1 1 0 0,0 1-1 0 0,0 0 0 0 0,0 0 0 0 0,0 0 0 0 0,1 0 0 0 0,-1 1 0 0 0,0-1 0 0 0,1 0 0 0 0,4 1 1 0 0,-3-1-27 0 0,-1 0 1 0 0,1 0-1 0 0,0 1 1 0 0,0 0-1 0 0,0-1 1 0 0,0 2-1 0 0,0-1 1 0 0,0 0-1 0 0,0 1 1 0 0,0 0-1 0 0,0 0 1 0 0,0 0-1 0 0,-1 0 1 0 0,1 0-1 0 0,0 1 1 0 0,-1 0-1 0 0,6 3 1 0 0,-6-2-131 0 0,-1-1-1 0 0,1 1 1 0 0,-1 0-1 0 0,0 0 1 0 0,0 0 0 0 0,0 0-1 0 0,0 1 1 0 0,0-1 0 0 0,-1 0-1 0 0,0 1 1 0 0,1-1-1 0 0,-1 1 1 0 0,-1 0 0 0 0,1-1-1 0 0,0 1 1 0 0,-1 0-1 0 0,0-1 1 0 0,0 1 0 0 0,0 4-1 0 0,-2 8 201 0 0,0-1 0 0 0,-1 1 0 0 0,-8 21 0 0 0,7-25-73 0 0,1 0 1 0 0,0 0 0 0 0,1 1 0 0 0,-1 13 0 0 0,2-25-195 0 0,1 1 0 0 0,0 0 0 0 0,0-1 0 0 0,0 1 0 0 0,0 0 0 0 0,0-1 0 0 0,0 1 0 0 0,1 0 0 0 0,-1-1 0 0 0,1 1 0 0 0,-1-1 0 0 0,1 1 0 0 0,-1-1 0 0 0,1 1 0 0 0,0-1 0 0 0,0 1 0 0 0,-1-1 0 0 0,1 0 0 0 0,0 1 0 0 0,0-1 0 0 0,1 0 0 0 0,-1 0 0 0 0,0 1 0 0 0,0-1 0 0 0,1 0 0 0 0,-1 0 0 0 0,0-1 0 0 0,3 3 0 0 0,1-3-42 0 0,-1 1 0 0 0,0-1 0 0 0,1 1-1 0 0,-1-1 1 0 0,1 0 0 0 0,-1-1 0 0 0,0 1 0 0 0,1-1 0 0 0,-1 0 0 0 0,4-1 0 0 0,7-3-595 0 0,-1-1 1 0 0,0 0-1 0 0,-1-1 0 0 0,1-1 0 0 0,-1 0 0 0 0,13-11 1 0 0,-8 6-977 0 0,3-1-39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4145 0 0,'13'6'1667'0'0,"-1"0"-1"0"0,1-1 1 0 0,0-1 0 0 0,0 0 0 0 0,0 0-1 0 0,0-2 1 0 0,23 3 0 0 0,-23-5-1198 0 0,0-1 0 0 0,-1 1 0 0 0,1-2 0 0 0,-1 0 0 0 0,1-1 0 0 0,-1 0 0 0 0,0 0 1 0 0,17-8-1 0 0,-21 7-791 0 0,29-12 914 0 0,-14 2-6956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8.1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0,'1'4'307'0'0,"0"0"-1"0"0,0 0 1 0 0,0 0 0 0 0,1 0-1 0 0,-1 0 1 0 0,1 0-1 0 0,0 0 1 0 0,4 5 0 0 0,5 13 853 0 0,-7-8-463 0 0,-1-1-1 0 0,0 1 1 0 0,-1 0 0 0 0,-1 0 0 0 0,0 26 0 0 0,-11 72-53 0 0,0 4-470 0 0,10-90-697 0 0,6 47 0 0 0,4-32-5334 0 0,1-11-1152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8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0,'0'0'667'0'0,"8"21"5766"0"0,2 23-2484 0 0,8 61 0 0 0,-3 122-1989 0 0,-13-196-1756 0 0,-1-2-157 0 0,2-1 0 0 0,0 1 0 0 0,9 29 0 0 0,-10-49-16 0 0,1 0 0 0 0,0 0 0 0 0,0 0 0 0 0,1 0-1 0 0,0 0 1 0 0,1-1 0 0 0,0 0 0 0 0,0 0-1 0 0,1 0 1 0 0,0 0 0 0 0,0-1 0 0 0,1 0-1 0 0,7 6 1 0 0,-10-10-3 0 0,-1-1 0 0 0,0 0 0 0 0,1 0-1 0 0,0 0 1 0 0,-1 0 0 0 0,1-1 0 0 0,0 0 0 0 0,0 1-1 0 0,0-1 1 0 0,0-1 0 0 0,0 1 0 0 0,0 0-1 0 0,0-1 1 0 0,0 0 0 0 0,5-1 0 0 0,-2 0-6 0 0,0 0 0 0 0,0 0 1 0 0,0-1-1 0 0,0-1 0 0 0,0 1 0 0 0,-1-1 1 0 0,1 0-1 0 0,5-4 0 0 0,10-7-39 0 0,-2-1 0 0 0,0-1 1 0 0,30-32-1 0 0,-49 47 13 0 0,22-23-177 0 0,42-38-1275 0 0,-46 48 229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9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1 131 5841 0 0,'6'-12'1099'0'0,"1"0"0"0"0,0 1 0 0 0,0 0-1 0 0,1 1 1 0 0,1-1 0 0 0,0 1 0 0 0,0 1 0 0 0,13-10-1 0 0,-19 16-930 0 0,0 1 0 0 0,1-1 0 0 0,-1 1 0 0 0,1 0-1 0 0,0 0 1 0 0,0 0 0 0 0,0 0 0 0 0,0 0 0 0 0,0 1-1 0 0,0 0 1 0 0,1 0 0 0 0,-1 0 0 0 0,0 1 0 0 0,1-1-1 0 0,-1 1 1 0 0,0 0 0 0 0,1 0 0 0 0,-1 0 0 0 0,0 1-1 0 0,1 0 1 0 0,-1-1 0 0 0,0 2 0 0 0,0-1-1 0 0,0 0 1 0 0,0 1 0 0 0,0 0 0 0 0,0 0 0 0 0,7 4-1 0 0,-8-3-108 0 0,0-1 0 0 0,0 1-1 0 0,0 0 1 0 0,0 1 0 0 0,0-1 0 0 0,0 0-1 0 0,-1 1 1 0 0,1-1 0 0 0,-1 1-1 0 0,0 0 1 0 0,-1 0 0 0 0,1 0-1 0 0,0 0 1 0 0,-1 0 0 0 0,0 0-1 0 0,0 0 1 0 0,0 1 0 0 0,-1-1-1 0 0,1 0 1 0 0,-1 9 0 0 0,-2 7 59 0 0,0 0 1 0 0,0-1 0 0 0,-9 28-1 0 0,-1 14-339 0 0,11-59 222 0 0,1 0-1 0 0,0 1 1 0 0,-1-1-1 0 0,1 0 1 0 0,0 1 0 0 0,1-1-1 0 0,-1 0 1 0 0,0 0-1 0 0,0 1 1 0 0,1-1 0 0 0,0 0-1 0 0,-1 0 1 0 0,1 1-1 0 0,0-1 1 0 0,0 0 0 0 0,0 0-1 0 0,0 0 1 0 0,0 0 0 0 0,1 0-1 0 0,-1 0 1 0 0,1-1-1 0 0,-1 1 1 0 0,1 0 0 0 0,0-1-1 0 0,-1 1 1 0 0,1-1-1 0 0,0 1 1 0 0,4 1 0 0 0,2 0 5 0 0,1-1 1 0 0,-1 1 0 0 0,1-1 0 0 0,-1-1-1 0 0,1 0 1 0 0,12 0 0 0 0,30 7 81 0 0,-50-8-78 0 0,1 1-1 0 0,-1 0 1 0 0,1 0 0 0 0,-1 0-1 0 0,0 0 1 0 0,0 1-1 0 0,1-1 1 0 0,-1 0-1 0 0,0 0 1 0 0,0 1-1 0 0,0-1 1 0 0,0 1-1 0 0,-1-1 1 0 0,1 1-1 0 0,0-1 1 0 0,0 1 0 0 0,-1-1-1 0 0,1 1 1 0 0,-1 0-1 0 0,0-1 1 0 0,1 1-1 0 0,-1 0 1 0 0,0-1-1 0 0,0 1 1 0 0,0 0-1 0 0,0-1 1 0 0,0 1-1 0 0,-1 0 1 0 0,0 3 0 0 0,-12 50 293 0 0,12-54-286 0 0,-6 19 385 0 0,-16 34-1 0 0,20-47-599 0 0,-1-1 0 0 0,1 0 0 0 0,-2 0 0 0 0,1 0 0 0 0,-1-1 0 0 0,1 1 0 0 0,-2-1 0 0 0,1 0 0 0 0,-6 4 0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9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0,'18'27'7671'0'0,"-4"10"-4423"0"0,3 46-2759 0 0,-10-47 307 0 0,9 52-494 0 0,4 106-1 0 0,-10 89 85 0 0,14 150-192 0 0,-17-390-349 0 0,2-1 0 0 0,22 65 1 0 0,14 16-3393 0 0,-42-113 2069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0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13 174 3225 0 0,'-13'1'2506'0'0,"32"-11"2167"0"0,28-6-1989 0 0,1 2 1 0 0,92-14-1 0 0,111 2 846 0 0,-96 11-2728 0 0,303-12 6 0 0,-62 6-437 0 0,-333 13-565 0 0,-43 4-1 0 0,0 1 0 0 0,0 1 0 0 0,1 1 1 0 0,-1 1-1 0 0,29 3 0 0 0,-48-3 43 0 0,0 0 1 0 0,0 0-1 0 0,0 1 1 0 0,0-1-1 0 0,0 0 1 0 0,0 0-1 0 0,0 1 1 0 0,0-1-1 0 0,0 0 1 0 0,0 1-1 0 0,0-1 1 0 0,0 1-1 0 0,0-1 0 0 0,-1 1 1 0 0,1-1-1 0 0,0 1 1 0 0,0 0-1 0 0,-1-1 1 0 0,1 1-1 0 0,0 0 1 0 0,-1 0-1 0 0,1 0 1 0 0,-1-1-1 0 0,1 1 1 0 0,-1 0-1 0 0,1 0 1 0 0,-1 0-1 0 0,1 2 1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0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54 3681 0 0,'-1'-3'655'0'0,"1"1"0"0"0,-1-1 0 0 0,0 0 0 0 0,1 1 0 0 0,-1-1 0 0 0,1 0 0 0 0,0 0 0 0 0,0 1 0 0 0,0-1 0 0 0,0 0 0 0 0,1-3 0 0 0,6-10 4212 0 0,-6 16-4729 0 0,-1 0-1 0 0,1-1 1 0 0,0 1-1 0 0,-1 0 1 0 0,1 0-1 0 0,-1 0 1 0 0,1 0-1 0 0,-1 0 1 0 0,1 0-1 0 0,-1 0 1 0 0,1 0-1 0 0,-1 0 1 0 0,1 0-1 0 0,-1 0 1 0 0,1 1-1 0 0,-1-1 1 0 0,1 0-1 0 0,-1 0 1 0 0,1 0-1 0 0,-1 1 1 0 0,1-1-1 0 0,-1 0 1 0 0,1 0-1 0 0,-1 1 1 0 0,1-1-1 0 0,-1 1 1 0 0,0-1-1 0 0,1 0 1 0 0,-1 1-1 0 0,0-1 1 0 0,1 1-1 0 0,7 8 106 0 0,-1 0 0 0 0,0 0 0 0 0,-1 1 0 0 0,0 0 0 0 0,0 0 0 0 0,-1 1 0 0 0,-1-1 0 0 0,0 1 0 0 0,5 17 0 0 0,1 17-162 0 0,6 48 0 0 0,-10-53-12 0 0,0 0-69 0 0,66 335 0 0 0,-71-372 0 0 0,-1-1 0 0 0,1 0 1 0 0,0 0-1 0 0,-1 1 0 0 0,1-1 0 0 0,0 0 0 0 0,0 0 1 0 0,1 0-1 0 0,-1 0 0 0 0,0 0 0 0 0,1 0 0 0 0,-1 0 1 0 0,1-1-1 0 0,-1 1 0 0 0,1-1 0 0 0,0 1 0 0 0,0-1 1 0 0,0 1-1 0 0,0-1 0 0 0,0 0 0 0 0,0 0 0 0 0,0 0 0 0 0,0 0 1 0 0,0 0-1 0 0,0 0 0 0 0,5 0 0 0 0,-1-1-6 0 0,-1 0 0 0 0,1 0 0 0 0,0 0 1 0 0,0-1-1 0 0,-1 0 0 0 0,1 0 0 0 0,-1-1 0 0 0,1 1 0 0 0,-1-1 0 0 0,7-3 0 0 0,50-26-49 0 0,114-75 0 0 0,-111 64-911 0 0,85-42 0 0 0,-124 74-178 0 0,-4 4-259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3 276 7370 0 0,'0'1'142'0'0,"0"1"1"0"0,0-1-1 0 0,0 0 1 0 0,0 0-1 0 0,0 0 1 0 0,0 0-1 0 0,0 0 1 0 0,0 1-1 0 0,1-1 1 0 0,-1 0-1 0 0,0 0 1 0 0,1 0-1 0 0,-1 0 1 0 0,1 0-1 0 0,-1 0 1 0 0,1 0-1 0 0,-1 0 1 0 0,1 0-1 0 0,0 0 1 0 0,0 0-1 0 0,-1-1 1 0 0,1 1-1 0 0,0 0 1 0 0,0 0-1 0 0,0-1 1 0 0,0 1-1 0 0,0 0 1 0 0,0-1-1 0 0,0 1 1 0 0,0-1-1 0 0,0 1 1 0 0,0-1-1 0 0,0 0 1 0 0,0 0-1 0 0,1 1 1 0 0,-1-1-1 0 0,0 0 1 0 0,0 0-1 0 0,0 0 1 0 0,0 0-1 0 0,1 0 1 0 0,-1 0-1 0 0,0 0 1 0 0,0-1-1 0 0,0 1 1 0 0,0 0-1 0 0,0-1 1 0 0,1 0-1 0 0,3 0 250 0 0,-1 0-1 0 0,0-1 0 0 0,0 0 0 0 0,0 0 0 0 0,0 0 1 0 0,0 0-1 0 0,0-1 0 0 0,0 1 0 0 0,-1-1 0 0 0,0 0 1 0 0,6-6-1 0 0,4-8-91 0 0,-2-1 1 0 0,0 0-1 0 0,0-1 0 0 0,7-22 1 0 0,-14 32-435 0 0,-1 0-1 0 0,0 0 1 0 0,0-1 0 0 0,-1 0 0 0 0,0 1 0 0 0,-1-1 0 0 0,0 0-1 0 0,-1 0 1 0 0,0 1 0 0 0,0-1 0 0 0,-3-12 0 0 0,3 21 33 0 0,0-1 1 0 0,-1 1-1 0 0,1-1 1 0 0,-1 1 0 0 0,1-1-1 0 0,-1 1 1 0 0,1-1-1 0 0,-1 1 1 0 0,0-1 0 0 0,0 1-1 0 0,0 0 1 0 0,1-1-1 0 0,-2 1 1 0 0,1 0-1 0 0,0 0 1 0 0,0 0 0 0 0,0 0-1 0 0,0 0 1 0 0,-1 0-1 0 0,1 0 1 0 0,0 0 0 0 0,-1 0-1 0 0,1 1 1 0 0,-3-2-1 0 0,1 2-46 0 0,0-1 0 0 0,0 1 0 0 0,0 0 0 0 0,0 0 0 0 0,0 0 0 0 0,0 1 0 0 0,1-1-1 0 0,-1 1 1 0 0,0-1 0 0 0,0 1 0 0 0,0 0 0 0 0,-4 2 0 0 0,0 0-65 0 0,0 1-1 0 0,0 0 1 0 0,0 0 0 0 0,0 1-1 0 0,1 0 1 0 0,-1 0 0 0 0,1 0 0 0 0,-10 13-1 0 0,11-11 338 0 0,1 0-1 0 0,-1 1 0 0 0,2 0 0 0 0,-1 0 1 0 0,1 0-1 0 0,1 0 0 0 0,-1 1 1 0 0,1-1-1 0 0,1 1 0 0 0,-1-1 0 0 0,2 1 1 0 0,-1 0-1 0 0,1 0 0 0 0,0-1 0 0 0,1 1 1 0 0,0 0-1 0 0,0-1 0 0 0,1 1 1 0 0,4 10-1 0 0,-4-12 9 0 0,1 0 1 0 0,0 0-1 0 0,1 0 1 0 0,-1 0-1 0 0,2-1 1 0 0,-1 1-1 0 0,0-1 1 0 0,1 0-1 0 0,0 0 1 0 0,1-1-1 0 0,-1 1 1 0 0,1-1-1 0 0,0 0 1 0 0,1-1-1 0 0,-1 0 1 0 0,1 0-1 0 0,-1 0 1 0 0,1-1-1 0 0,1 0 1 0 0,-1 0-1 0 0,12 3 1 0 0,-7-3-388 0 0,0-1 1 0 0,0-1 0 0 0,0 1-1 0 0,14-2 1 0 0,3-1-1065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51 211 3681 0 0,'3'-3'65'0'0,"2"-4"176"0"0,-1 1-1 0 0,1-1 1 0 0,-1 0-1 0 0,0 0 1 0 0,0 0-1 0 0,-1-1 1 0 0,0 0-1 0 0,0 1 1 0 0,-1-1-1 0 0,2-9 1 0 0,-2-1 1656 0 0,-1 1 0 0 0,0-1-1 0 0,-4-36 1 0 0,3 54-1802 0 0,0 0 0 0 0,0-1 0 0 0,0 1 0 0 0,0-1-1 0 0,0 1 1 0 0,0-1 0 0 0,0 1 0 0 0,0 0 0 0 0,0-1 0 0 0,0 1 0 0 0,0-1 0 0 0,0 1-1 0 0,0 0 1 0 0,0-1 0 0 0,0 1 0 0 0,-1-1 0 0 0,1 1 0 0 0,0 0 0 0 0,0-1 0 0 0,-1 1-1 0 0,1 0 1 0 0,0-1 0 0 0,0 1 0 0 0,-1 0 0 0 0,1-1 0 0 0,0 1 0 0 0,-1 0 0 0 0,1 0-1 0 0,-1-1 1 0 0,1 1 0 0 0,0 0 0 0 0,-1 0 0 0 0,1 0 0 0 0,-1-1 0 0 0,1 1 0 0 0,-1 0 0 0 0,-11 12 1690 0 0,-5 23-748 0 0,14-29-1016 0 0,-40 125 629 0 0,39-117-595 0 0,1 0 0 0 0,1 0-1 0 0,0 0 1 0 0,1 1 0 0 0,0-1-1 0 0,1 0 1 0 0,3 21 0 0 0,-3-33-69 0 0,0 1-1 0 0,0-1 1 0 0,1 0 0 0 0,-1 0 0 0 0,1 0 0 0 0,-1 0 0 0 0,1 0 0 0 0,0 0 0 0 0,0 0 0 0 0,0 0 0 0 0,0 0 0 0 0,0 0 0 0 0,0 0 0 0 0,1-1 0 0 0,-1 1 0 0 0,1 0 0 0 0,-1-1 0 0 0,4 3 0 0 0,-3-4 2 0 0,-1 1 1 0 0,1-1 0 0 0,-1 0 0 0 0,0-1 0 0 0,1 1 0 0 0,-1 0 0 0 0,1 0 0 0 0,-1-1 0 0 0,1 1 0 0 0,-1 0 0 0 0,0-1 0 0 0,1 0 0 0 0,-1 1 0 0 0,0-1-1 0 0,1 0 1 0 0,-1 1 0 0 0,0-1 0 0 0,0 0 0 0 0,0 0 0 0 0,0 0 0 0 0,0 0 0 0 0,0 0 0 0 0,0-1 0 0 0,0 1 0 0 0,0 0 0 0 0,0 0 0 0 0,-1 0 0 0 0,2-3-1 0 0,6-9-51 0 0,-1 0-1 0 0,0-1 1 0 0,-1 0-1 0 0,0 0 0 0 0,4-19 1 0 0,-5 18 172 0 0,0-1 0 0 0,1 1 0 0 0,0 1 0 0 0,13-22 0 0 0,-18 34-72 0 0,0 1-1 0 0,0-1 1 0 0,0 0-1 0 0,0 0 0 0 0,1 0 1 0 0,-1 1-1 0 0,1-1 0 0 0,-1 1 1 0 0,1-1-1 0 0,-1 1 1 0 0,1-1-1 0 0,0 1 0 0 0,0 0 1 0 0,0 0-1 0 0,0 0 0 0 0,0 0 1 0 0,0 0-1 0 0,0 0 0 0 0,0 1 1 0 0,0-1-1 0 0,0 1 1 0 0,0-1-1 0 0,0 1 0 0 0,0 0 1 0 0,0 0-1 0 0,4 0 0 0 0,-3 1-8 0 0,-1 0 0 0 0,1 1 1 0 0,-1-1-1 0 0,1 1 0 0 0,-1-1 0 0 0,1 1 0 0 0,-1 0 0 0 0,0 0 0 0 0,0 0 0 0 0,0 0 0 0 0,0 0 0 0 0,0 0 0 0 0,-1 0 0 0 0,1 1 0 0 0,-1-1 0 0 0,1 1 0 0 0,-1-1 0 0 0,0 1 0 0 0,1 4 0 0 0,24 73 60 0 0,-17-51-9 0 0,17 43 0 0 0,-23-64-71 0 0,1 0 1 0 0,1 0-1 0 0,-1 0 1 0 0,2-1-1 0 0,-1 0 0 0 0,1 0 1 0 0,0 0-1 0 0,0-1 0 0 0,11 10 1 0 0,-16-15-11 0 0,1 0 0 0 0,0 0 1 0 0,-1 0-1 0 0,1 0 0 0 0,0 0 0 0 0,-1 0 0 0 0,1 0 1 0 0,0-1-1 0 0,0 1 0 0 0,0-1 0 0 0,0 1 1 0 0,0-1-1 0 0,0 0 0 0 0,0 0 0 0 0,-1 1 1 0 0,1-1-1 0 0,0-1 0 0 0,0 1 0 0 0,0 0 0 0 0,0 0 1 0 0,2-1-1 0 0,0-1-6 0 0,-1 1 0 0 0,0-1 0 0 0,0 0 0 0 0,0 0 0 0 0,0 0 0 0 0,0 0 0 0 0,-1 0 0 0 0,1-1 0 0 0,-1 1 0 0 0,1-1 0 0 0,1-3 0 0 0,6-8-52 0 0,-1-1 0 0 0,0-1 0 0 0,11-28 0 0 0,-16 35 35 0 0,11-28-1365 0 0,1 0-3582 0 0,1-3-1957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63 10594 0 0,'-4'7'472'0'0,"3"-5"96"0"0,1 0-455 0 0,0-1-113 0 0,1-1 0 0 0,1 0-153 0 0,0-1-47 0 0,3-1-16 0 0,2-3 0 0 0,4-2-400 0 0,-3 0-88 0 0,4-2-8 0 0,1-1-8 0 0,-3 1 576 0 0,1 0 144 0 0,-3 0 0 0 0,-2 2 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4 106 11058 0 0,'-1'1'53'0'0,"1"0"-1"0"0,-1 0 1 0 0,1 0-1 0 0,-1 0 1 0 0,1 1-1 0 0,0-1 1 0 0,0 0-1 0 0,0 1 0 0 0,0-1 1 0 0,0 0-1 0 0,0 0 1 0 0,0 1-1 0 0,0-1 1 0 0,0 0-1 0 0,0 0 1 0 0,1 1-1 0 0,-1-1 0 0 0,0 0 1 0 0,1 0-1 0 0,-1 0 1 0 0,1 0-1 0 0,0 1 1 0 0,-1-1-1 0 0,1 0 1 0 0,0 0-1 0 0,0 0 1 0 0,1 1-1 0 0,1-1 144 0 0,0 0 1 0 0,1 0-1 0 0,-1 0 1 0 0,0 0-1 0 0,1-1 0 0 0,-1 0 1 0 0,1 1-1 0 0,-1-1 1 0 0,6-1-1 0 0,8 0 207 0 0,-1 0 1 0 0,1-1-1 0 0,0-1 0 0 0,29-10 0 0 0,68-30-2068 0 0,-20 7-6961 0 0,-84 33 8133 0 0,-1-1 0 0 0,0 0-1 0 0,0 0 1 0 0,0-1 0 0 0,10-7 0 0 0,-1-1 493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2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33 10594 0 0,'-4'-4'705'0'0,"1"1"1"0"0,-1-1-1 0 0,-1 1 0 0 0,1 0 0 0 0,0 1 0 0 0,-1-1 0 0 0,1 1 0 0 0,-1 0 1 0 0,0 0-1 0 0,-8-2 0 0 0,12 4-617 0 0,0-1-1 0 0,-1 1 1 0 0,1 0-1 0 0,-1 0 1 0 0,1 0 0 0 0,0 0-1 0 0,-1 0 1 0 0,1 0 0 0 0,-1 1-1 0 0,1-1 1 0 0,0 0 0 0 0,-1 1-1 0 0,1-1 1 0 0,0 1-1 0 0,-1-1 1 0 0,1 1 0 0 0,0 0-1 0 0,0-1 1 0 0,0 1 0 0 0,-1 0-1 0 0,1 0 1 0 0,0 0 0 0 0,0 0-1 0 0,0 0 1 0 0,0 0 0 0 0,1 0-1 0 0,-1 0 1 0 0,0 0-1 0 0,0 1 1 0 0,1-1 0 0 0,-1 0-1 0 0,1 0 1 0 0,-1 1 0 0 0,1-1-1 0 0,-1 0 1 0 0,1 1 0 0 0,0-1-1 0 0,-1 1 1 0 0,1-1-1 0 0,0 0 1 0 0,0 1 0 0 0,1 2-1 0 0,-1 12 58 0 0,1 0 0 0 0,1 0 0 0 0,0 0 0 0 0,1 0 0 0 0,1-1 0 0 0,0 1-1 0 0,1-1 1 0 0,9 19 0 0 0,3 10 80 0 0,19 64 75 0 0,-5 1 1 0 0,32 206-1 0 0,-48-197-1726 0 0,59 223 0 0 0,-73-339 1221 0 0,0 1-518 0 0,0 1-1 0 0,0-1 1 0 0,0 1-1 0 0,1-1 1 0 0,0 0 0 0 0,-1 0-1 0 0,3 4 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2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9 2304 0 0,'-35'8'245'0'0,"-16"4"2704"0"0,12 10 9615 0 0,56-20-11377 0 0,281-24 2969 0 0,-157 7-3372 0 0,111-1-800 0 0,291 20 0 0 0,-495-2-940 0 0,69 14 0 0 0,-86-8-172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27 5841 0 0,'-3'-27'12421'0'0,"10"39"-9908"0"0,5 16-2354 0 0,-2 2-1 0 0,-1-1 1 0 0,-1 1-1 0 0,-1 1 1 0 0,2 33-1 0 0,3 159 1173 0 0,-1-8-679 0 0,-8-190-652 0 0,1-1 0 0 0,1 0 0 0 0,9 29 0 0 0,-12-47 0 0 0,0 0 0 0 0,1 0 0 0 0,0 0 0 0 0,0 0 0 0 0,0 0 0 0 0,0-1 0 0 0,1 1 0 0 0,0-1 0 0 0,0 0 0 0 0,1 0 0 0 0,-1 0 0 0 0,1-1 0 0 0,0 1 0 0 0,0-1 0 0 0,1-1 0 0 0,-1 1 0 0 0,8 3 0 0 0,-9-6 0 0 0,-1 0 1 0 0,1 0-1 0 0,0 0 0 0 0,0 0 0 0 0,0-1 1 0 0,0 0-1 0 0,0 0 0 0 0,0 0 1 0 0,0 0-1 0 0,0-1 0 0 0,0 1 0 0 0,0-1 1 0 0,0 0-1 0 0,0 0 0 0 0,0 0 0 0 0,-1-1 1 0 0,1 1-1 0 0,4-4 0 0 0,7-4-3 0 0,0 0 0 0 0,26-23 0 0 0,-13 10-16 0 0,-28 22 8 0 0,154-105-437 0 0,-130 92-416 0 0,0 0 0 0 0,0 1 0 0 0,1 2 0 0 0,48-14 0 0 0,-48 18-439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6913 0 0,'-1'10'11295'0'0,"4"23"-8897"0"0,-1-22-1481 0 0,6 196 1826 0 0,-8-145-3425 0 0,2 0 1 0 0,3 0 0 0 0,18 86 0 0 0,-16-121-7089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14283 0 0,'3'3'230'0'0,"1"-1"0"0"0,-1 0 0 0 0,1 0 0 0 0,-1 0 0 0 0,1-1 0 0 0,0 1 0 0 0,0-1 0 0 0,0 0 0 0 0,0 0 0 0 0,0 0 0 0 0,0-1 1 0 0,7 1-1 0 0,50-1 1632 0 0,-38-3-1411 0 0,0-1 0 0 0,0-1 0 0 0,0-1 0 0 0,-1-1 0 0 0,36-16 0 0 0,16-6-6066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7370 0 0,'-1'1'196'0'0,"-1"1"1"0"0,1-1-1 0 0,0 0 1 0 0,-1 1 0 0 0,1-1-1 0 0,0 1 1 0 0,0 0 0 0 0,0-1-1 0 0,0 1 1 0 0,0 0 0 0 0,0 0-1 0 0,0-1 1 0 0,1 1 0 0 0,-1 0-1 0 0,0 0 1 0 0,1 0-1 0 0,0 0 1 0 0,-1 0 0 0 0,1 0-1 0 0,0 0 1 0 0,0 2 0 0 0,3 51 4140 0 0,-1-43-3676 0 0,7 129 4620 0 0,-7-91-5076 0 0,-4-1 1 0 0,-8 63-1 0 0,3-58-2342 0 0,4-29-5242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14283 0 0,'24'16'4013'0'0,"-13"-2"-3354"0"0,-1 0-1 0 0,0 1 1 0 0,-1 0 0 0 0,0 1-1 0 0,-1-1 1 0 0,10 34-1 0 0,24 105-210 0 0,-20-32-335 0 0,8 178 0 0 0,-12-94-2755 0 0,-10-141-4925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0 147 10594 0 0,'109'-22'6066'0'0,"15"-13"-2715"0"0,107-26-786 0 0,-184 51-2872 0 0,0 2 0 0 0,93-3 0 0 0,-129 11-247 0 0,0 1 0 0 0,0 0 0 0 0,1 0 0 0 0,-1 1 1 0 0,0 0-1 0 0,-1 1 0 0 0,13 5 0 0 0,3 4-5844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4609 0 0,'1'7'1117'0'0,"0"0"0"0"0,0-1 0 0 0,1 1 0 0 0,0-1 0 0 0,5 12 0 0 0,3 9 1442 0 0,39 145 5388 0 0,21 86-5305 0 0,-68-252-2625 0 0,0 1 0 0 0,0-1 0 0 0,0 0 0 0 0,0 0-1 0 0,1-1 1 0 0,0 1 0 0 0,1 0 0 0 0,-1-1 0 0 0,1 0 0 0 0,0 0 0 0 0,0 0 0 0 0,0 0 0 0 0,1-1 0 0 0,0 1 0 0 0,9 5 0 0 0,-10-8-19 0 0,1 1-1 0 0,0-2 0 0 0,-1 1 0 0 0,1 0 1 0 0,0-1-1 0 0,0 0 0 0 0,0 0 1 0 0,0-1-1 0 0,0 1 0 0 0,0-1 0 0 0,0 0 1 0 0,0 0-1 0 0,0-1 0 0 0,0 1 1 0 0,0-1-1 0 0,0 0 0 0 0,-1-1 0 0 0,1 1 1 0 0,0-1-1 0 0,7-3 0 0 0,23-13-5 0 0,59-40 0 0 0,-52 31-2046 0 0,0 2-3457 0 0,-8 7-1843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38 2304 0 0,'-19'0'9330'0'0,"24"-3"-7727"0"0,2-2-1057 0 0,-1 0 0 0 0,1 1 0 0 0,0 0 0 0 0,1 1 0 0 0,-1-1-1 0 0,15-3 1 0 0,-19 6-424 0 0,0 1 0 0 0,0-1 0 0 0,1 1 0 0 0,-1-1-1 0 0,0 1 1 0 0,0 0 0 0 0,1 1 0 0 0,-1-1 0 0 0,0 0 0 0 0,0 1-1 0 0,1 0 1 0 0,-1 0 0 0 0,0 0 0 0 0,0 0 0 0 0,0 0-1 0 0,0 0 1 0 0,0 1 0 0 0,-1 0 0 0 0,1-1 0 0 0,0 1 0 0 0,-1 0-1 0 0,5 4 1 0 0,11 14 545 0 0,30 44 0 0 0,9 11 502 0 0,-51-68-1048 0 0,1 0-1 0 0,0 0 0 0 0,1-1 1 0 0,0 0-1 0 0,0 0 1 0 0,0-1-1 0 0,12 6 0 0 0,-17-10-123 0 0,-1 0-1 0 0,1 0 1 0 0,-1-1-1 0 0,1 1 1 0 0,-1-1-1 0 0,1 1 1 0 0,0-1-1 0 0,-1 0 1 0 0,1 0-1 0 0,0 0 0 0 0,-1 0 1 0 0,1-1-1 0 0,-1 1 1 0 0,1-1-1 0 0,0 0 1 0 0,-1 1-1 0 0,1-1 1 0 0,-1 0-1 0 0,4-2 1 0 0,3-3-246 0 0,0 0 1 0 0,0 0 0 0 0,11-11-1 0 0,-8 6-442 0 0,9-6-636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2304 0 0,'1'2'237'0'0,"0"-1"-1"0"0,-1 1 0 0 0,1 0 0 0 0,0-1 0 0 0,0 1 1 0 0,1-1-1 0 0,-1 1 0 0 0,0-1 0 0 0,0 0 0 0 0,1 1 1 0 0,-1-1-1 0 0,1 0 0 0 0,-1 0 0 0 0,1 0 0 0 0,-1 0 1 0 0,1 0-1 0 0,0 0 0 0 0,-1-1 0 0 0,1 1 0 0 0,0 0 1 0 0,0-1-1 0 0,-1 0 0 0 0,4 1 0 0 0,44 8 4074 0 0,-29-10-3469 0 0,-1-1 0 0 0,1 0 1 0 0,-1-2-1 0 0,0-1 1 0 0,0 0-1 0 0,-1-1 0 0 0,0-1 1 0 0,21-11-1 0 0,-8 5-3110 0 0,46-14 0 0 0,-57 22-3446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0,'0'5'771'0'0,"0"1"0"0"0,0-1 0 0 0,0 0 1 0 0,1 0-1 0 0,0 0 0 0 0,0 0 0 0 0,0 0 0 0 0,1 0 1 0 0,2 6-1 0 0,2 8 705 0 0,0 21 2216 0 0,2 75 0 0 0,0 8-6767 0 0,-4-99 1732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0,'3'40'4607'0'0,"7"112"1878"0"0,-2-87-4668 0 0,22 96 0 0 0,86 314 82 0 0,-46-157-5881 0 0,-61-273-3163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0,'0'1'108'0'0,"0"1"0"0"0,-1-1 0 0 0,1 0 0 0 0,0 0 0 0 0,0 1 0 0 0,0-1 0 0 0,0 0 0 0 0,1 0 0 0 0,-1 1 0 0 0,0-1-1 0 0,1 0 1 0 0,-1 0 0 0 0,0 0 0 0 0,1 0 0 0 0,-1 1 0 0 0,1-1 0 0 0,0 0 0 0 0,-1 0 0 0 0,1 0 0 0 0,0 0 0 0 0,0 0-1 0 0,0 0 1 0 0,-1 0 0 0 0,3 1 0 0 0,1 1 280 0 0,0-1 1 0 0,0 1-1 0 0,0 0 0 0 0,1-1 0 0 0,-1 0 1 0 0,8 3-1 0 0,7 0 958 0 0,0 0-1 0 0,25 3 1 0 0,-9-4-99 0 0,0-2-1 0 0,0-2 1 0 0,50-4 0 0 0,103-25 988 0 0,0 1-2505 0 0,-153 25-360 0 0,0 1 0 0 0,1 2 1 0 0,47 6-1 0 0,-52 0-1661 0 0,-4 4-4391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0,'-1'1'396'0'0,"1"1"-1"0"0,0 0 1 0 0,0-1-1 0 0,0 1 1 0 0,0 0-1 0 0,0-1 1 0 0,1 1-1 0 0,-1-1 1 0 0,0 1-1 0 0,1-1 0 0 0,-1 1 1 0 0,1-1-1 0 0,0 1 1 0 0,-1-1-1 0 0,1 1 1 0 0,0-1-1 0 0,0 1 1 0 0,0-1-1 0 0,2 2 1 0 0,22 32 3585 0 0,-3-6-1641 0 0,36 61 0 0 0,-43-60-2073 0 0,-1 1 0 0 0,-1 0 0 0 0,-2 0 1 0 0,11 46-1 0 0,15 129 460 0 0,7 24-565 0 0,-41-217-159 0 0,1 0 0 0 0,10 24-1 0 0,-13-35-16 0 0,0 0-1 0 0,0 1 0 0 0,0-1 1 0 0,0 0-1 0 0,1 0 1 0 0,-1 0-1 0 0,1 0 0 0 0,-1 0 1 0 0,1 0-1 0 0,0 0 1 0 0,0-1-1 0 0,0 1 0 0 0,0 0 1 0 0,0-1-1 0 0,0 0 0 0 0,0 1 1 0 0,0-1-1 0 0,0 0 1 0 0,1 0-1 0 0,-1 0 0 0 0,0 0 1 0 0,1-1-1 0 0,3 1 1 0 0,1-2-128 0 0,0-2 1 0 0,-1 1 0 0 0,1-1 0 0 0,0 0 0 0 0,-1 0 0 0 0,0 0 0 0 0,0-1 0 0 0,0 0 0 0 0,0-1-1 0 0,7-6 1 0 0,7-4-374 0 0,116-89-5279 0 0,-131 99 5877 0 0,18-15-99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1 211 7370 0 0,'43'-11'4586'0'0,"-2"-1"-1974"0"0,-1-3 0 0 0,55-27-1 0 0,71-52-444 0 0,-161 91-2335 0 0,30-18-355 0 0,-12 9-5111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7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0,'10'4'804'0'0,"0"-2"0"0"0,-1 1 0 0 0,1-1-1 0 0,0-1 1 0 0,0 0 0 0 0,18 0 0 0 0,11 1 1546 0 0,-18 1-1490 0 0,80 13 1502 0 0,-92-14-2259 0 0,-1 0 1 0 0,0 1-1 0 0,1 0 1 0 0,-1 0-1 0 0,-1 0 1 0 0,1 1-1 0 0,0 1 1 0 0,-1-1-1 0 0,8 8 1 0 0,-12-9-93 0 0,0 0 0 0 0,-1 0 1 0 0,1 0-1 0 0,-1 0 1 0 0,0 1-1 0 0,0-1 1 0 0,0 1-1 0 0,-1 0 1 0 0,1 0-1 0 0,-1-1 0 0 0,0 1 1 0 0,0 0-1 0 0,0 0 1 0 0,0 8-1 0 0,0 6-16 0 0,-1 0-1 0 0,-3 21 1 0 0,1 22 95 0 0,4-53-56 0 0,0 0 0 0 0,0-1 1 0 0,0 1-1 0 0,1 0 0 0 0,0-1 0 0 0,1 0 1 0 0,-1 1-1 0 0,2-1 0 0 0,6 9 0 0 0,-6-9 40 0 0,0 0 1 0 0,-1 1-1 0 0,0-1 0 0 0,0 1 0 0 0,-1 0 0 0 0,1 0 0 0 0,2 14 0 0 0,-6-20-54 0 0,1 1 0 0 0,-1-1 0 0 0,0 1 0 0 0,0-1 0 0 0,0 0 0 0 0,0 1 0 0 0,-1-1 0 0 0,1 1 0 0 0,-1-1 0 0 0,1 0 0 0 0,-1 1 0 0 0,0-1 0 0 0,0 0 0 0 0,0 0 0 0 0,0 1 0 0 0,0-1 0 0 0,0 0 0 0 0,-1 0 0 0 0,1 0 0 0 0,-1-1 0 0 0,1 1 0 0 0,-1 0 0 0 0,0 0 0 0 0,-2 1 0 0 0,2-2-559 0 0,0 0-1 0 0,1 0 1 0 0,-1-1-1 0 0,0 1 1 0 0,0 0 0 0 0,0-1-1 0 0,1 1 1 0 0,-1-1-1 0 0,0 0 1 0 0,0 1 0 0 0,0-1-1 0 0,-3-1 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27.67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653 209 2761 0 0,'-11'-6'34'0'0,"0"2"1"0"0,-1-1-1 0 0,1 1 1 0 0,-1 1-1 0 0,0 0 1 0 0,0 1-1 0 0,0 0 1 0 0,0 1-1 0 0,0 0 1 0 0,0 1-1 0 0,-1 0 1 0 0,1 1-1 0 0,0 0 1 0 0,0 1-1 0 0,-17 5 1 0 0,13-3-15 0 0,1 1 1 0 0,0 0-1 0 0,1 1 1 0 0,-1 1-1 0 0,1 0 1 0 0,0 1-1 0 0,1 0 1 0 0,0 1-1 0 0,-22 20 1 0 0,18-13 121 0 0,1 2-1 0 0,1 0 1 0 0,0 1 0 0 0,1 1 0 0 0,-20 38-1 0 0,8 0 332 0 0,2 1-1 0 0,3 1 0 0 0,-27 123 0 0 0,29-85-264 0 0,4 2 0 0 0,4-1 0 0 0,5 1 1 0 0,6 101-1 0 0,2-162-224 0 0,1 0 0 0 0,2-1 0 0 0,2 0 0 0 0,2 0 1 0 0,1-1-1 0 0,29 71 0 0 0,-31-91 8 0 0,1-1 0 0 0,0 0 0 0 0,1 0 0 0 0,1-1 0 0 0,1 0 0 0 0,0-1 0 0 0,0 0 0 0 0,2-1 0 0 0,0 0 0 0 0,0-1 0 0 0,1-1 0 0 0,0 0 0 0 0,1-1 0 0 0,0-1 0 0 0,1 0 0 0 0,24 8 0 0 0,-24-12 12 0 0,1 0 1 0 0,-1-2 0 0 0,1 0-1 0 0,0 0 1 0 0,0-2 0 0 0,0 0-1 0 0,1-2 1 0 0,-1 0 0 0 0,0 0-1 0 0,0-2 1 0 0,30-8-1 0 0,-10 0 62 0 0,-1-2-1 0 0,0-1 1 0 0,-1-3-1 0 0,45-26 1 0 0,-49 22 33 0 0,-1-1 0 0 0,-1-1 1 0 0,-1-1-1 0 0,-1-2 0 0 0,-1-1 1 0 0,-2-1-1 0 0,30-43 0 0 0,-14 12 279 0 0,-3-2 0 0 0,58-129 0 0 0,-80 149-182 0 0,-2 0-1 0 0,-2-1 1 0 0,-1 0 0 0 0,-3-1 0 0 0,-1 0-1 0 0,-2-1 1 0 0,-2 1 0 0 0,-5-82-1 0 0,-6 37-11 0 0,-4 0 0 0 0,-5 1 0 0 0,-36-116 0 0 0,42 163-115 0 0,-2 0 1 0 0,-2 1-1 0 0,-2 0 1 0 0,-28-48 0 0 0,38 75-100 0 0,-1 2 0 0 0,0-1 1 0 0,-1 1-1 0 0,0 0 0 0 0,-1 1 0 0 0,0 0 1 0 0,-18-12-1 0 0,20 16-68 0 0,-1 0 0 0 0,1 1 0 0 0,-1 0 0 0 0,0 0-1 0 0,0 1 1 0 0,0 0 0 0 0,-1 1 0 0 0,1 0 0 0 0,-1 1 0 0 0,1 0 0 0 0,-18 0 0 0 0,11 2-194 0 0,1 0 0 0 0,-1 1-1 0 0,1 1 1 0 0,0 0 0 0 0,0 2 0 0 0,-20 7 0 0 0,-12 9-2942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28.4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560 19 5065 0 0,'-29'7'348'0'0,"1"1"0"0"0,0 2 0 0 0,1 1 0 0 0,-38 21-1 0 0,49-23-326 0 0,1 1 0 0 0,0 1-1 0 0,0 1 1 0 0,2 0-1 0 0,-1 0 1 0 0,1 2-1 0 0,1-1 1 0 0,-14 22-1 0 0,-9 20 117 0 0,3 2-1 0 0,2 2 0 0 0,3 0 0 0 0,3 2 0 0 0,2 1 0 0 0,-24 112 0 0 0,36-124-96 0 0,2 1 0 0 0,3 0-1 0 0,2 0 1 0 0,2 0 0 0 0,2 0 0 0 0,3 0 0 0 0,2 0 0 0 0,2-1 0 0 0,2 0 0 0 0,2 0 0 0 0,3-1 0 0 0,27 63-1 0 0,-21-63 14 0 0,2-1-1 0 0,3-1 0 0 0,2-1 0 0 0,1-2 0 0 0,3 0 1 0 0,1-2-1 0 0,41 39 0 0 0,-58-67-130 0 0,0-1-1 0 0,1-1 1 0 0,1 0 0 0 0,0-2 0 0 0,0 0 0 0 0,1-1-1 0 0,0 0 1 0 0,1-2 0 0 0,-1 0 0 0 0,2-1-1 0 0,-1-1 1 0 0,0-1 0 0 0,1-1 0 0 0,0-1 0 0 0,21-1-1 0 0,-14-1 98 0 0,-1-2-1 0 0,1 0 0 0 0,-1-2 1 0 0,0-1-1 0 0,0-2 1 0 0,0 0-1 0 0,-1-2 0 0 0,0-1 1 0 0,-1-1-1 0 0,48-28 0 0 0,-57 28 81 0 0,-1-1 1 0 0,0-1-1 0 0,-1 0 0 0 0,0-1 0 0 0,-1 0 0 0 0,-1-1 0 0 0,0-1 0 0 0,-1 0 0 0 0,-1 0 0 0 0,-1-1 1 0 0,0-1-1 0 0,-1 1 0 0 0,0-2 0 0 0,5-22 0 0 0,2-18 155 0 0,-1 0 0 0 0,-4-1-1 0 0,4-76 1 0 0,-9 35-5 0 0,-4 1-1 0 0,-5 0 1 0 0,-17-105-1 0 0,-2 68-1 0 0,-68-220 1 0 0,88 347-226 0 0,-12-37 230 0 0,-33-75 1 0 0,43 111-234 0 0,-1 1 0 0 0,0-1 0 0 0,0 1 0 0 0,-1 0 1 0 0,0 0-1 0 0,-1 1 0 0 0,0-1 0 0 0,0 2 0 0 0,-1 0 0 0 0,-1 0 0 0 0,1 0 1 0 0,-15-8-1 0 0,18 13-134 0 0,1 1 0 0 0,0 0 1 0 0,-1 0-1 0 0,0 1 0 0 0,1-1 1 0 0,-1 1-1 0 0,0 1 0 0 0,0-1 0 0 0,-11 1 1 0 0,-20 4-4012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29.2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600 198 3225 0 0,'-26'-4'300'0'0,"-1"0"1"0"0,0 1-1 0 0,0 2 1 0 0,-28 2-1 0 0,43 1-173 0 0,0-1 0 0 0,1 2 0 0 0,-1 0 0 0 0,1 0 0 0 0,0 1 0 0 0,0 0 0 0 0,0 1 0 0 0,0 0 0 0 0,1 1 0 0 0,0 0 0 0 0,-17 14 0 0 0,4 0 114 0 0,1 1 0 0 0,1 1 0 0 0,2 1 0 0 0,0 0 0 0 0,1 2 0 0 0,1 0 0 0 0,1 1 0 0 0,2 0 0 0 0,-18 45 0 0 0,12-15 105 0 0,2 1-1 0 0,3 0 0 0 0,-15 114 0 0 0,27-131-342 0 0,1 0 0 0 0,2-1 0 0 0,2 1 0 0 0,2 0 0 0 0,1-1 0 0 0,2 0 0 0 0,2 0 0 0 0,1-1 0 0 0,26 63 0 0 0,-8-38-386 0 0,3-1 1 0 0,2-2-1 0 0,3-1 1 0 0,77 95-1 0 0,-95-134 247 0 0,1 0-1 0 0,0-1 0 0 0,2-1 1 0 0,0-1-1 0 0,1-1 1 0 0,0-1-1 0 0,1-1 1 0 0,1-1-1 0 0,1-1 1 0 0,0-1-1 0 0,0-1 1 0 0,1-1-1 0 0,42 8 0 0 0,-42-12 198 0 0,0-1 0 0 0,1-1 0 0 0,-1-1 0 0 0,1-2 0 0 0,-1 0-1 0 0,1-2 1 0 0,-1-1 0 0 0,0-1 0 0 0,0-1 0 0 0,0-2-1 0 0,-1 0 1 0 0,0-2 0 0 0,48-23 0 0 0,-58 23 5 0 0,0 0 0 0 0,-1-1 1 0 0,0-1-1 0 0,-1 0 0 0 0,0-1 0 0 0,0 0 0 0 0,-2-1 1 0 0,17-22-1 0 0,-14 14 133 0 0,-1-1-1 0 0,-1 0 1 0 0,-2 0 0 0 0,0-1 0 0 0,10-33-1 0 0,-7 0 299 0 0,-2 1 0 0 0,-2-2-1 0 0,-3 1 1 0 0,-1-90-1 0 0,-7 59-110 0 0,-3 0 0 0 0,-4 0-1 0 0,-35-145 1 0 0,24 162-296 0 0,-2 0 0 0 0,-3 2 0 0 0,-3 1 0 0 0,-68-115 0 0 0,83 160-88 0 0,-68-103 400 0 0,69 109-407 0 0,-1 0 1 0 0,-1 1 0 0 0,0 0 0 0 0,-1 1 0 0 0,-19-14 0 0 0,1 6-351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36.5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960 13 3225 0 0,'-25'-5'10'0'0,"1"2"0"0"0,-1 0 0 0 0,0 2 0 0 0,0 0 1 0 0,0 2-1 0 0,0 1 0 0 0,0 1 0 0 0,0 1 0 0 0,1 1 0 0 0,-1 1 1 0 0,1 1-1 0 0,-34 16 0 0 0,12-2 312 0 0,0 1 0 0 0,2 3 0 0 0,1 2 0 0 0,1 2 0 0 0,-46 40 0 0 0,61-44-258 0 0,1 1-1 0 0,1 1 0 0 0,1 1 1 0 0,2 1-1 0 0,1 1 1 0 0,1 1-1 0 0,2 0 1 0 0,1 2-1 0 0,1 0 0 0 0,2 1 1 0 0,-18 62-1 0 0,22-53-121 0 0,2 0 0 0 0,1 0 0 0 0,2 1 0 0 0,2-1 0 0 0,3 1 0 0 0,1 0 0 0 0,1-1 0 0 0,3 1 0 0 0,16 66 1 0 0,-1-41-243 0 0,4-1 0 0 0,2-1 0 0 0,3-1 0 0 0,3-1 0 0 0,2-2 0 0 0,4-2 0 0 0,2-1 0 0 0,2-2 0 0 0,4-2 0 0 0,1-2 0 0 0,3-2 0 0 0,2-2 0 0 0,64 47 0 0 0,-77-69 425 0 0,1-1-1 0 0,1-2 1 0 0,1-2-1 0 0,1-1 1 0 0,0-3 0 0 0,51 16-1 0 0,-5-11 94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36.6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811 1699 2304 0 0,'14'-50'110'0'0,"-3"-1"0"0"0,-1 0 0 0 0,-3 0 0 0 0,0-54 0 0 0,-29-316 1434 0 0,13 352-1049 0 0,-3 1 1 0 0,-3 0 0 0 0,-3 1-1 0 0,-31-73 1 0 0,32 101-219 0 0,-3 0-1 0 0,0 2 1 0 0,-3 0-1 0 0,-1 2 1 0 0,-1 0-1 0 0,-2 2 1 0 0,-2 1-1 0 0,-1 1 1 0 0,-1 1-1 0 0,-1 2 1 0 0,-2 2 0 0 0,-1 0-1 0 0,-68-36 1 0 0,77 50-496 0 0,0 1 1 0 0,-1 1-1 0 0,0 2 1 0 0,0 1-1 0 0,-52-7 1 0 0,7 9-3218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37.2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483 1 3681 0 0,'-4'1'32'0'0,"-1"0"0"0"0,1 0 1 0 0,0 0-1 0 0,0 1 1 0 0,0 0-1 0 0,0 0 0 0 0,0 0 1 0 0,0 1-1 0 0,1-1 0 0 0,-6 5 1 0 0,-33 35-282 0 0,30-30 255 0 0,-28 33-148 0 0,1 1 0 0 0,3 2 1 0 0,2 1-1 0 0,2 2 0 0 0,2 1 0 0 0,2 2 0 0 0,3 0 0 0 0,2 2 1 0 0,3 1-1 0 0,2 0 0 0 0,2 1 0 0 0,4 1 0 0 0,-10 103 0 0 0,18-63 165 0 0,4 0 0 0 0,22 172-1 0 0,71 190 46 0 0,-16-216-49 0 0,-34-145 74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37.4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2708 2745 0 0,'27'-18'74'0'0,"99"-75"100"0"0,-78 50-129 0 0,-2-4 0 0 0,-2-1-1 0 0,63-89 1 0 0,-90 114 10 0 0,42-57 243 0 0,-3-2-1 0 0,71-144 0 0 0,-102 172-113 0 0,-3 0 0 0 0,-2-2 0 0 0,-2-1 0 0 0,-3 0 0 0 0,14-106-1 0 0,-22 72 465 0 0,-4-1 0 0 0,-12-124 0 0 0,-50-179 2342 0 0,1 161-1212 0 0,42 182-1283 0 0,-2 1 1 0 0,-35-68-1 0 0,44 103-434 0 0,0 0 0 0 0,-1 1 0 0 0,-1 0 0 0 0,0 1 1 0 0,-1 0-1 0 0,0 1 0 0 0,-1 1 0 0 0,-1-1 0 0 0,0 2 0 0 0,0 0 0 0 0,-29-16 0 0 0,28 20-404 0 0,1 1 0 0 0,-1 0 0 0 0,-1 0 0 0 0,1 2 1 0 0,-1 0-1 0 0,0 1 0 0 0,0 0 0 0 0,0 1 0 0 0,0 1 0 0 0,0 1 0 0 0,0 0 0 0 0,-1 1 1 0 0,-22 4-1 0 0,-27 10-3689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38.2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111 300 2761 0 0,'-93'415'202'0'0,"85"-357"-161"0"0,2 1 0 0 0,3 0 0 0 0,3 0 0 0 0,2 0 0 0 0,12 71 0 0 0,38 120 135 0 0,-42-213-147 0 0,2-1-1 0 0,1 0 1 0 0,2 0 0 0 0,31 52 0 0 0,-36-73 48 0 0,1 0-1 0 0,0-1 1 0 0,1 0 0 0 0,0-1 0 0 0,1-1-1 0 0,0 0 1 0 0,1-1 0 0 0,1 0 0 0 0,0-1-1 0 0,0-1 1 0 0,1 0 0 0 0,0-1 0 0 0,0-1-1 0 0,1 0 1 0 0,0-1 0 0 0,0-1 0 0 0,1-1-1 0 0,21 3 1 0 0,13-1 240 0 0,1-3-1 0 0,-1-2 0 0 0,0-3 1 0 0,103-15-1 0 0,-125 12-318 0 0,0-1-1 0 0,-1-2 1 0 0,0-1-1 0 0,0-1 1 0 0,-1-1-1 0 0,0-2 0 0 0,-1 0 1 0 0,-1-2-1 0 0,28-21 1 0 0,-20 9-51 0 0,0-1 1 0 0,-2-2 0 0 0,-1-1-1 0 0,-1-2 1 0 0,41-59-1 0 0,-35 39 372 0 0,-2-1 1 0 0,-3-1-1 0 0,-2-2 0 0 0,-3-1 0 0 0,36-116 0 0 0,-50 129-90 0 0,-2-1 0 0 0,-2 0 0 0 0,-2-1-1 0 0,-2 0 1 0 0,-3 0 0 0 0,-1 1 0 0 0,-2-1 0 0 0,-15-79 0 0 0,10 88 178 0 0,-2 1 0 0 0,-2 0 0 0 0,-29-69 0 0 0,32 91-284 0 0,0 0 1 0 0,-1 0 0 0 0,0 1-1 0 0,-1 0 1 0 0,-1 1-1 0 0,0 0 1 0 0,-1 0 0 0 0,0 2-1 0 0,-1-1 1 0 0,0 1-1 0 0,-20-11 1 0 0,7 7-24 0 0,-1 1 0 0 0,0 1-1 0 0,-1 2 1 0 0,0 1 0 0 0,-1 1 0 0 0,0 1 0 0 0,-41-5 0 0 0,28 8-217 0 0,-1 3 0 0 0,0 1-1 0 0,1 2 1 0 0,-68 11 0 0 0,86-9-583 0 0,1 0-1 0 0,0 2 0 0 0,1 1 1 0 0,-1 0-1 0 0,1 2 0 0 0,0 0 1 0 0,1 2-1 0 0,0 0 1 0 0,0 2-1 0 0,-19 14 0 0 0,6 1 73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1.2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165 567 3225 0 0,'-17'-17'1008'0'0,"0"0"1"0"0,1-1-1 0 0,1-1 1 0 0,1-1 0 0 0,0 0-1 0 0,-15-32 1 0 0,-3 0 1930 0 0,31 50-2781 0 0,0 1 0 0 0,0-1 0 0 0,0 1 0 0 0,0-1 0 0 0,0 0 0 0 0,1 1 0 0 0,-1-1 0 0 0,0 0 0 0 0,1 1-1 0 0,-1-1 1 0 0,1 0 0 0 0,-1 0 0 0 0,1 1 0 0 0,0-1 0 0 0,0 0 0 0 0,0 0 0 0 0,0 0 0 0 0,0 0 0 0 0,0 1 0 0 0,1-1 0 0 0,-1 0 0 0 0,0 0 0 0 0,1 1 0 0 0,0-1-1 0 0,1-2 243 0 0,0 5-309 0 0,0 1 0 0 0,0 0 0 0 0,0 0 0 0 0,-1 0 0 0 0,1 1 1 0 0,0-1-1 0 0,-1 0 0 0 0,0 1 0 0 0,2 2 0 0 0,1 1 25 0 0,67 101 45 0 0,67 94 388 0 0,-106-160-440 0 0,1-1 0 0 0,64 58 0 0 0,-93-95-107 0 0,33 28 103 0 0,-34-29-91 0 0,0 0 0 0 0,0 0 0 0 0,0 0 0 0 0,0-1 0 0 0,1 1 0 0 0,-1-1 0 0 0,0 0-1 0 0,1 0 1 0 0,-1 0 0 0 0,7 1 0 0 0,-9-3 14 0 0,0 1 1 0 0,0-1-1 0 0,0 1 0 0 0,0-1 0 0 0,0 1 0 0 0,0-1 0 0 0,0 1 0 0 0,0-1 1 0 0,0 0-1 0 0,-1 1 0 0 0,1-1 0 0 0,0 0 0 0 0,-1 0 0 0 0,1 0 0 0 0,0 0 1 0 0,-1 0-1 0 0,1 1 0 0 0,-1-1 0 0 0,1 0 0 0 0,-1 0 0 0 0,0 0 0 0 0,1 0 1 0 0,-1 0-1 0 0,0 0 0 0 0,0-2 0 0 0,6-32 407 0 0,-5 31-364 0 0,22-242 1180 0 0,29-180-847 0 0,-48 403-522 0 0,-1 8-62 0 0,-1 1 0 0 0,2-1 0 0 0,0 1 0 0 0,0 0 0 0 0,2 0 0 0 0,8-16 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1.6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70 8290 0 0,'-10'-30'1337'0'0,"-8"-9"8767"0"0,15 177-8472 0 0,0-73-1622 0 0,2 0 0 0 0,3 0-1 0 0,17 100 1 0 0,-12-119-1854 0 0,-6-15-2528 0 0,-2-24 2973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1.9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89 3225 0 0,'-1'-7'-172'0'0,"-4"-38"2836"0"0,5 43-2383 0 0,0 1 0 0 0,0-1 0 0 0,0 0 0 0 0,0 1 0 0 0,0-1 0 0 0,0 0 0 0 0,1 1 0 0 0,-1-1 0 0 0,1 1 0 0 0,-1-1 0 0 0,1 1-1 0 0,-1-1 1 0 0,1 1 0 0 0,0-1 0 0 0,0 1 0 0 0,0-1 0 0 0,0 1 0 0 0,0 0 0 0 0,0 0 0 0 0,0-1 0 0 0,0 1 0 0 0,3-2 0 0 0,-3 3-131 0 0,0 0 0 0 0,0 0 0 0 0,0-1 0 0 0,1 1 0 0 0,-1 0 1 0 0,0 0-1 0 0,0 0 0 0 0,0 0 0 0 0,1 0 0 0 0,-1 1 1 0 0,0-1-1 0 0,0 0 0 0 0,0 0 0 0 0,0 1 0 0 0,0-1 0 0 0,1 1 1 0 0,-1-1-1 0 0,0 1 0 0 0,0 0 0 0 0,0-1 0 0 0,0 1 0 0 0,0 0 1 0 0,-1-1-1 0 0,3 3 0 0 0,22 25 1181 0 0,-20-22-967 0 0,139 186 588 0 0,-126-169-1806 0 0,30 32-4105 0 0,-38-47 3706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2.1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20 129 10594 0 0,'-3'0'120'0'0,"-13"1"718"0"0,15-4-664 0 0,9-4-408 0 0,26-15 1173 0 0,2 1-1 0 0,38-16 1 0 0,-57 30-1038 0 0,1 0 0 0 0,0 1 0 0 0,0 1 0 0 0,1 0 0 0 0,-1 1 0 0 0,31-1 0 0 0,-41 5-427 0 0,0 0 0 0 0,0 0 0 0 0,-1 1 0 0 0,1 1 0 0 0,-1-1 0 0 0,1 1 0 0 0,-1 0 1 0 0,1 1-1 0 0,-1 0 0 0 0,0 0 0 0 0,0 1 0 0 0,-1-1 0 0 0,8 7 0 0 0,-2 1 363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2.9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22 218 9218 0 0,'-22'-52'6481'0'0,"30"66"-2604"0"0,9 9-2452 0 0,10 18-1275 0 0,43 90 433 0 0,26 43-349 0 0,-80-148-234 0 0,1-2-1 0 0,2 0 0 0 0,0 0 0 0 0,33 29 1 0 0,-51-52 10 0 0,-1-1 1 0 0,0 0-1 0 0,0 0 0 0 0,0 0 1 0 0,1 1-1 0 0,-1-1 1 0 0,0 0-1 0 0,0 0 1 0 0,1 0-1 0 0,-1 0 1 0 0,0 0-1 0 0,0 1 1 0 0,1-1-1 0 0,-1 0 0 0 0,0 0 1 0 0,1 0-1 0 0,-1 0 1 0 0,0 0-1 0 0,0 0 1 0 0,1 0-1 0 0,-1 0 1 0 0,0 0-1 0 0,1 0 0 0 0,-1 0 1 0 0,0 0-1 0 0,0 0 1 0 0,1 0-1 0 0,-1 0 1 0 0,0 0-1 0 0,1-1 1 0 0,-1 1-1 0 0,0 0 0 0 0,0 0 1 0 0,1 0-1 0 0,-1 0 1 0 0,0-1-1 0 0,1 1 1 0 0,6-15 168 0 0,0-30-90 0 0,-5 33-21 0 0,1-7-64 0 0,56-325 732 0 0,-7 118-3712 0 0,-38 187-933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3.3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33 6913 0 0,'-5'-33'9544'0'0,"16"46"-8257"0"0,-5-2-963 0 0,0 0 1 0 0,-1 0 0 0 0,0 0-1 0 0,0 1 1 0 0,-1 0-1 0 0,2 13 1 0 0,11 79 262 0 0,-6-34-570 0 0,-9-56-171 0 0,15 78-271 0 0,-10-31-4423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3.8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42 156 1376 0 0,'-31'-55'1740'0'0,"29"51"-1213"0"0,1 0 1 0 0,-1 1-1 0 0,1-1 0 0 0,0 0 0 0 0,0 0 0 0 0,0 0 0 0 0,1 0 0 0 0,-1 0 0 0 0,1 0 0 0 0,0 0 0 0 0,0 0 0 0 0,0 0 0 0 0,2-5 1 0 0,-1 6-256 0 0,1 1 1 0 0,-1 0 0 0 0,1 0 0 0 0,0 0 0 0 0,0 0 0 0 0,0 0 0 0 0,0 1 0 0 0,0-1 0 0 0,0 1 0 0 0,0-1 0 0 0,1 1-1 0 0,-1 0 1 0 0,1-1 0 0 0,-1 1 0 0 0,1 1 0 0 0,-1-1 0 0 0,5-1 0 0 0,48-8 1791 0 0,-46 9-1890 0 0,0 1 0 0 0,0 0 0 0 0,0 0 0 0 0,0 1 0 0 0,0 1 0 0 0,0-1 1 0 0,0 2-1 0 0,0-1 0 0 0,0 1 0 0 0,-1 0 0 0 0,1 1 0 0 0,12 7 0 0 0,-16-8-173 0 0,0 1 0 0 0,0 0 0 0 0,-1-1 0 0 0,1 2 0 0 0,-1-1 0 0 0,0 0 0 0 0,0 1 0 0 0,-1 0 0 0 0,1 0 0 0 0,-1 0 0 0 0,0 0 0 0 0,0 0 0 0 0,-1 1 0 0 0,1-1 0 0 0,-1 1 0 0 0,-1 0 0 0 0,1 0 0 0 0,-1-1 0 0 0,0 1 0 0 0,0 6 0 0 0,0 7-181 0 0,-2-1 0 0 0,-2 23-1 0 0,-2 18-122 0 0,5-59 305 0 0,0 1 0 0 0,0-1 1 0 0,0 0-1 0 0,0 1 0 0 0,0-1 0 0 0,0 0 0 0 0,0 1 0 0 0,0-1 1 0 0,1 0-1 0 0,-1 1 0 0 0,0-1 0 0 0,0 0 0 0 0,0 1 0 0 0,0-1 1 0 0,0 0-1 0 0,1 0 0 0 0,-1 1 0 0 0,0-1 0 0 0,0 0 1 0 0,1 0-1 0 0,-1 1 0 0 0,0-1 0 0 0,0 0 0 0 0,1 0 0 0 0,-1 0 1 0 0,0 1-1 0 0,1-1 0 0 0,-1 0 0 0 0,0 0 0 0 0,0 0 0 0 0,1 0 1 0 0,-1 0-1 0 0,0 0 0 0 0,1 1 0 0 0,-1-1 0 0 0,0 0 1 0 0,1 0-1 0 0,-1 0 0 0 0,0 0 0 0 0,1 0 0 0 0,-1 0 0 0 0,0-1 1 0 0,1 1-1 0 0,-1 0 0 0 0,0 0 0 0 0,1 0 0 0 0,-1 0 0 0 0,0 0 1 0 0,1 0-1 0 0,-1 0 0 0 0,0-1 0 0 0,1 1 0 0 0,-1 0 1 0 0,0 0-1 0 0,0-1 0 0 0,1 1 0 0 0,-1 0 0 0 0,0 0 0 0 0,0-1 1 0 0,0 1-1 0 0,1-1 0 0 0,27-21 74 0 0,-13 10 148 0 0,-11 9-196 0 0,1 0 0 0 0,0 1 0 0 0,0-1-1 0 0,-1 1 1 0 0,2 0 0 0 0,-1 0 0 0 0,0 1 0 0 0,0 0 0 0 0,0-1 0 0 0,1 2 0 0 0,-1-1 0 0 0,1 1 0 0 0,-1-1-1 0 0,0 1 1 0 0,1 1 0 0 0,-1-1 0 0 0,1 1 0 0 0,-1 0 0 0 0,0 0 0 0 0,0 1 0 0 0,0 0 0 0 0,1 0 0 0 0,-2 0-1 0 0,1 0 1 0 0,0 1 0 0 0,0-1 0 0 0,-1 1 0 0 0,1 1 0 0 0,-1-1 0 0 0,0 1 0 0 0,0-1 0 0 0,0 1 0 0 0,-1 0-1 0 0,1 0 1 0 0,-1 1 0 0 0,0-1 0 0 0,5 10 0 0 0,-6-8 42 0 0,0 0 0 0 0,0 0 1 0 0,-1 1-1 0 0,1-1 0 0 0,-2 0 0 0 0,1 0 0 0 0,-1 1 0 0 0,1-1 1 0 0,-2 0-1 0 0,1 1 0 0 0,-1-1 0 0 0,0 0 0 0 0,0 0 0 0 0,-1 1 1 0 0,1-1-1 0 0,-2 0 0 0 0,1-1 0 0 0,0 1 0 0 0,-1 0 0 0 0,-6 8 1 0 0,-1 2 80 0 0,0 0 0 0 0,-2-1 1 0 0,0 0-1 0 0,-1 0 0 0 0,-23 19 1 0 0,27-26-406 0 0,-2-1 0 0 0,1 0 0 0 0,-20 10 0 0 0,25-14-194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4.7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51 8754 0 0,'-5'-13'7491'0'0,"8"16"-6815"0"0,3 4-402 0 0,-1 0-1 0 0,1 1 1 0 0,-1 0-1 0 0,0 0 1 0 0,-1 0 0 0 0,6 16-1 0 0,20 64 205 0 0,-16-42-216 0 0,6 12-77 0 0,2 0 0 0 0,2-1-1 0 0,3-1 1 0 0,2-2 0 0 0,46 65-1 0 0,-61-99-51 0 0,-11-14-37 0 0,0-1 0 0 0,1 0-1 0 0,0 1 1 0 0,0-1 0 0 0,0 0-1 0 0,1-1 1 0 0,-1 1 0 0 0,1-1-1 0 0,11 7 1 0 0,-15-11-70 0 0,0 1-1 0 0,0-1 1 0 0,0 0 0 0 0,-1 0-1 0 0,1 0 1 0 0,0 0-1 0 0,0-1 1 0 0,0 1 0 0 0,0 0-1 0 0,0 0 1 0 0,0 0 0 0 0,0-1-1 0 0,0 1 1 0 0,0-1 0 0 0,0 1-1 0 0,0-1 1 0 0,-1 1-1 0 0,1-1 1 0 0,0 1 0 0 0,0-1-1 0 0,0 1 1 0 0,-1-1 0 0 0,1 0-1 0 0,-1 0 1 0 0,1 1 0 0 0,0-1-1 0 0,-1 0 1 0 0,1 0-1 0 0,-1 0 1 0 0,1 0 0 0 0,-1 0-1 0 0,0 1 1 0 0,1-1 0 0 0,-1 0-1 0 0,0-1 1 0 0,13-38 149 0 0,-13 37-126 0 0,16-78 240 0 0,-3 0 0 0 0,1-85 0 0 0,-8 72-907 0 0,20-96-1 0 0,-25 185 324 0 0,0 0 0 0 0,1 0 0 0 0,-1 0-1 0 0,1 0 1 0 0,0 1 0 0 0,4-9-1 0 0,-5 12 151 0 0,-1 1 1 0 0,0-1-1 0 0,1 1 0 0 0,-1-1 0 0 0,1 1 0 0 0,-1-1 1 0 0,1 1-1 0 0,-1-1 0 0 0,1 1 0 0 0,0 0 0 0 0,-1-1 1 0 0,1 1-1 0 0,-1 0 0 0 0,1-1 0 0 0,0 1 0 0 0,-1 0 1 0 0,1 0-1 0 0,0 0 0 0 0,0-1 0 0 0,-1 1 0 0 0,2 0 1 0 0,-1 1-142 0 0,1-1 0 0 0,-1 0 1 0 0,0 1-1 0 0,0-1 0 0 0,1 1 1 0 0,-1-1-1 0 0,0 1 0 0 0,0 0 1 0 0,0 0-1 0 0,0-1 0 0 0,0 1 1 0 0,0 0-1 0 0,0 0 0 0 0,0 0 1 0 0,1 2-1 0 0,11 12-2528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2:45.3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112 42 10594 0 0,'0'-2'271'0'0,"0"0"0"0"0,0-1-1 0 0,0 1 1 0 0,-1-1 0 0 0,1 1-1 0 0,-1 0 1 0 0,0 0 0 0 0,0-1-1 0 0,0 1 1 0 0,0 0 0 0 0,0 0-1 0 0,0 0 1 0 0,-3-4 0 0 0,3 6-166 0 0,1-1 1 0 0,-1 1-1 0 0,1-1 0 0 0,-1 1 1 0 0,0-1-1 0 0,1 1 1 0 0,-1-1-1 0 0,0 1 0 0 0,1 0 1 0 0,-1-1-1 0 0,0 1 1 0 0,0 0-1 0 0,1 0 0 0 0,-1-1 1 0 0,0 1-1 0 0,0 0 1 0 0,0 0-1 0 0,1 0 0 0 0,-1 0 1 0 0,0 0-1 0 0,0 0 1 0 0,0 0-1 0 0,1 0 0 0 0,-1 1 1 0 0,0-1-1 0 0,0 0 1 0 0,1 0-1 0 0,-1 1 0 0 0,0-1 1 0 0,0 0-1 0 0,1 1 1 0 0,-1-1-1 0 0,0 1 0 0 0,1-1 1 0 0,-1 1-1 0 0,0-1 1 0 0,1 1-1 0 0,-1-1 0 0 0,1 1 1 0 0,-1-1-1 0 0,1 1 1 0 0,-1 1-1 0 0,-7 7 12 0 0,1 1 0 0 0,0 0 1 0 0,0 0-1 0 0,1 1 0 0 0,0-1 0 0 0,1 2 0 0 0,1-1 1 0 0,-1 0-1 0 0,2 1 0 0 0,0 0 0 0 0,0-1 0 0 0,-1 20 1 0 0,3-26-112 0 0,1 0-1 0 0,0 0 1 0 0,0 0 0 0 0,1 0 0 0 0,-1 0 0 0 0,1 0 0 0 0,0 0 0 0 0,0 0 0 0 0,1 0 0 0 0,0 0 0 0 0,0 0-1 0 0,0-1 1 0 0,0 1 0 0 0,1-1 0 0 0,-1 0 0 0 0,1 1 0 0 0,1-1 0 0 0,-1 0 0 0 0,0-1 0 0 0,1 1 0 0 0,0-1-1 0 0,-1 1 1 0 0,2-1 0 0 0,-1 0 0 0 0,0-1 0 0 0,0 1 0 0 0,1-1 0 0 0,0 1 0 0 0,-1-2 0 0 0,1 1-1 0 0,8 2 1 0 0,-6-3 96 0 0,-1 1-1 0 0,1-1 0 0 0,0 0 0 0 0,-1-1 0 0 0,1 0 0 0 0,0 0 0 0 0,0 0 1 0 0,-1-1-1 0 0,1 0 0 0 0,0 0 0 0 0,-1-1 0 0 0,1 0 0 0 0,-1 0 0 0 0,9-5 1 0 0,0 0-178 0 0,-2-1 0 0 0,1 0 0 0 0,-1-1 0 0 0,0-1 0 0 0,11-11 0 0 0,-17 16-706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1.3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1 116 9674 0 0,'0'-1'221'0'0,"0"0"-1"0"0,0-1 1 0 0,1 1 0 0 0,-1-1-1 0 0,1 1 1 0 0,-1-1 0 0 0,1 1-1 0 0,0 0 1 0 0,-1-1 0 0 0,1 1-1 0 0,0 0 1 0 0,0 0 0 0 0,0 0-1 0 0,0 0 1 0 0,0-1 0 0 0,0 1-1 0 0,0 1 1 0 0,0-1 0 0 0,1 0-1 0 0,1-1 1 0 0,29-21 1738 0 0,-9 10-966 0 0,1 1-1 0 0,32-13 0 0 0,-46 21-1045 0 0,-1 1 1 0 0,1 1-1 0 0,0-1 0 0 0,0 1 1 0 0,1 1-1 0 0,-1 0 0 0 0,0 0 1 0 0,0 1-1 0 0,12 2 0 0 0,-3 0-836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1.5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60 10138 0 0,'30'-17'6701'0'0,"13"-8"-5123"0"0,-40 23-1768 0 0,-1 0 1 0 0,1 0-1 0 0,0 1 0 0 0,0-1 0 0 0,0 1 0 0 0,0-1 1 0 0,0 1-1 0 0,0 0 0 0 0,0 0 0 0 0,0 0 0 0 0,0 1 0 0 0,0-1 1 0 0,0 1-1 0 0,1 0 0 0 0,-1 0 0 0 0,0 0 0 0 0,0 0 1 0 0,1 0-1 0 0,-1 1 0 0 0,5 1 0 0 0,6 0 130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2.1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1 154 6913 0 0,'2'-8'455'0'0,"1"0"0"0"0,0 1-1 0 0,0-1 1 0 0,1 1-1 0 0,0 0 1 0 0,0 0-1 0 0,1 1 1 0 0,0-1-1 0 0,0 1 1 0 0,0 0-1 0 0,1 0 1 0 0,11-9-1 0 0,-9 8 67 0 0,0 1-1 0 0,1 0 1 0 0,-1 1-1 0 0,1 0 0 0 0,0 0 1 0 0,1 1-1 0 0,-1 0 1 0 0,1 0-1 0 0,17-3 1 0 0,-23 6-393 0 0,0 0 1 0 0,0 1 0 0 0,0 0 0 0 0,-1-1-1 0 0,1 1 1 0 0,0 1 0 0 0,0-1 0 0 0,0 1 0 0 0,-1-1-1 0 0,1 1 1 0 0,0 0 0 0 0,0 0 0 0 0,-1 1 0 0 0,1-1-1 0 0,-1 1 1 0 0,1 0 0 0 0,-1 0 0 0 0,0 0 0 0 0,0 0-1 0 0,0 0 1 0 0,0 1 0 0 0,4 4 0 0 0,-4-3-114 0 0,0 1 0 0 0,0 0-1 0 0,0 0 1 0 0,-1 0 0 0 0,1 0 0 0 0,-1 1 0 0 0,-1-1 0 0 0,1 1 0 0 0,-1-1 0 0 0,0 1 0 0 0,0-1 0 0 0,0 1 0 0 0,-1 0 0 0 0,0 8 0 0 0,-3 10 6 0 0,0-1 1 0 0,-1 0 0 0 0,-2 0-1 0 0,-15 42 1 0 0,9-31 55 0 0,-7 35-1 0 0,19-67-78 0 0,0-1 0 0 0,0 1 1 0 0,-1-1-1 0 0,1 1 0 0 0,0 0 0 0 0,0-1 1 0 0,0 1-1 0 0,1-1 0 0 0,-1 1 0 0 0,0-1 1 0 0,0 1-1 0 0,1-1 0 0 0,-1 1 0 0 0,1-1 0 0 0,0 1 1 0 0,-1-1-1 0 0,1 0 0 0 0,0 1 0 0 0,0-1 1 0 0,0 0-1 0 0,0 0 0 0 0,0 1 0 0 0,0-1 1 0 0,0 0-1 0 0,0 0 0 0 0,0 0 0 0 0,0 0 1 0 0,1 0-1 0 0,-1-1 0 0 0,0 1 0 0 0,1 0 0 0 0,-1 0 1 0 0,1-1-1 0 0,-1 1 0 0 0,1-1 0 0 0,-1 0 1 0 0,1 1-1 0 0,-1-1 0 0 0,4 0 0 0 0,7 2-40 0 0,1-1 0 0 0,-1-1-1 0 0,1 0 1 0 0,13-3-1 0 0,-8 2-6 0 0,20-2-35 0 0,-12 1 70 0 0,-1 0 1 0 0,1 2 0 0 0,35 4 0 0 0,-56-4 13 0 0,0 1 1 0 0,0 0 0 0 0,0 0 0 0 0,0 0 0 0 0,0 1-1 0 0,0 0 1 0 0,0-1 0 0 0,0 2 0 0 0,-1-1 0 0 0,1 0-1 0 0,-1 1 1 0 0,0 0 0 0 0,0 0 0 0 0,0 0 0 0 0,0 1-1 0 0,0 0 1 0 0,-1-1 0 0 0,0 1 0 0 0,1 0 0 0 0,-2 0 0 0 0,1 1-1 0 0,4 8 1 0 0,-5-7 52 0 0,-1 1-1 0 0,1 0 1 0 0,-2-1-1 0 0,1 1 1 0 0,-1 0-1 0 0,0 0 1 0 0,0-1-1 0 0,-1 1 0 0 0,1 0 1 0 0,-2-1-1 0 0,1 1 1 0 0,-1 0-1 0 0,0-1 1 0 0,0 0-1 0 0,-1 1 1 0 0,-5 9-1 0 0,-7 11 201 0 0,-2 0 0 0 0,-23 30 0 0 0,32-46-153 0 0,-72 86 673 0 0,21-37-3102 0 0,37-40-5318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2.7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0 100 3681 0 0,'7'-4'18149'0'0,"8"-2"-20089"0"0,39-29 3260 0 0,-43 26-1772 0 0,0 1-1 0 0,1 0 1 0 0,1 1 0 0 0,-1 0 0 0 0,24-8 0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2.9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35 10138 0 0,'0'4'448'0'0,"1"-4"96"0"0,1 1-440 0 0,-1-1-104 0 0,2 0 0 0 0,0 0 0 0 0,-1-1 360 0 0,4-1 57 0 0,1 1-1 0 0,4-2 8 0 0,1 1-264 0 0,0-3-64 0 0,0 1 0 0 0,2-1-8 0 0,2 1-1713 0 0,1-2-335 0 0,2 2-72 0 0,0 1-17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3.5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76 5065 0 0,'-1'0'116'0'0,"1"0"-1"0"0,0 0 1 0 0,-1-1-1 0 0,1 1 1 0 0,0 0-1 0 0,-1-1 1 0 0,1 1-1 0 0,0 0 1 0 0,-1-1-1 0 0,1 1 1 0 0,0 0 0 0 0,0-1-1 0 0,-1 1 1 0 0,1 0-1 0 0,0-1 1 0 0,0 1-1 0 0,0-1 1 0 0,-1 1-1 0 0,1-1 1 0 0,0 1-1 0 0,0-1 1 0 0,0 1 0 0 0,0 0-1 0 0,0-1 1 0 0,0 1-1 0 0,0-1 1 0 0,0 1-1 0 0,0-1 1 0 0,0 1-1 0 0,0-1 1 0 0,0 1-1 0 0,1-1 1 0 0,-1 1-1 0 0,0 0 1 0 0,0-1 0 0 0,1 0-1 0 0,16-16 2767 0 0,28-8 515 0 0,-38 22-3019 0 0,0 0 0 0 0,0 0 0 0 0,0 1 0 0 0,1 0 0 0 0,-1 0 0 0 0,1 1 0 0 0,-1 0 0 0 0,1 0 0 0 0,-1 1 0 0 0,1 0 0 0 0,0 0 0 0 0,13 3 0 0 0,-17-2-337 0 0,0 0-1 0 0,0 0 1 0 0,-1 1 0 0 0,1-1-1 0 0,-1 1 1 0 0,1 0-1 0 0,-1 0 1 0 0,0 0-1 0 0,0 1 1 0 0,0-1-1 0 0,0 1 1 0 0,0-1-1 0 0,0 1 1 0 0,-1 0 0 0 0,1 0-1 0 0,-1 0 1 0 0,0 1-1 0 0,0-1 1 0 0,0 0-1 0 0,-1 1 1 0 0,1-1-1 0 0,-1 1 1 0 0,1 0-1 0 0,-1 0 1 0 0,-1-1 0 0 0,1 1-1 0 0,0 5 1 0 0,0 4-99 0 0,-1-1 0 0 0,0 1 1 0 0,-1-1-1 0 0,-1 1 1 0 0,0-1-1 0 0,0 1 0 0 0,-6 14 1 0 0,4-14-19 0 0,1 1 0 0 0,0 0-1 0 0,1 0 1 0 0,0 0 0 0 0,1 17 0 0 0,1-29 61 0 0,0-1 0 0 0,1 1-1 0 0,-1 0 1 0 0,1 0 0 0 0,-1 0 0 0 0,1 0 0 0 0,0-1-1 0 0,0 1 1 0 0,0 0 0 0 0,0-1 0 0 0,0 1 0 0 0,0 0-1 0 0,0-1 1 0 0,0 0 0 0 0,1 1 0 0 0,-1-1 0 0 0,0 0-1 0 0,1 1 1 0 0,-1-1 0 0 0,1 0 0 0 0,0 0-1 0 0,-1 0 1 0 0,1 0 0 0 0,0-1 0 0 0,0 1 0 0 0,-1 0-1 0 0,1-1 1 0 0,0 1 0 0 0,0-1 0 0 0,3 1 0 0 0,8 0-93 0 0,0 0 1 0 0,0 0-1 0 0,21-3 1 0 0,-10 1 165 0 0,-6 1-59 0 0,50 2-55 0 0,-63-1 57 0 0,0-1-1 0 0,-1 1 1 0 0,1 0-1 0 0,-1 1 0 0 0,1-1 1 0 0,-1 1-1 0 0,1 0 1 0 0,-1 0-1 0 0,0 0 0 0 0,0 1 1 0 0,6 4-1 0 0,-8-5 28 0 0,-1 0 0 0 0,0 0-1 0 0,0 0 1 0 0,0 0 0 0 0,0 0 0 0 0,0 0-1 0 0,0 0 1 0 0,0 0 0 0 0,-1 0-1 0 0,1 1 1 0 0,-1-1 0 0 0,0 0 0 0 0,1 0-1 0 0,-1 1 1 0 0,0-1 0 0 0,0 0-1 0 0,-1 0 1 0 0,1 1 0 0 0,0-1 0 0 0,-1 0-1 0 0,1 0 1 0 0,-1 0 0 0 0,0 1-1 0 0,0-1 1 0 0,0 0 0 0 0,-1 2 0 0 0,-4 9 223 0 0,-1-1 1 0 0,-14 21 0 0 0,20-31-223 0 0,-12 15 167 0 0,-2-1 0 0 0,1-1 0 0 0,-34 28 0 0 0,35-33-627 0 0,0 0 0 0 0,1 1-1 0 0,1 0 1 0 0,0 1 0 0 0,0 0-1 0 0,1 1 1 0 0,-16 28 0 0 0,20-25-648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3.7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40 1376 0 0,'49'2'11856'0'0,"-2"4"-6666"0"0,-24-3-4344 0 0,1 0 0 0 0,0-2 0 0 0,24-1 0 0 0,-2-5-633 0 0,46-10 1 0 0,-67 9-2534 0 0,38-15 0 0 0,-44 13-4175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3.99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 1 6913 0 0,'-2'1'492'0'0,"0"0"0"0"0,0 0-1 0 0,0 1 1 0 0,1-1-1 0 0,-1 1 1 0 0,0-1-1 0 0,0 1 1 0 0,1 0-1 0 0,-1 0 1 0 0,1-1-1 0 0,0 1 1 0 0,-1 0 0 0 0,1 0-1 0 0,0 0 1 0 0,0 1-1 0 0,0-1 1 0 0,0 0-1 0 0,1 0 1 0 0,-1 1-1 0 0,1-1 1 0 0,-1 0-1 0 0,1 0 1 0 0,0 5 0 0 0,-1 7 640 0 0,2 0 0 0 0,-1 0 0 0 0,4 15 0 0 0,1 6-1287 0 0,-4-13 181 0 0,2 53 451 0 0,3 1 0 0 0,31 142 0 0 0,-34-208-683 0 0,0 1 0 0 0,1-1 0 0 0,1 0-1 0 0,-1 0 1 0 0,2 0 0 0 0,-1 0 0 0 0,14 16 0 0 0,0-8-393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4.4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 1 6913 0 0,'-6'0'550'0'0,"-22"0"8591"0"0,36 1-9037 0 0,-1 0 1 0 0,0 0-1 0 0,0 0 1 0 0,0 1-1 0 0,0 0 1 0 0,0 0 0 0 0,0 1-1 0 0,0 0 1 0 0,-1 0-1 0 0,0 1 1 0 0,1 0 0 0 0,-1 0-1 0 0,0 0 1 0 0,-1 1-1 0 0,1-1 1 0 0,-1 1 0 0 0,0 1-1 0 0,0-1 1 0 0,-1 1-1 0 0,1 0 1 0 0,-1 0-1 0 0,-1 0 1 0 0,1 1 0 0 0,-1-1-1 0 0,0 1 1 0 0,0 0-1 0 0,-1-1 1 0 0,0 1 0 0 0,0 1-1 0 0,-1-1 1 0 0,0 0-1 0 0,0 10 1 0 0,-1 0-152 0 0,1 0 0 0 0,0 0 1 0 0,1 1-1 0 0,5 23 0 0 0,-5-36 43 0 0,-1 0 0 0 0,1 0-1 0 0,0 0 1 0 0,0-1 0 0 0,1 1-1 0 0,0 0 1 0 0,-1-1 0 0 0,1 0-1 0 0,1 0 1 0 0,-1 0 0 0 0,1 0-1 0 0,-1 0 1 0 0,1-1 0 0 0,0 1-1 0 0,0-1 1 0 0,1 0 0 0 0,-1 0-1 0 0,10 4 1 0 0,10 2 59 0 0,-16-6 63 0 0,-1 0 0 0 0,1 0 0 0 0,-1 0 0 0 0,0 1 0 0 0,0 0 0 0 0,11 9 0 0 0,-16-11-115 0 0,-1-1 0 0 0,0 1 0 0 0,1 0 0 0 0,-1-1 0 0 0,0 1-1 0 0,0 0 1 0 0,0 0 0 0 0,0 0 0 0 0,0 0 0 0 0,-1 0 0 0 0,1 0 0 0 0,-1 0 0 0 0,1 1 0 0 0,-1-1 0 0 0,0 0-1 0 0,1 0 1 0 0,-1 0 0 0 0,-1 0 0 0 0,1 1 0 0 0,0-1 0 0 0,0 0 0 0 0,-1 0 0 0 0,1 0 0 0 0,-1 0-1 0 0,0 0 1 0 0,1 0 0 0 0,-1 0 0 0 0,0 0 0 0 0,0 0 0 0 0,-2 3 0 0 0,-8 11-159 0 0,0 0 1 0 0,0 0 0 0 0,-2-1-1 0 0,0-1 1 0 0,0 0 0 0 0,-2-1-1 0 0,-30 23 1 0 0,26-22-68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5.0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1 133 8754 0 0,'0'-1'120'0'0,"0"0"0"0"0,0-1 0 0 0,0 1 0 0 0,0 0 0 0 0,0 0 0 0 0,1 0 1 0 0,-1 0-1 0 0,0 0 0 0 0,1 0 0 0 0,-1 0 0 0 0,1 0 0 0 0,-1 0 0 0 0,1 0 0 0 0,-1 0 0 0 0,1 0 0 0 0,0 0 0 0 0,-1 0 1 0 0,1 1-1 0 0,0-1 0 0 0,1-1 0 0 0,24-20 2862 0 0,-16 14-2125 0 0,56-45 3113 0 0,-42 38-4936 0 0,1 2-3431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5.2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66 6913 0 0,'0'0'103'0'0,"-1"1"-1"0"0,0-1 1 0 0,1 1-1 0 0,-1-1 0 0 0,1 1 1 0 0,-1 0-1 0 0,1-1 0 0 0,-1 1 1 0 0,1 0-1 0 0,-1-1 0 0 0,1 1 1 0 0,-1 0-1 0 0,1-1 1 0 0,0 1-1 0 0,-1 0 0 0 0,1 0 1 0 0,0 0-1 0 0,0-1 0 0 0,0 1 1 0 0,-1 0-1 0 0,1 0 0 0 0,0 1 1 0 0,1-2 77 0 0,-1 1 0 0 0,1-1 0 0 0,-1 0 0 0 0,1 1 0 0 0,-1-1-1 0 0,1 0 1 0 0,-1 1 0 0 0,1-1 0 0 0,-1 0 0 0 0,1 0 0 0 0,0 1 0 0 0,-1-1 0 0 0,1 0 0 0 0,-1 0 0 0 0,1 0 0 0 0,0 0 0 0 0,-1 0 0 0 0,1 0 0 0 0,-1 0 0 0 0,1 0 0 0 0,0 0-1 0 0,0 0 1 0 0,26-5 3287 0 0,-13 0-4257 0 0,33-16-639 0 0,-26 12 521 0 0,37-22 1 0 0,-37 15 847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5.7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7 107 9218 0 0,'-1'-1'74'0'0,"1"1"1"0"0,-1-1-1 0 0,0 0 0 0 0,1 1 1 0 0,-1-1-1 0 0,1 0 0 0 0,0 0 0 0 0,-1 0 1 0 0,1 1-1 0 0,-1-1 0 0 0,1 0 1 0 0,0 0-1 0 0,0 0 0 0 0,-1 0 1 0 0,1 0-1 0 0,0 1 0 0 0,0-1 1 0 0,0 0-1 0 0,0 0 0 0 0,0 0 1 0 0,0 0-1 0 0,0 0 0 0 0,0 0 1 0 0,1 0-1 0 0,-1 0 0 0 0,0 1 1 0 0,1-1-1 0 0,-1-1 0 0 0,2-1 165 0 0,0 0 0 0 0,0 0 0 0 0,0 1 1 0 0,0-1-1 0 0,0 1 0 0 0,0-1 0 0 0,1 1 0 0 0,2-3 0 0 0,8-4 835 0 0,0 0 0 0 0,20-9 1 0 0,-27 15-783 0 0,-1 0 0 0 0,1 0 0 0 0,0 1 0 0 0,-1 0 0 0 0,1 0 0 0 0,0 1 0 0 0,0 0 0 0 0,1 0 0 0 0,-1 0 0 0 0,10 0 0 0 0,-14 2-239 0 0,0-1 0 0 0,1 1 0 0 0,-1-1 0 0 0,0 1 0 0 0,1 0 0 0 0,-1 0-1 0 0,0 0 1 0 0,0 0 0 0 0,0 0 0 0 0,0 0 0 0 0,0 1 0 0 0,0-1 0 0 0,0 1-1 0 0,0-1 1 0 0,0 1 0 0 0,0 0 0 0 0,-1 0 0 0 0,1-1 0 0 0,-1 1-1 0 0,0 0 1 0 0,1 1 0 0 0,-1-1 0 0 0,0 0 0 0 0,0 0 0 0 0,0 0 0 0 0,-1 1-1 0 0,1-1 1 0 0,0 0 0 0 0,-1 4 0 0 0,2 3-47 0 0,-2 0 1 0 0,1 0-1 0 0,-2 0 1 0 0,1 0-1 0 0,-1 0 1 0 0,0 0-1 0 0,-1 0 1 0 0,0 0-1 0 0,0 0 1 0 0,-1-1-1 0 0,0 1 1 0 0,-7 13-1 0 0,5-11-205 0 0,0 0 0 0 0,1 1 0 0 0,0 0 0 0 0,1 0-1 0 0,-2 20 1 0 0,5-30 175 0 0,0 0 1 0 0,0 1-1 0 0,1-1 0 0 0,-1 0 1 0 0,0 0-1 0 0,1 0 0 0 0,0 0 1 0 0,-1 0-1 0 0,1 0 0 0 0,0 0 1 0 0,0 0-1 0 0,0 0 0 0 0,0 0 1 0 0,1-1-1 0 0,-1 1 0 0 0,0 0 1 0 0,1-1-1 0 0,-1 1 1 0 0,1-1-1 0 0,0 1 0 0 0,-1-1 1 0 0,1 0-1 0 0,0 0 0 0 0,0 0 1 0 0,0 0-1 0 0,0 0 0 0 0,2 1 1 0 0,9 3-160 0 0,-1-1 1 0 0,1-1 0 0 0,19 4-1 0 0,-4-1 64 0 0,-16-3 222 0 0,-1 0 1 0 0,0 0-1 0 0,0 2 1 0 0,0-1-1 0 0,-1 1 1 0 0,19 13-1 0 0,-26-16-77 0 0,-1-1 0 0 0,0 2 0 0 0,1-1 0 0 0,-1 0 0 0 0,0 0-1 0 0,-1 1 1 0 0,1-1 0 0 0,0 1 0 0 0,-1-1 0 0 0,1 1 0 0 0,-1 0 0 0 0,0 0 0 0 0,1 0 0 0 0,-2-1-1 0 0,1 1 1 0 0,0 0 0 0 0,0 0 0 0 0,-1 0 0 0 0,0 1 0 0 0,0-1 0 0 0,0 0 0 0 0,0 0-1 0 0,0 0 1 0 0,0 0 0 0 0,-1 0 0 0 0,1 0 0 0 0,-1 0 0 0 0,0 0 0 0 0,0 0 0 0 0,0-1-1 0 0,-2 4 1 0 0,-3 7 78 0 0,-1-1-1 0 0,0 0 1 0 0,0 0-1 0 0,-1-1 1 0 0,-17 18-1 0 0,-26 20-2964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5.9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50 10594 0 0,'4'2'532'0'0,"0"0"1"0"0,0 0-1 0 0,1-1 0 0 0,-1 0 0 0 0,1 0 0 0 0,-1 0 1 0 0,1 0-1 0 0,-1-1 0 0 0,9 0 0 0 0,0 1 201 0 0,17 2 524 0 0,1-2 1 0 0,0-1 0 0 0,-1-2-1 0 0,44-7 1 0 0,-20-1-2269 0 0,84-29 0 0 0,-122 34-404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6.1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122 30 8754 0 0,'-2'-2'322'0'0,"0"-1"0"0"0,-1 1 1 0 0,0-1-1 0 0,1 1 0 0 0,-1 0 1 0 0,0 0-1 0 0,0 0 0 0 0,0 0 1 0 0,0 0-1 0 0,-1 1 0 0 0,1-1 1 0 0,0 1-1 0 0,-1 0 0 0 0,1 0 1 0 0,-1 0-1 0 0,-4 0 0 0 0,6 1-71 0 0,0 0 1 0 0,-1 1-1 0 0,1-1 0 0 0,0 1 0 0 0,0-1 0 0 0,0 1 0 0 0,0-1 1 0 0,0 1-1 0 0,0 0 0 0 0,0 0 0 0 0,0 0 0 0 0,0 0 0 0 0,0 1 1 0 0,0-1-1 0 0,0 0 0 0 0,1 1 0 0 0,-1-1 0 0 0,1 1 0 0 0,-1 0 1 0 0,1-1-1 0 0,-1 1 0 0 0,1 0 0 0 0,0 0 0 0 0,0 0 0 0 0,0 0 1 0 0,0 0-1 0 0,-1 4 0 0 0,-2 6 25 0 0,1 0-1 0 0,0 0 1 0 0,0 0 0 0 0,1 1 0 0 0,1-1 0 0 0,0 20-1 0 0,9 81 246 0 0,-3-60-305 0 0,-5-44-234 0 0,1 21-255 0 0,2 0 0 0 0,0-1 1 0 0,2 1-1 0 0,1-1 0 0 0,2-1 1 0 0,12 33-1 0 0,-7-35-969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6.5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74 1376 0 0,'-10'-17'-212'0'0,"2"-8"6067"0"0,8 24-5570 0 0,0 1 1 0 0,0-1-1 0 0,0 0 1 0 0,0 0-1 0 0,0 0 1 0 0,0 0-1 0 0,1 0 1 0 0,-1 1-1 0 0,0-1 1 0 0,0 0 0 0 0,1 0-1 0 0,-1 0 1 0 0,1 1-1 0 0,3-5 1714 0 0,-4 5-1714 0 0,1-1 1 0 0,1 0 0 0 0,18-6 1275 0 0,7 4 1021 0 0,41 0 0 0 0,-61 3-2418 0 0,0 0 0 0 0,0 1 1 0 0,0-1-1 0 0,0 2 0 0 0,-1-1 1 0 0,1 1-1 0 0,-1 0 0 0 0,1 0 1 0 0,-1 1-1 0 0,0 0 0 0 0,11 6 1 0 0,-16-8-160 0 0,1 1 1 0 0,0 0 0 0 0,0 0-1 0 0,-1 0 1 0 0,1 0-1 0 0,-1 0 1 0 0,1 0 0 0 0,-1 1-1 0 0,0-1 1 0 0,0 0-1 0 0,0 1 1 0 0,0-1-1 0 0,0 1 1 0 0,-1-1 0 0 0,1 1-1 0 0,-1 0 1 0 0,1-1-1 0 0,-1 1 1 0 0,0-1 0 0 0,0 1-1 0 0,0-1 1 0 0,-1 1-1 0 0,1 0 1 0 0,-1-1 0 0 0,1 1-1 0 0,-3 4 1 0 0,-2 7-50 0 0,0 0 0 0 0,-1 0-1 0 0,-12 19 1 0 0,9-15-77 0 0,5-12 82 0 0,1 0 0 0 0,0 0 1 0 0,1 0-1 0 0,-1 1 0 0 0,1-1 0 0 0,1 1 0 0 0,-3 9 0 0 0,4-14 31 0 0,0 0 0 0 0,1 0-1 0 0,-1 0 1 0 0,0 0-1 0 0,1 0 1 0 0,-1 0-1 0 0,1 0 1 0 0,-1 0-1 0 0,1-1 1 0 0,0 1 0 0 0,0 0-1 0 0,0 0 1 0 0,0-1-1 0 0,0 1 1 0 0,0 0-1 0 0,0-1 1 0 0,0 1-1 0 0,1-1 1 0 0,-1 1-1 0 0,1-1 1 0 0,-1 0 0 0 0,1 0-1 0 0,0 0 1 0 0,-1 0-1 0 0,1 0 1 0 0,0 0-1 0 0,0 0 1 0 0,-1 0-1 0 0,4 0 1 0 0,44 14-160 0 0,-34-11 232 0 0,-1 0 1 0 0,0 0-1 0 0,-1 1 0 0 0,1 1 0 0 0,24 14 0 0 0,-35-18-51 0 0,-1 0-1 0 0,0 0 0 0 0,1 0 0 0 0,-1 0 0 0 0,0 1 0 0 0,0-1 0 0 0,0 1 0 0 0,-1-1 0 0 0,1 1 1 0 0,0 0-1 0 0,-1-1 0 0 0,0 1 0 0 0,0 0 0 0 0,0 0 0 0 0,0 0 0 0 0,0 0 0 0 0,0 0 1 0 0,-1 0-1 0 0,1 0 0 0 0,-1 0 0 0 0,0 1 0 0 0,0-1 0 0 0,0 0 0 0 0,-1 0 0 0 0,1 0 0 0 0,-1 0 1 0 0,1 0-1 0 0,-1 0 0 0 0,0 0 0 0 0,0 0 0 0 0,-1 0 0 0 0,1 0 0 0 0,-3 3 0 0 0,-3 7 75 0 0,0 0-1 0 0,-2-1 0 0 0,1 0 0 0 0,-1 0 0 0 0,-1-1 0 0 0,0 0 0 0 0,-13 11 0 0 0,-22 13-3031 0 0,26-22-4435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6.8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78 9674 0 0,'55'-16'3674'0'0,"1"2"0"0"0,112-12 0 0 0,-44 14-2088 0 0,-79 5-3000 0 0,-32 5 134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7.0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60 1 6913 0 0,'-4'3'613'0'0,"1"1"0"0"0,-1 0 0 0 0,0 0 0 0 0,1 0-1 0 0,0 0 1 0 0,0 1 0 0 0,0 0 0 0 0,1-1-1 0 0,-1 1 1 0 0,1 0 0 0 0,0 0 0 0 0,1 0 0 0 0,-2 8-1 0 0,-3 10 2260 0 0,-4 38-1 0 0,8-38-2491 0 0,1 0-1 0 0,0 0 1 0 0,2 0-1 0 0,0 0 1 0 0,2 0-1 0 0,0-1 1 0 0,2 1-1 0 0,10 31 0 0 0,-7-32-1114 0 0,1 0-1 0 0,1-2 0 0 0,1 1 0 0 0,27 37 0 0 0,-21-36-375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37.5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88 105 3225 0 0,'-76'-51'7216'0'0,"76"51"-7096"0"0,-1 0 1 0 0,1 0 0 0 0,-1 0-1 0 0,0 0 1 0 0,1-1-1 0 0,-1 1 1 0 0,1 0-1 0 0,-1 0 1 0 0,1-1 0 0 0,0 1-1 0 0,-1 0 1 0 0,1-1-1 0 0,-1 1 1 0 0,1 0-1 0 0,-1-1 1 0 0,1 1 0 0 0,0-1-1 0 0,-1 1 1 0 0,1 0-1 0 0,0-1 1 0 0,-1 1-1 0 0,1-1 1 0 0,0 1 0 0 0,0-1-1 0 0,0 1 1 0 0,-1-1-1 0 0,1 1 1 0 0,0-1-1 0 0,0 0 1 0 0,0 1 0 0 0,0-1-1 0 0,0 1 1 0 0,0-1-1 0 0,0 1 1 0 0,0-1-1 0 0,0 1 1 0 0,0-1 0 0 0,0 1-1 0 0,0-1 1 0 0,1 1-1 0 0,-1-2 1 0 0,2 1 101 0 0,-1-1 0 0 0,1 1 0 0 0,0-1 0 0 0,0 1 0 0 0,0 0 0 0 0,0 0 0 0 0,0 0 0 0 0,0 0 0 0 0,0 0 0 0 0,4-1 0 0 0,57-14 1798 0 0,-47 14-1830 0 0,0 0 0 0 0,0 1 0 0 0,0 1 0 0 0,0 0 0 0 0,-1 1 0 0 0,1 1 0 0 0,0 0 0 0 0,0 1 0 0 0,-1 1 0 0 0,0 0 0 0 0,1 1 0 0 0,-2 1 0 0 0,1 0 0 0 0,13 9 0 0 0,-25-14-187 0 0,0 1 1 0 0,0 0-1 0 0,0 0 1 0 0,-1 0-1 0 0,1 0 1 0 0,-1 0-1 0 0,1 0 1 0 0,-1 1-1 0 0,0-1 1 0 0,0 1-1 0 0,0 0 1 0 0,0-1-1 0 0,0 1 1 0 0,-1 0-1 0 0,0 0 1 0 0,1 0-1 0 0,-1 0 1 0 0,0 0-1 0 0,0 0 0 0 0,0 1 1 0 0,-1-1-1 0 0,1 0 1 0 0,-1 1-1 0 0,0-1 1 0 0,0 0-1 0 0,-1 7 1 0 0,-2 2-27 0 0,0-1 1 0 0,-1 1-1 0 0,0-1 1 0 0,-1 0-1 0 0,-12 21 0 0 0,9-19-15 0 0,1 1 0 0 0,-7 20 0 0 0,13-31 49 0 0,1 0 0 0 0,-1 0 1 0 0,1 0-1 0 0,0 0 0 0 0,0 0 0 0 0,0 0 1 0 0,0 0-1 0 0,0 0 0 0 0,1 0 0 0 0,-1 0 1 0 0,1 0-1 0 0,0 0 0 0 0,0-1 0 0 0,0 1 1 0 0,0 0-1 0 0,1 0 0 0 0,-1-1 0 0 0,1 1 1 0 0,-1-1-1 0 0,1 1 0 0 0,4 3 0 0 0,5 5-40 0 0,0 0-1 0 0,0-1 0 0 0,18 11 1 0 0,11 11 388 0 0,-37-29-333 0 0,0-1 1 0 0,0 1-1 0 0,-1 0 0 0 0,1 0 1 0 0,-1 0-1 0 0,1 1 1 0 0,-1-1-1 0 0,0 1 0 0 0,0-1 1 0 0,-1 1-1 0 0,1 0 1 0 0,-1-1-1 0 0,1 1 0 0 0,-1 0 1 0 0,-1 0-1 0 0,1 0 0 0 0,0 0 1 0 0,-1 0-1 0 0,0 0 1 0 0,0 0-1 0 0,0 0 0 0 0,0 0 1 0 0,-1 0-1 0 0,0 0 0 0 0,1 0 1 0 0,-2 0-1 0 0,1 0 1 0 0,0 0-1 0 0,-1-1 0 0 0,1 1 1 0 0,-1 0-1 0 0,0-1 0 0 0,0 0 1 0 0,-1 1-1 0 0,1-1 1 0 0,-1 0-1 0 0,0 0 0 0 0,1 0 1 0 0,-1 0-1 0 0,-6 3 1 0 0,-11 8-57 0 0,1-2 0 0 0,-2 0 1 0 0,0-2-1 0 0,0 0 0 0 0,0-1 1 0 0,-2-1-1 0 0,1-1 0 0 0,-46 7 1 0 0,32-10-274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48.77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88 608 6913 0 0,'-16'-43'3007'0'0,"-14"-57"-1"0"0,4 9 978 0 0,22 80-3366 0 0,2 7-257 0 0,0 0 1 0 0,1-1-1 0 0,-1 1 0 0 0,1 0 1 0 0,0-1-1 0 0,0 0 1 0 0,1 1-1 0 0,-1-1 0 0 0,1-6 1 0 0,15 33 853 0 0,71 192-998 0 0,-59-140-111 0 0,2-1 0 0 0,53 91 1 0 0,-76-154-107 0 0,55 86 0 0 0,-52-84 0 0 0,0-1 0 0 0,0 0 0 0 0,1-1 0 0 0,1 0 0 0 0,20 15 0 0 0,-30-24 10 0 0,0 0 0 0 0,0 0 0 0 0,0 0 0 0 0,1-1 0 0 0,-1 1 1 0 0,0-1-1 0 0,1 1 0 0 0,-1-1 0 0 0,0 1 0 0 0,1-1 0 0 0,-1 0 0 0 0,1 0 0 0 0,-1 1 0 0 0,1-1 0 0 0,-1 0 1 0 0,0 0-1 0 0,1-1 0 0 0,-1 1 0 0 0,1 0 0 0 0,-1 0 0 0 0,1-1 0 0 0,-1 1 0 0 0,0-1 0 0 0,1 1 0 0 0,-1-1 1 0 0,0 0-1 0 0,0 1 0 0 0,1-1 0 0 0,-1 0 0 0 0,0 0 0 0 0,0 0 0 0 0,0 0 0 0 0,0 0 0 0 0,0 0 1 0 0,0 0-1 0 0,0 0 0 0 0,0 0 0 0 0,0 0 0 0 0,-1-1 0 0 0,1 1 0 0 0,0 0 0 0 0,0-3 0 0 0,4-6 116 0 0,-1-2-1 0 0,1 1 1 0 0,-2-1-1 0 0,3-12 0 0 0,-3 14-66 0 0,97-523 1203 0 0,-63 297-1244 0 0,-29 190-750 0 0,4-87-1 0 0,-13 151-6948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49.1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2 219 6449 0 0,'0'-25'2027'0'0,"-1"-9"864"0"0,2-1-1 0 0,1 1 0 0 0,8-41 1 0 0,-10 75-2823 0 0,0-1-1 0 0,0 0 1 0 0,0 1 0 0 0,0-1 0 0 0,0 0 0 0 0,0 1 0 0 0,0-1 0 0 0,0 0 0 0 0,1 1 0 0 0,-1-1 0 0 0,0 1 0 0 0,0-1 0 0 0,1 0 0 0 0,-1 1 0 0 0,0-1-1 0 0,1 1 1 0 0,-1-1 0 0 0,0 1 0 0 0,1-1 0 0 0,-1 1 0 0 0,1-1 0 0 0,-1 1 0 0 0,1-1 0 0 0,-1 1 0 0 0,1 0 0 0 0,-1-1 0 0 0,2 1 0 0 0,6 13 692 0 0,1 31-407 0 0,-6 22-88 0 0,-2 1-1 0 0,-14 106 1 0 0,0 38-627 0 0,14-100-2303 0 0,-1-100 1257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49.3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0 174 456 0 0,'1'-11'672'0'0,"1"0"0"0"0,0 1 0 0 0,0-1-1 0 0,1 1 1 0 0,0-1 0 0 0,1 1 0 0 0,7-14 0 0 0,-8 18-61 0 0,1 0 0 0 0,0 1 1 0 0,0-1-1 0 0,0 1 0 0 0,0-1 1 0 0,1 1-1 0 0,0 1 0 0 0,0-1 0 0 0,0 1 1 0 0,1 0-1 0 0,0 0 0 0 0,11-6 1 0 0,-13 9-316 0 0,1 0 0 0 0,-1 0 0 0 0,1 0 0 0 0,-1 0 0 0 0,1 1 1 0 0,0 0-1 0 0,-1 0 0 0 0,1 0 0 0 0,-1 0 0 0 0,1 1 0 0 0,-1 0 0 0 0,1 0 1 0 0,-1 0-1 0 0,1 1 0 0 0,-1-1 0 0 0,0 1 0 0 0,0 0 0 0 0,6 4 0 0 0,5 2 170 0 0,-1 1 0 0 0,0 1 0 0 0,21 18-1 0 0,-17-11-222 0 0,0 1 0 0 0,-2 1 0 0 0,0 1-1 0 0,0 0 1 0 0,22 42 0 0 0,-29-44-718 0 0,-1 0 1 0 0,0 0-1 0 0,-1 1 1 0 0,6 31-1 0 0,-9-26-6857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49.5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23 134 11979 0 0,'-1'0'81'0'0,"0"0"1"0"0,0 0-1 0 0,0 0 1 0 0,0 0-1 0 0,0-1 1 0 0,0 1-1 0 0,0 0 1 0 0,0-1-1 0 0,0 1 1 0 0,1-1 0 0 0,-1 1-1 0 0,0-1 1 0 0,0 1-1 0 0,0-1 1 0 0,0 0-1 0 0,1 1 1 0 0,-1-1-1 0 0,0 0 1 0 0,0 0-1 0 0,1 1 1 0 0,-1-1 0 0 0,1 0-1 0 0,-1 0 1 0 0,1 0-1 0 0,-1 0 1 0 0,1 0-1 0 0,-1 0 1 0 0,1 0-1 0 0,0 0 1 0 0,-1-1 0 0 0,2 0-9 0 0,-1 0 0 0 0,1 0 0 0 0,-1 0 1 0 0,1 1-1 0 0,0-1 0 0 0,0 0 1 0 0,0 0-1 0 0,0 1 0 0 0,0-1 1 0 0,0 0-1 0 0,0 1 0 0 0,0-1 0 0 0,1 1 1 0 0,-1-1-1 0 0,3-1 0 0 0,5-5-484 0 0,0 1 0 0 0,1 0-1 0 0,0 1 1 0 0,0 0 0 0 0,0 0 0 0 0,1 1-1 0 0,0 1 1 0 0,15-5 0 0 0,6 1-487 0 0,56-8 0 0 0,-63 13 838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50.0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132 41 6913 0 0,'-18'-16'2135'0'0,"16"13"-1656"0"0,-1 0 0 0 0,0 0 0 0 0,0 1 0 0 0,0-1 0 0 0,0 1 0 0 0,0 0 0 0 0,-5-3 0 0 0,7 5-362 0 0,0 0 1 0 0,0-1-1 0 0,0 1 1 0 0,0 0 0 0 0,-1 0-1 0 0,1 0 1 0 0,0 0-1 0 0,0 0 1 0 0,0 0 0 0 0,0 0-1 0 0,-1 0 1 0 0,1 1-1 0 0,0-1 1 0 0,0 0 0 0 0,0 1-1 0 0,0-1 1 0 0,0 1-1 0 0,0-1 1 0 0,0 1 0 0 0,0 0-1 0 0,0-1 1 0 0,0 1-1 0 0,0 0 1 0 0,0 0 0 0 0,0-1-1 0 0,0 1 1 0 0,0 0-1 0 0,1 0 1 0 0,-2 1 0 0 0,-4 7 105 0 0,0 0 0 0 0,0 0 0 0 0,1 0 0 0 0,0 1 0 0 0,0 0 0 0 0,1 0 0 0 0,0 0 0 0 0,1 0 1 0 0,1 1-1 0 0,-1-1 0 0 0,1 1 0 0 0,1-1 0 0 0,0 1 0 0 0,1 0 0 0 0,0 0 0 0 0,0 0 0 0 0,1-1 1 0 0,3 12-1 0 0,-3-14-153 0 0,1 1 0 0 0,0-1 0 0 0,1-1 1 0 0,-1 1-1 0 0,2 0 0 0 0,-1-1 0 0 0,1 1 1 0 0,0-1-1 0 0,0 0 0 0 0,1-1 0 0 0,0 1 1 0 0,0-1-1 0 0,1 0 0 0 0,0 0 0 0 0,0 0 1 0 0,0-1-1 0 0,0 0 0 0 0,1 0 0 0 0,0-1 1 0 0,0 1-1 0 0,0-2 0 0 0,1 1 1 0 0,14 4-1 0 0,-11-5-173 0 0,1-1-1 0 0,-1 0 1 0 0,1-1 0 0 0,0 0 0 0 0,0-1 0 0 0,-1 0-1 0 0,1-1 1 0 0,0 0 0 0 0,-1-1 0 0 0,1 0 0 0 0,-1-1 0 0 0,0 0-1 0 0,0-1 1 0 0,0 0 0 0 0,19-11 0 0 0,-5 1-7328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50.2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69 3681 0 0,'16'-6'10127'0'0,"10"-5"-5170"0"0,4-3-4635 0 0,61-17-1 0 0,-76 27-1480 0 0,1 2-3366 0 0,-1 2-1389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3:50.5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2 107 5985 0 0,'0'0'32'0'0,"-1"0"0"0"0,1 0 0 0 0,0 0 0 0 0,0 0 1 0 0,0 1-1 0 0,0-1 0 0 0,0 0 0 0 0,0 0 0 0 0,0 0 0 0 0,0 0 0 0 0,-1 0 0 0 0,1 1 0 0 0,0-1 0 0 0,0 0 0 0 0,0 0 0 0 0,0 0 0 0 0,0 1 0 0 0,0-1 0 0 0,0 0 0 0 0,0 0 0 0 0,0 0 0 0 0,0 0 0 0 0,0 1 0 0 0,0-1 0 0 0,0 0 0 0 0,0 0 1 0 0,0 0-1 0 0,0 0 0 0 0,0 1 0 0 0,1-1 0 0 0,-1 0 0 0 0,0 0 0 0 0,0 0 0 0 0,0 0 0 0 0,0 1 0 0 0,0-1 0 0 0,0 0 0 0 0,0 0 0 0 0,0 0 0 0 0,1 0 0 0 0,-1 0 0 0 0,0 0 0 0 0,0 1 0 0 0,0-1 0 0 0,0 0 0 0 0,1 0 0 0 0,-1 0 1 0 0,0 0-1 0 0,0 0 0 0 0,0 0 0 0 0,0 0 0 0 0,1 0 0 0 0,-1 0 0 0 0,0 0 0 0 0,0 0 0 0 0,0 0 0 0 0,0 0 0 0 0,1 0 0 0 0,-1 0 0 0 0,0 0 0 0 0,0 0 0 0 0,0 0 0 0 0,0 0 0 0 0,1 0 0 0 0,-1 0 0 0 0,0 0 0 0 0,25-4 1966 0 0,28-12 1820 0 0,15-14-917 0 0,-45 18-3210 0 0,0 2 1 0 0,1 0-1 0 0,0 2 1 0 0,1 0-1 0 0,34-5 1 0 0,-35 10 297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0.1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391 182 2761 0 0,'80'-76'10521'0'0,"-79"76"-10372"0"0,-1 0 1 0 0,0 0 0 0 0,1-1 0 0 0,-1 1 0 0 0,1 0 0 0 0,-1 0 0 0 0,0 0 0 0 0,1 0 0 0 0,-1 0 0 0 0,0 0 0 0 0,1 0-1 0 0,-1 0 1 0 0,1 0 0 0 0,-1 0 0 0 0,0 0 0 0 0,1 0 0 0 0,-1 0 0 0 0,0 1 0 0 0,1-1 0 0 0,0 0 0 0 0,1 16 1804 0 0,-9 22-1190 0 0,2-19-680 0 0,-1 0 0 0 0,0-1 0 0 0,-1 0 0 0 0,-1-1 0 0 0,-1 1 0 0 0,-19 26 0 0 0,23-36-136 0 0,-2-1 0 0 0,1 0 0 0 0,-1 0 0 0 0,0-1 0 0 0,0 0 0 0 0,-1 0 0 0 0,0 0 0 0 0,0-1 0 0 0,0-1 0 0 0,-1 1 0 0 0,1-1 0 0 0,-1-1 0 0 0,0 0 0 0 0,0 0 0 0 0,-16 3 0 0 0,12-5-69 0 0,1 1 0 0 0,-1-2 0 0 0,0 0 0 0 0,1 0 0 0 0,-1-1 0 0 0,1-1 0 0 0,-1 0 0 0 0,1 0 0 0 0,-1-2 0 0 0,1 1-1 0 0,0-1 1 0 0,1-1 0 0 0,-14-7 0 0 0,20 9 118 0 0,-1 0 0 0 0,1 0-1 0 0,0 0 1 0 0,0-1-1 0 0,1 0 1 0 0,-1 0 0 0 0,1 0-1 0 0,-1-1 1 0 0,2 1 0 0 0,-1-1-1 0 0,0 0 1 0 0,1 0 0 0 0,0 0-1 0 0,0-1 1 0 0,0 1-1 0 0,1-1 1 0 0,0 1 0 0 0,0-1-1 0 0,0 0 1 0 0,1 0 0 0 0,0 0-1 0 0,0 0 1 0 0,0 0-1 0 0,1 0 1 0 0,0 0 0 0 0,0 0-1 0 0,0 0 1 0 0,3-12 0 0 0,0 7 110 0 0,0-1 1 0 0,1 1-1 0 0,0-1 1 0 0,1 1-1 0 0,1 1 1 0 0,-1-1-1 0 0,2 1 1 0 0,-1 0 0 0 0,1 0-1 0 0,1 1 1 0 0,0 0-1 0 0,0 0 1 0 0,18-14-1 0 0,-18 17 7 0 0,1 0 0 0 0,-1 0 0 0 0,1 1-1 0 0,0 1 1 0 0,0-1 0 0 0,0 2 0 0 0,1-1 0 0 0,-1 1-1 0 0,1 0 1 0 0,0 1 0 0 0,0 0 0 0 0,0 1 0 0 0,0 0 0 0 0,0 1-1 0 0,0 0 1 0 0,0 0 0 0 0,11 3 0 0 0,-11-1-83 0 0,1 1 0 0 0,-1 1 0 0 0,-1 0-1 0 0,1 0 1 0 0,-1 1 0 0 0,0 0 0 0 0,0 0 0 0 0,0 1 0 0 0,-1 1 0 0 0,1-1 0 0 0,-2 1 0 0 0,1 1 0 0 0,9 11 0 0 0,4 7 51 0 0,0 2 1 0 0,29 52-1 0 0,-37-56-64 0 0,-1 0 0 0 0,-1 0 1 0 0,-2 1-1 0 0,0 1 0 0 0,-1 0 1 0 0,-2 0-1 0 0,-1 0 0 0 0,-1 1 0 0 0,-1-1 1 0 0,-1 1-1 0 0,-1 0 0 0 0,-4 35 0 0 0,0-43 39 0 0,0 0 0 0 0,-1-1 0 0 0,0 1-1 0 0,-2-1 1 0 0,0 0 0 0 0,-1-1-1 0 0,-1 0 1 0 0,-1 0 0 0 0,0 0-1 0 0,-1-1 1 0 0,-1-1 0 0 0,0 0 0 0 0,-1 0-1 0 0,0-1 1 0 0,-2-1 0 0 0,0 0-1 0 0,0 0 1 0 0,-21 13 0 0 0,29-23-11 0 0,1 0 0 0 0,-1 1 1 0 0,0-2-1 0 0,-1 1 0 0 0,-9 2 0 0 0,14-4-181 0 0,0-1 0 0 0,0 1-1 0 0,1-1 1 0 0,-1 1 0 0 0,0-1 0 0 0,0 0-1 0 0,0 0 1 0 0,0 0 0 0 0,0 0-1 0 0,0 0 1 0 0,0-1 0 0 0,0 1-1 0 0,1 0 1 0 0,-1-1 0 0 0,0 0-1 0 0,0 1 1 0 0,0-1 0 0 0,1 0-1 0 0,-1 0 1 0 0,0 0 0 0 0,1 0 0 0 0,-1 0-1 0 0,-2-3 1 0 0,4 4 101 0 0,-1 0 1 0 0,1-1-1 0 0,0 1 1 0 0,0 0-1 0 0,0-1 1 0 0,0 1-1 0 0,0-1 1 0 0,0 1-1 0 0,-1 0 0 0 0,1-1 1 0 0,0 1-1 0 0,0-1 1 0 0,0 1-1 0 0,0 0 1 0 0,1-1-1 0 0,-1 1 1 0 0,0-1-1 0 0,0 1 1 0 0,0 0-1 0 0,0-1 0 0 0,0 1 1 0 0,0-1-1 0 0,1 1 1 0 0,-1 0-1 0 0,0-1 1 0 0,0 1-1 0 0,0 0 1 0 0,1-1-1 0 0,-1 1 1 0 0,0 0-1 0 0,1-1 0 0 0,-1 1 1 0 0,0 0-1 0 0,1 0 1 0 0,-1-1-1 0 0,0 1 1 0 0,1 0-1 0 0,0 0 1 0 0,3-4 22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0.5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74 5985 0 0,'0'0'542'0'0,"25"-6"2920"0"0,66-26 2204 0 0,5-1-5143 0 0,-87 30-1314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2.5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62 96 1376 0 0,'-37'9'2056'0'0,"18"-11"251"0"0,19 2-2165 0 0,-4-3 1417 0 0,4 3-1417 0 0,0-1-1 0 0,0 1 1 0 0,-1 0 0 0 0,1-1-1 0 0,0 1 1 0 0,0 0 0 0 0,0-1 0 0 0,0 1-1 0 0,0-1 1 0 0,-1 1 0 0 0,1 0 0 0 0,0-1-1 0 0,0 1 1 0 0,0-1 0 0 0,0 1-1 0 0,0-1 1 0 0,0 1 0 0 0,0 0 0 0 0,1-1-1 0 0,-1 1 1 0 0,0-1 0 0 0,0 0 0 0 0,2-2 250 0 0,1 0 1 0 0,0-1 0 0 0,0 1-1 0 0,0 0 1 0 0,0 0 0 0 0,0 0-1 0 0,0 0 1 0 0,1 1 0 0 0,-1 0-1 0 0,1-1 1 0 0,0 1 0 0 0,6-2-1 0 0,7-6 817 0 0,-16 9-1156 0 0,16-10 396 0 0,-10 8-168 0 0,-6 6 324 0 0,-24 19-661 0 0,22-21 60 0 0,1-1 1 0 0,-1 1 0 0 0,0-1 0 0 0,1 1 0 0 0,-1-1 0 0 0,0 1-1 0 0,1-1 1 0 0,-1 1 0 0 0,0-1 0 0 0,0 1 0 0 0,1-1-1 0 0,-1 0 1 0 0,0 0 0 0 0,0 1 0 0 0,0-1 0 0 0,1 0 0 0 0,-1 0-1 0 0,0 0 1 0 0,0 0 0 0 0,0 0 0 0 0,0 0 0 0 0,1 0-1 0 0,-1 0 1 0 0,0 0 0 0 0,0 0 0 0 0,0 0 0 0 0,0-1 0 0 0,1 1-1 0 0,-1 0 1 0 0,0-1 0 0 0,0 1 0 0 0,1 0 0 0 0,-1-1 0 0 0,0 1-1 0 0,0-1 1 0 0,1 1 0 0 0,-1-1 0 0 0,1 0 0 0 0,-1 1-1 0 0,0-1 1 0 0,1 0 0 0 0,-1 0 0 0 0,1 0 34 0 0,0 0-1 0 0,0 0 1 0 0,0 0-1 0 0,0 0 1 0 0,1 1-1 0 0,-1-1 1 0 0,0 0-1 0 0,1 0 1 0 0,-1 0-1 0 0,1 1 1 0 0,-1-1 0 0 0,1 0-1 0 0,-1 1 1 0 0,1-1-1 0 0,-1 0 1 0 0,1 1-1 0 0,0-1 1 0 0,-1 1-1 0 0,1-1 1 0 0,0 1-1 0 0,-1-1 1 0 0,1 1 0 0 0,0-1-1 0 0,0 1 1 0 0,1-1-1 0 0,21-10 146 0 0,-10 6-151 0 0,1 1 1 0 0,-1 1 0 0 0,1 0-1 0 0,0 0 1 0 0,0 2 0 0 0,0 0-1 0 0,25 1 1 0 0,-32 1-22 0 0,1 0 0 0 0,-1 0 0 0 0,0 0 0 0 0,1 1-1 0 0,-1 0 1 0 0,0 1 0 0 0,9 4 0 0 0,-13-5-4 0 0,1 0 0 0 0,-1 0 1 0 0,0 0-1 0 0,0 0 0 0 0,0 1 0 0 0,0 0 1 0 0,0-1-1 0 0,-1 1 0 0 0,1 0 0 0 0,-1 0 1 0 0,0 1-1 0 0,0-1 0 0 0,0 0 0 0 0,3 7 1 0 0,-3-4-7 0 0,-1 0-1 0 0,1 0 1 0 0,-1 0 0 0 0,0 0 0 0 0,0 0 0 0 0,-1 0 0 0 0,0 0 0 0 0,0 0 0 0 0,0 1 0 0 0,-1-1 0 0 0,0 0-1 0 0,0 0 1 0 0,-1 0 0 0 0,1 0 0 0 0,-1 0 0 0 0,-5 9 0 0 0,-4 5 6 0 0,0 0 0 0 0,-2-1 1 0 0,-17 22-1 0 0,-17 25 1 0 0,47-65-8 0 0,0-1 0 0 0,0 0 0 0 0,0 0 0 0 0,0 0-1 0 0,-1 1 1 0 0,1-1 0 0 0,0 0 0 0 0,0 0 0 0 0,0 1 0 0 0,0-1-1 0 0,0 0 1 0 0,0 0 0 0 0,0 1 0 0 0,0-1 0 0 0,0 0 0 0 0,0 0-1 0 0,0 1 1 0 0,0-1 0 0 0,0 0 0 0 0,0 0 0 0 0,0 1 0 0 0,0-1-1 0 0,0 0 1 0 0,0 0 0 0 0,0 1 0 0 0,0-1 0 0 0,0 0 0 0 0,0 0-1 0 0,1 1 1 0 0,-1-1 0 0 0,0 0 0 0 0,0 0 0 0 0,0 0-1 0 0,0 1 1 0 0,1-1 0 0 0,-1 0 0 0 0,0 0 0 0 0,1 0 0 0 0,12 3 73 0 0,21-7 67 0 0,-29 4-133 0 0,7-2-52 0 0,0 1-1 0 0,0 1 0 0 0,0 0 0 0 0,0 1 0 0 0,0 0 1 0 0,0 0-1 0 0,0 2 0 0 0,0-1 0 0 0,13 6 0 0 0,-22-7 43 0 0,0 0-1 0 0,1 1 0 0 0,-1-1 0 0 0,0 1 0 0 0,0 0 0 0 0,0 0 0 0 0,0 0 0 0 0,0 0 0 0 0,0 1 0 0 0,-1-1 0 0 0,1 1 0 0 0,-1 0 0 0 0,0-1 0 0 0,0 1 0 0 0,0 0 1 0 0,0 0-1 0 0,0 1 0 0 0,-1-1 0 0 0,1 0 0 0 0,-1 0 0 0 0,0 1 0 0 0,0-1 0 0 0,0 1 0 0 0,0-1 0 0 0,-1 1 0 0 0,1-1 0 0 0,-1 1 0 0 0,0 0 0 0 0,0-1 1 0 0,0 1-1 0 0,-1-1 0 0 0,1 1 0 0 0,-1 0 0 0 0,0-1 0 0 0,-1 4 0 0 0,-1 3 84 0 0,-1 0 1 0 0,0 0-1 0 0,-1 0 0 0 0,0-1 1 0 0,0 0-1 0 0,-1 0 1 0 0,0 0-1 0 0,0 0 0 0 0,-1-1 1 0 0,-1 0-1 0 0,1-1 0 0 0,-1 0 1 0 0,-9 7-1 0 0,-15 9 139 0 0,-1-2 0 0 0,-44 21 1 0 0,23-13-370 0 0,34-18-252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3.0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71 7834 0 0,'-5'1'-357'0'0,"-25"-6"11867"0"0,34 1-11037 0 0,6-5-426 0 0,0 1 0 0 0,1 0 0 0 0,23-13-1 0 0,-29 18-361 0 0,1 1-1 0 0,-1-1 0 0 0,1 1 0 0 0,0 1 0 0 0,-1-1 1 0 0,1 1-1 0 0,0 0 0 0 0,0 0 0 0 0,0 1 0 0 0,0-1 1 0 0,0 1-1 0 0,7 1 0 0 0,1 2-5408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3.2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0 149 920 0 0,'24'-15'6726'0'0,"16"-9"-4456"0"0,7-4-1714 0 0,-15 11-2125 0 0,0 1 0 0 0,0 2 0 0 0,37-12 0 0 0,-45 17 1438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3.6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198 1 7834 0 0,'-5'0'217'0'0,"0"0"0"0"0,0 1 1 0 0,1-1-1 0 0,-1 1 0 0 0,0 0 1 0 0,0 1-1 0 0,1-1 0 0 0,-1 1 0 0 0,1 0 1 0 0,-1 0-1 0 0,1 0 0 0 0,0 0 1 0 0,-1 1-1 0 0,1 0 0 0 0,1 0 1 0 0,-1 0-1 0 0,0 0 0 0 0,1 1 1 0 0,-6 6-1 0 0,-3 4 5 0 0,2-1 0 0 0,-1 1-1 0 0,1 1 1 0 0,1 0 0 0 0,1 0 0 0 0,0 0 0 0 0,1 1 0 0 0,1 1 0 0 0,0-1-1 0 0,1 1 1 0 0,1 0 0 0 0,0 0 0 0 0,2 0 0 0 0,0 1 0 0 0,1-1 0 0 0,0 0-1 0 0,4 30 1 0 0,-1-26-229 0 0,0-1-1 0 0,2 0 0 0 0,0 0 0 0 0,1 0 0 0 0,1 0 1 0 0,1-1-1 0 0,1 0 0 0 0,1 0 0 0 0,0-1 1 0 0,1 0-1 0 0,1-1 0 0 0,1 0 0 0 0,0-1 1 0 0,26 27-1 0 0,-26-34 66 0 0,0 1-1 0 0,0-2 1 0 0,1 0 0 0 0,0 0 0 0 0,0-1-1 0 0,1-1 1 0 0,0 0 0 0 0,0-1 0 0 0,24 5 0 0 0,-30-8-3 0 0,1-1 0 0 0,-1 0 0 0 0,0-1 0 0 0,1 1 1 0 0,-1-1-1 0 0,1-1 0 0 0,-1 0 0 0 0,11-2 1 0 0,-14 1 3 0 0,0 1 1 0 0,0-1 0 0 0,0 0 0 0 0,0 0-1 0 0,-1-1 1 0 0,1 1 0 0 0,-1-1 0 0 0,0 0-1 0 0,1 0 1 0 0,-1-1 0 0 0,-1 1 0 0 0,1-1-1 0 0,0 0 1 0 0,3-5 0 0 0,-5 7-16 0 0,-1 0 0 0 0,0 0 0 0 0,1 0 1 0 0,-1 0-1 0 0,0-1 0 0 0,0 1 0 0 0,0 0 0 0 0,0-1 0 0 0,-1 1 1 0 0,1 0-1 0 0,-1-1 0 0 0,1 1 0 0 0,-1-1 0 0 0,0 1 1 0 0,0-1-1 0 0,0 1 0 0 0,0-1 0 0 0,-1 1 0 0 0,1-1 0 0 0,0 1 1 0 0,-2-4-1 0 0,0 2 9 0 0,0-1 1 0 0,-1 1-1 0 0,1 0 1 0 0,-1 0-1 0 0,0 0 1 0 0,0 1-1 0 0,0-1 1 0 0,0 1-1 0 0,-1-1 1 0 0,-5-3-1 0 0,-4-2 0 0 0,0 0 0 0 0,-1 2 0 0 0,1-1 0 0 0,-2 2 0 0 0,1 0 0 0 0,-16-4 0 0 0,20 6-202 0 0,-1 1 0 0 0,1 1 0 0 0,-1 0 0 0 0,1 0 0 0 0,-1 1 0 0 0,0 1 0 0 0,-13 0 0 0 0,13 7-2196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4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1 302 8290 0 0,'0'-2'281'0'0,"0"0"1"0"0,1 0-1 0 0,-1-1 0 0 0,1 1 1 0 0,-1 0-1 0 0,1 0 0 0 0,0 0 1 0 0,0-1-1 0 0,0 1 1 0 0,0 0-1 0 0,0 0 0 0 0,1 0 1 0 0,-1 1-1 0 0,1-1 1 0 0,-1 0-1 0 0,1 1 0 0 0,0-1 1 0 0,-1 0-1 0 0,1 1 1 0 0,0 0-1 0 0,0-1 0 0 0,0 1 1 0 0,0 0-1 0 0,0 0 0 0 0,0 0 1 0 0,4-1-1 0 0,-3 2-32 0 0,-1-1 0 0 0,1 0 0 0 0,0 0 0 0 0,-1 1-1 0 0,1 0 1 0 0,0-1 0 0 0,-1 1 0 0 0,1 0 0 0 0,0 0 0 0 0,0 1-1 0 0,-1-1 1 0 0,1 0 0 0 0,0 1 0 0 0,-1 0 0 0 0,1-1 0 0 0,0 1-1 0 0,-1 0 1 0 0,1 1 0 0 0,-1-1 0 0 0,0 0 0 0 0,1 1 0 0 0,-1-1-1 0 0,3 3 1 0 0,9 12 68 0 0,-1 1 0 0 0,-1 0-1 0 0,21 37 1 0 0,-26-40-302 0 0,1-1 0 0 0,0 1 0 0 0,1-1 0 0 0,0-1 0 0 0,1 0 1 0 0,0 0-1 0 0,1-1 0 0 0,0 0 0 0 0,15 10 0 0 0,-26-21-13 0 0,1 1-1 0 0,-1-1 1 0 0,1 0 0 0 0,0 1-1 0 0,-1-1 1 0 0,1 0 0 0 0,0 1-1 0 0,-1-1 1 0 0,1 0 0 0 0,0 0-1 0 0,-1 1 1 0 0,1-1 0 0 0,0 0-1 0 0,-1 0 1 0 0,1 0 0 0 0,0 0-1 0 0,0 0 1 0 0,-1 0 0 0 0,1 0-1 0 0,0 0 1 0 0,-1 0 0 0 0,1 0-1 0 0,0-1 1 0 0,0 1 0 0 0,-1 0-1 0 0,1 0 1 0 0,-1-1 0 0 0,1 1-1 0 0,0 0 1 0 0,-1-1 0 0 0,1 1-1 0 0,-1-1 1 0 0,1 1 0 0 0,0-1-1 0 0,-1 1 1 0 0,1-1 0 0 0,-1 1-1 0 0,0-1 1 0 0,1 1 0 0 0,-1-1-1 0 0,1 0 1 0 0,-1 1 0 0 0,0-1-1 0 0,0 0 1 0 0,1 1 0 0 0,-1-1-1 0 0,0 0 1 0 0,0 0 0 0 0,8-43 133 0 0,-7 31-80 0 0,9-50-345 0 0,3 1 0 0 0,2 0 0 0 0,4 1 0 0 0,39-89 0 0 0,-41 112-773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5.2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74 8290 0 0,'-7'-41'832'0'0,"1"8"3173"0"0,8 75 858 0 0,0 7-4541 0 0,28 1224 490 0 0,-18-325-348 0 0,52-45 109 0 0,3 54 54 0 0,-64-811-621 0 0,11 188-2121 0 0,-11-292 1080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5.6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6 397 4609 0 0,'-2'-10'99'0'0,"0"0"1"0"0,1 0-1 0 0,0 0 1 0 0,1-16-1 0 0,1 21-66 0 0,0 1 0 0 0,0-1 0 0 0,0 0 0 0 0,1 1 0 0 0,-1-1 0 0 0,1 1 1 0 0,0 0-1 0 0,0-1 0 0 0,1 1 0 0 0,-1 0 0 0 0,1 0 0 0 0,4-4 0 0 0,3-3 80 0 0,1 1 0 0 0,1 0 0 0 0,-1 0-1 0 0,2 2 1 0 0,-1-1 0 0 0,1 1 0 0 0,0 1 0 0 0,1 1 0 0 0,0 0 0 0 0,0 0 0 0 0,25-5-1 0 0,17-2 324 0 0,99-9-1 0 0,-120 18-238 0 0,962-63 3025 0 0,443 73-2055 0 0,-1231 3-1167 0 0,867 15 0 0 0,-152-72 159 0 0,90-1-298 0 0,-762 47-1272 0 0,-138 0-2576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06.2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6120 0 3169 0 0,'93'3'240'0'0,"-83"-3"141"0"0,0 1 0 0 0,-1 0 0 0 0,1 1 0 0 0,-1 0 0 0 0,0 0 1 0 0,0 1-1 0 0,0 0 0 0 0,0 1 0 0 0,0 0 0 0 0,0 0 0 0 0,-1 1 0 0 0,0 0 0 0 0,15 12 1 0 0,-21-14-204 0 0,0 0 1 0 0,-1-1 0 0 0,1 1 0 0 0,0 0 0 0 0,-1 0 0 0 0,0 0 0 0 0,0 0 0 0 0,0 1 0 0 0,0-1 0 0 0,0 0 0 0 0,-1 0 0 0 0,1 0 0 0 0,-1 1 0 0 0,0-1 0 0 0,0 0-1 0 0,-1 6 1 0 0,-1 5 365 0 0,0 1 0 0 0,-7 21 0 0 0,2-10 32 0 0,-6 40 100 0 0,4 1 0 0 0,2-1-1 0 0,3 104 1 0 0,30 203 1107 0 0,-16-266-1206 0 0,40 626 1365 0 0,46 420-970 0 0,-27-724-558 0 0,33 306-18 0 0,-98-679-385 0 0,34 769 346 0 0,-47-616-293 0 0,5-160-43 0 0,-3-1 1 0 0,-15 61-1 0 0,18-97-14 0 0,1 0-1 0 0,-1-1 1 0 0,-1 1 0 0 0,0-1-1 0 0,-1 0 1 0 0,0-1 0 0 0,-1 1 0 0 0,-15 18-1 0 0,16-22 6 0 0,-2-1 0 0 0,1 1 0 0 0,-1-1 0 0 0,0-1 0 0 0,0 1-1 0 0,0-1 1 0 0,-1-1 0 0 0,0 1 0 0 0,0-2 0 0 0,0 1 0 0 0,-18 3 0 0 0,-5 0 45 0 0,-2-2-1 0 0,1-1 1 0 0,-63-2 0 0 0,-103-17 4 0 0,-182-52-23 0 0,78 11-23 0 0,-831-86-247 0 0,-5 71 0 0 0,947 67 259 0 0,-772-8 609 0 0,2 58-155 0 0,325 18-1329 0 0,319-34-1990 0 0,252-22-4678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21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 3 3681 0 0,'-3'-1'276'0'0,"0"1"0"0"0,0-1 0 0 0,0 1 0 0 0,0 0 0 0 0,0 0 0 0 0,0 0 1 0 0,0 0-1 0 0,-6 1 0 0 0,9-1-266 0 0,-1 0 0 0 0,1 0 1 0 0,-1 0-1 0 0,1 0 0 0 0,-1 0 1 0 0,1 1-1 0 0,-1-1 0 0 0,0 0 1 0 0,1 0-1 0 0,-1 0 0 0 0,1 1 1 0 0,-1-1-1 0 0,1 0 0 0 0,-1 0 1 0 0,1 1-1 0 0,0-1 0 0 0,-1 0 1 0 0,1 1-1 0 0,-1-1 0 0 0,1 1 1 0 0,0-1-1 0 0,-1 1 0 0 0,1-1 1 0 0,0 0-1 0 0,-1 1 0 0 0,1-1 1 0 0,0 1-1 0 0,0 0 0 0 0,0-1 1 0 0,-1 1-1 0 0,1-1 0 0 0,0 1 1 0 0,0-1-1 0 0,0 1 0 0 0,0-1 1 0 0,0 1-1 0 0,0-1 0 0 0,0 1 1 0 0,0 0-1 0 0,0-1 0 0 0,0 1 1 0 0,0-1-1 0 0,1 1 0 0 0,-1-1 1 0 0,0 1-1 0 0,0-1 0 0 0,0 1 1 0 0,1-1-1 0 0,-1 1 0 0 0,0-1 1 0 0,1 1-1 0 0,0 0 0 0 0,5 12-75 0 0,1 0 0 0 0,-2 1-1 0 0,1 0 1 0 0,3 18 0 0 0,-7-22 197 0 0,1 1 1 0 0,0-1-1 0 0,1 0 1 0 0,0 0 0 0 0,0 0-1 0 0,1-1 1 0 0,0 1-1 0 0,1-1 1 0 0,10 12-1 0 0,-15-19-71 0 0,1-1-1 0 0,0 1 0 0 0,-1 0 0 0 0,1-1 1 0 0,0 0-1 0 0,0 1 0 0 0,0-1 0 0 0,0 0 0 0 0,0 0 1 0 0,0 0-1 0 0,0 0 0 0 0,1 0 0 0 0,-1-1 1 0 0,0 1-1 0 0,0-1 0 0 0,1 1 0 0 0,-1-1 1 0 0,0 0-1 0 0,1 0 0 0 0,-1 0 0 0 0,0 0 1 0 0,1 0-1 0 0,-1-1 0 0 0,0 1 0 0 0,0-1 1 0 0,1 1-1 0 0,-1-1 0 0 0,0 0 0 0 0,0 0 1 0 0,0 0-1 0 0,0 0 0 0 0,0 0 0 0 0,0-1 0 0 0,0 1 1 0 0,0 0-1 0 0,-1-1 0 0 0,1 0 0 0 0,2-2 1 0 0,-1 1-39 0 0,0-1 1 0 0,0 1-1 0 0,-1-1 0 0 0,1 1 1 0 0,-1-1-1 0 0,0 0 1 0 0,0 0-1 0 0,-1 0 1 0 0,1 0-1 0 0,-1 0 1 0 0,1 0-1 0 0,-2-1 0 0 0,1 1 1 0 0,0 0-1 0 0,-1-1 1 0 0,1 1-1 0 0,-1 0 1 0 0,-1-1-1 0 0,1 1 0 0 0,-1-5 1 0 0,-2 1 17 0 0,0 0 0 0 0,-1 1 1 0 0,1-1-1 0 0,-2 1 0 0 0,1 0 1 0 0,-1 0-1 0 0,0 0 0 0 0,-6-6 0 0 0,7 8-57 0 0,0 1-1 0 0,0 0 1 0 0,0 0-1 0 0,0 1 1 0 0,0-1-1 0 0,-1 1 1 0 0,0 0-1 0 0,0 0 1 0 0,0 1-1 0 0,0 0 1 0 0,0-1-1 0 0,0 1 1 0 0,-6-1-1 0 0,6 3 35 0 0,1 1 0 0 0,0-1 0 0 0,0 1 0 0 0,0-1 1 0 0,0 1-1 0 0,0 1 0 0 0,0-1 0 0 0,0 0 0 0 0,1 1 0 0 0,-1 0 0 0 0,0 0 0 0 0,1 0 0 0 0,-1 0 0 0 0,1 1 0 0 0,0-1 0 0 0,0 1 0 0 0,0 0 0 0 0,0 0 0 0 0,0 0 0 0 0,1 0 0 0 0,-1 1 0 0 0,1-1 0 0 0,-4 7 0 0 0,0 0-7 0 0,1 0 0 0 0,-1 0 0 0 0,2 1 0 0 0,-1 0 0 0 0,1 0 0 0 0,1 0 0 0 0,-3 15-1 0 0,5-14 94 0 0,1 1-1 0 0,0-1 1 0 0,1 0-1 0 0,0 1 1 0 0,1-1-1 0 0,0 0 1 0 0,1 0-1 0 0,0 0 1 0 0,9 20-1 0 0,-10-26-69 0 0,1 0-1 0 0,-1-1 0 0 0,1 0 0 0 0,0 0 1 0 0,0 1-1 0 0,0-2 0 0 0,1 1 0 0 0,0 0 1 0 0,0-1-1 0 0,0 0 0 0 0,0 1 0 0 0,1-2 1 0 0,-1 1-1 0 0,1 0 0 0 0,0-1 1 0 0,1 0-1 0 0,-1 0 0 0 0,0-1 0 0 0,1 0 1 0 0,-1 1-1 0 0,1-2 0 0 0,6 2 0 0 0,-10-2 45 0 0,1-1-1 0 0,-1 0 0 0 0,1 0 0 0 0,-1 0 0 0 0,0-1 0 0 0,1 1 1 0 0,-1 0-1 0 0,1-1 0 0 0,-1 0 0 0 0,0 1 0 0 0,1-1 1 0 0,-1 0-1 0 0,0 0 0 0 0,0-1 0 0 0,1 1 0 0 0,-1 0 0 0 0,0-1 1 0 0,2-2-1 0 0,0 1 38 0 0,-1-1-1 0 0,0 0 1 0 0,0 0 0 0 0,-1 0 0 0 0,1 0 0 0 0,-1 0 0 0 0,0 0-1 0 0,0-1 1 0 0,1-4 0 0 0,1-2 5 0 0,-2 0 0 0 0,1 0 0 0 0,-2 0 0 0 0,1-1 0 0 0,-2 1 0 0 0,1 0 0 0 0,-3-18 1 0 0,-3 4-171 0 0,-1 2 1 0 0,-2-1-1 0 0,0 1 1 0 0,-1 0 0 0 0,-2 1-1 0 0,0 0 1 0 0,-18-26 0 0 0,29 47 48 0 0,-1 0 0 0 0,1 0 0 0 0,-1 0 0 0 0,0 0 0 0 0,1 0 0 0 0,-1 0 0 0 0,0 0 1 0 0,0 0-1 0 0,1 0 0 0 0,-1 0 0 0 0,0 1 0 0 0,0-1 0 0 0,0 0 0 0 0,0 1 0 0 0,0-1 0 0 0,0 1 0 0 0,0-1 1 0 0,0 1-1 0 0,0-1 0 0 0,0 1 0 0 0,-1 0 0 0 0,1-1 0 0 0,0 1 0 0 0,0 0 0 0 0,-1 0 0 0 0,0 0-1 0 0,1 1-1 0 0,-1-1 0 0 0,1 1 0 0 0,-1 0 1 0 0,1 0-1 0 0,-1-1 0 0 0,1 1 0 0 0,0 0 1 0 0,0 0-1 0 0,-1 0 0 0 0,1 0 1 0 0,0 1-1 0 0,0-1 0 0 0,0 0 0 0 0,-1 3 1 0 0,-5 6-142 0 0,2 1 1 0 0,-1 0-1 0 0,-5 19 1 0 0,10-28 81 0 0,-10 28-301 0 0,1 1-1 0 0,-6 33 1 0 0,15-56 361 0 0,-1 0 1 0 0,1 0-1 0 0,1 0 1 0 0,-1 0-1 0 0,1 0 1 0 0,1 0-1 0 0,-1 0 1 0 0,1-1-1 0 0,1 1 1 0 0,-1 0-1 0 0,1 0 1 0 0,1-1-1 0 0,0 1 1 0 0,4 8-1 0 0,-7-15 14 0 0,1 1-1 0 0,0-1 1 0 0,0 1-1 0 0,0-1 1 0 0,0 0-1 0 0,0 1 1 0 0,0-1-1 0 0,0 0 1 0 0,0 0-1 0 0,0 0 1 0 0,1 0-1 0 0,-1 0 1 0 0,1 0-1 0 0,-1 0 1 0 0,0 0-1 0 0,1 0 0 0 0,0-1 1 0 0,-1 1-1 0 0,1 0 1 0 0,-1-1-1 0 0,1 0 1 0 0,0 1-1 0 0,-1-1 1 0 0,4 0-1 0 0,-3 0 53 0 0,1-1 0 0 0,-1 0-1 0 0,1 0 1 0 0,-1 0-1 0 0,0 0 1 0 0,1 0 0 0 0,-1 0-1 0 0,0-1 1 0 0,0 1 0 0 0,0-1-1 0 0,0 1 1 0 0,0-1 0 0 0,0 0-1 0 0,2-3 1 0 0,4-5 142 0 0,0 0 1 0 0,-1-1-1 0 0,-1 0 0 0 0,0 0 1 0 0,6-15-1 0 0,-4 7-116 0 0,-1-1 0 0 0,-1 0 0 0 0,5-32 0 0 0,-10 45-80 0 0,0 0 0 0 0,0 0 0 0 0,-1 0 0 0 0,0 0 0 0 0,-1 0 0 0 0,1 0 0 0 0,-1 1 0 0 0,-1-1 0 0 0,1 0 0 0 0,-1 0 0 0 0,0 1 0 0 0,-1-1 0 0 0,1 1 0 0 0,-7-10 0 0 0,9 16-9 0 0,0-1 0 0 0,0 1 0 0 0,0 0-1 0 0,0 0 1 0 0,0-1 0 0 0,-1 1 0 0 0,1 0 0 0 0,0 0 0 0 0,0-1-1 0 0,0 1 1 0 0,-1 0 0 0 0,1 0 0 0 0,0 0 0 0 0,0-1 0 0 0,0 1-1 0 0,-1 0 1 0 0,1 0 0 0 0,0 0 0 0 0,-1 0 0 0 0,1 0 0 0 0,0-1-1 0 0,0 1 1 0 0,-1 0 0 0 0,1 0 0 0 0,0 0 0 0 0,-1 0 0 0 0,1 0-1 0 0,0 0 1 0 0,-1 0 0 0 0,1 0 0 0 0,0 0 0 0 0,0 0 0 0 0,-1 0-1 0 0,1 0 1 0 0,-1 1 0 0 0,-7 10-102 0 0,-2 25-192 0 0,8-29 224 0 0,-12 42-232 0 0,6-25 318 0 0,1 1-1 0 0,-5 40 0 0 0,12-64 4 0 0,0 1 1 0 0,0-1-1 0 0,0 1 1 0 0,0-1-1 0 0,0 1 1 0 0,1 0-1 0 0,-1-1 0 0 0,1 1 1 0 0,-1-1-1 0 0,1 1 1 0 0,0-1-1 0 0,-1 0 1 0 0,1 1-1 0 0,0-1 1 0 0,0 0-1 0 0,0 1 1 0 0,0-1-1 0 0,0 0 0 0 0,0 0 1 0 0,1 0-1 0 0,-1 0 1 0 0,0 0-1 0 0,0 0 1 0 0,1 0-1 0 0,-1 0 1 0 0,1-1-1 0 0,-1 1 1 0 0,3 0-1 0 0,8 4-256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22.5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25 181 6913 0 0,'-1'0'56'0'0,"0"0"-1"0"0,0-1 0 0 0,1 1 0 0 0,-1 0 0 0 0,0 0 0 0 0,0 0 1 0 0,0 0-1 0 0,1 0 0 0 0,-1 0 0 0 0,0 0 0 0 0,0 0 0 0 0,0 0 1 0 0,1 1-1 0 0,-1-1 0 0 0,0 0 0 0 0,0 0 0 0 0,1 1 0 0 0,-1-1 0 0 0,0 0 1 0 0,1 1-1 0 0,-1-1 0 0 0,0 1 0 0 0,1-1 0 0 0,-1 1 0 0 0,1-1 1 0 0,-1 1-1 0 0,1-1 0 0 0,-1 1 0 0 0,1 0 0 0 0,-1-1 0 0 0,1 1 1 0 0,-1 0-1 0 0,1-1 0 0 0,0 1 0 0 0,-1 0 0 0 0,1 0 0 0 0,0-1 0 0 0,0 1 1 0 0,0 0-1 0 0,-1 0 0 0 0,1-1 0 0 0,0 1 0 0 0,0 0 0 0 0,0 0 1 0 0,0 0-1 0 0,0-1 0 0 0,1 1 0 0 0,-1 1 0 0 0,0 4 60 0 0,0 0 0 0 0,1 0 0 0 0,-1 0 0 0 0,1-1 0 0 0,3 9 0 0 0,12 44 1013 0 0,-10-33-614 0 0,1 0 0 0 0,14 34 0 0 0,-18-53-451 0 0,-1-1-1 0 0,1 1 1 0 0,1-1 0 0 0,-1 1 0 0 0,1-1 0 0 0,0 0 0 0 0,0 0 0 0 0,0-1 0 0 0,0 1 0 0 0,1-1-1 0 0,0 0 1 0 0,0-1 0 0 0,0 1 0 0 0,12 5 0 0 0,-14-8-36 0 0,0 0 0 0 0,0 0 0 0 0,0-1 0 0 0,0 1 0 0 0,0-1 0 0 0,0 0 0 0 0,0 0 0 0 0,0 0 0 0 0,1 0 0 0 0,-1 0 0 0 0,0-1 0 0 0,0 1 0 0 0,0-1 1 0 0,0 0-1 0 0,0 0 0 0 0,0 0 0 0 0,0-1 0 0 0,-1 1 0 0 0,1-1 0 0 0,0 1 0 0 0,-1-1 0 0 0,1 0 0 0 0,-1 0 0 0 0,1 0 0 0 0,-1 0 0 0 0,0 0 0 0 0,0-1 0 0 0,0 1 0 0 0,2-4 0 0 0,6-8 88 0 0,1-1 0 0 0,-2-1 1 0 0,13-27-1 0 0,-20 41-127 0 0,5-16-127 0 0,0 0 1 0 0,-2-1-1 0 0,0 0 0 0 0,-1 0 0 0 0,0 0 0 0 0,-2 0 0 0 0,0-1 0 0 0,-1 1 1 0 0,-1-1-1 0 0,-1 1 0 0 0,-1 0 0 0 0,-1-1 0 0 0,0 1 0 0 0,-2 0 0 0 0,0 0 1 0 0,-9-22-1 0 0,14 40 149 0 0,-1-1-1 0 0,1 1 1 0 0,-1 0 0 0 0,1-1 0 0 0,-1 1 0 0 0,0 0-1 0 0,1-1 1 0 0,-1 1 0 0 0,0 0 0 0 0,0 0-1 0 0,0 0 1 0 0,0 0 0 0 0,0 0 0 0 0,0 0 0 0 0,0 0-1 0 0,0 0 1 0 0,0 0 0 0 0,-3-1 0 0 0,4 2 6 0 0,-1 0 0 0 0,0 0 1 0 0,0 0-1 0 0,1 0 0 0 0,-1 0 0 0 0,0 0 1 0 0,0 0-1 0 0,0 1 0 0 0,1-1 1 0 0,-1 0-1 0 0,0 0 0 0 0,0 1 0 0 0,1-1 1 0 0,-1 0-1 0 0,0 1 0 0 0,1-1 0 0 0,-1 1 1 0 0,0-1-1 0 0,1 1 0 0 0,-1-1 0 0 0,1 1 1 0 0,-1-1-1 0 0,1 1 0 0 0,-1 0 1 0 0,-2 2 26 0 0,1 1 0 0 0,0-1 1 0 0,0 0-1 0 0,0 1 1 0 0,1 0-1 0 0,-1-1 1 0 0,1 1-1 0 0,0 0 1 0 0,0 0-1 0 0,0-1 0 0 0,0 1 1 0 0,1 5-1 0 0,2 21 129 0 0,1-1 0 0 0,2 1-1 0 0,16 57 1 0 0,-20-84-77 0 0,-1 0 0 0 0,2 0 0 0 0,-1 0 0 0 0,0 0 0 0 0,1 0 0 0 0,-1-1 0 0 0,1 1 0 0 0,0 0 0 0 0,0-1 0 0 0,0 1 0 0 0,0-1 0 0 0,0 0 0 0 0,1 1 1 0 0,-1-1-1 0 0,1 0 0 0 0,-1-1 0 0 0,1 1 0 0 0,0 0 0 0 0,0-1 0 0 0,0 1 0 0 0,0-1 0 0 0,4 1 0 0 0,-5-2-48 0 0,0 1 0 0 0,0-1 0 0 0,0 0 1 0 0,0 0-1 0 0,0-1 0 0 0,0 1 0 0 0,0 0 1 0 0,0-1-1 0 0,0 1 0 0 0,0-1 0 0 0,0 0 1 0 0,0 1-1 0 0,0-1 0 0 0,0 0 0 0 0,0 0 1 0 0,-1 0-1 0 0,1-1 0 0 0,0 1 0 0 0,-1 0 0 0 0,1-1 1 0 0,-1 1-1 0 0,1-1 0 0 0,-1 1 0 0 0,0-1 1 0 0,0 0-1 0 0,0 1 0 0 0,0-1 0 0 0,0 0 1 0 0,0 0-1 0 0,0 0 0 0 0,0 0 0 0 0,-1 0 1 0 0,1 0-1 0 0,-1 0 0 0 0,1-3 0 0 0,2-6-279 0 0,-1-1 0 0 0,0 0 0 0 0,-1 0 0 0 0,-1 0-1 0 0,1 0 1 0 0,-2 1 0 0 0,-3-24 0 0 0,3 29 96 0 0,0 1 1 0 0,0 0-1 0 0,0 0 1 0 0,-1 0-1 0 0,1 0 1 0 0,-1 1-1 0 0,0-1 1 0 0,-1 0-1 0 0,1 1 1 0 0,-1-1-1 0 0,0 1 1 0 0,0 0-1 0 0,-1 0 0 0 0,1 0 1 0 0,-1 0-1 0 0,0 1 1 0 0,1-1-1 0 0,-2 1 1 0 0,1 0-1 0 0,-8-4 1 0 0,11 7 99 0 0,0-1 1 0 0,0 1-1 0 0,0-1 0 0 0,0 1 1 0 0,0 0-1 0 0,0-1 1 0 0,0 1-1 0 0,0 0 1 0 0,0 0-1 0 0,0 0 1 0 0,0 0-1 0 0,0 0 0 0 0,-1 0 1 0 0,1 0-1 0 0,0 0 1 0 0,0 0-1 0 0,0 1 1 0 0,0-1-1 0 0,0 0 0 0 0,0 1 1 0 0,0-1-1 0 0,0 1 1 0 0,0-1-1 0 0,0 1 1 0 0,0-1-1 0 0,0 1 1 0 0,-1 1-1 0 0,0 0 32 0 0,1 0 0 0 0,-1 1 0 0 0,1-1 0 0 0,0 1 0 0 0,0-1 0 0 0,0 1-1 0 0,0-1 1 0 0,0 1 0 0 0,0 0 0 0 0,0 5 0 0 0,-1 7 275 0 0,1 0 0 0 0,1 1 0 0 0,1 15 0 0 0,-1-28-202 0 0,1 15 197 0 0,1 0 0 0 0,1 0 1 0 0,0-1-1 0 0,7 20 0 0 0,-8-32-226 0 0,-1 0 0 0 0,1 0-1 0 0,0 0 1 0 0,0-1 0 0 0,1 1-1 0 0,-1-1 1 0 0,1 1-1 0 0,0-1 1 0 0,0 0 0 0 0,0 0-1 0 0,1-1 1 0 0,0 1 0 0 0,-1-1-1 0 0,1 1 1 0 0,1-1 0 0 0,-1 0-1 0 0,0-1 1 0 0,1 1-1 0 0,4 1 1 0 0,-8-3-9 0 0,-1-1 0 0 0,0 0 0 0 0,1 0 1 0 0,-1 0-1 0 0,1 0 0 0 0,-1 0 0 0 0,0 1 0 0 0,1-1 0 0 0,-1 0 0 0 0,1 0 0 0 0,-1 0 1 0 0,0 0-1 0 0,1 0 0 0 0,-1 0 0 0 0,1-1 0 0 0,-1 1 0 0 0,0 0 0 0 0,1 0 0 0 0,-1 0 1 0 0,1 0-1 0 0,-1 0 0 0 0,0 0 0 0 0,1-1 0 0 0,-1 1 0 0 0,0 0 0 0 0,1 0 0 0 0,-1-1 1 0 0,0 1-1 0 0,1 0 0 0 0,-1 0 0 0 0,0-1 0 0 0,1 1 0 0 0,-1 0 0 0 0,0-1 0 0 0,1 0 0 0 0,0-19 283 0 0,-11-28-775 0 0,8 43 375 0 0,-2-8-309 0 0,-1 0 1 0 0,0 0-1 0 0,0 1 0 0 0,-2 0 0 0 0,1 0 1 0 0,-2 1-1 0 0,-12-17 0 0 0,16 24 202 0 0,0-1 0 0 0,-1 0-1 0 0,0 1 1 0 0,0 0 0 0 0,0 0-1 0 0,0 1 1 0 0,0-1 0 0 0,-7-2-1 0 0,8 5 145 0 0,1-1-1 0 0,0 1 0 0 0,0 0 1 0 0,-1 0-1 0 0,1 1 0 0 0,-1-1 0 0 0,1 1 1 0 0,-1 0-1 0 0,1 0 0 0 0,0 0 0 0 0,-1 0 1 0 0,1 0-1 0 0,-1 1 0 0 0,1 0 0 0 0,-6 1 1 0 0,5 0 88 0 0,1 0 0 0 0,0 0 0 0 0,0 0 1 0 0,0 1-1 0 0,0-1 0 0 0,1 1 0 0 0,-1-1 0 0 0,1 1 1 0 0,-1 0-1 0 0,1 0 0 0 0,0 0 0 0 0,0 0 0 0 0,0 0 1 0 0,1 1-1 0 0,-1-1 0 0 0,1 1 0 0 0,0-1 0 0 0,-1 1 0 0 0,2-1 1 0 0,-1 1-1 0 0,0-1 0 0 0,1 1 0 0 0,-1 5 0 0 0,0 10 313 0 0,0-1 0 0 0,1 1-1 0 0,3 21 1 0 0,-3-38-350 0 0,0 0 1 0 0,1 1-1 0 0,-1-1 0 0 0,0 0 1 0 0,1 0-1 0 0,0 0 0 0 0,-1 0 1 0 0,1 1-1 0 0,0-1 1 0 0,0 0-1 0 0,0 0 0 0 0,0-1 1 0 0,0 1-1 0 0,1 0 0 0 0,-1 0 1 0 0,0 0-1 0 0,1-1 1 0 0,2 3-1 0 0,-3-4-2 0 0,0 1-1 0 0,-1-1 1 0 0,1 0 0 0 0,0 0 0 0 0,-1 1-1 0 0,1-1 1 0 0,0 0 0 0 0,0 0-1 0 0,-1 0 1 0 0,1 0 0 0 0,0 0 0 0 0,0 0-1 0 0,-1 0 1 0 0,1 0 0 0 0,0 0 0 0 0,0 0-1 0 0,-1-1 1 0 0,1 1 0 0 0,0 0 0 0 0,-1 0-1 0 0,2-1 1 0 0,0 0 5 0 0,0-1 0 0 0,-1 1 1 0 0,1 0-1 0 0,0-1 0 0 0,0 0 0 0 0,-1 1 0 0 0,1-1 0 0 0,-1 0 0 0 0,3-3 1 0 0,0-3 54 0 0,0 0 1 0 0,-1 0 0 0 0,1-1-1 0 0,-2 1 1 0 0,1-1-1 0 0,-1 1 1 0 0,0-1 0 0 0,-1 0-1 0 0,0 0 1 0 0,-1 0 0 0 0,1 1-1 0 0,-2-12 1 0 0,0 12-110 0 0,0 0-1 0 0,0 0 1 0 0,0 0-1 0 0,-1 0 1 0 0,0 0 0 0 0,-1 1-1 0 0,0-1 1 0 0,0 1 0 0 0,-1 0-1 0 0,1 0 1 0 0,-1 0 0 0 0,-1 0-1 0 0,-9-10 1 0 0,14 16 53 0 0,-1 0 0 0 0,1 0-1 0 0,-1 1 1 0 0,0-1 0 0 0,1 0 0 0 0,-1 1 0 0 0,0-1-1 0 0,0 1 1 0 0,0-1 0 0 0,0 1 0 0 0,1-1 0 0 0,-1 1-1 0 0,0 0 1 0 0,0-1 0 0 0,0 1 0 0 0,0 0 0 0 0,0 0-1 0 0,0 0 1 0 0,0 0 0 0 0,0 0 0 0 0,0 0 0 0 0,0 0 0 0 0,0 0-1 0 0,0 0 1 0 0,0 0 0 0 0,0 0 0 0 0,0 0 0 0 0,-1 1-1 0 0,0 1 24 0 0,0-1-1 0 0,0 1 1 0 0,0-1-1 0 0,0 1 1 0 0,1 0-1 0 0,-1-1 0 0 0,0 1 1 0 0,1 0-1 0 0,0 0 1 0 0,-1 0-1 0 0,0 4 1 0 0,-4 7 219 0 0,0 0 1 0 0,-6 28 0 0 0,11-38-215 0 0,0 2-32 0 0,-6 18 297 0 0,-5 45 0 0 0,12-62-432 0 0,-1-1-1 0 0,1 1 1 0 0,0 0 0 0 0,0 0 0 0 0,1 0-1 0 0,0 0 1 0 0,0 0 0 0 0,0 0-1 0 0,1-1 1 0 0,-1 1 0 0 0,2 0 0 0 0,-1-1-1 0 0,4 7 1 0 0,5 3-4830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23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241 152 6913 0 0,'-4'2'86'0'0,"-1"1"0"0"0,1 0 0 0 0,-1 0-1 0 0,1 1 1 0 0,0-1 0 0 0,0 1 0 0 0,0 0-1 0 0,1 0 1 0 0,-1 0 0 0 0,1 0 0 0 0,0 1-1 0 0,0-1 1 0 0,1 1 0 0 0,-1 0-1 0 0,1 0 1 0 0,0 0 0 0 0,0 0 0 0 0,-1 9-1 0 0,-1 2 498 0 0,0 0 0 0 0,2 1-1 0 0,0-1 1 0 0,1 32 0 0 0,1-35-263 0 0,1 0 0 0 0,1-1 1 0 0,3 15-1 0 0,-4-24-259 0 0,-1 0 0 0 0,1 0 0 0 0,0 0 0 0 0,0 0 1 0 0,1 0-1 0 0,-1 0 0 0 0,0 0 0 0 0,1-1 0 0 0,0 1 0 0 0,0 0 0 0 0,0-1 0 0 0,0 1 0 0 0,0-1 0 0 0,0 0 0 0 0,1 0 0 0 0,-1 0 0 0 0,1 0 1 0 0,3 2-1 0 0,-6-4-61 0 0,1 0 0 0 0,0 1 1 0 0,0-1-1 0 0,0 0 0 0 0,0 0 0 0 0,0 0 1 0 0,0 0-1 0 0,0 0 0 0 0,0 0 1 0 0,0-1-1 0 0,0 1 0 0 0,0 0 1 0 0,0 0-1 0 0,0-1 0 0 0,0 1 0 0 0,0 0 1 0 0,0-1-1 0 0,-1 1 0 0 0,1-1 1 0 0,0 1-1 0 0,0-1 0 0 0,0 0 0 0 0,-1 1 1 0 0,1-1-1 0 0,0 0 0 0 0,-1 1 1 0 0,1-1-1 0 0,-1 0 0 0 0,1 0 1 0 0,-1 0-1 0 0,1 0 0 0 0,-1 1 0 0 0,1-1 1 0 0,-1 0-1 0 0,0 0 0 0 0,1-2 1 0 0,12-39 17 0 0,-13 38 23 0 0,5-19-232 0 0,-1 0 0 0 0,-1 1-1 0 0,-2-1 1 0 0,-1-39 0 0 0,-1 50-167 0 0,0 0 1 0 0,-1 1-1 0 0,0-1 1 0 0,-1 1-1 0 0,0 0 1 0 0,-1 0-1 0 0,0 0 1 0 0,-1 0-1 0 0,0 1 1 0 0,0 0-1 0 0,-9-12 1 0 0,13 21 319 0 0,1 1 0 0 0,-1-1-1 0 0,1 0 1 0 0,-1 0 0 0 0,1 1 0 0 0,-1-1 0 0 0,0 1 0 0 0,1-1-1 0 0,-1 0 1 0 0,0 1 0 0 0,1 0 0 0 0,-1-1 0 0 0,0 1 0 0 0,0-1-1 0 0,0 1 1 0 0,1 0 0 0 0,-1-1 0 0 0,0 1 0 0 0,0 0 0 0 0,0 0-1 0 0,0 0 1 0 0,0 0 0 0 0,1 0 0 0 0,-1 0 0 0 0,0 0 0 0 0,0 0 0 0 0,-1 0-1 0 0,0 1 57 0 0,1 0-1 0 0,-1-1 0 0 0,0 1 0 0 0,1 0 0 0 0,-1 0 0 0 0,1 1 1 0 0,-1-1-1 0 0,1 0 0 0 0,0 0 0 0 0,-1 1 0 0 0,1-1 0 0 0,-1 3 0 0 0,-5 6 419 0 0,1 1 0 0 0,0 0-1 0 0,-4 13 1 0 0,7-17-242 0 0,-4 9 315 0 0,0 1-1 0 0,2 1 1 0 0,0-1 0 0 0,1 1 0 0 0,-4 34 0 0 0,8-46-333 0 0,0-1 0 0 0,0 1 0 0 0,1 0 0 0 0,-1-1 0 0 0,1 1 0 0 0,0 0 0 0 0,1-1 0 0 0,-1 1 0 0 0,1-1 0 0 0,3 7 0 0 0,-3-9-75 0 0,0 0 1 0 0,0-1 0 0 0,0 1-1 0 0,0 0 1 0 0,1-1 0 0 0,-1 1-1 0 0,1-1 1 0 0,-1 0-1 0 0,1 0 1 0 0,0 0 0 0 0,0 0-1 0 0,0 0 1 0 0,0-1 0 0 0,0 0-1 0 0,0 1 1 0 0,0-1 0 0 0,0 0-1 0 0,6 1 1 0 0,-6-2-96 0 0,0 1 0 0 0,-1-1 1 0 0,1 1-1 0 0,0-1 0 0 0,0 0 0 0 0,0 0 1 0 0,0-1-1 0 0,0 1 0 0 0,0 0 0 0 0,0-1 0 0 0,0 0 1 0 0,-1 0-1 0 0,1 0 0 0 0,0 0 0 0 0,-1 0 1 0 0,1 0-1 0 0,0-1 0 0 0,-1 1 0 0 0,3-3 1 0 0,-1 1-23 0 0,0-1 0 0 0,-1 0 0 0 0,1 0 1 0 0,-1 0-1 0 0,0-1 0 0 0,0 1 1 0 0,0-1-1 0 0,-1 0 0 0 0,4-9 0 0 0,-1 1-141 0 0,-1 0 0 0 0,-1 0 0 0 0,-1 0 0 0 0,1 0 0 0 0,-2-1 0 0 0,0 1-1 0 0,-1-22 1 0 0,-1 28 77 0 0,-7-51-1074 0 0,7 54 1018 0 0,0 0 1 0 0,0 0-1 0 0,-1 1 0 0 0,1-1 0 0 0,-1 0 0 0 0,0 0 0 0 0,0 1 0 0 0,0-1 0 0 0,-1 1 0 0 0,1 0 1 0 0,-6-6-1 0 0,8 9 131 0 0,-1-1-1 0 0,0 1 1 0 0,1 0 0 0 0,-1-1 0 0 0,0 1 0 0 0,1 0 0 0 0,-1-1 0 0 0,0 1 0 0 0,0 0 0 0 0,1 0-1 0 0,-1 0 1 0 0,0 0 0 0 0,0 0 0 0 0,1 0 0 0 0,-1 0 0 0 0,0 0 0 0 0,0 0 0 0 0,1 0 0 0 0,-1 0-1 0 0,0 0 1 0 0,0 0 0 0 0,1 1 0 0 0,-1-1 0 0 0,0 0 0 0 0,0 1 0 0 0,1-1 0 0 0,-1 0 0 0 0,0 1-1 0 0,1-1 1 0 0,-1 1 0 0 0,1-1 0 0 0,-1 1 0 0 0,1-1 0 0 0,-1 1 0 0 0,1-1 0 0 0,-1 1-1 0 0,1 0 1 0 0,-1-1 0 0 0,0 2 0 0 0,-18 33 487 0 0,15-27-343 0 0,-10 17 237 0 0,-18 50 1 0 0,29-67-265 0 0,1 0 1 0 0,0 0 0 0 0,0 0-1 0 0,0 0 1 0 0,1 0-1 0 0,1 0 1 0 0,-1 0 0 0 0,1 0-1 0 0,1 0 1 0 0,-1 0 0 0 0,4 12-1 0 0,-4-19-98 0 0,0-1 0 0 0,0 1 0 0 0,0 0 0 0 0,0-1 0 0 0,0 1 0 0 0,0-1 0 0 0,0 1 0 0 0,1 0 0 0 0,-1-1-1 0 0,0 1 1 0 0,1-1 0 0 0,-1 1 0 0 0,0-1 0 0 0,1 1 0 0 0,-1-1 0 0 0,0 1 0 0 0,1-1 0 0 0,-1 1 0 0 0,1-1 0 0 0,-1 1 0 0 0,1-1 0 0 0,-1 0-1 0 0,1 1 1 0 0,-1-1 0 0 0,1 0 0 0 0,0 1 0 0 0,0-1 0 0 0,0 0-1 0 0,-1-1-1 0 0,1 1 0 0 0,0 0 1 0 0,0-1-1 0 0,-1 1 1 0 0,1 0-1 0 0,0-1 1 0 0,-1 1-1 0 0,1-1 0 0 0,-1 1 1 0 0,1-1-1 0 0,0 0 1 0 0,-1 1-1 0 0,1-1 1 0 0,-1 1-1 0 0,0-1 0 0 0,1-1 1 0 0,15-35-147 0 0,-12 21-29 0 0,-1 1-1 0 0,0-1 0 0 0,-2 0 1 0 0,0 0-1 0 0,0 0 1 0 0,-2 0-1 0 0,0 1 0 0 0,0-1 1 0 0,-2 0-1 0 0,0 0 1 0 0,-1 1-1 0 0,0 0 0 0 0,-1 0 1 0 0,-1 0-1 0 0,0 0 0 0 0,-2 1 1 0 0,1 0-1 0 0,-18-23 1 0 0,24 35 158 0 0,0 0 1 0 0,-1 0 0 0 0,1 0-1 0 0,-1 1 1 0 0,1-1 0 0 0,-1 0-1 0 0,0 1 1 0 0,0-1 0 0 0,1 1-1 0 0,-1 0 1 0 0,0 0 0 0 0,0 0-1 0 0,0 0 1 0 0,0 0-1 0 0,-1 0 1 0 0,1 0 0 0 0,-4 0-1 0 0,4 1 5 0 0,0 0-1 0 0,0 0 1 0 0,1 0-1 0 0,-1 1 1 0 0,0-1-1 0 0,1 1 1 0 0,-1-1-1 0 0,0 1 1 0 0,1-1-1 0 0,-1 1 1 0 0,0 0-1 0 0,1 0 1 0 0,-1 0-1 0 0,1 0 1 0 0,0 0-1 0 0,-1 0 1 0 0,1 1-1 0 0,-1 0 1 0 0,-3 3 6 0 0,1 1-1 0 0,0 0 1 0 0,1-1-1 0 0,0 1 1 0 0,0 0-1 0 0,0 0 1 0 0,0 1-1 0 0,1-1 1 0 0,0 1-1 0 0,-1 9 1 0 0,0 2 255 0 0,-11 92 625 0 0,13-100-755 0 0,1 0 0 0 0,0-1 0 0 0,1 1 0 0 0,0 0 0 0 0,0 0 1 0 0,1-1-1 0 0,1 1 0 0 0,5 16 0 0 0,-6-22-77 0 0,0 0 0 0 0,0-1 1 0 0,0 0-1 0 0,1 1 0 0 0,-1-1 0 0 0,1 0 0 0 0,-1 0 0 0 0,1 0 0 0 0,0 0 1 0 0,0-1-1 0 0,0 1 0 0 0,1-1 0 0 0,-1 0 0 0 0,1 0 0 0 0,-1 0 0 0 0,1 0 1 0 0,0-1-1 0 0,-1 1 0 0 0,1-1 0 0 0,0 0 0 0 0,0 0 0 0 0,0-1 0 0 0,0 1 0 0 0,0-1 1 0 0,0 0-1 0 0,0 0 0 0 0,0 0 0 0 0,0 0 0 0 0,0-1 0 0 0,0 1 0 0 0,0-1 1 0 0,0 0-1 0 0,0 0 0 0 0,-1-1 0 0 0,1 1 0 0 0,0-1 0 0 0,-1 0 0 0 0,1 0 1 0 0,-1 0-1 0 0,1 0 0 0 0,-1-1 0 0 0,0 1 0 0 0,0-1 0 0 0,0 0 0 0 0,-1 0 1 0 0,4-4-1 0 0,2-3-112 0 0,-1-1 0 0 0,0 0 0 0 0,-1 0 1 0 0,0-1-1 0 0,0 1 0 0 0,-2-1 0 0 0,1-1 1 0 0,-1 1-1 0 0,3-21 0 0 0,-4 15-152 0 0,-1-1 1 0 0,0 0-1 0 0,-2 1 0 0 0,0-1 0 0 0,-1 1 1 0 0,-4-21-1 0 0,5 38 154 0 0,0 0-1 0 0,0 0 1 0 0,0 0 0 0 0,0 0 0 0 0,0 0-1 0 0,0 0 1 0 0,-1 1 0 0 0,1-1 0 0 0,0 0-1 0 0,-1 0 1 0 0,1 0 0 0 0,0 0 0 0 0,-1 0-1 0 0,1 0 1 0 0,-1 1 0 0 0,1-1 0 0 0,-1 0-1 0 0,0 0 1 0 0,1 1 0 0 0,-1-1 0 0 0,0 1-1 0 0,0-1 1 0 0,1 0 0 0 0,-1 1 0 0 0,0-1-1 0 0,0 1 1 0 0,0 0 0 0 0,0-1 0 0 0,0 1-1 0 0,-1 0 2 0 0,0 0 0 0 0,1 0-1 0 0,-1 1 1 0 0,1-1 0 0 0,-1 1-1 0 0,1-1 1 0 0,-1 1 0 0 0,1 0-1 0 0,0-1 1 0 0,-1 1-1 0 0,1 0 1 0 0,0 0 0 0 0,-1 0-1 0 0,1 0 1 0 0,-1 2 0 0 0,-6 4 13 0 0,1 1 1 0 0,0 1-1 0 0,-11 17 1 0 0,9-9 239 0 0,0 0 1 0 0,0 1-1 0 0,2 0 1 0 0,0 0-1 0 0,2 1 0 0 0,0 0 1 0 0,0 0-1 0 0,2 0 1 0 0,1 1-1 0 0,-1 26 1 0 0,4-32-5415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25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30 10594 0 0,'-3'5'74'0'0,"0"0"0"0"0,0 0-1 0 0,1 0 1 0 0,0 1 0 0 0,0-1-1 0 0,0 1 1 0 0,0-1 0 0 0,1 1-1 0 0,-2 11 1 0 0,-2 58 309 0 0,5-61-366 0 0,-1 4-26 0 0,2-1 0 0 0,0 1 1 0 0,0-1-1 0 0,2 0 0 0 0,0 1 0 0 0,1-1 1 0 0,1 0-1 0 0,0-1 0 0 0,1 1 1 0 0,1-1-1 0 0,1-1 0 0 0,0 1 1 0 0,1-1-1 0 0,0 0 0 0 0,2-1 1 0 0,-1-1-1 0 0,2 1 0 0 0,0-1 1 0 0,0-1-1 0 0,1-1 0 0 0,29 21 1 0 0,-38-30 91 0 0,0 1 1 0 0,0-1-1 0 0,0 0 1 0 0,0-1-1 0 0,0 1 1 0 0,0-1-1 0 0,1 0 1 0 0,-1 0-1 0 0,0 0 1 0 0,1 0-1 0 0,-1-1 1 0 0,1 0-1 0 0,-1 0 1 0 0,1 0-1 0 0,-1 0 1 0 0,1-1 0 0 0,-1 1-1 0 0,7-3 1 0 0,-5 0 29 0 0,-1 1 1 0 0,1-1-1 0 0,-1 0 1 0 0,0-1-1 0 0,0 1 1 0 0,0-1 0 0 0,0 0-1 0 0,0 0 1 0 0,-1-1-1 0 0,0 1 1 0 0,0-1 0 0 0,6-9-1 0 0,-2 1 1 0 0,-1 0 0 0 0,-1-1 0 0 0,0 1 0 0 0,0-1 0 0 0,-2-1-1 0 0,0 1 1 0 0,0-1 0 0 0,-1 1 0 0 0,-1-1 0 0 0,-1 0 0 0 0,0 0 0 0 0,-1 0 0 0 0,-2-24 0 0 0,-1 19-73 0 0,0 0 0 0 0,0 1 1 0 0,-2 0-1 0 0,-1 0 1 0 0,0 0-1 0 0,-1 1 0 0 0,-1 0 1 0 0,-1 0-1 0 0,-21-31 1 0 0,26 43-34 0 0,0 1 0 0 0,-1 0 0 0 0,1 0 0 0 0,-1 1 0 0 0,-1-1 0 0 0,1 1 0 0 0,-7-4 0 0 0,10 7-192 0 0,0-1-1 0 0,-1 1 1 0 0,0 0 0 0 0,1-1 0 0 0,-1 1 0 0 0,0 1-1 0 0,1-1 1 0 0,-1 0 0 0 0,0 1 0 0 0,0-1 0 0 0,0 1 0 0 0,1 0-1 0 0,-1 0 1 0 0,0 0 0 0 0,0 0 0 0 0,0 0 0 0 0,0 1-1 0 0,1 0 1 0 0,-5 0 0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25.7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1 331 17972 0 0,'37'7'1626'0'0,"4"6"-1579"0"0,0 2 1 0 0,0 1-1 0 0,70 41 1 0 0,-4-3 432 0 0,-99-50-392 0 0,28 13 503 0 0,-25-14 202 0 0,-15-7 572 0 0,0 1-1288 0 0,1-1 1 0 0,0 1-1 0 0,0 0 0 0 0,1-1 1 0 0,-1 0-1 0 0,1 1 0 0 0,-1-1 1 0 0,1 0-1 0 0,0 0 0 0 0,1-1 1 0 0,-1 1-1 0 0,1 0 1 0 0,0 0-1 0 0,-1-6 0 0 0,-1-7-22 0 0,1 0 0 0 0,-1-24-1 0 0,4 13-305 0 0,2 0-1 0 0,0 0 1 0 0,2 0 0 0 0,1 0-1 0 0,2 1 1 0 0,0-1 0 0 0,2 2-1 0 0,0 0 1 0 0,18-30-1 0 0,8-16-562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29.6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191 213 2304 0 0,'0'-9'149'0'0,"0"1"-1"0"0,-1 0 0 0 0,0 0 0 0 0,0 0 0 0 0,-1-1 0 0 0,0 1 0 0 0,0 1 1 0 0,-5-9-1 0 0,0-7 279 0 0,3 8-32 0 0,-1 0 523 0 0,1 0 0 0 0,0 0-1 0 0,2 0 1 0 0,-2-19 0 0 0,2 49-269 0 0,0-1 0 0 0,0 1 0 0 0,-2-1 1 0 0,-8 25-1 0 0,0 1-325 0 0,3-8-243 0 0,-17 74 121 0 0,24-92-240 0 0,0-1 0 0 0,1 1 1 0 0,0 0-1 0 0,1 0 0 0 0,3 22 0 0 0,-3-31 33 0 0,1-1 1 0 0,1 0 0 0 0,-1 0-1 0 0,0 0 1 0 0,1 0 0 0 0,0 0 0 0 0,0 0-1 0 0,0-1 1 0 0,0 1 0 0 0,1-1-1 0 0,0 1 1 0 0,-1-1 0 0 0,1 0-1 0 0,0 0 1 0 0,0 0 0 0 0,4 2-1 0 0,-5-3-3 0 0,0-1 0 0 0,0 0 1 0 0,0 0-1 0 0,0 0 0 0 0,0 0 0 0 0,1-1 0 0 0,-1 1 0 0 0,0 0 0 0 0,0-1 0 0 0,1 0 0 0 0,-1 1 0 0 0,0-1 0 0 0,0 0 0 0 0,1 0 0 0 0,-1 0 0 0 0,0-1 0 0 0,0 1 0 0 0,1 0 0 0 0,-1-1 0 0 0,0 0 0 0 0,0 1 0 0 0,0-1 0 0 0,0 0 0 0 0,0 0 0 0 0,0 0 0 0 0,0 0 0 0 0,0-1 0 0 0,0 1 1 0 0,0 0-1 0 0,0-1 0 0 0,1-1 0 0 0,13-13 47 0 0,-1 0 1 0 0,0-1-1 0 0,-2-1 1 0 0,0 0-1 0 0,-1-1 1 0 0,-1 0-1 0 0,9-21 1 0 0,-13 26-98 0 0,-2-1 0 0 0,0 1 0 0 0,0-1 0 0 0,-2 0 1 0 0,1 0-1 0 0,-2 0 0 0 0,0-1 0 0 0,-1 1 0 0 0,-1-1 0 0 0,-3-29 1 0 0,3 44 33 0 0,0-1 0 0 0,0 0 0 0 0,0 0 1 0 0,0 1-1 0 0,-1-1 0 0 0,1 0 1 0 0,-1 1-1 0 0,1-1 0 0 0,-1 0 1 0 0,0 1-1 0 0,0-1 0 0 0,1 1 1 0 0,-1-1-1 0 0,0 1 0 0 0,0 0 1 0 0,-1-1-1 0 0,1 1 0 0 0,0 0 0 0 0,-3-2 1 0 0,3 2-9 0 0,0 1 0 0 0,0 0-1 0 0,0 0 1 0 0,0 0 0 0 0,0 0 0 0 0,0 0 0 0 0,0 0 0 0 0,0 0 0 0 0,0 0 0 0 0,-1 0-1 0 0,1 0 1 0 0,0 1 0 0 0,0-1 0 0 0,0 0 0 0 0,0 1 0 0 0,0-1 0 0 0,0 1 0 0 0,0-1 0 0 0,0 1-1 0 0,0 0 1 0 0,1-1 0 0 0,-2 2 0 0 0,-5 4-113 0 0,1 0-1 0 0,1 0 1 0 0,-1 0 0 0 0,1 1-1 0 0,0 0 1 0 0,-6 11 0 0 0,-36 81 852 0 0,43-89-622 0 0,1-1 1 0 0,0 0 0 0 0,0 1-1 0 0,1 0 1 0 0,1 0-1 0 0,0-1 1 0 0,0 1 0 0 0,1 20-1 0 0,0-28-74 0 0,1 1 0 0 0,-1-1-1 0 0,1 0 1 0 0,-1 1 0 0 0,1-1-1 0 0,0 0 1 0 0,0 0 0 0 0,0 0-1 0 0,0 1 1 0 0,0-1 0 0 0,0 0-1 0 0,1 0 1 0 0,-1 0 0 0 0,1-1-1 0 0,-1 1 1 0 0,1 0 0 0 0,0-1-1 0 0,0 1 1 0 0,0-1 0 0 0,3 2-1 0 0,-2-1 28 0 0,0-1 0 0 0,1 1 0 0 0,-1-1 0 0 0,1 0 0 0 0,-1-1-1 0 0,1 1 1 0 0,0-1 0 0 0,-1 1 0 0 0,1-1 0 0 0,0 0 0 0 0,-1 0 0 0 0,6-1 0 0 0,-3 0 6 0 0,0 0 1 0 0,0-1 0 0 0,0 0 0 0 0,0 1-1 0 0,0-2 1 0 0,-1 1 0 0 0,1-1 0 0 0,-1 0-1 0 0,1 0 1 0 0,-1 0 0 0 0,0-1 0 0 0,0 1-1 0 0,-1-1 1 0 0,1-1 0 0 0,6-7 0 0 0,-9 7-51 0 0,0 1 1 0 0,0-1 0 0 0,-1 1 0 0 0,0-1-1 0 0,0 0 1 0 0,0 1 0 0 0,0-1-1 0 0,-1 0 1 0 0,0 0 0 0 0,0 1-1 0 0,0-1 1 0 0,0 0 0 0 0,-1 0 0 0 0,0 1-1 0 0,0-1 1 0 0,0 0 0 0 0,-1 1-1 0 0,1-1 1 0 0,-1 1 0 0 0,-3-5 0 0 0,-3-8-30 0 0,-1 1 1 0 0,0 1 0 0 0,-23-29 0 0 0,28 38 35 0 0,-1 1 0 0 0,0-1 0 0 0,0 1-1 0 0,-1 0 1 0 0,0 0 0 0 0,1 0 0 0 0,-2 1 0 0 0,1 0 0 0 0,0 0 0 0 0,-1 1 0 0 0,0 0 0 0 0,-11-4 0 0 0,12 6 41 0 0,0 0 1 0 0,0 0-1 0 0,0 0 0 0 0,0 1 1 0 0,0 0-1 0 0,0 1 0 0 0,0-1 1 0 0,0 1-1 0 0,0 0 0 0 0,0 1 1 0 0,0 0-1 0 0,1-1 0 0 0,-1 2 1 0 0,0-1-1 0 0,-9 6 0 0 0,8-4 56 0 0,1 1-1 0 0,-1-1 0 0 0,1 1 1 0 0,-1 0-1 0 0,2 1 0 0 0,-1-1 1 0 0,0 1-1 0 0,1 1 0 0 0,0-1 1 0 0,1 1-1 0 0,0-1 1 0 0,0 1-1 0 0,0 1 0 0 0,0-1 1 0 0,1 0-1 0 0,1 1 0 0 0,-4 12 1 0 0,4-11-38 0 0,1 0 0 0 0,0 1 0 0 0,0-1 0 0 0,1 1 1 0 0,0-1-1 0 0,1 1 0 0 0,0-1 0 0 0,0 1 0 0 0,1-1 1 0 0,0 0-1 0 0,1 0 0 0 0,0 0 0 0 0,0 0 0 0 0,8 15 0 0 0,-9-22-61 0 0,0 1 0 0 0,-1-1 0 0 0,1 0 0 0 0,0 0 0 0 0,0 0 0 0 0,0 0 0 0 0,0 0 0 0 0,0 0 0 0 0,1 0 0 0 0,-1 0 0 0 0,1-1-1 0 0,-1 0 1 0 0,1 1 0 0 0,-1-1 0 0 0,1 0 0 0 0,0 0 0 0 0,-1 0 0 0 0,5 0 0 0 0,0 0-277 0 0,0 0-1 0 0,0-1 1 0 0,1 1 0 0 0,-1-2 0 0 0,0 1-1 0 0,9-3 1 0 0,4-1-4747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0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1 219 5985 0 0,'0'9'59'0'0,"0"0"-1"0"0,1 0 1 0 0,1 0 0 0 0,-1 0-1 0 0,1 0 1 0 0,1 0-1 0 0,-1-1 1 0 0,9 17 0 0 0,-6-12 92 0 0,-2-4-23 0 0,1-1 0 0 0,-1 0 0 0 0,2 0 0 0 0,-1 0 0 0 0,1-1 0 0 0,0 1 0 0 0,1-1-1 0 0,-1 0 1 0 0,1-1 0 0 0,1 1 0 0 0,8 6 0 0 0,-11-10 45 0 0,0-1 0 0 0,1 1-1 0 0,-1-1 1 0 0,1 0 0 0 0,0 0 0 0 0,0 0 0 0 0,0-1-1 0 0,-1 1 1 0 0,1-1 0 0 0,0 0 0 0 0,1-1-1 0 0,-1 1 1 0 0,0-1 0 0 0,0 0 0 0 0,0 0-1 0 0,0-1 1 0 0,0 1 0 0 0,0-1 0 0 0,0-1-1 0 0,0 1 1 0 0,6-3 0 0 0,-1 0-3 0 0,0-1 1 0 0,0-1-1 0 0,-1 0 0 0 0,1 0 1 0 0,-1-1-1 0 0,0-1 0 0 0,-1 1 1 0 0,0-1-1 0 0,10-13 0 0 0,-1 1 13 0 0,-1-2 0 0 0,24-43-1 0 0,-30 43-270 0 0,0 1 0 0 0,-2-2 0 0 0,0 1-1 0 0,-1-1 1 0 0,-2 0 0 0 0,0-1 0 0 0,-2 1 0 0 0,2-44 0 0 0,-5 67 63 0 0,0 0 1 0 0,0 0 0 0 0,0 0 0 0 0,0-1 0 0 0,0 1 0 0 0,0 0 0 0 0,0 0 0 0 0,0 0 0 0 0,0 0 0 0 0,0 0 0 0 0,0 0 0 0 0,0 0 0 0 0,0-1 0 0 0,0 1 0 0 0,0 0 0 0 0,-1 0 0 0 0,1 0 0 0 0,0 0 0 0 0,0 0 0 0 0,0 0 0 0 0,0 0 0 0 0,0 0 0 0 0,0-1-1 0 0,0 1 1 0 0,0 0 0 0 0,0 0 0 0 0,0 0 0 0 0,0 0 0 0 0,0 0 0 0 0,-1 0 0 0 0,1 0 0 0 0,0 0 0 0 0,0 0 0 0 0,0 0 0 0 0,0 0 0 0 0,0 0 0 0 0,0 0 0 0 0,0 0 0 0 0,-1 0 0 0 0,1 0 0 0 0,0 0 0 0 0,0 0 0 0 0,0 0 0 0 0,0 0 0 0 0,0 0 0 0 0,0 0-1 0 0,0 0 1 0 0,-1 0 0 0 0,1 0 0 0 0,0 0 0 0 0,0 0 0 0 0,0 0 0 0 0,0 0 0 0 0,0 0 0 0 0,0 0 0 0 0,0 0 0 0 0,-1 0 0 0 0,-9 8-855 0 0,-13 17-222 0 0,19-20 676 0 0,-13 13-599 0 0,0-1 320 0 0,2 1 0 0 0,-16 22 1 0 0,28-35 771 0 0,0-1 1 0 0,0 1-1 0 0,0-1 1 0 0,1 1-1 0 0,0 0 1 0 0,0 0-1 0 0,0 0 1 0 0,1 0-1 0 0,0 0 1 0 0,0 0-1 0 0,0 0 1 0 0,0 0-1 0 0,1 1 1 0 0,0-1-1 0 0,1 8 1 0 0,0-10 12 0 0,0 1 0 0 0,0-1 0 0 0,0 0-1 0 0,0 0 1 0 0,1 0 0 0 0,0 1 0 0 0,-1-2 0 0 0,1 1 0 0 0,0 0 0 0 0,1 0-1 0 0,-1-1 1 0 0,0 1 0 0 0,1-1 0 0 0,-1 1 0 0 0,1-1 0 0 0,0 0 0 0 0,0 0 0 0 0,0-1-1 0 0,0 1 1 0 0,0 0 0 0 0,0-1 0 0 0,0 0 0 0 0,1 0 0 0 0,-1 0 0 0 0,0 0-1 0 0,1 0 1 0 0,-1-1 0 0 0,1 1 0 0 0,-1-1 0 0 0,1 0 0 0 0,-1 0 0 0 0,0 0 0 0 0,1-1-1 0 0,-1 1 1 0 0,1-1 0 0 0,-1 0 0 0 0,0 0 0 0 0,1 0 0 0 0,-1 0 0 0 0,0-1-1 0 0,0 1 1 0 0,0-1 0 0 0,0 0 0 0 0,0 0 0 0 0,0 0 0 0 0,-1 0 0 0 0,1 0 0 0 0,0-1-1 0 0,-1 1 1 0 0,0-1 0 0 0,0 1 0 0 0,0-1 0 0 0,0 0 0 0 0,2-4 0 0 0,-1 0-60 0 0,-1 0 1 0 0,-1 0 0 0 0,1 0 0 0 0,-1 0 0 0 0,-1-1 0 0 0,1 1 0 0 0,-1 0 0 0 0,0 0 0 0 0,-1 0-1 0 0,0-1 1 0 0,0 1 0 0 0,0 0 0 0 0,-1 0 0 0 0,-4-10 0 0 0,5 13-66 0 0,0 1 0 0 0,0 0-1 0 0,-1 0 1 0 0,1 0 0 0 0,-1 0 0 0 0,0 0 0 0 0,1 1 0 0 0,-1-1-1 0 0,-1 0 1 0 0,1 1 0 0 0,0 0 0 0 0,-1-1 0 0 0,1 1-1 0 0,-1 0 1 0 0,1 0 0 0 0,-1 0 0 0 0,0 1 0 0 0,0-1 0 0 0,0 1-1 0 0,0-1 1 0 0,0 1 0 0 0,0 0 0 0 0,0 0 0 0 0,-1 1 0 0 0,1-1-1 0 0,0 0 1 0 0,-1 1 0 0 0,1 0 0 0 0,0 0 0 0 0,-1 0 0 0 0,1 0-1 0 0,0 1 1 0 0,-5 0 0 0 0,4 1 110 0 0,0-1 0 0 0,0 1 0 0 0,0 0 1 0 0,0 1-1 0 0,0-1 0 0 0,0 1 0 0 0,1-1 0 0 0,-1 1 0 0 0,1 0 1 0 0,0 0-1 0 0,0 1 0 0 0,0-1 0 0 0,0 1 0 0 0,-4 7 0 0 0,-5 8 95 0 0,-15 37-1 0 0,14-28-398 0 0,3-11 75 0 0,7-14 172 0 0,1 0 1 0 0,0 0 0 0 0,-1 1-1 0 0,1-1 1 0 0,1 1 0 0 0,-1-1-1 0 0,0 1 1 0 0,1 0 0 0 0,0 0-1 0 0,0-1 1 0 0,0 1 0 0 0,0 0-1 0 0,0 7 1 0 0,2-10 27 0 0,-1-1 0 0 0,1 1 0 0 0,0-1 0 0 0,-1 0 0 0 0,1 1 0 0 0,-1-1 0 0 0,1 0 0 0 0,0 0 0 0 0,-1 1 0 0 0,1-1 0 0 0,0 0 0 0 0,-1 0 0 0 0,1 0 0 0 0,0 0 0 0 0,0 0 1 0 0,-1 0-1 0 0,1 0 0 0 0,0 0 0 0 0,-1 0 0 0 0,1 0 0 0 0,0 0 0 0 0,-1-1 0 0 0,1 1 0 0 0,0 0 0 0 0,-1 0 0 0 0,1-1 0 0 0,-1 1 0 0 0,1 0 0 0 0,0-1 0 0 0,0 0 0 0 0,23-11 696 0 0,-22 11-652 0 0,15-9 72 0 0,0 0 1 0 0,-1-2-1 0 0,30-25 1 0 0,-41 32-233 0 0,0 0 0 0 0,0-1 0 0 0,-1 0 1 0 0,1 0-1 0 0,-1 0 0 0 0,-1 0 0 0 0,1 0 0 0 0,-1-1 0 0 0,0 0 1 0 0,0 0-1 0 0,-1 1 0 0 0,0-2 0 0 0,2-13 0 0 0,-4-12 109 0 0,0 33-20 0 0,0-1 0 0 0,0 1 1 0 0,0 0-1 0 0,-1 0 0 0 0,1-1 1 0 0,0 1-1 0 0,0 0 0 0 0,0 0 1 0 0,0-1-1 0 0,0 1 0 0 0,0 0 1 0 0,-1 0-1 0 0,1-1 0 0 0,0 1 1 0 0,0 0-1 0 0,0 0 0 0 0,-1-1 0 0 0,1 1 1 0 0,0 0-1 0 0,0 0 0 0 0,-1 0 1 0 0,1 0-1 0 0,0-1 0 0 0,0 1 1 0 0,-1 0-1 0 0,1 0 0 0 0,0 0 1 0 0,-1 0-1 0 0,1 0 0 0 0,0 0 1 0 0,0 0-1 0 0,-1 0 0 0 0,-14 11-156 0 0,2 5-104 0 0,1 0-1 0 0,1 1 0 0 0,-15 29 0 0 0,21-36 231 0 0,0 1-1 0 0,1-1 0 0 0,1 1 0 0 0,-1-1 1 0 0,2 1-1 0 0,0 0 0 0 0,0 0 0 0 0,0 13 1 0 0,0-33 352 0 0,0-1 1 0 0,0 1-1 0 0,-1 0 1 0 0,-1 0-1 0 0,0 0 0 0 0,0 0 1 0 0,0 0-1 0 0,-1 1 1 0 0,-10-14-1 0 0,14 21-339 0 0,0 0 0 0 0,0 0 0 0 0,0 0-1 0 0,0 0 1 0 0,0 0 0 0 0,-1 0-1 0 0,1 0 1 0 0,0 0 0 0 0,0 1 0 0 0,-1-1-1 0 0,1 1 1 0 0,0-1 0 0 0,-1 1 0 0 0,1-1-1 0 0,0 1 1 0 0,-1 0 0 0 0,1-1 0 0 0,-1 1-1 0 0,1 0 1 0 0,-1 0 0 0 0,1 0-1 0 0,-1 0 1 0 0,1 0 0 0 0,-1 1 0 0 0,1-1-1 0 0,0 0 1 0 0,-1 1 0 0 0,1-1 0 0 0,0 1-1 0 0,-1-1 1 0 0,-1 2 0 0 0,2-1-93 0 0,0 0 1 0 0,0 0 0 0 0,0 0 0 0 0,0 0-1 0 0,0 0 1 0 0,0 1 0 0 0,0-1-1 0 0,1 0 1 0 0,-1 1 0 0 0,0-1 0 0 0,1 1-1 0 0,-1-1 1 0 0,1 1 0 0 0,0-1-1 0 0,-1 1 1 0 0,1-1 0 0 0,0 1 0 0 0,0-1-1 0 0,0 1 1 0 0,0-1 0 0 0,0 1-1 0 0,0-1 1 0 0,0 1 0 0 0,1-1-1 0 0,-1 1 1 0 0,0-1 0 0 0,1 1 0 0 0,-1-1-1 0 0,2 3 1 0 0,10 19-1776 0 0,-8-18 1520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1.8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0 208 5985 0 0,'1'-1'-9'0'0,"0"1"-1"0"0,0-1 0 0 0,0 1 1 0 0,0 0-1 0 0,0-1 0 0 0,0 1 1 0 0,0 0-1 0 0,0 0 0 0 0,0 0 1 0 0,0 0-1 0 0,0 0 1 0 0,0 0-1 0 0,0 0 0 0 0,0 0 1 0 0,0 0-1 0 0,0 0 0 0 0,0 0 1 0 0,0 1-1 0 0,0-1 0 0 0,0 0 1 0 0,0 1-1 0 0,0-1 0 0 0,1 2 1 0 0,28 14-1164 0 0,-19-9 1500 0 0,0-1 316 0 0,1-1-1 0 0,-1-1 1 0 0,1 0 0 0 0,0 0 0 0 0,0-1 0 0 0,0-1-1 0 0,18 2 1 0 0,-20-4-520 0 0,1 0 0 0 0,-1-1 0 0 0,0 0-1 0 0,0 0 1 0 0,0-1 0 0 0,0-1 0 0 0,0 0-1 0 0,0 0 1 0 0,-1-1 0 0 0,1 0 0 0 0,-1 0 0 0 0,0-1-1 0 0,0-1 1 0 0,14-11 0 0 0,-6 4 75 0 0,0-1-1 0 0,-2 0 1 0 0,25-29-1 0 0,-37 40-205 0 0,0-1 0 0 0,0 1-1 0 0,0-1 1 0 0,0 0 0 0 0,-1 0-1 0 0,0 0 1 0 0,0-1-1 0 0,0 1 1 0 0,0 0 0 0 0,-1-1-1 0 0,1 1 1 0 0,-1-1 0 0 0,0 0-1 0 0,-1 1 1 0 0,1-1-1 0 0,-1 0 1 0 0,0 0 0 0 0,0 1-1 0 0,0-1 1 0 0,-1 0-1 0 0,0 1 1 0 0,1-1 0 0 0,-3-6-1 0 0,2 10 5 0 0,1 1-1 0 0,0-1 0 0 0,0 0 1 0 0,-1 0-1 0 0,1 1 0 0 0,-1-1 0 0 0,1 0 1 0 0,0 1-1 0 0,-1-1 0 0 0,1 0 1 0 0,-1 1-1 0 0,0-1 0 0 0,1 1 0 0 0,-1-1 1 0 0,1 1-1 0 0,-1-1 0 0 0,0 1 1 0 0,1-1-1 0 0,-1 1 0 0 0,0-1 1 0 0,0 1-1 0 0,1 0 0 0 0,-1 0 0 0 0,0-1 1 0 0,0 1-1 0 0,0 0 0 0 0,1 0 1 0 0,-1 0-1 0 0,0 0 0 0 0,-1 0 0 0 0,1 0 39 0 0,-1 1 0 0 0,0 0-1 0 0,0-1 1 0 0,1 1 0 0 0,-1 0-1 0 0,1 0 1 0 0,-1 0 0 0 0,1 0-1 0 0,-1 1 1 0 0,1-1 0 0 0,-1 0-1 0 0,-1 3 1 0 0,-3 4 253 0 0,0 0 0 0 0,0 0 1 0 0,-8 17-1 0 0,10-16-236 0 0,0 0 1 0 0,1 0 0 0 0,0 1 0 0 0,1-1 0 0 0,0 1 0 0 0,0 0-1 0 0,1-1 1 0 0,0 1 0 0 0,1 0 0 0 0,0 0 0 0 0,3 18 0 0 0,-2-23-52 0 0,0 0 0 0 0,0 0 0 0 0,0 0-1 0 0,1 0 1 0 0,0 0 0 0 0,0-1 0 0 0,0 1 0 0 0,1-1 0 0 0,-1 1 0 0 0,1-1 0 0 0,0 0 0 0 0,1 0 0 0 0,-1 0 0 0 0,1 0 0 0 0,-1 0 0 0 0,1-1 0 0 0,0 0 0 0 0,0 0 0 0 0,1 0 0 0 0,-1 0 0 0 0,1 0 0 0 0,-1-1 0 0 0,1 0 0 0 0,6 2 0 0 0,-9-4-7 0 0,-1 1 1 0 0,1 0-1 0 0,0-1 0 0 0,0 0 0 0 0,0 1 1 0 0,0-1-1 0 0,0 0 0 0 0,0 0 0 0 0,0 0 1 0 0,0-1-1 0 0,0 1 0 0 0,0 0 0 0 0,-1-1 1 0 0,1 1-1 0 0,0-1 0 0 0,0 1 0 0 0,0-1 1 0 0,-1 0-1 0 0,1 0 0 0 0,0 0 1 0 0,2-2-1 0 0,-1 1 12 0 0,-1-1 0 0 0,1 0-1 0 0,-1 1 1 0 0,0-1 0 0 0,0 0 0 0 0,0-1 0 0 0,0 1 0 0 0,0 0 0 0 0,-1 0 0 0 0,3-7-1 0 0,-2 0-40 0 0,1 0 0 0 0,-1-1 0 0 0,-1 1 0 0 0,0 0 0 0 0,0 0-1 0 0,-1-1 1 0 0,-1-13 0 0 0,-1 13 26 0 0,-1 0 1 0 0,0 0-1 0 0,0 0 1 0 0,-1 0-1 0 0,-1 1 0 0 0,0-1 1 0 0,0 1-1 0 0,-11-15 0 0 0,14 22 11 0 0,0 1 0 0 0,0-1 0 0 0,0 1 0 0 0,0 0 0 0 0,-1 0 0 0 0,1 0 0 0 0,-1 0 0 0 0,1 0 0 0 0,-1 0 0 0 0,0 1-1 0 0,0-1 1 0 0,0 1 0 0 0,0 0 0 0 0,-6-2 0 0 0,7 3-2 0 0,-1 0 0 0 0,0 0-1 0 0,1 0 1 0 0,-1 0 0 0 0,0 1 0 0 0,1-1-1 0 0,-1 1 1 0 0,0-1 0 0 0,1 1 0 0 0,-1 0 0 0 0,1 0-1 0 0,-1 1 1 0 0,1-1 0 0 0,-1 0 0 0 0,1 1-1 0 0,0-1 1 0 0,0 1 0 0 0,0 0 0 0 0,0 0 0 0 0,-3 3-1 0 0,-1 2-132 0 0,0-1 0 0 0,1 2 0 0 0,0-1 0 0 0,0 0 0 0 0,1 1 1 0 0,-1 0-1 0 0,-4 15 0 0 0,7-19 122 0 0,1 0 1 0 0,0 0 0 0 0,-1 0 0 0 0,1 0-1 0 0,1 1 1 0 0,-1-1 0 0 0,1 0 0 0 0,0 1 0 0 0,0-1-1 0 0,0 0 1 0 0,0 1 0 0 0,1-1 0 0 0,0 0 0 0 0,0 1-1 0 0,0-1 1 0 0,0 0 0 0 0,4 8 0 0 0,-4-11 32 0 0,-1 0-1 0 0,1 0 1 0 0,0 0 0 0 0,0 0 0 0 0,-1 0 0 0 0,1 0 0 0 0,0 0 0 0 0,0 0-1 0 0,0 0 1 0 0,0 0 0 0 0,0 0 0 0 0,1-1 0 0 0,-1 1 0 0 0,0 0 0 0 0,0-1-1 0 0,0 1 1 0 0,1-1 0 0 0,-1 0 0 0 0,0 1 0 0 0,0-1 0 0 0,1 0 0 0 0,-1 1-1 0 0,0-1 1 0 0,1 0 0 0 0,1 0 0 0 0,0-1 38 0 0,0 0 0 0 0,0 1 0 0 0,0-1 0 0 0,0 0 0 0 0,1-1 0 0 0,-2 1 0 0 0,1-1 0 0 0,0 1 0 0 0,0-1 0 0 0,3-2 0 0 0,4-5 172 0 0,1 0 1 0 0,-1-1-1 0 0,15-19 0 0 0,-21 24-246 0 0,0-1-1 0 0,-1 0 1 0 0,0 0 0 0 0,0-1-1 0 0,0 1 1 0 0,2-9 0 0 0,-5 14 17 0 0,1 0 0 0 0,0-1 0 0 0,-1 1 0 0 0,1-1 1 0 0,-1 0-1 0 0,0 1 0 0 0,0-1 0 0 0,1 1 0 0 0,-1-1 1 0 0,0 1-1 0 0,0-1 0 0 0,0 0 0 0 0,-1 1 0 0 0,1-1 1 0 0,0 1-1 0 0,-1-1 0 0 0,1 1 0 0 0,-1-1 0 0 0,1 1 1 0 0,-1-1-1 0 0,0 1 0 0 0,1-1 0 0 0,-1 1 0 0 0,0 0 0 0 0,0-1 1 0 0,0 1-1 0 0,0 0 0 0 0,0 0 0 0 0,0 0 0 0 0,-1 0 1 0 0,-1-2-1 0 0,1 3-14 0 0,1-1-1 0 0,0 1 1 0 0,0 0 0 0 0,-1 0 0 0 0,1 0-1 0 0,0 0 1 0 0,0 0 0 0 0,-1 1-1 0 0,1-1 1 0 0,0 0 0 0 0,0 1 0 0 0,-1-1-1 0 0,1 0 1 0 0,0 1 0 0 0,0 0 0 0 0,0-1-1 0 0,0 1 1 0 0,0-1 0 0 0,0 1 0 0 0,0 0-1 0 0,0 0 1 0 0,0 0 0 0 0,0 0-1 0 0,0 0 1 0 0,0 0 0 0 0,0 1 0 0 0,-22 30 55 0 0,20-28-71 0 0,-7 12 89 0 0,2 0 0 0 0,-1 0 0 0 0,2 1 1 0 0,0 0-1 0 0,1 0 0 0 0,-4 20 0 0 0,9-32-1 0 0,0-1 0 0 0,0 1 0 0 0,1 0 0 0 0,0 0-1 0 0,0 0 1 0 0,0-1 0 0 0,1 1 0 0 0,-1 0-1 0 0,1 0 1 0 0,0-1 0 0 0,1 1 0 0 0,1 5 0 0 0,-1-7-29 0 0,0 0 0 0 0,0 0 0 0 0,0 0 0 0 0,0-1 1 0 0,0 1-1 0 0,1-1 0 0 0,-1 1 0 0 0,1-1 0 0 0,-1 0 1 0 0,1 0-1 0 0,0 0 0 0 0,0 0 0 0 0,0-1 0 0 0,0 1 1 0 0,0-1-1 0 0,0 0 0 0 0,1 0 0 0 0,-1 0 0 0 0,5 1 1 0 0,-1-1-24 0 0,0 0 0 0 0,0-1 1 0 0,0 1-1 0 0,0-1 0 0 0,0-1 1 0 0,0 0-1 0 0,0 0 0 0 0,0 0 1 0 0,0 0-1 0 0,0-1 0 0 0,0-1 1 0 0,-1 1-1 0 0,1-1 0 0 0,-1 0 1 0 0,0 0-1 0 0,0-1 1 0 0,0 0-1 0 0,8-6 0 0 0,1-4-511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3.3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2 171 10594 0 0,'0'-2'81'0'0,"-1"0"-1"0"0,1 0 0 0 0,0-1 1 0 0,0 1-1 0 0,0 0 0 0 0,0 0 1 0 0,0 0-1 0 0,0-1 0 0 0,1 1 1 0 0,-1 0-1 0 0,1 0 0 0 0,-1 0 1 0 0,1 0-1 0 0,0 0 0 0 0,0 0 1 0 0,0 0-1 0 0,0 0 0 0 0,0 0 1 0 0,0 0-1 0 0,1 0 0 0 0,-1 1 1 0 0,1-1-1 0 0,-1 0 0 0 0,4-1 1 0 0,2-5-198 0 0,0 1 0 0 0,1 0 0 0 0,0 0 0 0 0,12-8 1 0 0,0 3-81 0 0,1 1 1 0 0,0 0-1 0 0,1 2 1 0 0,0 0-1 0 0,0 1 1 0 0,28-5 0 0 0,-48 13 214 0 0,1-1 0 0 0,-1 1 0 0 0,0 0 0 0 0,0 0 0 0 0,0 0 0 0 0,1 0 1 0 0,-1 0-1 0 0,0 1 0 0 0,0-1 0 0 0,0 1 0 0 0,0 0 0 0 0,1-1 0 0 0,-1 1 0 0 0,0 0 1 0 0,0 0-1 0 0,-1 0 0 0 0,1 0 0 0 0,0 1 0 0 0,0-1 0 0 0,2 3 0 0 0,-1-1 49 0 0,0 0-1 0 0,-1 1 0 0 0,1 0 1 0 0,-1-1-1 0 0,0 1 0 0 0,0 0 1 0 0,0 0-1 0 0,0 0 0 0 0,1 8 1 0 0,0 1 118 0 0,-1 0 1 0 0,0 0-1 0 0,-1 0 1 0 0,-1 1 0 0 0,0-1-1 0 0,-1 14 1 0 0,-14 46 341 0 0,10-58-404 0 0,2 0 0 0 0,-1 0 0 0 0,2 0 0 0 0,0 0 1 0 0,1 0-1 0 0,1 0 0 0 0,2 29 0 0 0,-2-42-119 0 0,1-1-1 0 0,-1 0 1 0 0,0 0 0 0 0,1 0 0 0 0,-1 0-1 0 0,1 1 1 0 0,-1-1 0 0 0,1 0-1 0 0,0 0 1 0 0,-1 0 0 0 0,1 0-1 0 0,0 0 1 0 0,0 0 0 0 0,0 0 0 0 0,0-1-1 0 0,0 1 1 0 0,0 0 0 0 0,0 0-1 0 0,0-1 1 0 0,0 1 0 0 0,0 0-1 0 0,0-1 1 0 0,0 0 0 0 0,0 1 0 0 0,1-1-1 0 0,-1 1 1 0 0,0-1 0 0 0,0 0-1 0 0,0 0 1 0 0,1 0 0 0 0,-1 0-1 0 0,0 0 1 0 0,0 0 0 0 0,1 0-1 0 0,-1 0 1 0 0,2-1 0 0 0,6-1-24 0 0,0 0 0 0 0,0-1 0 0 0,0 0 1 0 0,9-5-1 0 0,0 1 321 0 0,-2 1-77 0 0,50-14 308 0 0,-62 19-514 0 0,0 0-1 0 0,1 0 1 0 0,-1 1-1 0 0,0-1 1 0 0,0 1-1 0 0,1 0 1 0 0,-1 1-1 0 0,0-1 1 0 0,1 1-1 0 0,-1-1 1 0 0,0 1 0 0 0,7 3-1 0 0,-9-3-15 0 0,-1-1 0 0 0,0 1 1 0 0,0 0-1 0 0,0 0 0 0 0,0 0 0 0 0,1 0 1 0 0,-1-1-1 0 0,0 2 0 0 0,0-1 0 0 0,-1 0 0 0 0,1 0 1 0 0,0 0-1 0 0,0 0 0 0 0,0 0 0 0 0,-1 1 0 0 0,1-1 1 0 0,-1 0-1 0 0,1 1 0 0 0,-1-1 0 0 0,1 0 1 0 0,-1 1-1 0 0,0 1 0 0 0,0 1-1 0 0,0-1-1 0 0,0 1 1 0 0,0 0 0 0 0,-1-1-1 0 0,0 1 1 0 0,1 0 0 0 0,-1-1-1 0 0,-3 6 1 0 0,-2 5 1 0 0,-1-1 0 0 0,0 0 0 0 0,-12 15 0 0 0,-1-1 0 0 0,-2-1 1 0 0,-1 0-1 0 0,0-2 0 0 0,-2-1 0 0 0,-1 0 0 0 0,-48 31 0 0 0,54-45-3641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3.7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21 203 5065 0 0,'-2'-2'-913'0'0,"-17"-33"12687"0"0,20 34-11523 0 0,12-6 1076 0 0,-6 5-1466 0 0,0 1 1 0 0,-1 0-1 0 0,1 0 1 0 0,0 0-1 0 0,0 1 1 0 0,-1 0-1 0 0,1 1 1 0 0,0 0 0 0 0,-1 0-1 0 0,1 0 1 0 0,7 3-1 0 0,1 0-174 0 0,0 1 1 0 0,-1 1-1 0 0,24 12 0 0 0,-23-9 324 0 0,-1 1 0 0 0,-1 0-1 0 0,0 1 1 0 0,0 0 0 0 0,-1 1 0 0 0,12 15-1 0 0,-1 3 1332 0 0,32 53-1 0 0,-51-121 2202 0 0,-1 5-3196 0 0,28-240-2142 0 0,-21 221-5214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4.6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1 212 7834 0 0,'0'0'-14'0'0,"0"-1"1"0"0,-1 1 0 0 0,1-1-1 0 0,0 1 1 0 0,0-1-1 0 0,0 1 1 0 0,0 0 0 0 0,0-1-1 0 0,0 1 1 0 0,0-1-1 0 0,1 1 1 0 0,-1-1 0 0 0,0 1-1 0 0,0-1 1 0 0,0 1-1 0 0,0 0 1 0 0,1-1 0 0 0,-1 1-1 0 0,0-1 1 0 0,0 1 0 0 0,1 0-1 0 0,-1-1 1 0 0,0 1-1 0 0,0 0 1 0 0,1-1 0 0 0,-1 1-1 0 0,0 0 1 0 0,1-1-1 0 0,-1 1 1 0 0,1 0 0 0 0,-1 0-1 0 0,0-1 1 0 0,2 1-1 0 0,16-15-843 0 0,-17 14 841 0 0,50-36 693 0 0,68-38 0 0 0,-99 63-44 0 0,1 2 0 0 0,1 0-1 0 0,-1 2 1 0 0,2 0 0 0 0,-1 1-1 0 0,40-6 1 0 0,-59 12-642 0 0,1 1 0 0 0,0-1 0 0 0,0 1 0 0 0,0 0 0 0 0,0 0 0 0 0,0 0 0 0 0,0 0 0 0 0,-1 0 0 0 0,1 1 0 0 0,0 0 0 0 0,0 0 0 0 0,0 0 0 0 0,-1 0 0 0 0,1 1 0 0 0,-1-1 0 0 0,1 1 0 0 0,-1 0 0 0 0,0 0 0 0 0,1 0 0 0 0,-1 1 0 0 0,0-1 0 0 0,0 1 0 0 0,-1-1-1 0 0,1 1 1 0 0,0 0 0 0 0,-1 0 0 0 0,0 0 0 0 0,0 1 0 0 0,0-1 0 0 0,0 0 0 0 0,0 1 0 0 0,-1-1 0 0 0,1 1 0 0 0,1 6 0 0 0,0 10-73 0 0,0 0 1 0 0,-1 0-1 0 0,-1 0 0 0 0,0 0 0 0 0,-5 31 0 0 0,2-14 43 0 0,2-31 59 0 0,0 0 0 0 0,0 0 0 0 0,0-1 0 0 0,1 1 0 0 0,0 0-1 0 0,0-1 1 0 0,0 1 0 0 0,1-1 0 0 0,-1 1 0 0 0,1-1 0 0 0,1 1-1 0 0,-1-1 1 0 0,1 0 0 0 0,5 6 0 0 0,-6-8-4 0 0,1 0 1 0 0,0-1-1 0 0,0 1 0 0 0,0-1 1 0 0,0 0-1 0 0,0 0 1 0 0,0 0-1 0 0,1-1 0 0 0,-1 1 1 0 0,1-1-1 0 0,-1 1 1 0 0,1-1-1 0 0,-1 0 0 0 0,1-1 1 0 0,0 1-1 0 0,0-1 1 0 0,-1 1-1 0 0,1-1 0 0 0,0 0 1 0 0,0-1-1 0 0,-1 1 0 0 0,1 0 1 0 0,4-2-1 0 0,6-2 250 0 0,1 0 0 0 0,-1 0 1 0 0,0-2-1 0 0,20-9 0 0 0,-24 9-370 0 0,0 1 1 0 0,0 1-1 0 0,0 0 0 0 0,0 0 1 0 0,1 1-1 0 0,0 0 1 0 0,0 1-1 0 0,0 0 1 0 0,18 0-1 0 0,-14 2-4386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5.1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6913 0 0,'4'-4'22'0'0,"1"1"-1"0"0,0 0 1 0 0,-1 0-1 0 0,2 0 1 0 0,-1 1-1 0 0,0 0 1 0 0,0 0-1 0 0,1 0 1 0 0,-1 0-1 0 0,1 1 1 0 0,-1 0-1 0 0,1 0 1 0 0,7 0-1 0 0,-6 1-185 0 0,0-1-1 0 0,1 1 0 0 0,-1 1 0 0 0,0-1 0 0 0,0 1 0 0 0,0 1 0 0 0,0-1 1 0 0,0 1-1 0 0,0 0 0 0 0,8 4 0 0 0,-12-4 161 0 0,0 0 0 0 0,0 0 0 0 0,0 0-1 0 0,0 1 1 0 0,-1-1 0 0 0,1 1 0 0 0,0-1 0 0 0,-1 1 0 0 0,0 0-1 0 0,0 0 1 0 0,0 0 0 0 0,0 0 0 0 0,0 0 0 0 0,-1 1 0 0 0,1-1 0 0 0,0 5-1 0 0,0-1 96 0 0,-1 0 0 0 0,0 0-1 0 0,0 0 1 0 0,0 0 0 0 0,-1 0-1 0 0,-1 0 1 0 0,1 0 0 0 0,-2 9-1 0 0,-1-3 147 0 0,0 0 1 0 0,-1 0-1 0 0,0 0 0 0 0,-1-1 0 0 0,0 1 0 0 0,-1-1 0 0 0,-1 0 0 0 0,-11 16 0 0 0,2-10 167 0 0,0-1-1 0 0,-1-1 0 0 0,-1 0 0 0 0,0-2 0 0 0,-33 21 1 0 0,39-28-606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5.5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3 224 3225 0 0,'-1'-1'84'0'0,"1"1"0"0"0,0 0 1 0 0,0 0-1 0 0,0-1 0 0 0,-1 1 1 0 0,1 0-1 0 0,0-1 0 0 0,0 1 1 0 0,0-1-1 0 0,0 1 1 0 0,0 0-1 0 0,0-1 0 0 0,0 1 1 0 0,0 0-1 0 0,0-1 0 0 0,0 1 1 0 0,0 0-1 0 0,0-1 0 0 0,0 1 1 0 0,0-1-1 0 0,0 1 0 0 0,0 0 1 0 0,0-1-1 0 0,1 1 0 0 0,-1 0 1 0 0,0-1-1 0 0,0 1 0 0 0,0 0 1 0 0,0 0-1 0 0,1-1 0 0 0,-1 1 1 0 0,0 0-1 0 0,0-1 1 0 0,1 1-1 0 0,-1 0 0 0 0,16-1 4266 0 0,27 15 599 0 0,-35-11-6133 0 0,25 10 734 0 0,-1 2 0 0 0,-1 1-1 0 0,0 1 1 0 0,-1 1 0 0 0,54 45-1 0 0,-65-53-1544 0 0,-19-10 1996 0 0,0 0 0 0 0,1 0 1 0 0,-1 0-1 0 0,0 0 0 0 0,1 0 0 0 0,-1 0 1 0 0,0 0-1 0 0,1-1 0 0 0,-1 1 0 0 0,0 0 1 0 0,1 0-1 0 0,-1 0 0 0 0,0 0 0 0 0,1 0 1 0 0,-1-1-1 0 0,0 1 0 0 0,1 0 0 0 0,-1 0 1 0 0,0 0-1 0 0,0-1 0 0 0,1 1 1 0 0,-1 0-1 0 0,0-1 0 0 0,0 1 0 0 0,0 0 1 0 0,1 0-1 0 0,-1-1 0 0 0,0 1 0 0 0,0 0 1 0 0,0-1-1 0 0,1-3 473 0 0,0-1 0 0 0,-1 1 0 0 0,1 0 0 0 0,-1-1-1 0 0,0 1 1 0 0,-1-7 0 0 0,0-2 759 0 0,-7-110 3078 0 0,1 40-4261 0 0,0 7-5037 0 0,4 35-869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6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0 111 9674 0 0,'4'-5'119'0'0,"-1"0"1"0"0,1 0-1 0 0,0 1 1 0 0,0-1-1 0 0,1 1 1 0 0,-1 0-1 0 0,1 0 0 0 0,0 0 1 0 0,9-5-1 0 0,51-25-307 0 0,-52 29-19 0 0,-1 0 1 0 0,1 1 0 0 0,0 0 0 0 0,0 1 0 0 0,1 1-1 0 0,-1 0 1 0 0,23-1 0 0 0,-32 3 145 0 0,0 1-1 0 0,-1-1 1 0 0,1 1 0 0 0,0-1-1 0 0,0 1 1 0 0,-1 0 0 0 0,1 0-1 0 0,-1 1 1 0 0,1-1 0 0 0,-1 1-1 0 0,1-1 1 0 0,-1 1-1 0 0,5 4 1 0 0,-6-4 57 0 0,0 0 0 0 0,0 1 1 0 0,0-1-1 0 0,-1 1 0 0 0,1-1 0 0 0,-1 1 0 0 0,1-1 0 0 0,-1 1 0 0 0,0 0 0 0 0,0 0 1 0 0,0-1-1 0 0,-1 1 0 0 0,1 0 0 0 0,0 0 0 0 0,-1 0 0 0 0,0 0 0 0 0,0 0 0 0 0,0 0 1 0 0,-1 6-1 0 0,-10 40 233 0 0,9-42-10 0 0,-1 1-1 0 0,2-1 0 0 0,-1 0 1 0 0,1 1-1 0 0,0-1 1 0 0,0 0-1 0 0,1 1 0 0 0,1 11 1 0 0,-1-17-170 0 0,0-1-1 0 0,1 0 1 0 0,-1 0 0 0 0,1 0-1 0 0,-1 0 1 0 0,1 0 0 0 0,-1 0-1 0 0,1 0 1 0 0,0 0 0 0 0,-1 0 0 0 0,1 0-1 0 0,0 0 1 0 0,0 0 0 0 0,0 0-1 0 0,-1 0 1 0 0,1-1 0 0 0,0 1-1 0 0,0 0 1 0 0,0-1 0 0 0,0 1 0 0 0,3 0-1 0 0,-1 0-2 0 0,0 0-1 0 0,0 0 0 0 0,0-1 1 0 0,0 1-1 0 0,0-1 1 0 0,0 0-1 0 0,0 0 0 0 0,5-1 1 0 0,4-1-12 0 0,1 0 0 0 0,-1-1 0 0 0,13-6 0 0 0,-23 9-14 0 0,-1-1-40 0 0,17-5-163 0 0,-1 0 0 0 0,1 1 1 0 0,0 1-1 0 0,0 0 0 0 0,20 0 1 0 0,-35 4 185 0 0,0-1 1 0 0,0 1 0 0 0,0 0 0 0 0,-1 1 0 0 0,1-1 0 0 0,0 0 0 0 0,0 1 0 0 0,0 0 0 0 0,0-1 0 0 0,0 1 0 0 0,-1 0 0 0 0,1 1 0 0 0,0-1 0 0 0,-1 0 0 0 0,1 1 0 0 0,-1-1 0 0 0,1 1 0 0 0,-1 0 0 0 0,0 0-1 0 0,0 0 1 0 0,0 0 0 0 0,0 0 0 0 0,0 0 0 0 0,0 1 0 0 0,0-1 0 0 0,-1 1 0 0 0,1-1 0 0 0,-1 1 0 0 0,0-1 0 0 0,0 1 0 0 0,0 0 0 0 0,0 0 0 0 0,0 0 0 0 0,-1 0 0 0 0,1-1 0 0 0,-1 1 0 0 0,0 0 0 0 0,0 0-1 0 0,0 0 1 0 0,0 4 0 0 0,-2 11-14 0 0,-1 0 0 0 0,0-1 0 0 0,-1 1 0 0 0,-1-1-1 0 0,0 0 1 0 0,-2-1 0 0 0,0 1 0 0 0,0-1 0 0 0,-2 0 0 0 0,-18 26-1 0 0,6-21-1372 0 0,16-17 550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36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9 117 12443 0 0,'-1'-1'62'0'0,"0"0"-1"0"0,0 0 1 0 0,1 0 0 0 0,-1 0 0 0 0,0 0 0 0 0,1 0 0 0 0,-1 0-1 0 0,1 0 1 0 0,-1 0 0 0 0,1 0 0 0 0,0 0 0 0 0,-1 0 0 0 0,1 0 0 0 0,0 0-1 0 0,0 0 1 0 0,0 0 0 0 0,0 0 0 0 0,0-1 0 0 0,0 1 0 0 0,0-1 0 0 0,0 1-43 0 0,1 0 1 0 0,-1 1 0 0 0,1-1 0 0 0,-1 1 0 0 0,1-1 0 0 0,-1 1 0 0 0,1 0 0 0 0,0-1 0 0 0,-1 1 0 0 0,1-1 0 0 0,0 1-1 0 0,-1 0 1 0 0,1 0 0 0 0,0-1 0 0 0,-1 1 0 0 0,1 0 0 0 0,0 0 0 0 0,-1 0 0 0 0,1 0 0 0 0,0 0 0 0 0,0 0-1 0 0,-1 0 1 0 0,2 0 0 0 0,4 0-8 0 0,-1 1-1 0 0,1 0 0 0 0,0 0 1 0 0,-1 0-1 0 0,1 1 1 0 0,9 3-1 0 0,0 4-69 0 0,0 1-1 0 0,0 0 1 0 0,-1 1 0 0 0,-1 0-1 0 0,15 15 1 0 0,22 19-383 0 0,-36-33 311 0 0,1-1 0 0 0,0-1 0 0 0,0-1-1 0 0,1 0 1 0 0,0-1 0 0 0,0 0 0 0 0,27 7 0 0 0,-42-15 133 0 0,0 1 1 0 0,0-1 0 0 0,0 0-1 0 0,-1 0 1 0 0,1 0-1 0 0,0 0 1 0 0,0 0 0 0 0,0 0-1 0 0,0 0 1 0 0,0 0 0 0 0,0 0-1 0 0,0 0 1 0 0,0 0-1 0 0,-1 0 1 0 0,1-1 0 0 0,0 1-1 0 0,0 0 1 0 0,0-1 0 0 0,0 1-1 0 0,-1-1 1 0 0,1 1-1 0 0,0-1 1 0 0,0 1 0 0 0,-1-1-1 0 0,1 1 1 0 0,1-2 0 0 0,-2 0 57 0 0,1 0 1 0 0,0 1 0 0 0,0-1 0 0 0,-1 0-1 0 0,1 0 1 0 0,-1 0 0 0 0,1 1 0 0 0,-1-1-1 0 0,0 0 1 0 0,0 0 0 0 0,0 0 0 0 0,0-3-1 0 0,-2-8 494 0 0,0 0-1 0 0,-1 0 0 0 0,-4-14 0 0 0,4 16-108 0 0,-1-4-336 0 0,0 1 1 0 0,2-1-1 0 0,0 0 1 0 0,0 0-1 0 0,2 0 0 0 0,-1 0 1 0 0,2 0-1 0 0,3-18 1 0 0,6-6-6173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1.9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58 705 6913 0 0,'-3'-1'280'0'0,"-1"-1"0"0"0,1 1 0 0 0,0-1 0 0 0,0 0 0 0 0,-1 0 0 0 0,1 0 0 0 0,1 0 0 0 0,-1 0 0 0 0,0-1 0 0 0,0 1 0 0 0,1-1 0 0 0,0 0 0 0 0,-1 0 0 0 0,1 0-1 0 0,0 0 1 0 0,0 0 0 0 0,1 0 0 0 0,-1-1 0 0 0,1 1 0 0 0,-1 0 0 0 0,1-1 0 0 0,0 1 0 0 0,1-1 0 0 0,-1 0 0 0 0,0 1 0 0 0,1-1 0 0 0,0 0 0 0 0,0 1 0 0 0,0-1 0 0 0,0 0-1 0 0,2-4 1 0 0,-2 7-157 0 0,0 0 0 0 0,0-1 0 0 0,1 1-1 0 0,-1 0 1 0 0,1-1 0 0 0,-1 1-1 0 0,1 0 1 0 0,0 0 0 0 0,0 0 0 0 0,-1 0-1 0 0,1-1 1 0 0,0 1 0 0 0,0 0-1 0 0,0 0 1 0 0,0 1 0 0 0,0-1 0 0 0,0 0-1 0 0,0 0 1 0 0,0 0 0 0 0,1 1 0 0 0,-1-1-1 0 0,2 0 1 0 0,0 0-7 0 0,-1 1 0 0 0,1 0 1 0 0,-1 0-1 0 0,0-1 0 0 0,1 2 0 0 0,-1-1 0 0 0,1 0 1 0 0,-1 0-1 0 0,0 1 0 0 0,1 0 0 0 0,-1-1 1 0 0,3 2-1 0 0,8 4 146 0 0,-1 0 1 0 0,0 1 0 0 0,19 14-1 0 0,-21-14-82 0 0,17 12-88 0 0,0-1 0 0 0,1-1-1 0 0,1-1 1 0 0,1-2-1 0 0,0-1 1 0 0,36 11 0 0 0,-63-23-82 0 0,0 0 0 0 0,1-1 0 0 0,-1 1 0 0 0,0-1 0 0 0,0 1 0 0 0,1-1 0 0 0,-1 0 0 0 0,0 0 0 0 0,1-1 0 0 0,-1 1 0 0 0,0-1 0 0 0,0 1 0 0 0,0-1 0 0 0,1 0 0 0 0,-1 0 0 0 0,0 0 0 0 0,0-1 0 0 0,0 1 0 0 0,3-3 0 0 0,-3 1 5 0 0,-1 1 1 0 0,0-1-1 0 0,0 0 1 0 0,0 0 0 0 0,0 0-1 0 0,0 0 1 0 0,0 0-1 0 0,-1-1 1 0 0,1 1-1 0 0,-1 0 1 0 0,0-1-1 0 0,0 1 1 0 0,-1-1 0 0 0,1 1-1 0 0,0-1 1 0 0,-1 1-1 0 0,0-7 1 0 0,-3-140 432 0 0,-31-221 0 0 0,27 315-484 0 0,6 42-88 0 0,-1 6-204 0 0,1-1-1 0 0,0 0 1 0 0,0 1 0 0 0,1-1 0 0 0,1 0 0 0 0,-1 0-1 0 0,1 1 1 0 0,3-14 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2.1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2 270 9674 0 0,'-1'-7'233'0'0,"1"1"-1"0"0,0-1 1 0 0,0 0-1 0 0,1 1 1 0 0,0-1 0 0 0,0 1-1 0 0,4-12 1 0 0,18-46 1201 0 0,-15 45-1128 0 0,-5 9-409 0 0,1 1 0 0 0,0 0 0 0 0,0 0 1 0 0,1 1-1 0 0,0-1 0 0 0,0 1 0 0 0,1 0 1 0 0,0 1-1 0 0,1-1 0 0 0,-1 1 0 0 0,2 0 0 0 0,12-9 1 0 0,-8 8 86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2.3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4 138 7834 0 0,'-1'0'696'0'0,"-2"0"-560"0"0,6-3 552 0 0,-2 0 112 0 0,1 0 16 0 0,0-2 9 0 0,2-5-249 0 0,3-1-40 0 0,1-1-16 0 0,2-2 0 0 0,-1 1-1032 0 0,2-1-216 0 0,0 2-40 0 0,-1 0-1 0 0,4-1 585 0 0,-3 1 184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2.7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111 65 4145 0 0,'-33'-8'2478'0'0,"2"-4"10204"0"0,27 10-12433 0 0,-1-1 0 0 0,2 1-1 0 0,-1-1 1 0 0,0 0-1 0 0,0 0 1 0 0,1 0 0 0 0,0-1-1 0 0,-1 1 1 0 0,1-1 0 0 0,1 0-1 0 0,-5-6 1 0 0,27 27 187 0 0,-5 6-436 0 0,-2 1 0 0 0,0 0 0 0 0,-2 1 0 0 0,10 33 0 0 0,11 21 0 0 0,-14-41-53 0 0,1-1-1 0 0,2-1 1 0 0,41 55 0 0 0,6-14-6900 0 0,-47-56 252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2.9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24 171 3225 0 0,'-11'-11'288'0'0,"4"2"-288"0"0,3 1 0 0 0,3 1 0 0 0,2 1 776 0 0,0 2 104 0 0,2-1 16 0 0,2-6 8 0 0,2-5-423 0 0,4-6-97 0 0,4 1-8 0 0,2 3-8 0 0,0 3-304 0 0,0 6-64 0 0,-1 1 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3.1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2 140 3681 0 0,'-1'0'392'0'0,"2"-1"-392"0"0,0-1 0 0 0,2 1 320 0 0,-1 0 40 0 0,0-2 16 0 0,4-2 0 0 0,2-4-312 0 0,4-2-64 0 0,2 0 0 0 0,1-4 0 0 0,0-1-456 0 0,-1 0-88 0 0,-2 1-24 0 0,-1-3 0 0 0,0 3 440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3.3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12 10594 0 0,'-12'-7'519'0'0,"3"3"287"0"0,20 18 911 0 0,7 10-740 0 0,-1 0 0 0 0,-1 1 0 0 0,14 28 0 0 0,33 86-935 0 0,-7-15-2081 0 0,-41-92-1479 0 0,-8-20-1077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3.7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31 207 4145 0 0,'-5'-12'615'0'0,"0"0"0"0"0,0-1 0 0 0,1 0 0 0 0,1 0 0 0 0,0 0-1 0 0,0 0 1 0 0,2 0 0 0 0,-1-1 0 0 0,2-21 0 0 0,0 35-605 0 0,0-1-1 0 0,0 1 1 0 0,0 0-1 0 0,0 0 1 0 0,0 0-1 0 0,0 0 1 0 0,0 0-1 0 0,0 0 1 0 0,0-1-1 0 0,0 1 1 0 0,0 0-1 0 0,0 0 1 0 0,0 0-1 0 0,0 0 1 0 0,0 0-1 0 0,0 0 1 0 0,0-1-1 0 0,1 1 1 0 0,-1 0 0 0 0,0 0-1 0 0,0 0 1 0 0,0 0-1 0 0,0 0 1 0 0,0 0-1 0 0,0 0 1 0 0,0-1-1 0 0,0 1 1 0 0,0 0-1 0 0,1 0 1 0 0,-1 0-1 0 0,0 0 1 0 0,0 0-1 0 0,0 0 1 0 0,0 0-1 0 0,0 0 1 0 0,0 0-1 0 0,1 0 1 0 0,-1 0-1 0 0,0 0 1 0 0,0 0-1 0 0,0 0 1 0 0,0 0-1 0 0,0 0 1 0 0,0 0-1 0 0,1 0 1 0 0,-1 0-1 0 0,0 0 1 0 0,0 0-1 0 0,0 0 1 0 0,0 0-1 0 0,0 0 1 0 0,0 0 0 0 0,1 0-1 0 0,-1 0 1 0 0,0 0-1 0 0,0 0 1 0 0,0 0-1 0 0,0 1 1 0 0,0-1-1 0 0,0 0 1 0 0,1 0-1 0 0,8 11 446 0 0,6 15 297 0 0,20 32 230 0 0,-26-46-700 0 0,-2 0 0 0 0,1 0 0 0 0,-2 1 0 0 0,1 0 0 0 0,6 22-1 0 0,-13-34-183 0 0,0 0-1 0 0,0 0 0 0 0,1 0 1 0 0,-1-1-1 0 0,0 1 0 0 0,0 0 0 0 0,1 0 1 0 0,-1 0-1 0 0,0 0 0 0 0,1-1 1 0 0,-1 1-1 0 0,1 0 0 0 0,-1-1 0 0 0,1 1 1 0 0,-1 0-1 0 0,1-1 0 0 0,0 1 0 0 0,-1 0 1 0 0,1-1-1 0 0,0 1 0 0 0,0-1 1 0 0,-1 1-1 0 0,1-1 0 0 0,0 0 0 0 0,0 1 1 0 0,1-1-1 0 0,0 0 18 0 0,-1 0 0 0 0,0 0-1 0 0,1 0 1 0 0,-1-1 0 0 0,1 1 0 0 0,-1-1 0 0 0,0 1 0 0 0,1-1-1 0 0,-1 1 1 0 0,0-1 0 0 0,0 0 0 0 0,0 0 0 0 0,1 0 0 0 0,-1 0-1 0 0,1-1 1 0 0,7-7 386 0 0,-1 0-1 0 0,1-1 0 0 0,6-11 0 0 0,-10 14-256 0 0,21-28 53 0 0,-6 7 122 0 0,33-37 0 0 0,-46 58-728 0 0,1 0 0 0 0,0 0-1 0 0,0 0 1 0 0,1 1 0 0 0,-1 0 0 0 0,2 0 0 0 0,-1 1 0 0 0,0 1-1 0 0,12-5 1 0 0,-5 5-6764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6.1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16 206 456 0 0,'-1'0'72'0'0,"0"0"0"0"0,0-1 0 0 0,1 1 0 0 0,-1-1 0 0 0,0 1 0 0 0,0 0 0 0 0,1-1 0 0 0,-1 1 0 0 0,0-1 0 0 0,0 0 0 0 0,1 1 0 0 0,-1-1 0 0 0,1 1 0 0 0,-1-1 0 0 0,1 0 0 0 0,-1 0 0 0 0,1 1 0 0 0,-1-1 0 0 0,1 0 0 0 0,-1 0 0 0 0,1 0 0 0 0,0 1 0 0 0,0-1 0 0 0,-1 0 0 0 0,1 0 0 0 0,0 0 0 0 0,0 0 0 0 0,0 0 0 0 0,0 0 0 0 0,0 1-1 0 0,0-1 1 0 0,0-1 0 0 0,3-30 4252 0 0,0 21-2980 0 0,-2 8-697 0 0,0-1 1 0 0,0 0-1 0 0,1 1 1 0 0,-1-1 0 0 0,1 1-1 0 0,0 0 1 0 0,-1-1-1 0 0,2 1 1 0 0,-1 0-1 0 0,3-3 1 0 0,16-25 1332 0 0,-19 25-1649 0 0,1 2-1 0 0,0-1 1 0 0,0 0-1 0 0,0 0 1 0 0,1 1 0 0 0,4-5-1 0 0,-5 6-324 0 0,0 0-1 0 0,1 0 1 0 0,-1 0-1 0 0,1 1 0 0 0,0-1 1 0 0,0 1-1 0 0,0 0 1 0 0,0 0-1 0 0,0 1 1 0 0,0-1-1 0 0,1 1 0 0 0,-1 0 1 0 0,0 0-1 0 0,1 0 1 0 0,-1 1-1 0 0,1 0 0 0 0,-1-1 1 0 0,1 1-1 0 0,-1 1 1 0 0,1-1-1 0 0,4 2 1 0 0,-3 0 0 0 0,0 0 0 0 0,-1 0 0 0 0,1 1 0 0 0,-1 0 1 0 0,0 0-1 0 0,0 0 0 0 0,0 0 0 0 0,0 1 0 0 0,0 0 1 0 0,-1 0-1 0 0,0 0 0 0 0,0 1 0 0 0,0 0 1 0 0,0-1-1 0 0,4 9 0 0 0,3 8-1 0 0,0 1-1 0 0,16 44 1 0 0,-5-6 308 0 0,-21-60-310 0 0,-1 1 1 0 0,0-1 0 0 0,1 1 0 0 0,-1-1 0 0 0,0 0-1 0 0,1 1 1 0 0,-1-1 0 0 0,0 0 0 0 0,1 1-1 0 0,-1-1 1 0 0,1 0 0 0 0,-1 1 0 0 0,1-1-1 0 0,-1 0 1 0 0,1 0 0 0 0,-1 0 0 0 0,1 0-1 0 0,-1 1 1 0 0,1-1 0 0 0,-1 0 0 0 0,1 0-1 0 0,-1 0 1 0 0,1 0 0 0 0,-1 0 0 0 0,1 0 0 0 0,-1 0-1 0 0,1 0 1 0 0,-1 0 0 0 0,1-1 0 0 0,-1 1-1 0 0,1 0 1 0 0,-1 0 0 0 0,1 0 0 0 0,-1-1-1 0 0,1 1 1 0 0,-1 0 0 0 0,1 0 0 0 0,-1-1-1 0 0,1 1 1 0 0,-1 0 0 0 0,0-1 0 0 0,1 1 0 0 0,-1-1-1 0 0,0 1 1 0 0,1 0 0 0 0,-1-1 0 0 0,1 0-1 0 0,24-26 39 0 0,-17 18 38 0 0,-7 8-74 0 0,1-1-1 0 0,-1 1 0 0 0,1 0 1 0 0,-1-1-1 0 0,1 1 0 0 0,0 0 1 0 0,0 0-1 0 0,0 0 0 0 0,0 0 1 0 0,-1 0-1 0 0,1 0 0 0 0,0 1 1 0 0,1-1-1 0 0,-1 1 0 0 0,0-1 1 0 0,0 1-1 0 0,0 0 0 0 0,0 0 1 0 0,0 0-1 0 0,0 0 0 0 0,0 0 1 0 0,0 0-1 0 0,0 1 0 0 0,0-1 1 0 0,1 1-1 0 0,-1-1 0 0 0,0 1 1 0 0,-1 0-1 0 0,1 0 0 0 0,0 0 1 0 0,0 0-1 0 0,0 0 0 0 0,0 0 1 0 0,-1 0-1 0 0,1 1 0 0 0,0-1 1 0 0,-1 0-1 0 0,2 3 0 0 0,0-1 4 0 0,-1 0-1 0 0,0 0 1 0 0,0 0-1 0 0,0 0 0 0 0,-1 0 1 0 0,1 1-1 0 0,-1-1 0 0 0,0 1 1 0 0,0-1-1 0 0,0 1 0 0 0,0-1 1 0 0,0 1-1 0 0,-1 0 1 0 0,0-1-1 0 0,0 1 0 0 0,0 0 1 0 0,0-1-1 0 0,0 1 0 0 0,-1 0 1 0 0,1-1-1 0 0,-3 7 1 0 0,-12 23-1176 0 0,11-26 647 0 0,0 0-1 0 0,1 0 1 0 0,0 1-1 0 0,1-1 1 0 0,-1 1-1 0 0,1-1 1 0 0,1 1-1 0 0,-2 9 1 0 0,3-13-1103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6.3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20 116 9674 0 0,'-2'-1'167'0'0,"1"-1"0"0"0,-1 1 0 0 0,1 0-1 0 0,0-1 1 0 0,-1 1 0 0 0,1-1 0 0 0,0 1 0 0 0,0-1 0 0 0,0 0-1 0 0,0 1 1 0 0,0-1 0 0 0,0 0 0 0 0,1 0 0 0 0,-1 0-1 0 0,0 1 1 0 0,1-1 0 0 0,0 0 0 0 0,-1 0 0 0 0,1 0 0 0 0,0 0-1 0 0,0 0 1 0 0,0 0 0 0 0,0 0 0 0 0,0 0 0 0 0,1 0 0 0 0,-1 0-1 0 0,1 1 1 0 0,-1-1 0 0 0,1 0 0 0 0,-1 0 0 0 0,1 0 0 0 0,0 0-1 0 0,0 1 1 0 0,1-3 0 0 0,1 0-275 0 0,0 0-1 0 0,0 0 1 0 0,0 0 0 0 0,0 0-1 0 0,1 1 1 0 0,-1-1 0 0 0,1 1-1 0 0,0 0 1 0 0,0 0-1 0 0,0 0 1 0 0,0 0 0 0 0,9-3-1 0 0,-1 2-4985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6.5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1 147 6913 0 0,'0'0'737'0'0,"0"-3"-57"0"0,1 0 120 0 0,3 0 16 0 0,1-3 8 0 0,0-4-216 0 0,5-4-47 0 0,1 1-9 0 0,1-2 0 0 0,1 0-1088 0 0,0 0-216 0 0,2 0-49 0 0,-2 1 1 0 0,3 3 640 0 0,-4 1 160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6.9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3 5985 0 0,'-1'0'295'0'0,"1"-1"0"0"0,-1 1-1 0 0,0 0 1 0 0,0-1 0 0 0,0 1-1 0 0,1 0 1 0 0,-1 0 0 0 0,0 0 0 0 0,0-1-1 0 0,0 1 1 0 0,0 0 0 0 0,1 0-1 0 0,-1 0 1 0 0,0 0 0 0 0,0 0-1 0 0,0 1 1 0 0,1-1 0 0 0,-1 0-1 0 0,-1 1 1 0 0,6 10 3696 0 0,30 25-54 0 0,-21-23-3156 0 0,33 46 291 0 0,71 118 0 0 0,-69-100-986 0 0,-30-47-66 0 0,22 46 0 0 0,-35-66-651 0 0,-1 1 0 0 0,0-1 0 0 0,-1 1 0 0 0,0 0 0 0 0,-1 0 0 0 0,0 0 1 0 0,0 1-1 0 0,-1 17 0 0 0,-2-20-1211 0 0,-2-2-13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7.0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3 193 7370 0 0,'-1'-3'205'0'0,"0"0"1"0"0,1 0 0 0 0,0 0 0 0 0,-1 0-1 0 0,1-1 1 0 0,0 1 0 0 0,1 0 0 0 0,-1 0-1 0 0,0 0 1 0 0,1 0 0 0 0,0 0 0 0 0,0 0-1 0 0,0 0 1 0 0,0 0 0 0 0,0 0 0 0 0,3-5-1 0 0,32-47 2340 0 0,-28 44-2242 0 0,-2 3-132 0 0,1-1 1 0 0,0 1-1 0 0,0 0 1 0 0,11-8 0 0 0,-15 14-298 0 0,-1 0 1 0 0,1 0-1 0 0,0 0 0 0 0,-1 0 1 0 0,1 0-1 0 0,0 1 1 0 0,0 0-1 0 0,1-1 1 0 0,-1 1-1 0 0,0 0 1 0 0,0 1-1 0 0,0-1 1 0 0,1 0-1 0 0,-1 1 1 0 0,0 0-1 0 0,1 0 1 0 0,5 0-1 0 0,5 5-689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7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0 147 6913 0 0,'4'-9'6355'0'0,"1"-8"-4480"0"0,3-9-1219 0 0,13-16-1335 0 0,7 3-3328 0 0,-17 26 2408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8.2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46 6913 0 0,'0'-1'168'0'0,"0"-1"-1"0"0,-1 1 1 0 0,1-1-1 0 0,0 0 0 0 0,0 1 1 0 0,0-1-1 0 0,1 1 1 0 0,-1-1-1 0 0,0 1 0 0 0,1-1 1 0 0,-1 1-1 0 0,0-1 1 0 0,1 1-1 0 0,0-1 0 0 0,-1 1 1 0 0,1 0-1 0 0,0-1 0 0 0,0 1 1 0 0,0 0-1 0 0,0-1 1 0 0,0 1-1 0 0,0 0 0 0 0,0 0 1 0 0,0 0-1 0 0,0 0 1 0 0,3-1-1 0 0,-2 1 138 0 0,1 0 1 0 0,-1 0-1 0 0,1 0 1 0 0,0 0-1 0 0,0 0 0 0 0,-1 1 1 0 0,1-1-1 0 0,0 1 1 0 0,0 0-1 0 0,0 0 0 0 0,0 0 1 0 0,-1 0-1 0 0,1 1 1 0 0,4 0-1 0 0,-2 1-73 0 0,0-1 0 0 0,0 1 0 0 0,-1 1 0 0 0,1-1 0 0 0,0 1 0 0 0,-1 0 0 0 0,0 0 0 0 0,1 0 0 0 0,-1 0 0 0 0,0 1 0 0 0,-1 0 0 0 0,1 0 0 0 0,-1 0 0 0 0,6 8 0 0 0,5 10 246 0 0,20 41 0 0 0,-24-43-278 0 0,36 73 70 0 0,20 38-1324 0 0,-17-46-2877 0 0,-41-72 1782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8.6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19 6913 0 0,'6'-19'4537'0'0,"-5"32"-3580"0"0,-4 21-79 0 0,5 66 0 0 0,0-84-309 0 0,0 0 0 0 0,2 0 0 0 0,-1-1 0 0 0,2 1 0 0 0,0-1 0 0 0,10 20 1 0 0,-14-34-511 0 0,-1 0 1 0 0,0-1 0 0 0,0 1-1 0 0,1-1 1 0 0,-1 1-1 0 0,0 0 1 0 0,0-1 0 0 0,1 1-1 0 0,-1-1 1 0 0,1 1 0 0 0,-1-1-1 0 0,1 1 1 0 0,-1-1 0 0 0,1 1-1 0 0,-1-1 1 0 0,1 0 0 0 0,-1 1-1 0 0,1-1 1 0 0,-1 0 0 0 0,1 1-1 0 0,0-1 1 0 0,-1 0 0 0 0,2 1-1 0 0,12-9 1104 0 0,-6 3-1092 0 0,1-1-51 0 0,15-11 591 0 0,51-24 0 0 0,-66 36-1049 0 0,1 1-1 0 0,0 1 0 0 0,1 0 0 0 0,-1 1 0 0 0,0 0 1 0 0,1 0-1 0 0,0 1 0 0 0,20 1 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6:58.7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0 14283 0 0,'-4'1'632'0'0,"1"-1"136"0"0,3 2-616 0 0,0-1-152 0 0,1 2 0 0 0,1-2 0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1.3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25 120 6913 0 0,'-5'1'56'0'0,"-10"-1"617"0"0,15 0-620 0 0,0 0 1 0 0,0 0 0 0 0,0 0 0 0 0,0 0-1 0 0,-1 0 1 0 0,1 0 0 0 0,0 0 0 0 0,0 0-1 0 0,0 0 1 0 0,-1 0 0 0 0,1 0 0 0 0,0 0-1 0 0,0 0 1 0 0,0 0 0 0 0,0 0 0 0 0,-1 0-1 0 0,1-1 1 0 0,0 1 0 0 0,0 0 0 0 0,0 0-1 0 0,0 0 1 0 0,-1 0 0 0 0,1 0 0 0 0,0 0-1 0 0,0-1 1 0 0,0 1 0 0 0,0 0 0 0 0,0 0 0 0 0,0 0-1 0 0,-1 0 1 0 0,1-1 0 0 0,0 1 0 0 0,0 0-1 0 0,0 0 1 0 0,0 0 0 0 0,0 0 0 0 0,0-1-1 0 0,0 1 1 0 0,0 0 0 0 0,0 0 0 0 0,0 0-1 0 0,0-1 1 0 0,0 1 0 0 0,0 0 0 0 0,0 0-1 0 0,0 0 1 0 0,0-1 0 0 0,0 1 0 0 0,0 0-1 0 0,0 0 1 0 0,1 0 0 0 0,5-14 1319 0 0,-1 3-487 0 0,0 0 0 0 0,0 1 0 0 0,2-1 0 0 0,-1 1 0 0 0,1 0 0 0 0,0 1 1 0 0,14-14-1 0 0,-19 22-874 0 0,-1 0 1 0 0,0 1-1 0 0,1-1 1 0 0,-1 1 0 0 0,1-1-1 0 0,-1 1 1 0 0,1-1-1 0 0,-1 1 1 0 0,1 0-1 0 0,-1 0 1 0 0,1 0-1 0 0,-1 0 1 0 0,1 0 0 0 0,-1 0-1 0 0,1 0 1 0 0,0 0-1 0 0,-1 1 1 0 0,1-1-1 0 0,-1 0 1 0 0,0 1 0 0 0,1 0-1 0 0,-1-1 1 0 0,1 1-1 0 0,-1 0 1 0 0,0-1-1 0 0,1 1 1 0 0,-1 0-1 0 0,0 0 1 0 0,0 0 0 0 0,0 0-1 0 0,0 1 1 0 0,0-1-1 0 0,0 0 1 0 0,2 3-1 0 0,1 1 32 0 0,0 0 0 0 0,0 1 0 0 0,-1 0-1 0 0,1 0 1 0 0,-1 0 0 0 0,3 10-1 0 0,-3-1-64 0 0,0 0 0 0 0,-1 1 0 0 0,-1 0 0 0 0,0-1 0 0 0,-1 1 0 0 0,-1-1 0 0 0,-4 29 0 0 0,-2 37-43 0 0,7-81 65 0 0,0 0-1 0 0,0 0 1 0 0,0 0-1 0 0,0 1 1 0 0,0-1-1 0 0,0 0 1 0 0,0 0 0 0 0,0 0-1 0 0,0 0 1 0 0,0 0-1 0 0,0 1 1 0 0,0-1-1 0 0,0 0 1 0 0,0 0-1 0 0,0 0 1 0 0,0 0 0 0 0,0 1-1 0 0,0-1 1 0 0,0 0-1 0 0,1 0 1 0 0,-1 0-1 0 0,0 0 1 0 0,0 0-1 0 0,0 1 1 0 0,0-1-1 0 0,0 0 1 0 0,0 0 0 0 0,0 0-1 0 0,1 0 1 0 0,-1 0-1 0 0,0 0 1 0 0,0 0-1 0 0,0 0 1 0 0,0 0-1 0 0,0 0 1 0 0,1 1 0 0 0,-1-1-1 0 0,0 0 1 0 0,0 0-1 0 0,0 0 1 0 0,0 0-1 0 0,1 0 1 0 0,-1 0-1 0 0,0 0 1 0 0,0 0-1 0 0,0 0 1 0 0,0 0 0 0 0,1 0-1 0 0,-1 0 1 0 0,0 0-1 0 0,0-1 1 0 0,0 1-1 0 0,0 0 1 0 0,0 0-1 0 0,1 0 1 0 0,-1 0 0 0 0,0 0-1 0 0,0 0 1 0 0,14-11 70 0 0,10-16 33 0 0,-10 9 6 0 0,1 2-1 0 0,19-18 0 0 0,-29 29-79 0 0,0 1-1 0 0,0-1 0 0 0,1 1 1 0 0,0 1-1 0 0,0-1 0 0 0,0 1 1 0 0,0 0-1 0 0,1 0 0 0 0,-1 1 1 0 0,1 0-1 0 0,8-2 0 0 0,-13 4-26 0 0,0-1-1 0 0,0 1 0 0 0,0 0 0 0 0,-1 0 0 0 0,1 0 0 0 0,0 1 1 0 0,0-1-1 0 0,0 0 0 0 0,-1 1 0 0 0,1-1 0 0 0,0 1 0 0 0,-1 0 1 0 0,1-1-1 0 0,0 1 0 0 0,-1 0 0 0 0,1 0 0 0 0,-1 0 1 0 0,1 0-1 0 0,-1 0 0 0 0,3 3 0 0 0,-2-1 0 0 0,1 0-1 0 0,-1 0 1 0 0,0 1-1 0 0,0-1 0 0 0,-1 1 1 0 0,1-1-1 0 0,-1 1 1 0 0,1 0-1 0 0,0 5 1 0 0,0 5-7 0 0,0 0 0 0 0,0 0-1 0 0,-1 0 1 0 0,-2 18 0 0 0,1-26 8 0 0,0 0 0 0 0,0 0-1 0 0,-1 0 1 0 0,0 0 0 0 0,0-1 0 0 0,-1 1 0 0 0,1 0-1 0 0,-1-1 1 0 0,0 1 0 0 0,-1-1 0 0 0,1 1 0 0 0,-1-1 0 0 0,0 0-1 0 0,-1 0 1 0 0,1 0 0 0 0,-1-1 0 0 0,0 1 0 0 0,-9 7-1 0 0,-32 30-3618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1.8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25 288 6449 0 0,'-20'-13'520'0'0,"20"13"-440"0"0,0-1-1 0 0,-1 1 1 0 0,1 0-1 0 0,0 0 1 0 0,-1-1 0 0 0,1 1-1 0 0,0-1 1 0 0,-1 1-1 0 0,1 0 1 0 0,0-1-1 0 0,0 1 1 0 0,-1 0 0 0 0,1-1-1 0 0,0 1 1 0 0,0-1-1 0 0,0 1 1 0 0,0-1-1 0 0,0 1 1 0 0,-1-1 0 0 0,1 1-1 0 0,0 0 1 0 0,0-1-1 0 0,0 1 1 0 0,0-1-1 0 0,0 1 1 0 0,0-1 0 0 0,1 1-1 0 0,-1-1 1 0 0,0 1-1 0 0,0-1 1 0 0,0 1-1 0 0,0 0 1 0 0,0-1 0 0 0,1 1-1 0 0,-1-1 1 0 0,0 1-1 0 0,0 0 1 0 0,1-1-1 0 0,-1 1 1 0 0,0 0 0 0 0,1-1-1 0 0,-1 1 1 0 0,0 0-1 0 0,1-1 1 0 0,-1 1-1 0 0,0 0 1 0 0,1 0 0 0 0,-1-1-1 0 0,1 1 1 0 0,4-1 370 0 0,-1 1-1 0 0,1 0 1 0 0,-1 0 0 0 0,1 0 0 0 0,-1 1 0 0 0,1-1 0 0 0,-1 1 0 0 0,0 0 0 0 0,1 0-1 0 0,4 2 1 0 0,1 0 92 0 0,3 1-319 0 0,0-1 0 0 0,0 2-1 0 0,-1 0 1 0 0,0 0 0 0 0,0 1 0 0 0,-1 1 0 0 0,1 0-1 0 0,11 10 1 0 0,2 5-68 0 0,45 50-1 0 0,-65-66-109 0 0,-2-3-9 0 0,-1 0 0 0 0,0 0 0 0 0,1 0 0 0 0,0 0 0 0 0,0 0 0 0 0,-1-1 0 0 0,2 1 0 0 0,-1-1 0 0 0,0 0 0 0 0,0 0 0 0 0,1 0 0 0 0,-1 0 0 0 0,6 1 0 0 0,-8-3 36 0 0,-1-1 0 0 0,1 0 0 0 0,0 1-1 0 0,-1-1 1 0 0,1 0 0 0 0,-1 0 0 0 0,1 1-1 0 0,-1-1 1 0 0,0 0 0 0 0,1 0 0 0 0,-1 0-1 0 0,0 0 1 0 0,0 1 0 0 0,1-1 0 0 0,-1 0-1 0 0,0 0 1 0 0,0 0 0 0 0,0 0 0 0 0,0 0-1 0 0,0 0 1 0 0,0 0 0 0 0,0 0 0 0 0,0 0-1 0 0,-1 1 1 0 0,1-1 0 0 0,-1-2 0 0 0,-4-28 845 0 0,5 31-898 0 0,-13-57 514 0 0,-18-100-21 0 0,28 134-597 0 0,0 0-1 0 0,2 0 0 0 0,1 0 0 0 0,6-43 1 0 0,-6 63-232 0 0,1 1 1 0 0,-1-1-1 0 0,1 1 1 0 0,-1-1 0 0 0,1 0-1 0 0,0 1 1 0 0,0-1-1 0 0,0 1 1 0 0,0 0 0 0 0,1-1-1 0 0,1-2 1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3.3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121 963 3225 0 0,'-14'9'308'0'0,"0"0"1"0"0,-14 14 0 0 0,17-13 570 0 0,0-1-1 0 0,-1-1 1 0 0,-18 11 0 0 0,61-37 2547 0 0,16-16-2464 0 0,-19 13-137 0 0,9-5 119 0 0,6-6 31 0 0,1 2-1 0 0,2 2 1 0 0,80-37-1 0 0,-70 39-664 0 0,-2-3 0 0 0,-1-2 0 0 0,78-60 0 0 0,57-35 620 0 0,-97 68-526 0 0,-2-4 1 0 0,-3-4-1 0 0,96-94 1 0 0,-154 133-267 0 0,1 2 1 0 0,1 1 0 0 0,2 1-1 0 0,37-20 1 0 0,-68 42-435 0 0,8-3 313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4.5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22 299 3225 0 0,'-4'-11'677'0'0,"0"0"0"0"0,0 0 0 0 0,1 0 0 0 0,1-1 0 0 0,0 1 1 0 0,1-1-1 0 0,0 0 0 0 0,0 0 0 0 0,1 1 0 0 0,1-1 0 0 0,0 0 0 0 0,1 1 1 0 0,0-1-1 0 0,1 0 0 0 0,4-12 0 0 0,-3 16-440 0 0,0 0-1 0 0,0 1 1 0 0,1 0-1 0 0,-1 0 1 0 0,2 0-1 0 0,-1 0 1 0 0,1 1 0 0 0,0 0-1 0 0,0 0 1 0 0,1 1-1 0 0,12-9 1 0 0,-17 12-204 0 0,1 1 1 0 0,-1-1-1 0 0,1 1 1 0 0,-1 0-1 0 0,1-1 1 0 0,0 1-1 0 0,0 1 1 0 0,-1-1 0 0 0,1 0-1 0 0,0 1 1 0 0,0-1-1 0 0,0 1 1 0 0,0 0-1 0 0,0 0 1 0 0,0 0-1 0 0,-1 0 1 0 0,1 1-1 0 0,0-1 1 0 0,0 1-1 0 0,0-1 1 0 0,0 1-1 0 0,-1 0 1 0 0,1 0-1 0 0,0 1 1 0 0,-1-1 0 0 0,1 0-1 0 0,-1 1 1 0 0,1-1-1 0 0,-1 1 1 0 0,0 0-1 0 0,0 0 1 0 0,0 0-1 0 0,0 0 1 0 0,0 0-1 0 0,0 1 1 0 0,0-1-1 0 0,1 4 1 0 0,5 10 24 0 0,0-1 0 0 0,-2 1-1 0 0,0 0 1 0 0,-1 1 0 0 0,0 0 0 0 0,-1 0 0 0 0,-1 0-1 0 0,1 22 1 0 0,-3-22-7 0 0,1-1 1 0 0,0 1-1 0 0,2-1 0 0 0,0 0 0 0 0,0 0 0 0 0,2 0 1 0 0,0 0-1 0 0,1-1 0 0 0,10 18 0 0 0,-15-30 8 0 0,-1-1 0 0 0,1 1 0 0 0,0-1 0 0 0,0 1-1 0 0,1-1 1 0 0,-1 0 0 0 0,0 0 0 0 0,1 0 0 0 0,-1 0 0 0 0,1 0 0 0 0,-1-1-1 0 0,1 1 1 0 0,0-1 0 0 0,0 0 0 0 0,0 1 0 0 0,0-1 0 0 0,0-1 0 0 0,6 2-1 0 0,-5-2 18 0 0,-1 0 0 0 0,1-1 0 0 0,0 1 0 0 0,-1-1 0 0 0,1 0 0 0 0,-1 0 0 0 0,1 0 0 0 0,-1-1-1 0 0,1 1 1 0 0,-1-1 0 0 0,0 0 0 0 0,0 0 0 0 0,0 0 0 0 0,0 0 0 0 0,0 0 0 0 0,3-4 0 0 0,21-22-148 0 0,-1 0 0 0 0,-2-2 0 0 0,22-33 0 0 0,12-17-5340 0 0,-41 60-571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4.8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11 5985 0 0,'-24'-10'9263'0'0,"32"23"-8085"0"0,130 166 3199 0 0,4-3-6068 0 0,-134-166-283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5.1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 1 3225 0 0,'-5'3'84'0'0,"0"1"-1"0"0,0 0 1 0 0,0 0 0 0 0,1 0 0 0 0,0 1 0 0 0,0 0-1 0 0,0-1 1 0 0,-4 8 0 0 0,7-10 127 0 0,-8 11 401 0 0,1 0 0 0 0,0 1 0 0 0,1-1 0 0 0,-7 21 0 0 0,11-27-234 0 0,1-1 1 0 0,0 1-1 0 0,0-1 1 0 0,1 1-1 0 0,0-1 0 0 0,0 1 1 0 0,0 0-1 0 0,1 0 1 0 0,0 0-1 0 0,1-1 0 0 0,-1 1 1 0 0,3 10-1 0 0,-2-15-228 0 0,0 1 1 0 0,-1-1-1 0 0,2 1 0 0 0,-1-1 0 0 0,0 0 1 0 0,0 1-1 0 0,1-1 0 0 0,-1 0 0 0 0,1 0 0 0 0,-1 0 1 0 0,1 0-1 0 0,0 0 0 0 0,0 0 0 0 0,0-1 1 0 0,0 1-1 0 0,0-1 0 0 0,0 1 0 0 0,1-1 0 0 0,-1 0 1 0 0,0 0-1 0 0,1 0 0 0 0,-1 0 0 0 0,1 0 1 0 0,-1 0-1 0 0,1-1 0 0 0,0 1 0 0 0,-1-1 0 0 0,1 0 1 0 0,-1 0-1 0 0,1 0 0 0 0,0 0 0 0 0,-1 0 1 0 0,1 0-1 0 0,-1-1 0 0 0,1 1 0 0 0,0-1 0 0 0,-1 0 1 0 0,5-2-1 0 0,9-3 380 0 0,0-1-1 0 0,-1-1 1 0 0,1 0 0 0 0,21-17 0 0 0,-28 19-356 0 0,19-13 67 0 0,27-18 63 0 0,-50 34-883 0 0,1 1 0 0 0,-1-1 0 0 0,1 1 0 0 0,0 0-1 0 0,6 0 1 0 0,-1 0-754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6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50 232 2040 0 0,'-6'-8'294'0'0,"-2"-1"1013"0"0,1 0 1 0 0,0 0-1 0 0,-7-12 0 0 0,13 19-1157 0 0,0 1-1 0 0,0-1 0 0 0,0 1 0 0 0,1-1 0 0 0,-1 0 1 0 0,0 1-1 0 0,1-1 0 0 0,-1 0 0 0 0,1 1 1 0 0,0-1-1 0 0,-1 0 0 0 0,1 0 0 0 0,0 1 0 0 0,0-1 1 0 0,0 0-1 0 0,0 0 0 0 0,0 1 0 0 0,1-1 0 0 0,-1 0 1 0 0,1 1-1 0 0,-1-1 0 0 0,1 0 0 0 0,-1 1 0 0 0,1-1 1 0 0,0 0-1 0 0,0 1 0 0 0,0-1 0 0 0,1-1 1 0 0,0 2 15 0 0,-1 0 0 0 0,1 0 0 0 0,-1 0 1 0 0,1 0-1 0 0,-1 1 0 0 0,1-1 1 0 0,0 1-1 0 0,-1-1 0 0 0,1 1 1 0 0,0-1-1 0 0,-1 1 0 0 0,1 0 1 0 0,0 0-1 0 0,-1 0 0 0 0,1 0 1 0 0,0 0-1 0 0,0 0 0 0 0,-1 1 1 0 0,1-1-1 0 0,0 0 0 0 0,-1 1 1 0 0,1 0-1 0 0,-1-1 0 0 0,1 1 1 0 0,-1 0-1 0 0,1 0 0 0 0,-1-1 0 0 0,1 1 1 0 0,-1 0-1 0 0,2 2 0 0 0,6 3 137 0 0,-1 1-1 0 0,0 0 0 0 0,10 10 0 0 0,25 36 117 0 0,-24-29-265 0 0,27 28 0 0 0,-40-47-84 0 0,0 0 0 0 0,0 0 0 0 0,0 0 1 0 0,1 0-1 0 0,-1-1 0 0 0,1 0 0 0 0,0-1 1 0 0,0 1-1 0 0,14 3 0 0 0,-19-7 0 0 0,0 1-1 0 0,-1-1 0 0 0,1 0 1 0 0,0-1-1 0 0,-1 1 0 0 0,1 0 1 0 0,0 0-1 0 0,-1-1 0 0 0,1 1 1 0 0,-1-1-1 0 0,1 1 0 0 0,-1-1 1 0 0,1 0-1 0 0,-1 1 0 0 0,1-1 1 0 0,-1 0-1 0 0,0 0 0 0 0,1 0 1 0 0,-1 0-1 0 0,0-1 0 0 0,0 1 1 0 0,0 0-1 0 0,0 0 0 0 0,0-1 1 0 0,2-2-1 0 0,23-44 989 0 0,-19 33-943 0 0,18-35 200 0 0,5-9-303 0 0,42-63 0 0 0,-69 119-469 0 0,0-1 1 0 0,0 1-1 0 0,1-1 1 0 0,-1 1-1 0 0,1 0 1 0 0,6-4 0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07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31 300 1840 0 0,'-5'-7'657'0'0,"-15"-23"2081"0"0,19 28-2458 0 0,1 1 0 0 0,-1 0 0 0 0,0 0 0 0 0,1 0-1 0 0,-1-1 1 0 0,1 1 0 0 0,-1 0 0 0 0,1-1 0 0 0,0 1 0 0 0,-1 0-1 0 0,1-1 1 0 0,0 1 0 0 0,0 0 0 0 0,0-1 0 0 0,0 1 0 0 0,0 0-1 0 0,0-1 1 0 0,1 1 0 0 0,-1-1 0 0 0,1-1 0 0 0,0 2-136 0 0,-1 1 0 0 0,1-1 0 0 0,0 1 1 0 0,0-1-1 0 0,0 1 0 0 0,-1 0 0 0 0,1-1 1 0 0,0 1-1 0 0,0 0 0 0 0,0 0 0 0 0,0-1 1 0 0,0 1-1 0 0,0 0 0 0 0,0 0 0 0 0,0 0 1 0 0,-1 0-1 0 0,1 0 0 0 0,0 0 0 0 0,0 0 1 0 0,0 1-1 0 0,0-1 0 0 0,0 0 0 0 0,0 0 1 0 0,0 1-1 0 0,-1-1 0 0 0,1 0 0 0 0,0 1 1 0 0,0-1-1 0 0,0 1 0 0 0,-1-1 0 0 0,2 2 1 0 0,25 16 1175 0 0,-27-18-1292 0 0,59 50 2031 0 0,-24-20-1529 0 0,67 46 1 0 0,-99-75-472 0 0,0 0 0 0 0,-1 1 1 0 0,1-1-1 0 0,0 0 0 0 0,-1 0 0 0 0,1-1 0 0 0,0 1 0 0 0,0 0 0 0 0,0-1 0 0 0,0 0 0 0 0,0 0 0 0 0,0 0 0 0 0,0 0 0 0 0,-1 0 0 0 0,7-2 0 0 0,-4 1 38 0 0,1-1 1 0 0,-1 0-1 0 0,1 0 0 0 0,-1-1 0 0 0,0 0 0 0 0,0 0 0 0 0,7-5 1 0 0,3-4 78 0 0,-1-1-1 0 0,0 0 1 0 0,21-28 0 0 0,-23 22-104 0 0,0 0 0 0 0,-1 0-1 0 0,-1-1 1 0 0,-1 0 0 0 0,10-35 0 0 0,-12 34-164 0 0,0 0 0 0 0,2 0 0 0 0,1 1 0 0 0,0 0 0 0 0,15-21 0 0 0,-11 25-68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3.4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1 328 456 0 0,'2'-6'483'0'0,"0"0"0"0"0,1 0 0 0 0,0 1 0 0 0,0-1 0 0 0,0 1 0 0 0,1-1 0 0 0,-1 1-1 0 0,8-7 424 0 0,2 6 3948 0 0,-12 5-4712 0 0,0 0 1 0 0,0 1 0 0 0,0-1 0 0 0,0 0 0 0 0,0 1 0 0 0,0-1-1 0 0,0 1 1 0 0,0-1 0 0 0,0 1 0 0 0,0-1 0 0 0,1 1 0 0 0,-1 0-1 0 0,0 0 1 0 0,0-1 0 0 0,1 1 0 0 0,0 0 0 0 0,3 1 87 0 0,-1 0 1 0 0,1 1-1 0 0,0-1 1 0 0,-1 1-1 0 0,0 0 1 0 0,1 0-1 0 0,-1 0 1 0 0,0 1-1 0 0,0-1 1 0 0,-1 1-1 0 0,1 0 1 0 0,3 4-1 0 0,43 48 282 0 0,-8-7-208 0 0,-37-44-258 0 0,-1 0-1 0 0,1-1 1 0 0,0 1-1 0 0,0-1 0 0 0,0 0 1 0 0,1 0-1 0 0,-1 0 0 0 0,1-1 1 0 0,-1 0-1 0 0,1 0 0 0 0,0-1 1 0 0,7 2-1 0 0,-10-3 62 0 0,0 0 1 0 0,0 0-1 0 0,0 0 0 0 0,0 0 0 0 0,0-1 0 0 0,0 0 1 0 0,0 1-1 0 0,0-1 0 0 0,-1 0 0 0 0,1 0 1 0 0,0-1-1 0 0,-1 1 0 0 0,1 0 0 0 0,-1-1 1 0 0,1 0-1 0 0,-1 1 0 0 0,1-1 0 0 0,-1 0 0 0 0,0 0 1 0 0,0 0-1 0 0,0-1 0 0 0,0 1 0 0 0,-1 0 1 0 0,1-1-1 0 0,-1 1 0 0 0,3-6 0 0 0,26-57 1184 0 0,32-100-1 0 0,-8 19-2304 0 0,-53 144 770 0 0,2-5-966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4.0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103 252 2761 0 0,'-19'-3'972'0'0,"0"0"0"0"0,0 2 0 0 0,-21 0 0 0 0,40 1-917 0 0,0 0-1 0 0,0 0 1 0 0,0 0-1 0 0,-1 0 1 0 0,1 0-1 0 0,0 0 0 0 0,0 0 1 0 0,0 0-1 0 0,-1 0 1 0 0,1 1-1 0 0,0-1 1 0 0,0 0-1 0 0,-1 0 0 0 0,1 0 1 0 0,0 0-1 0 0,0 0 1 0 0,0 0-1 0 0,0 0 1 0 0,-1 1-1 0 0,1-1 1 0 0,0 0-1 0 0,0 0 0 0 0,0 0 1 0 0,0 1-1 0 0,0-1 1 0 0,0 0-1 0 0,-1 0 1 0 0,1 0-1 0 0,0 0 0 0 0,0 1 1 0 0,0-1-1 0 0,0 0 1 0 0,0 0-1 0 0,0 1 1 0 0,0-1-1 0 0,0 0 0 0 0,0 0 1 0 0,0 0-1 0 0,0 1 1 0 0,0-1-1 0 0,0 0 1 0 0,0 0-1 0 0,0 1 0 0 0,0-1 1 0 0,0 0-1 0 0,0 0 1 0 0,0 0-1 0 0,1 1 1 0 0,-1-1-1 0 0,0 0 0 0 0,0 0 1 0 0,11 19 1226 0 0,18 17 241 0 0,-18-25-1071 0 0,0 0 1 0 0,1 0-1 0 0,0-1 1 0 0,0-1-1 0 0,1 0 1 0 0,1-1-1 0 0,0 0 1 0 0,20 8-1 0 0,-29-14-321 0 0,1 0 0 0 0,-1 0 0 0 0,1-1 1 0 0,-1 0-1 0 0,1 0 0 0 0,0 0 0 0 0,0-1 0 0 0,-1 0 0 0 0,1 0 1 0 0,0 0-1 0 0,0-1 0 0 0,-1 0 0 0 0,1 0 0 0 0,0 0 0 0 0,-1-1 1 0 0,1 0-1 0 0,-1 0 0 0 0,0 0 0 0 0,1-1 0 0 0,-1 1 0 0 0,0-1 0 0 0,-1-1 1 0 0,1 1-1 0 0,-1-1 0 0 0,1 0 0 0 0,4-5 0 0 0,13-17 333 0 0,0-2-1 0 0,-2-1 1 0 0,29-55 0 0 0,-31 51-486 0 0,2 0 0 0 0,42-54 0 0 0,-56 81-532 0 0,-1 1 0 0 0,1-1 1 0 0,0 1-1 0 0,0 0 0 0 0,11-6 0 0 0,-1 3-6140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4.6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1 436 6913 0 0,'0'0'529'0'0,"26"13"3497"0"0,50 17-256 0 0,-51-21-3241 0 0,0 2 1 0 0,0 0-1 0 0,24 16 1 0 0,-21-8 160 0 0,-2-2 1017 0 0,45 23-1 0 0,-70-39-1663 0 0,0-1-1 0 0,1 1 0 0 0,-1-1 0 0 0,1 0 1 0 0,0 0-1 0 0,-1 0 0 0 0,1 0 0 0 0,-1 0 1 0 0,1 0-1 0 0,-1 0 0 0 0,1 0 0 0 0,-1-1 1 0 0,1 1-1 0 0,-1-1 0 0 0,1 1 1 0 0,-1-1-1 0 0,0 1 0 0 0,1-1 0 0 0,-1 0 1 0 0,0 0-1 0 0,1 0 0 0 0,-1 0 0 0 0,0 0 1 0 0,0 0-1 0 0,0 0 0 0 0,0 0 0 0 0,0 0 1 0 0,0 0-1 0 0,0-1 0 0 0,0 1 1 0 0,0 0-1 0 0,-1-1 0 0 0,2-1 0 0 0,4-7 26 0 0,0-2 0 0 0,-1 1 0 0 0,4-13-1 0 0,-5 13 67 0 0,25-76 157 0 0,21-106 1 0 0,-3 11-2135 0 0,-27 120-6043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6.8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29 225 920 0 0,'-1'-7'760'0'0,"1"1"1"0"0,-1 0-1 0 0,-1 0 0 0 0,1 0 0 0 0,-1 0 0 0 0,0 0 0 0 0,-4-8 0 0 0,4 10-331 0 0,0 0 0 0 0,0 0 1 0 0,0-1-1 0 0,1 1 0 0 0,0 0 0 0 0,0-1 0 0 0,0 1 0 0 0,0-1 0 0 0,1 1 0 0 0,-1-1 0 0 0,1 0 0 0 0,0 1 0 0 0,1-1 0 0 0,-1 1 0 0 0,1-1 0 0 0,1-4 0 0 0,1 3-175 0 0,0 1 1 0 0,0 0-1 0 0,0 0 0 0 0,1 0 0 0 0,-1 0 1 0 0,1 1-1 0 0,0-1 0 0 0,1 1 1 0 0,-1 0-1 0 0,1 0 0 0 0,0 1 0 0 0,0-1 1 0 0,0 1-1 0 0,0 0 0 0 0,7-2 1 0 0,-6 2-191 0 0,-1 0 0 0 0,1 1 0 0 0,0 0 0 0 0,0 0 0 0 0,0 0 0 0 0,0 1 0 0 0,0 0 0 0 0,1 0 0 0 0,-1 0 0 0 0,0 1 0 0 0,0 0 0 0 0,1 0 0 0 0,-1 1 0 0 0,9 1 0 0 0,-11 0-62 0 0,-1-1 1 0 0,0 1-1 0 0,0 0 1 0 0,-1 0-1 0 0,1 0 0 0 0,0 0 1 0 0,-1 1-1 0 0,1-1 0 0 0,-1 1 1 0 0,0-1-1 0 0,1 1 0 0 0,-1 0 1 0 0,-1 0-1 0 0,1 0 0 0 0,0 0 1 0 0,-1 0-1 0 0,1 0 1 0 0,-1 0-1 0 0,0 1 0 0 0,0-1 1 0 0,0 0-1 0 0,-1 1 0 0 0,1-1 1 0 0,-1 6-1 0 0,2 10-21 0 0,-2 0 0 0 0,0-1 1 0 0,-4 23-1 0 0,3-32 27 0 0,-4 31 31 0 0,2-29 10 0 0,1 0 0 0 0,1 0 0 0 0,0 0 0 0 0,0 1 0 0 0,1-1 0 0 0,1 0 0 0 0,0 1 0 0 0,4 19 0 0 0,-4-29-43 0 0,-1-1-1 0 0,1 0 0 0 0,0 0 1 0 0,0 1-1 0 0,0-1 0 0 0,0 0 0 0 0,0 0 1 0 0,0 0-1 0 0,1 0 0 0 0,-1 0 1 0 0,0 0-1 0 0,0-1 0 0 0,1 1 1 0 0,-1 0-1 0 0,0-1 0 0 0,1 1 1 0 0,-1-1-1 0 0,1 1 0 0 0,-1-1 1 0 0,1 1-1 0 0,-1-1 0 0 0,1 0 1 0 0,-1 0-1 0 0,1 0 0 0 0,-1 0 1 0 0,1 0-1 0 0,-1 0 0 0 0,1 0 0 0 0,2-2 1 0 0,52-12 238 0 0,-44 10-136 0 0,-8 3-104 0 0,-1 0 0 0 0,1 0 0 0 0,0 0 0 0 0,-1 0 0 0 0,1 1 0 0 0,0 0 0 0 0,-1 0-1 0 0,1 0 1 0 0,0 0 0 0 0,-1 0 0 0 0,1 1 0 0 0,0-1 0 0 0,-1 1 0 0 0,1 0 0 0 0,-1 0-1 0 0,7 4 1 0 0,-8-4-3 0 0,0 1 0 0 0,0-1 0 0 0,-1 1-1 0 0,1-1 1 0 0,-1 1 0 0 0,1 0 0 0 0,-1 0-1 0 0,0 0 1 0 0,0 0 0 0 0,0 0 0 0 0,0 0-1 0 0,0 0 1 0 0,0 0 0 0 0,-1 0 0 0 0,1 0-1 0 0,0 0 1 0 0,-1 0 0 0 0,0 1 0 0 0,0-1 0 0 0,0 0-1 0 0,0 0 1 0 0,0 1 0 0 0,0-1 0 0 0,0 0-1 0 0,-1 0 1 0 0,1 1 0 0 0,-1-1 0 0 0,-1 4-1 0 0,-8 24-373 0 0,-1-1 0 0 0,-2 0-1 0 0,0-1 1 0 0,-29 43 0 0 0,30-52-343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7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0 256 5985 0 0,'7'-12'4532'0'0,"-4"16"-3591"0"0,18 34 749 0 0,64 107 1864 0 0,-71-124-3161 0 0,0-1 0 0 0,2 0 1 0 0,1-2-1 0 0,32 30 0 0 0,-49-48-364 0 0,0 1-1 0 0,1-1 1 0 0,-1 1-1 0 0,1-1 1 0 0,-1 1-1 0 0,1-1 1 0 0,-1 1-1 0 0,1-1 1 0 0,-1 1-1 0 0,1-1 1 0 0,-1 0-1 0 0,1 1 1 0 0,-1-1-1 0 0,1 0 1 0 0,0 1 0 0 0,-1-1-1 0 0,1 0 1 0 0,0 0-1 0 0,-1 0 1 0 0,1 0-1 0 0,0 0 1 0 0,-1 1-1 0 0,1-1 1 0 0,0 0-1 0 0,-1 0 1 0 0,1-1-1 0 0,0 1 1 0 0,-1 0-1 0 0,1 0 1 0 0,0 0 0 0 0,-1 0-1 0 0,1-1 1 0 0,0 1-1 0 0,-1 0 1 0 0,1 0-1 0 0,-1-1 1 0 0,1 1-1 0 0,0-1 1 0 0,-1 1-1 0 0,1 0 1 0 0,-1-1-1 0 0,1 1 1 0 0,-1-1-1 0 0,1 1 1 0 0,-1-1-1 0 0,0 1 1 0 0,1-1 0 0 0,-1 0-1 0 0,0 1 1 0 0,1-1-1 0 0,-1 0 1 0 0,0 1-1 0 0,0-1 1 0 0,0 1-1 0 0,1-1 1 0 0,-1 0-1 0 0,0 1 1 0 0,0-1-1 0 0,0 0 1 0 0,0-1 0 0 0,1-7 240 0 0,0-1 0 0 0,-1 1 0 0 0,-1-15 0 0 0,1 16-173 0 0,-15-144 1070 0 0,-1-7-564 0 0,16 138-1717 0 0,0 1 0 0 0,2 0 0 0 0,0 0 0 0 0,1-1 0 0 0,10-33 1 0 0,-6 33-6040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7.6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53 664 9218 0 0,'-4'1'253'0'0,"-1"0"1"0"0,0-1-1 0 0,1 0 0 0 0,-1 0 1 0 0,0 0-1 0 0,1 0 1 0 0,-6-2-1 0 0,9 2-155 0 0,1 0-1 0 0,-1 0 1 0 0,1 0 0 0 0,-1-1 0 0 0,1 1 0 0 0,-1 0-1 0 0,1 0 1 0 0,-1-1 0 0 0,1 1 0 0 0,-1 0 0 0 0,1-1-1 0 0,-1 1 1 0 0,1 0 0 0 0,-1-1 0 0 0,1 1-1 0 0,0-1 1 0 0,-1 1 0 0 0,1-1 0 0 0,0 1 0 0 0,0-1-1 0 0,-1 1 1 0 0,1-1 0 0 0,0 1 0 0 0,0-1 0 0 0,-1 0-1 0 0,2-1 27 0 0,-1 1 0 0 0,0-1-1 0 0,0 1 1 0 0,1 0 0 0 0,-1-1 0 0 0,0 1-1 0 0,1-1 1 0 0,0 1 0 0 0,-1 0 0 0 0,1-1-1 0 0,0 1 1 0 0,0 0 0 0 0,-1-1 0 0 0,3-1-1 0 0,13-13 432 0 0,1 0-1 0 0,0 1 0 0 0,1 1 0 0 0,0 0 1 0 0,1 1-1 0 0,30-14 0 0 0,-16 8 215 0 0,77-43 128 0 0,182-75-1 0 0,-193 91-893 0 0,94-58 0 0 0,26-14-76 0 0,-207 112-574 0 0,1 1 0 0 0,-1 0 1 0 0,1 1-1 0 0,26-5 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8.1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29 177 1840 0 0,'-2'-1'216'0'0,"0"-1"0"0"0,0 1 0 0 0,0-1 0 0 0,0 1 0 0 0,0-1 0 0 0,0 1 0 0 0,1-1-1 0 0,-1 0 1 0 0,1 0 0 0 0,-1 0 0 0 0,1 0 0 0 0,0 0 0 0 0,0 0 0 0 0,0 0 0 0 0,0-1-1 0 0,0 1 1 0 0,0 0 0 0 0,1-1 0 0 0,-1 1 0 0 0,1 0 0 0 0,0-1 0 0 0,-1 1 0 0 0,1-1-1 0 0,0 1 1 0 0,0 0 0 0 0,1-1 0 0 0,-1 1 0 0 0,0 0 0 0 0,2-5 0 0 0,-1 2 205 0 0,1 0 0 0 0,-1 1 1 0 0,1-1-1 0 0,0 1 0 0 0,0-1 1 0 0,0 1-1 0 0,0 0 0 0 0,1 0 1 0 0,0 0-1 0 0,0 0 0 0 0,0 1 0 0 0,0-1 1 0 0,1 1-1 0 0,4-4 0 0 0,1 0 54 0 0,1 2 0 0 0,0-1-1 0 0,0 2 1 0 0,0-1-1 0 0,0 1 1 0 0,1 1-1 0 0,0-1 1 0 0,0 2-1 0 0,20-3 1 0 0,-27 5-447 0 0,0 0 0 0 0,1 0 0 0 0,-1 0 0 0 0,0 0 0 0 0,0 1 0 0 0,0-1 0 0 0,0 1 0 0 0,0 0 0 0 0,0 1 0 0 0,0-1 0 0 0,0 1 0 0 0,0-1 0 0 0,-1 1 0 0 0,1 0 0 0 0,-1 1 0 0 0,1-1 0 0 0,-1 1 0 0 0,0-1 0 0 0,0 1 0 0 0,0 0 0 0 0,0 0 0 0 0,0 0 0 0 0,-1 1 0 0 0,1-1 0 0 0,-1 0 0 0 0,0 1 0 0 0,0 0 0 0 0,3 7 0 0 0,-2 1-53 0 0,0-1 0 0 0,0 1 0 0 0,-1 0 0 0 0,1 14 0 0 0,-2-14 23 0 0,0 0 1 0 0,1-1-1 0 0,1 1 0 0 0,4 14 0 0 0,-6-24 2 0 0,0 0 0 0 0,0-1 0 0 0,0 1 0 0 0,0-1 0 0 0,0 1 0 0 0,1 0 0 0 0,-1-1 0 0 0,0 0 0 0 0,1 1 0 0 0,-1-1 0 0 0,1 0 0 0 0,-1 0 0 0 0,1 0 0 0 0,-1 0 0 0 0,1 0 0 0 0,0 0 0 0 0,0 0 0 0 0,-1 0 0 0 0,1-1 0 0 0,0 1 0 0 0,3 0 0 0 0,5 0 0 0 0,0 0 0 0 0,0 0 0 0 0,14-2 0 0 0,-18 0 0 0 0,0 1 0 0 0,0 0 0 0 0,0 0 0 0 0,0 0 0 0 0,0 1 0 0 0,0 0 0 0 0,0 0 0 0 0,0 0 0 0 0,10 4 0 0 0,-13-3 4 0 0,1 1-1 0 0,-1-1 1 0 0,0 0 0 0 0,0 1-1 0 0,0 0 1 0 0,0-1-1 0 0,0 1 1 0 0,-1 0 0 0 0,1 1-1 0 0,-1-1 1 0 0,0 0-1 0 0,0 1 1 0 0,0-1-1 0 0,0 1 1 0 0,-1 0 0 0 0,1 0-1 0 0,0 5 1 0 0,0-3 39 0 0,-2 1 0 0 0,1 0 1 0 0,-1 0-1 0 0,0 0 0 0 0,0 0 1 0 0,-1 0-1 0 0,0 0 0 0 0,0 0 1 0 0,-3 8-1 0 0,-4 7 108 0 0,0-1 0 0 0,-2 0 0 0 0,0 0 1 0 0,-26 37-1 0 0,13-28-141 0 0,16-20-123 0 0,-1 0 1 0 0,1 0-1 0 0,0 1 1 0 0,1 0-1 0 0,-6 14 0 0 0,11-20-660 0 0,0-2-226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18.6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 9674 0 0,'0'-9'6510'0'0,"0"8"-6324"0"0,12 2 3543 0 0,15 11-2173 0 0,-17-3-1354 0 0,-1 1-1 0 0,0 0 0 0 0,-1 1 1 0 0,0 0-1 0 0,0 0 0 0 0,9 19 1 0 0,31 81-117 0 0,-18-37 10 0 0,0-7-145 0 0,48 96-2087 0 0,-66-145 1018 0 0,-11-16 511 0 0,1 0 0 0 0,-1 0 0 0 0,1-1 0 0 0,-1 1 0 0 0,1-1 0 0 0,0 1 0 0 0,0-1 0 0 0,0 0 0 0 0,3 2 0 0 0,-5-2 409 0 0,1-1-1 0 0,-1 0 0 0 0,1 0 0 0 0,-1 0 1 0 0,1 0-1 0 0,-1 0 0 0 0,1 0 0 0 0,0 0 1 0 0,-1 1-1 0 0,1-2 0 0 0,-1 1 1 0 0,1 0-1 0 0,-1 0 0 0 0,1 0 0 0 0,0 0 1 0 0,-1 0-1 0 0,1 0 0 0 0,-1-1 0 0 0,1 1 1 0 0,-1 0-1 0 0,1 0 0 0 0,-1-1 0 0 0,1 1 1 0 0,-1 0-1 0 0,2-1 0 0 0,-1-1 74 0 0,0 0-1 0 0,0 1 1 0 0,0-1-1 0 0,0 0 1 0 0,0 0-1 0 0,0 0 1 0 0,0 0-1 0 0,0 0 1 0 0,-1 0-1 0 0,1 0 1 0 0,-1-2-1 0 0,6-29 47 0 0,1-45 0 0 0,-6 46 20 0 0,10-49 0 0 0,-1 38 108 0 0,-3 16-8 0 0,-1 0-1 0 0,-1 0 1 0 0,-1-1-1 0 0,-1 1 1 0 0,-2-38 0 0 0,-1 63 163 0 0,-1 0 1 0 0,1 0 0 0 0,0 0 0 0 0,-1 0 0 0 0,1 0-1 0 0,-1 0 1 0 0,1 0 0 0 0,-1 0 0 0 0,0 0 0 0 0,0 0 0 0 0,0 0-1 0 0,0 0 1 0 0,0 1 0 0 0,0-1 0 0 0,0 0 0 0 0,-1 1-1 0 0,1-1 1 0 0,-1 1 0 0 0,1 0 0 0 0,-1-1 0 0 0,0 1-1 0 0,-2-1 1 0 0,1 1 17 0 0,1 0-1 0 0,-2 0 1 0 0,1 0-1 0 0,0 1 0 0 0,0-1 1 0 0,0 1-1 0 0,0 0 1 0 0,0 0-1 0 0,0 0 0 0 0,0 0 1 0 0,0 1-1 0 0,-1-1 1 0 0,-2 2-1 0 0,-7 2 71 0 0,0 0 0 0 0,0 2 1 0 0,1-1-1 0 0,0 1 0 0 0,-18 13 0 0 0,18-11-97 0 0,0 1 0 0 0,1 1 0 0 0,0 0 0 0 0,-19 22-1 0 0,27-27 47 0 0,-1-1 0 0 0,1 1 0 0 0,0-1-1 0 0,0 1 1 0 0,0 0 0 0 0,1 0 0 0 0,0 0-1 0 0,0 1 1 0 0,0-1 0 0 0,1 0 0 0 0,-1 1 0 0 0,1-1-1 0 0,1 1 1 0 0,-1-1 0 0 0,1 1 0 0 0,0 6-1 0 0,1-9-194 0 0,-1-1-1 0 0,1 0 0 0 0,0 1 1 0 0,0-1-1 0 0,0 0 0 0 0,0 1 1 0 0,1-1-1 0 0,-1 0 0 0 0,1 0 1 0 0,-1 0-1 0 0,1 0 0 0 0,0 0 1 0 0,-1-1-1 0 0,1 1 0 0 0,0 0 1 0 0,0-1-1 0 0,0 1 0 0 0,1-1 1 0 0,-1 0-1 0 0,0 0 1 0 0,0 0-1 0 0,1 0 0 0 0,-1 0 1 0 0,1 0-1 0 0,-1-1 0 0 0,1 1 1 0 0,-1-1-1 0 0,1 1 0 0 0,-1-1 1 0 0,1 0-1 0 0,3-1 0 0 0,6 2 182 0 0,1-2 1 0 0,-1 0-1 0 0,1 0 0 0 0,23-6 0 0 0,74-32-710 0 0,-80 27 114 0 0,0 1 0 0 0,51-11-1 0 0,-62 19-474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4.8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1 122 10138 0 0,'0'-9'860'0'0,"-1"0"0"0"0,2 0-1 0 0,-1 0 1 0 0,1 0 0 0 0,0 0 0 0 0,1 0-1 0 0,0 1 1 0 0,1-1 0 0 0,-1 0 0 0 0,2 1-1 0 0,6-13 1 0 0,-10 21-829 0 0,0-1 0 0 0,0 1-1 0 0,0 0 1 0 0,0 0 0 0 0,0 0 0 0 0,0 0-1 0 0,0-1 1 0 0,1 1 0 0 0,-1 0 0 0 0,0 0-1 0 0,0 0 1 0 0,0 0 0 0 0,0-1 0 0 0,0 1 0 0 0,1 0-1 0 0,-1 0 1 0 0,0 0 0 0 0,0 0 0 0 0,0 0-1 0 0,0 0 1 0 0,1 0 0 0 0,-1 0 0 0 0,0 0-1 0 0,0-1 1 0 0,0 1 0 0 0,1 0 0 0 0,-1 0 0 0 0,0 0-1 0 0,0 0 1 0 0,0 0 0 0 0,1 0 0 0 0,-1 0-1 0 0,0 0 1 0 0,0 1 0 0 0,0-1 0 0 0,1 0-1 0 0,-1 0 1 0 0,0 0 0 0 0,0 0 0 0 0,0 0 0 0 0,1 0-1 0 0,-1 0 1 0 0,0 0 0 0 0,0 0 0 0 0,1 1-1 0 0,5 11 506 0 0,0 18-314 0 0,-6-29-189 0 0,39 351 387 0 0,-28-208-78 0 0,56 260 0 0 0,-1-211-792 0 0,-14-50-2034 0 0,-42-111-5056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5.0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0 920 0 0,'-3'2'80'0'0,"0"-1"-80"0"0,3 1 0 0 0,0-1 0 0 0,0 0 0 0 0,-1 1 0 0 0,1 2 64 0 0,-1 0 32 0 0,1 1 0 0 0,1 1 0 0 0,0-3 0 0 0,2 1-96 0 0,1-2 80 0 0,0 0-80 0 0,2 0 80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8.3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78 0 7370 0 0,'-12'1'1728'0'0,"0"1"0"0"0,1 0 0 0 0,-1 0 0 0 0,-18 8 0 0 0,73-2 1914 0 0,-2-6-3314 0 0,39 4 572 0 0,-74-6-849 0 0,0 2-1 0 0,0-1 1 0 0,0 1 0 0 0,0-1 0 0 0,0 2 0 0 0,0-1 0 0 0,-1 1 0 0 0,1 0 0 0 0,9 7 0 0 0,-13-9-53 0 0,-1 1 0 0 0,1 0 0 0 0,-1 0 0 0 0,0 0 0 0 0,0-1 0 0 0,0 1 0 0 0,0 1 0 0 0,0-1 1 0 0,0 0-1 0 0,0 0 0 0 0,-1 0 0 0 0,1 0 0 0 0,-1 1 0 0 0,0-1 0 0 0,1 0 0 0 0,-1 0 0 0 0,0 1 0 0 0,0-1 1 0 0,-1 0-1 0 0,1 0 0 0 0,0 1 0 0 0,-1-1 0 0 0,1 0 0 0 0,-1 0 0 0 0,0 0 0 0 0,0 0 0 0 0,0 0 0 0 0,0 0 1 0 0,0 0-1 0 0,-2 3 0 0 0,-5 9-17 0 0,-1 0 1 0 0,0-1-1 0 0,-13 14 1 0 0,15-18 15 0 0,7-8 3 0 0,-9 8-6 0 0,1 2 1 0 0,1-1-1 0 0,0 1 1 0 0,0 0 0 0 0,-5 15-1 0 0,11-24 6 0 0,0 0-1 0 0,0 0 0 0 0,0 0 0 0 0,1 1 0 0 0,-1-1 0 0 0,1 0 0 0 0,0 1 0 0 0,-1-1 1 0 0,1 0-1 0 0,0 1 0 0 0,1-1 0 0 0,-1 0 0 0 0,0 0 0 0 0,1 1 0 0 0,-1-1 1 0 0,1 0-1 0 0,-1 0 0 0 0,1 1 0 0 0,0-1 0 0 0,0 0 0 0 0,0 0 0 0 0,1 0 1 0 0,-1 0-1 0 0,0 0 0 0 0,1 0 0 0 0,-1-1 0 0 0,1 1 0 0 0,-1 0 0 0 0,1-1 1 0 0,0 1-1 0 0,0-1 0 0 0,0 1 0 0 0,0-1 0 0 0,0 0 0 0 0,0 0 0 0 0,2 1 1 0 0,5 2 0 0 0,0-1 0 0 0,0 0 0 0 0,15 2 0 0 0,-17-3 0 0 0,1-1 0 0 0,-1 1 0 0 0,1 1 0 0 0,-1 0 0 0 0,0-1 0 0 0,9 6 0 0 0,-16-7 1 0 0,1-1 0 0 0,-1 0 0 0 0,1 1 0 0 0,-1-1 0 0 0,1 0 0 0 0,-1 1 0 0 0,0-1 0 0 0,1 1 1 0 0,-1-1-1 0 0,0 1 0 0 0,1-1 0 0 0,-1 1 0 0 0,0-1 0 0 0,1 1 0 0 0,-1-1 0 0 0,0 1 0 0 0,0-1 1 0 0,0 1-1 0 0,0-1 0 0 0,1 1 0 0 0,-1-1 0 0 0,0 1 0 0 0,0 0 0 0 0,0-1 0 0 0,0 1 1 0 0,0-1-1 0 0,0 1 0 0 0,0-1 0 0 0,-1 2 0 0 0,-11 16 83 0 0,-30 14 133 0 0,35-28-169 0 0,-14 11 191 0 0,13-11-161 0 0,1 1 0 0 0,-1-1 0 0 0,1 1 0 0 0,0 1 0 0 0,1 0 0 0 0,-1 0 0 0 0,1 0 1 0 0,1 0-1 0 0,-1 1 0 0 0,-8 13 0 0 0,14-18-76 0 0,-1-1 0 0 0,1 1-1 0 0,0 0 1 0 0,0-1 0 0 0,0 1 0 0 0,0-1 0 0 0,0 1 0 0 0,0-1 0 0 0,0 1-1 0 0,0 0 1 0 0,0-1 0 0 0,1 1 0 0 0,-1-1 0 0 0,1 1 0 0 0,-1-1 0 0 0,1 1-1 0 0,0-1 1 0 0,-1 1 0 0 0,1-1 0 0 0,0 0 0 0 0,0 1 0 0 0,1 0 0 0 0,32 31 41 0 0,-8-7-25 0 0,-24-23-215 0 0,0 1 1 0 0,0 0-1 0 0,0-1 1 0 0,-1 1-1 0 0,1 0 0 0 0,-1 0 1 0 0,0 0-1 0 0,0 0 1 0 0,-1 0-1 0 0,1 0 1 0 0,-1 0-1 0 0,0 0 0 0 0,0 0 1 0 0,0 5-1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8.5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0,'0'2'284'0'0,"1"0"1"0"0,-1 0-1 0 0,1-1 0 0 0,-1 1 1 0 0,1 0-1 0 0,0 0 0 0 0,-1-1 1 0 0,1 1-1 0 0,0 0 0 0 0,0-1 0 0 0,0 1 1 0 0,1-1-1 0 0,-1 0 0 0 0,0 1 1 0 0,0-1-1 0 0,2 2 0 0 0,4 6 1283 0 0,12 21 1040 0 0,19 43-1 0 0,6 39-770 0 0,16 119-883 0 0,-36-103-603 0 0,13 228 0 0 0,-39-148-7637 0 0,1-172-432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9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95 5065 0 0,'-10'-4'384'0'0,"6"3"-190"0"0,0 0 0 0 0,0 0 1 0 0,0-1-1 0 0,0 0 0 0 0,1 1 1 0 0,-1-1-1 0 0,1 0 0 0 0,-6-4 1 0 0,9 5-72 0 0,0 1 0 0 0,0 0 0 0 0,0-1 0 0 0,0 1 0 0 0,1 0 1 0 0,-1-1-1 0 0,3-3 1971 0 0,-3 3-1971 0 0,0 1 0 0 0,1 0 0 0 0,-1 0 0 0 0,0 0 0 0 0,1 0 1 0 0,-1 0-1 0 0,0-1 0 0 0,1 1 0 0 0,-1 0 0 0 0,0 0 0 0 0,1 0 1 0 0,-1 0-1 0 0,1 0 0 0 0,16-3 981 0 0,-15 2-763 0 0,87-8 2510 0 0,135 2 0 0 0,-91 6-1769 0 0,375-18 1118 0 0,563-4-1611 0 0,-1034 24-766 0 0,21-1-343 0 0,0 2 1 0 0,0 3-1 0 0,89 19 0 0 0,-121-16-6925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9.3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5985 0 0,'7'2'6251'0'0,"11"4"-2776"0"0,-11-2-2837 0 0,0-1 0 0 0,0 1 0 0 0,0 0 0 0 0,-1 1 0 0 0,1 0 0 0 0,-1 0 0 0 0,0 0 0 0 0,-1 1 0 0 0,10 11 0 0 0,-7-6-356 0 0,-1 0-1 0 0,0 1 1 0 0,-1-1-1 0 0,-1 1 1 0 0,6 18-1 0 0,0 10-476 0 0,-1 1 1 0 0,6 75 0 0 0,-13-91 583 0 0,74 448-329 0 0,-64-413-562 0 0,-5-20-5592 0 0,-2-10-1234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39.8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147 0 4145 0 0,'-8'1'934'0'0,"1"0"-1"0"0,-1 0 1 0 0,1 0 0 0 0,-1 1-1 0 0,1 0 1 0 0,-9 4 0 0 0,9-3-419 0 0,-1 0 0 0 0,1 1 0 0 0,-1 0 0 0 0,1 0 0 0 0,0 1 0 0 0,0 0 0 0 0,1 0 0 0 0,0 0 0 0 0,-10 11 0 0 0,15-15-457 0 0,0 0 0 0 0,0 0 0 0 0,1 0 0 0 0,-1 0 0 0 0,1 0 0 0 0,-1 0 1 0 0,1 1-1 0 0,-1-1 0 0 0,1 0 0 0 0,0 0 0 0 0,0 0 0 0 0,-1 0 0 0 0,1 0 0 0 0,0 1 0 0 0,0-1 0 0 0,0 0 0 0 0,0 0 0 0 0,0 0 0 0 0,1 1 0 0 0,-1-1 0 0 0,0 0 0 0 0,0 0 0 0 0,1 0 0 0 0,-1 0 0 0 0,1 0 0 0 0,-1 0 0 0 0,1 0 0 0 0,-1 0 0 0 0,1 0 0 0 0,0 0 0 0 0,-1 0 0 0 0,1 0 0 0 0,0 0 0 0 0,0 0 0 0 0,0 0 0 0 0,0-1 0 0 0,0 1 0 0 0,0 0 0 0 0,0-1 0 0 0,0 1 0 0 0,0 0 0 0 0,0-1 0 0 0,0 0 0 0 0,1 1 0 0 0,8 4 324 0 0,0-1 0 0 0,1-1 0 0 0,18 5 0 0 0,-19-6-73 0 0,7 2-238 0 0,42 13 54 0 0,-57-17-123 0 0,0 1 0 0 0,-1 0 0 0 0,1 0-1 0 0,0-1 1 0 0,0 1 0 0 0,0 1 0 0 0,0-1-1 0 0,-1 0 1 0 0,1 0 0 0 0,0 1 0 0 0,-1-1 0 0 0,1 1-1 0 0,-1-1 1 0 0,0 1 0 0 0,0 0 0 0 0,1-1 0 0 0,-1 1-1 0 0,0 0 1 0 0,0 0 0 0 0,-1 0 0 0 0,1 0 0 0 0,1 4-1 0 0,-2-4-1 0 0,0 1 0 0 0,-1-1 0 0 0,1 1 0 0 0,-1-1 0 0 0,0 1-1 0 0,1-1 1 0 0,-1 1 0 0 0,0-1 0 0 0,0 0 0 0 0,-1 1 0 0 0,1-1-1 0 0,0 0 1 0 0,-1 0 0 0 0,1 0 0 0 0,-4 3 0 0 0,-34 31 4 0 0,24-23 6 0 0,-5 4 53 0 0,-23 23 17 0 0,41-37-69 0 0,0-1 0 0 0,-1 1 0 0 0,2 0 0 0 0,-1-1-1 0 0,0 1 1 0 0,0 0 0 0 0,1 0 0 0 0,0 0 0 0 0,0 0 0 0 0,0 1-1 0 0,0-1 1 0 0,0 0 0 0 0,0 1 0 0 0,0 3 0 0 0,2-5-3 0 0,-1 0 1 0 0,0-1 0 0 0,0 1-1 0 0,1 0 1 0 0,-1 0 0 0 0,1-1-1 0 0,0 1 1 0 0,-1 0 0 0 0,1-1-1 0 0,0 1 1 0 0,0-1-1 0 0,0 1 1 0 0,0-1 0 0 0,0 1-1 0 0,1-1 1 0 0,-1 0 0 0 0,0 1-1 0 0,0-1 1 0 0,1 0 0 0 0,-1 0-1 0 0,1 0 1 0 0,-1 0-1 0 0,4 1 1 0 0,5 3 65 0 0,0-1 1 0 0,1 0-1 0 0,11 2 1 0 0,22 10 255 0 0,-43-15-328 0 0,1 0 1 0 0,-1 0 0 0 0,1 0 0 0 0,-1 0-1 0 0,1 1 1 0 0,-1-1 0 0 0,0 0 0 0 0,0 1-1 0 0,1-1 1 0 0,-1 1 0 0 0,0 0 0 0 0,0-1 0 0 0,-1 1-1 0 0,1 0 1 0 0,0-1 0 0 0,-1 1 0 0 0,1 0-1 0 0,0 0 1 0 0,-1 0 0 0 0,0 2 0 0 0,0-1-2 0 0,0 1 0 0 0,0-1 0 0 0,0 1 0 0 0,-1-1 0 0 0,0 1 0 0 0,0-1 0 0 0,0 0 0 0 0,0 1 0 0 0,0-1 0 0 0,-3 5 0 0 0,-5 6-2 0 0,-1 0 0 0 0,0 0 1 0 0,-20 21-1 0 0,19-23 13 0 0,7-8 31 0 0,-3 4-13 0 0,0 0 0 0 0,0 1-1 0 0,1 0 1 0 0,-9 16-1 0 0,14-23-23 0 0,0-1 0 0 0,1 0-1 0 0,-1 1 1 0 0,0-1 0 0 0,1 0-1 0 0,0 1 1 0 0,-1-1 0 0 0,1 0-1 0 0,0 1 1 0 0,-1-1 0 0 0,1 1-1 0 0,0-1 1 0 0,0 1 0 0 0,0-1-1 0 0,0 1 1 0 0,1-1 0 0 0,-1 0 0 0 0,0 1-1 0 0,1-1 1 0 0,-1 1 0 0 0,1-1-1 0 0,-1 0 1 0 0,1 1 0 0 0,0-1-1 0 0,-1 0 1 0 0,1 0 0 0 0,0 1-1 0 0,0-1 1 0 0,0 0 0 0 0,0 0-1 0 0,0 0 1 0 0,0 0 0 0 0,0 0-1 0 0,0 0 1 0 0,0 0 0 0 0,1-1-1 0 0,-1 1 1 0 0,0 0 0 0 0,0-1-1 0 0,1 1 1 0 0,-1-1 0 0 0,1 1-1 0 0,-1-1 1 0 0,0 0 0 0 0,2 1-1 0 0,39 8-757 0 0,8 3-3783 0 0,-41-9 2442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0.0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2304 0 0,'11'16'2608'0'0,"-2"-2"-1228"0"0,-1 1 0 0 0,0 0 1 0 0,-2 1-1 0 0,1 0 1 0 0,-2 0-1 0 0,0 0 0 0 0,-1 0 1 0 0,-1 1-1 0 0,3 28 0 0 0,-3 17 672 0 0,-7 81-1 0 0,1-68-1629 0 0,4 81 224 0 0,34 261 1 0 0,-4-41-382 0 0,-38-215-2966 0 0,3-127-5265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0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141 0 456 0 0,'-37'11'1049'0'0,"28"-7"289"0"0,1 1-1 0 0,0 0 1 0 0,0 0 0 0 0,0 0-1 0 0,0 1 1 0 0,1 0 0 0 0,-12 13-1 0 0,-1 7-1139 0 0,19-25-114 0 0,0-1-1 0 0,1 1 1 0 0,-1 0 0 0 0,0 0-1 0 0,1 0 1 0 0,-1 0 0 0 0,1 0-1 0 0,-1 0 1 0 0,1 0 0 0 0,-1 0-1 0 0,1 0 1 0 0,0 0 0 0 0,-1 0-1 0 0,1 0 1 0 0,0 0 0 0 0,0 0-1 0 0,0 0 1 0 0,0 0 0 0 0,0 0-1 0 0,0 0 1 0 0,0 0 0 0 0,0 0-1 0 0,0 1 1 0 0,0-1-1 0 0,1 0 1 0 0,-1 0 0 0 0,0 0-1 0 0,1 0 1 0 0,-1 0 0 0 0,1 0-1 0 0,-1 0 1 0 0,1 0 0 0 0,0-1-1 0 0,-1 1 1 0 0,1 0 0 0 0,0 0-1 0 0,0 0 1 0 0,-1-1 0 0 0,1 1-1 0 0,0 0 1 0 0,0-1 0 0 0,0 1-1 0 0,0 0 1 0 0,0-1 0 0 0,0 0-1 0 0,0 1 1 0 0,0-1 0 0 0,0 1-1 0 0,1-1 1 0 0,8 2 359 0 0,-1 0 1 0 0,1 0-1 0 0,-1-1 1 0 0,16 0-1 0 0,-17-1-307 0 0,350-7 3034 0 0,-89-1-2763 0 0,848 62-808 0 0,-1116-54 398 0 0,120 15-4177 0 0,-87-8-2455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0.8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4 10450 0 0,'0'0'71'0'0,"-1"-1"-1"0"0,1 1 1 0 0,-1 0-1 0 0,1-1 1 0 0,-1 1-1 0 0,1 0 1 0 0,-1 0-1 0 0,1-1 0 0 0,-1 1 1 0 0,1 0-1 0 0,-1 0 1 0 0,0 0-1 0 0,1 0 1 0 0,-1-1-1 0 0,1 1 1 0 0,-1 0-1 0 0,1 0 1 0 0,-1 0-1 0 0,0 0 1 0 0,1 0-1 0 0,-1 1 1 0 0,1-1-1 0 0,-1 0 1 0 0,1 0-1 0 0,-1 0 0 0 0,0 0 1 0 0,1 1-1 0 0,-1-1 1 0 0,1 0-1 0 0,-1 1 1 0 0,1-1-1 0 0,-1 0 1 0 0,1 1-1 0 0,0-1 1 0 0,-1 0-1 0 0,0 1 1 0 0,2 26 4247 0 0,-1-27-4284 0 0,33 184 5077 0 0,-5-37-4412 0 0,-5-15-546 0 0,5 0 0 0 0,7-1 0 0 0,66 166 0 0 0,-33-130-2430 0 0,-55-135-5475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1.2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13 920 0 0,'27'-13'13794'0'0,"-40"31"-12024"0"0,2-4-908 0 0,10-13-835 0 0,1 0-1 0 0,-1 0 1 0 0,1 0-1 0 0,-1-1 1 0 0,1 2-1 0 0,0-1 1 0 0,-1 0-1 0 0,1 0 1 0 0,0 0-1 0 0,0 0 1 0 0,0 0-1 0 0,0 0 1 0 0,0 0-1 0 0,0 0 1 0 0,0 0-1 0 0,0 0 1 0 0,1 0-1 0 0,-1 0 1 0 0,0 0-1 0 0,0 0 1 0 0,1 0-1 0 0,-1 0 1 0 0,1 0-1 0 0,0 1 1 0 0,1 0-15 0 0,0 0 0 0 0,-1 0-1 0 0,1-1 1 0 0,0 1 0 0 0,0-1 0 0 0,0 1 0 0 0,0-1 0 0 0,0 0 0 0 0,1 0-1 0 0,3 2 1 0 0,7 1 2 0 0,0-1-1 0 0,0 0 1 0 0,17 1-1 0 0,-22-2 127 0 0,30 2 106 0 0,-22-3-50 0 0,0 1 0 0 0,0 1 0 0 0,0 0 0 0 0,-1 1 0 0 0,27 10 0 0 0,-41-13-192 0 0,0-1 1 0 0,0 1 0 0 0,0-1-1 0 0,0 1 1 0 0,0 0-1 0 0,0-1 1 0 0,0 1 0 0 0,0 0-1 0 0,0 0 1 0 0,-1-1-1 0 0,1 1 1 0 0,0 0 0 0 0,0 0-1 0 0,-1 0 1 0 0,1 0-1 0 0,0 0 1 0 0,-1 0 0 0 0,1 0-1 0 0,-1 0 1 0 0,0 1-1 0 0,1-1 1 0 0,-1 0 0 0 0,0 0-1 0 0,1 2 1 0 0,-2 0-3 0 0,1-1 0 0 0,0 0 0 0 0,-1 0 0 0 0,0 1 0 0 0,1-1 0 0 0,-1 0 0 0 0,0 0 0 0 0,0 0-1 0 0,0 1 1 0 0,0-1 0 0 0,-1 0 0 0 0,0 1 0 0 0,-8 8 33 0 0,1 0-1 0 0,-2-1 0 0 0,-15 13 0 0 0,19-17 52 0 0,-5 4 1 0 0,-49 46 343 0 0,56-50-378 0 0,-1 0 0 0 0,1 1 1 0 0,0-1-1 0 0,0 1 1 0 0,1 0-1 0 0,0 1 0 0 0,-5 12 1 0 0,8-18-53 0 0,1 0 1 0 0,0 0-1 0 0,-1 0 1 0 0,1 0 0 0 0,0 0-1 0 0,0 0 1 0 0,0 0-1 0 0,0 0 1 0 0,0 0-1 0 0,1 0 1 0 0,-1 0-1 0 0,1 0 1 0 0,-1 0-1 0 0,1 0 1 0 0,0 0-1 0 0,-1 0 1 0 0,1 0 0 0 0,0 0-1 0 0,1 0 1 0 0,-1 0-1 0 0,0-1 1 0 0,0 1-1 0 0,1-1 1 0 0,-1 1-1 0 0,1-1 1 0 0,-1 1-1 0 0,1-1 1 0 0,3 2-1 0 0,6 5 0 0 0,1-1 0 0 0,0-1 0 0 0,21 9-1 0 0,6 3 15 0 0,-37-17-12 0 0,0 0-1 0 0,0 0 1 0 0,0 0 0 0 0,0 1-1 0 0,0-1 1 0 0,0 0 0 0 0,0 1-1 0 0,0 0 1 0 0,-1-1 0 0 0,1 1-1 0 0,-1 0 1 0 0,1 0 0 0 0,-1 0-1 0 0,0 0 1 0 0,1 0 0 0 0,-1 0-1 0 0,0 0 1 0 0,0 0 0 0 0,-1 0-1 0 0,1 1 1 0 0,0-1 0 0 0,-1 0-1 0 0,0 1 1 0 0,1-1 0 0 0,-1 0-1 0 0,0 1 1 0 0,0-1 0 0 0,-1 5-1 0 0,-1 0 8 0 0,-1 0 0 0 0,0 0 0 0 0,-1 0 0 0 0,0 0 0 0 0,0-1 0 0 0,0 1-1 0 0,-8 7 1 0 0,7-9-106 0 0,1 1-1 0 0,-1 0 0 0 0,1 1 1 0 0,0-1-1 0 0,1 0 1 0 0,0 1-1 0 0,-5 14 0 0 0,6-13-190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1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5043 1 10594 0 0,'1'0'246'0'0,"0"0"0"0"0,0 1 0 0 0,0-1-1 0 0,-1 1 1 0 0,1-1 0 0 0,0 1 0 0 0,0 0-1 0 0,-1-1 1 0 0,1 1 0 0 0,0 0 0 0 0,-1 0 0 0 0,1-1-1 0 0,-1 1 1 0 0,1 0 0 0 0,-1 0 0 0 0,1 0-1 0 0,-1 0 1 0 0,0 0 0 0 0,1 0 0 0 0,-1-1 0 0 0,0 3-1 0 0,7 22 1643 0 0,-6-23-1589 0 0,14 95 3890 0 0,-5 52-2947 0 0,-1-4-988 0 0,1-66-161 0 0,4-1 0 0 0,27 85 1 0 0,64 147 12 0 0,-82-247-117 0 0,20 88 0 0 0,-36-116-25 0 0,-2 0-1 0 0,-1-1 0 0 0,-1 1 0 0 0,-4 48 0 0 0,4-27-35 0 0,-6-55 102 0 0,1-1 0 0 0,-1 1 0 0 0,1-1 0 0 0,-1 0 0 0 0,1 0 0 0 0,-1 0 0 0 0,1 0 0 0 0,-1 0-1 0 0,1 0 1 0 0,-1-1 0 0 0,-4-1 0 0 0,6 2 27 0 0,-45-6 230 0 0,0 3-1 0 0,-76 3 1 0 0,24 1-81 0 0,-331 2 313 0 0,124 1-463 0 0,-1148-6-120 0 0,504 33 74 0 0,280-4-4 0 0,-262 23 66 0 0,756-47-60 0 0,101-7-7451 0 0,53 1-570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2.6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8290 0 0,'5'12'8359'0'0,"2"3"-6676"0"0,4 59 680 0 0,1 76-1 0 0,9 67-2217 0 0,-4-127-1834 0 0,-12-64-6013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2.8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10594 0 0,'1'0'114'0'0,"0"0"0"0"0,-1-1 0 0 0,1 1 0 0 0,0 0 0 0 0,-1-1 0 0 0,1 1 1 0 0,0 0-1 0 0,-1 0 0 0 0,1 0 0 0 0,0 0 0 0 0,0-1 0 0 0,-1 1 0 0 0,1 0 0 0 0,0 0 0 0 0,-1 0 0 0 0,1 0 0 0 0,0 1 0 0 0,0-1 0 0 0,-1 0 0 0 0,1 0 0 0 0,0 0 0 0 0,-1 1 0 0 0,1-1 0 0 0,0 0 0 0 0,-1 1 0 0 0,1-1 0 0 0,0 0 0 0 0,-1 1 0 0 0,1-1 0 0 0,-1 1 0 0 0,1-1 0 0 0,-1 1 1 0 0,1-1-1 0 0,0 2 0 0 0,23 19 2160 0 0,-15-12-1739 0 0,-2 2 1 0 0,1-1-1 0 0,-1 1 1 0 0,-1 0-1 0 0,0 0 1 0 0,0 1-1 0 0,-1-1 1 0 0,-1 1-1 0 0,5 21 1 0 0,1 13-370 0 0,4 62 0 0 0,-4-26-20 0 0,-9-79-95 0 0,2 19-1166 0 0,0 0-4092 0 0,-1-1-1853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3.1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321 1 6449 0 0,'-1'2'41'0'0,"0"1"0"0"0,-1-1 0 0 0,0 0 0 0 0,1 1 0 0 0,-1-1 0 0 0,0 0 0 0 0,0 0 0 0 0,0 0 0 0 0,0 0 0 0 0,-1 0 0 0 0,1-1 0 0 0,0 1 0 0 0,-1-1 0 0 0,-3 2-1 0 0,-6 5 43 0 0,-57 42 1874 0 0,-40 32 4788 0 0,97-71-6008 0 0,-1 0-1 0 0,2 1 1 0 0,0 0-1 0 0,0 1 1 0 0,-16 27-1 0 0,25-37-639 0 0,0 0-1 0 0,1 0 1 0 0,0-1-1 0 0,-1 1 1 0 0,1 1 0 0 0,0-1-1 0 0,1 0 1 0 0,-1 0-1 0 0,0 0 1 0 0,1 0 0 0 0,0 1-1 0 0,-1-1 1 0 0,1 0-1 0 0,1 0 1 0 0,-1 1-1 0 0,0-1 1 0 0,1 0 0 0 0,0 0-1 0 0,-1 0 1 0 0,3 4-1 0 0,-1-4-73 0 0,-1 0 0 0 0,1 0 0 0 0,1 0 0 0 0,-1 0 0 0 0,0-1 0 0 0,1 1 0 0 0,0-1 0 0 0,-1 1-1 0 0,1-1 1 0 0,0 0 0 0 0,0 0 0 0 0,0 0 0 0 0,0 0 0 0 0,1-1 0 0 0,-1 1 0 0 0,0-1-1 0 0,1 0 1 0 0,3 1 0 0 0,11 1-179 0 0,0 0 0 0 0,0-1-1 0 0,0-1 1 0 0,1-1 0 0 0,-1 0-1 0 0,0-2 1 0 0,0 0 0 0 0,30-7-1 0 0,-17 2-7475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3.5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25 12443 0 0,'0'-1'74'0'0,"0"0"-1"0"0,1 0 1 0 0,-1 1 0 0 0,0-1 0 0 0,0 0 0 0 0,0 1 0 0 0,0-1 0 0 0,1 0 0 0 0,-1 0 0 0 0,0 1 0 0 0,1-1 0 0 0,-1 1 0 0 0,0-1 0 0 0,1 0-1 0 0,-1 1 1 0 0,1-1 0 0 0,-1 1 0 0 0,1-1 0 0 0,-1 1 0 0 0,1-1 0 0 0,0 1 0 0 0,-1 0 0 0 0,1-1 0 0 0,-1 1 0 0 0,1 0 0 0 0,0-1-1 0 0,-1 1 1 0 0,1 0 0 0 0,0 0 0 0 0,0-1 0 0 0,-1 1 0 0 0,1 0 0 0 0,0 0 0 0 0,1 0 0 0 0,31-5 1809 0 0,-28 5-1702 0 0,5-1 164 0 0,1 0-1 0 0,0 1 1 0 0,-1 0-1 0 0,1 1 1 0 0,0 0-1 0 0,-1 1 1 0 0,0 0-1 0 0,1 1 1 0 0,-1 0-1 0 0,0 0 1 0 0,0 1-1 0 0,12 7 1 0 0,-16-7-314 0 0,1 0 1 0 0,-1 1 0 0 0,0-1 0 0 0,-1 2 0 0 0,1-1 0 0 0,-1 1 0 0 0,0-1 0 0 0,-1 1-1 0 0,1 1 1 0 0,-1-1 0 0 0,0 1 0 0 0,-1-1 0 0 0,1 1 0 0 0,-2 0 0 0 0,1 0-1 0 0,-1 1 1 0 0,0-1 0 0 0,1 8 0 0 0,5 41 477 0 0,-2-12-1817 0 0,0-15-4444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3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 6449 0 0,'1'-1'177'0'0,"0"1"0"0"0,-1-1 0 0 0,1 1-1 0 0,0 0 1 0 0,0-1 0 0 0,0 1 0 0 0,0 0-1 0 0,-1 0 1 0 0,1-1 0 0 0,0 1 0 0 0,0 0-1 0 0,0 0 1 0 0,0 0 0 0 0,0 0 0 0 0,-1 0-1 0 0,1 0 1 0 0,0 0 0 0 0,0 1 0 0 0,0-1 0 0 0,0 0-1 0 0,0 0 1 0 0,-1 1 0 0 0,1-1 0 0 0,0 0-1 0 0,0 1 1 0 0,0-1 0 0 0,-1 1 0 0 0,1-1-1 0 0,0 1 1 0 0,-1-1 0 0 0,1 1 0 0 0,0 0-1 0 0,-1-1 1 0 0,1 1 0 0 0,-1 0 0 0 0,1-1-1 0 0,-1 1 1 0 0,1 1 0 0 0,25 37 3613 0 0,-23-32-3119 0 0,55 103 3734 0 0,16 64-2881 0 0,-58-129-1821 0 0,-7-15-3212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4.0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17 1840 0 0,'-1'-17'4578'0'0,"1"17"-4512"0"0,-19 25 8219 0 0,12-15-8734 0 0,-3 3 1334 0 0,1 1 0 0 0,1 0-1 0 0,0 0 1 0 0,-11 26 0 0 0,18-36-734 0 0,0-1 0 0 0,0 1 1 0 0,0-1-1 0 0,0 1 1 0 0,1-1-1 0 0,0 1 1 0 0,-1-1-1 0 0,1 1 0 0 0,0 0 1 0 0,1-1-1 0 0,-1 1 1 0 0,2 4-1 0 0,-1-6-62 0 0,0 0 0 0 0,0 0 0 0 0,0 0-1 0 0,0 0 1 0 0,1 0 0 0 0,-1 0 0 0 0,0 0 0 0 0,1 0 0 0 0,0-1-1 0 0,-1 1 1 0 0,1 0 0 0 0,0-1 0 0 0,0 0 0 0 0,0 1-1 0 0,0-1 1 0 0,0 0 0 0 0,0 0 0 0 0,0 0 0 0 0,0 0 0 0 0,1-1-1 0 0,2 2 1 0 0,4-1 12 0 0,1 0 0 0 0,-1-1-1 0 0,1 0 1 0 0,0 0 0 0 0,-1-1 0 0 0,1 0-1 0 0,-1-1 1 0 0,1 0 0 0 0,-1 0 0 0 0,1-1-1 0 0,12-6 1 0 0,-2 3-335 0 0,7-3-194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4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 10138 0 0,'54'-4'3111'0'0,"0"1"1"0"0,72 6-1 0 0,-124-3-3050 0 0,0 0 0 0 0,0 0 0 0 0,0 0 0 0 0,0 0 1 0 0,0 1-1 0 0,0-1 0 0 0,0 0 0 0 0,0 1 0 0 0,0-1 0 0 0,-1 1 0 0 0,1 0 0 0 0,0 0 0 0 0,0 0 0 0 0,-1 0 0 0 0,1 0 0 0 0,0 0 0 0 0,-1 0 1 0 0,1 0-1 0 0,-1 0 0 0 0,1 1 0 0 0,-1-1 0 0 0,0 1 0 0 0,2 2 0 0 0,-2-1-42 0 0,-1-1 0 0 0,0 1-1 0 0,0-1 1 0 0,0 0 0 0 0,0 1 0 0 0,0-1 0 0 0,0 1-1 0 0,-1-1 1 0 0,1 1 0 0 0,-1-1 0 0 0,0 1 0 0 0,0-1-1 0 0,0 0 1 0 0,0 0 0 0 0,0 1 0 0 0,0-1 0 0 0,0 0-1 0 0,-3 3 1 0 0,-32 40 43 0 0,23-29-40 0 0,0 0-1 0 0,-13 23 1 0 0,23-35-19 0 0,1 0 0 0 0,0 0 0 0 0,1 0 1 0 0,-1 0-1 0 0,0 0 0 0 0,1 0 0 0 0,0 0 1 0 0,0 0-1 0 0,1 1 0 0 0,-1-1 0 0 0,1 0 0 0 0,0 1 1 0 0,0-1-1 0 0,0 0 0 0 0,0 1 0 0 0,2 4 1 0 0,1-3-5 0 0,-1 1 1 0 0,2-2 0 0 0,-1 1-1 0 0,0 0 1 0 0,1-1 0 0 0,0 1-1 0 0,1-1 1 0 0,-1 0-1 0 0,1-1 1 0 0,0 1 0 0 0,6 4-1 0 0,-6-6 6 0 0,0 1-1 0 0,0 1 0 0 0,0-1 0 0 0,-1 1 0 0 0,0-1 0 0 0,0 1 0 0 0,0 1 0 0 0,0-1 0 0 0,-1 0 0 0 0,0 1 1 0 0,0 0-1 0 0,-1 0 0 0 0,4 9 0 0 0,-6-11-1 0 0,1 0 1 0 0,-1 1-1 0 0,0-1 1 0 0,0 1-1 0 0,0-1 1 0 0,0 0-1 0 0,-1 1 0 0 0,0-1 1 0 0,0 0-1 0 0,0 0 1 0 0,0 1-1 0 0,-1-1 1 0 0,0 0-1 0 0,0 0 1 0 0,0 0-1 0 0,0-1 0 0 0,0 1 1 0 0,-1 0-1 0 0,-4 4 1 0 0,1-2-1 0 0,-1 1 0 0 0,0-1-1 0 0,0 0 1 0 0,-1-1 0 0 0,1 0 0 0 0,-1 0 0 0 0,0 0 0 0 0,-11 3 0 0 0,-1-1-151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4.7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3209 0 0,'9'28'5950'0'0,"3"22"2604"0"0,-3-1-4856 0 0,-5-23-3393 0 0,1 0 1 0 0,1-1-1 0 0,16 41 1 0 0,-13-45-516 0 0,1 0-112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4.9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248 24 6449 0 0,'0'-1'139'0'0,"0"0"-1"0"0,0 0 0 0 0,0 1 0 0 0,0-1 0 0 0,0 0 0 0 0,0 0 1 0 0,0 0-1 0 0,0 0 0 0 0,0 0 0 0 0,-1 0 0 0 0,1 0 0 0 0,0 0 1 0 0,0 1-1 0 0,-1-1 0 0 0,1 0 0 0 0,-1 0 0 0 0,1 0 1 0 0,-1 0-1 0 0,1 1 0 0 0,-1-1 0 0 0,1 0 0 0 0,-1 1 0 0 0,0-1 1 0 0,0 0-1 0 0,-1 0 269 0 0,-1 1-1 0 0,1-1 1 0 0,0 1 0 0 0,0 0 0 0 0,0 0 0 0 0,0 0 0 0 0,-1 0 0 0 0,1 0-1 0 0,-4 2 1 0 0,-8 0-68 0 0,1 1 0 0 0,0 1 0 0 0,0 0 0 0 0,0 1 0 0 0,0 1 0 0 0,1 0 0 0 0,0 0 0 0 0,0 2-1 0 0,0-1 1 0 0,1 1 0 0 0,0 1 0 0 0,1 0 0 0 0,0 0 0 0 0,0 1 0 0 0,-14 20 0 0 0,22-28-285 0 0,1 0 1 0 0,0 0 0 0 0,0 0-1 0 0,0 0 1 0 0,0 1-1 0 0,0-1 1 0 0,0 0-1 0 0,1 1 1 0 0,-1-1 0 0 0,1 0-1 0 0,0 1 1 0 0,-1-1-1 0 0,1 0 1 0 0,0 1-1 0 0,0-1 1 0 0,1 0 0 0 0,-1 1-1 0 0,0-1 1 0 0,1 0-1 0 0,0 1 1 0 0,-1-1 0 0 0,1 0-1 0 0,0 0 1 0 0,0 1-1 0 0,0-1 1 0 0,0 0-1 0 0,1 0 1 0 0,-1 0 0 0 0,1 0-1 0 0,-1-1 1 0 0,1 1-1 0 0,-1 0 1 0 0,1-1-1 0 0,0 1 1 0 0,0-1 0 0 0,0 1-1 0 0,0-1 1 0 0,0 0-1 0 0,2 1 1 0 0,6 4 56 0 0,0-2 0 0 0,1 1 1 0 0,-1-1-1 0 0,1-1 0 0 0,-1 0 1 0 0,23 4-1 0 0,54-4-15 0 0,-54-3-176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5.7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905 0 1376 0 0,'62'5'613'0'0,"-31"-1"1000"0"0,2-2 4678 0 0,-55 7-843 0 0,1 0-4642 0 0,-58 9 218 0 0,-1-3 0 0 0,-101 6 0 0 0,154-18-867 0 0,-92 5 53 0 0,-1-5 0 0 0,-173-17 0 0 0,234 11-3132 0 0,29 2 1417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6.0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0 6913 0 0,'-2'0'285'0'0,"1"0"-1"0"0,-1 0 1 0 0,1 1-1 0 0,-1-1 0 0 0,1 0 1 0 0,-1 0-1 0 0,1 1 1 0 0,-1-1-1 0 0,1 1 0 0 0,0-1 1 0 0,-1 1-1 0 0,1 0 1 0 0,0-1-1 0 0,-1 1 0 0 0,1 0 1 0 0,0 0-1 0 0,0 0 1 0 0,0 0-1 0 0,0 0 0 0 0,0 0 1 0 0,0 0-1 0 0,0 1 0 0 0,0-1 1 0 0,0 0-1 0 0,0 0 1 0 0,1 1-1 0 0,-1-1 0 0 0,0 1 1 0 0,1-1-1 0 0,-1 0 1 0 0,1 1-1 0 0,0-1 0 0 0,-1 1 1 0 0,1-1-1 0 0,0 1 1 0 0,0-1-1 0 0,0 1 0 0 0,0 1 1 0 0,1 9 441 0 0,0-1-1 0 0,0 1 1 0 0,1-1 0 0 0,3 14 0 0 0,0-5-523 0 0,21 129 95 0 0,10 59 557 0 0,80 258 0 0 0,-2-147-1175 0 0,-109-303 0 0 0,-1 0-1 0 0,3 26 0 0 0,-4-6-637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6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64 11522 0 0,'178'-4'9820'0'0,"299"-25"-7661"0"0,-375 20-2487 0 0,92-8 483 0 0,-66 13-7965 0 0,-107 4 1118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6.6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32 4609 0 0,'0'0'63'0'0,"0"0"0"0"0,-1 0-1 0 0,1 0 1 0 0,0 0 0 0 0,0 0 0 0 0,0 0-1 0 0,0 0 1 0 0,-1 0 0 0 0,-1 2 1067 0 0,2-2-1068 0 0,0 0 1 0 0,0 0 0 0 0,-1 0 0 0 0,1 0-1 0 0,0 0 1 0 0,0 1 0 0 0,0-1 0 0 0,0 0-1 0 0,0 0 1 0 0,0 0 0 0 0,0 0 0 0 0,0 1 0 0 0,0-1-1 0 0,0 0 1 0 0,0 0 0 0 0,0 0 0 0 0,0 1-1 0 0,0-1 1 0 0,0 0 0 0 0,0 0 0 0 0,0 0-1 0 0,1 2 629 0 0,0-2-628 0 0,14 4 3128 0 0,22-2 961 0 0,-14-3-2491 0 0,-1-1 0 0 0,25-6 0 0 0,42-17-2391 0 0,-68 17-6445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7.0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2304 0 0,'2'7'1762'0'0,"-1"0"0"0"0,1 0 0 0 0,0-1 0 0 0,0 1 0 0 0,5 7 0 0 0,2 8 936 0 0,198 754 1968 0 0,-62 14-829 0 0,-38-207-3773 0 0,-86-469 63 0 0,15 62 141 0 0,-35-175-384 0 0,2 9 410 0 0,-3-10-324 0 0,0 0 0 0 0,0 0 0 0 0,0 0 0 0 0,0 1 0 0 0,0-1 0 0 0,1 0-1 0 0,-1 0 1 0 0,0 0 0 0 0,0 0 0 0 0,0 0 0 0 0,0 0 0 0 0,0 0 0 0 0,0 0 0 0 0,0 1 0 0 0,0-1 0 0 0,0 0 0 0 0,0 0-1 0 0,1 0 1 0 0,-1 0 0 0 0,0 0 0 0 0,0 0 0 0 0,0 0 0 0 0,0 0 0 0 0,0 0 0 0 0,0 0 0 0 0,0 0 0 0 0,1 0 0 0 0,-1 0 0 0 0,0 0-1 0 0,0 0 1 0 0,0 0 0 0 0,0 0 0 0 0,0 0 0 0 0,0 0 0 0 0,1 0 0 0 0,-1 0 0 0 0,0 0 0 0 0,0 0 0 0 0,0 0 0 0 0,0 0-1 0 0,0 0 1 0 0,0 0 0 0 0,1 0 0 0 0,-1 0 0 0 0,0 0 0 0 0,0 0 0 0 0,0 0 0 0 0,0 0 0 0 0,0-1 0 0 0,0 1 0 0 0,0 0 0 0 0,0 0-1 0 0,0 0 1 0 0,1 0 0 0 0,-1 0 0 0 0,0 0 0 0 0,0 0 0 0 0,0-1 0 0 0,0 1 0 0 0,0 0 0 0 0,0 0 0 0 0,0 0 0 0 0,0 0-1 0 0,0 0 1 0 0,0 0 0 0 0,0-1 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7:47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40 17508 0 0,'2'0'1712'0'0,"0"-1"-1520"0"0,1-1-192 0 0,0 1 0 0 0,1 0 0 0 0,5-2-448 0 0,5-4-120 0 0,8-4-24 0 0,12-3-8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2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87 4609 0 0,'-3'-2'526'0'0,"0"-1"1"0"0,0 1-1 0 0,1 0 0 0 0,-1-1 1 0 0,1 1-1 0 0,-1-1 1 0 0,1 0-1 0 0,0 1 0 0 0,0-1 1 0 0,0 0-1 0 0,1-1 0 0 0,-3-4 1 0 0,3 7-96 0 0,0-1 1 0 0,1 0-1 0 0,-1 1 0 0 0,0-1 1 0 0,1 0-1 0 0,-1 0 0 0 0,1 0 1 0 0,0 1-1 0 0,-1-1 0 0 0,1 0 1 0 0,0 0-1 0 0,0 0 0 0 0,0 0 1 0 0,0 0-1 0 0,1 0 0 0 0,-1 1 1 0 0,0-1-1 0 0,1 0 0 0 0,0 0 1 0 0,-1 0-1 0 0,1 1 0 0 0,0-1 1 0 0,0 0-1 0 0,1-1 0 0 0,-3 4-379 0 0,0 0 0 0 0,0 0-1 0 0,-1 1 1 0 0,1-1-1 0 0,1 1 1 0 0,-1-1 0 0 0,0 1-1 0 0,0-1 1 0 0,1 1-1 0 0,-1-1 1 0 0,0 1 0 0 0,1 0-1 0 0,0-1 1 0 0,-1 1-1 0 0,1 0 1 0 0,0 0 0 0 0,0-1-1 0 0,0 1 1 0 0,0 3-1 0 0,14 37 855 0 0,14 40-884 0 0,24 117-1 0 0,6 16-18 0 0,2-50 10 0 0,29 101 64 0 0,-85-244-69 0 0,-1 0 0 0 0,-1 0 1 0 0,-1 0-1 0 0,-1-1 0 0 0,-3 33 0 0 0,-1 22 7 0 0,7-40-2445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3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418 0 3681 0 0,'-74'9'2714'0'0,"1"3"1"0"0,0 4 0 0 0,-106 36-1 0 0,178-52-2572 0 0,0 1-1 0 0,-1-1 1 0 0,1 0-1 0 0,0 1 1 0 0,0-1-1 0 0,0 1 1 0 0,0-1-1 0 0,0 1 1 0 0,0 0-1 0 0,0 0 1 0 0,0-1-1 0 0,0 1 1 0 0,0 0-1 0 0,0 0 1 0 0,0 0-1 0 0,0 1 1 0 0,1-2-62 0 0,0 1 0 0 0,0-1 1 0 0,0 1-1 0 0,1-1 1 0 0,-1 0-1 0 0,0 1 1 0 0,0-1-1 0 0,1 0 1 0 0,-1 1-1 0 0,0-1 0 0 0,0 0 1 0 0,1 1-1 0 0,-1-1 1 0 0,0 0-1 0 0,1 1 1 0 0,-1-1-1 0 0,0 0 1 0 0,1 0-1 0 0,-1 0 0 0 0,0 1 1 0 0,1-1-1 0 0,-1 0 1 0 0,1 0-1 0 0,-1 0 1 0 0,0 0-1 0 0,1 0 1 0 0,-1 0-1 0 0,1 0 0 0 0,43 6 1533 0 0,475-32 730 0 0,-293 8-1859 0 0,-5 5-117 0 0,320-30-262 0 0,-515 40-162 0 0,-3-1-305 0 0,0 1 0 0 0,0 2 0 0 0,0 0 0 0 0,35 3 0 0 0,-56-1 17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3.2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 5985 0 0,'23'-5'1624'0'0,"0"1"0"0"0,0 2 0 0 0,45-1 0 0 0,118 6 7590 0 0,-116-1-7920 0 0,-23-2-2758 0 0,52-6 1 0 0,-82 3-5812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3.5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 8754 0 0,'-1'2'434'0'0,"0"0"1"0"0,1 0-1 0 0,-1 0 1 0 0,1 0-1 0 0,-1 0 1 0 0,1 1-1 0 0,0-1 1 0 0,0 0-1 0 0,0 0 0 0 0,0 0 1 0 0,0 1-1 0 0,1-1 1 0 0,-1 0-1 0 0,1 0 1 0 0,0 2-1 0 0,14 44 3937 0 0,-4-17-3030 0 0,42 280-391 0 0,-24 3 171 0 0,-17-159-924 0 0,-8-110-263 0 0,11 50 0 0 0,-11-78-114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4.1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242 121 4609 0 0,'-119'31'1947'0'0,"94"-23"-151"0"0,1 2 1 0 0,-39 20-1 0 0,62-30-1720 0 0,1 0-1 0 0,0 0 0 0 0,-1 1 1 0 0,1-1-1 0 0,-1 0 1 0 0,1 0-1 0 0,-1 0 0 0 0,1 0 1 0 0,-1 1-1 0 0,1-1 0 0 0,0 0 1 0 0,-1 1-1 0 0,1-1 1 0 0,-1 0-1 0 0,1 0 0 0 0,0 1 1 0 0,-1-1-1 0 0,1 1 1 0 0,0-1-1 0 0,0 0 0 0 0,-1 1 1 0 0,1-1-1 0 0,0 1 0 0 0,0-1 1 0 0,-1 1-1 0 0,1-1 1 0 0,0 1-1 0 0,0-1 0 0 0,0 1 1 0 0,0-1-1 0 0,0 0 1 0 0,0 1-1 0 0,0-1 0 0 0,0 1 1 0 0,0-1-1 0 0,0 1 1 0 0,0 0-1 0 0,18 7 1385 0 0,28-4-366 0 0,293-32 1162 0 0,-205 23-2042 0 0,360-10 420 0 0,-15 3 254 0 0,-369 9-754 0 0,679-68 168 0 0,-619 52-289 0 0,145-25 40 0 0,-184 16-3198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4.4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1 10594 0 0,'-1'0'140'0'0,"0"-1"0"0"0,0 1 0 0 0,1 0 0 0 0,-1 0 0 0 0,0 0 0 0 0,0 0 1 0 0,0 0-1 0 0,0 0 0 0 0,0 1 0 0 0,0-1 0 0 0,0 0 0 0 0,1 0 0 0 0,-1 1 0 0 0,0-1 0 0 0,0 0 0 0 0,0 1 0 0 0,1-1 0 0 0,-1 1 0 0 0,0-1 0 0 0,0 1 0 0 0,1-1 0 0 0,-1 1 0 0 0,0-1 0 0 0,1 1 0 0 0,-1 0 0 0 0,0 1 0 0 0,0 0 114 0 0,-1 0 1 0 0,1 1-1 0 0,0-1 0 0 0,1 1 0 0 0,-1-1 1 0 0,0 1-1 0 0,1-1 0 0 0,-1 1 0 0 0,1 3 0 0 0,0 9 593 0 0,0 0-1 0 0,5 24 0 0 0,-4-33-675 0 0,48 232 2542 0 0,0-12-2176 0 0,-6 285-2261 0 0,-42-485-5858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4.9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198 4 2304 0 0,'-6'-1'337'0'0,"1"0"0"0"0,-1 0 0 0 0,1 1-1 0 0,-1 0 1 0 0,0 0 0 0 0,1 1-1 0 0,-1-1 1 0 0,1 1 0 0 0,-1 0-1 0 0,1 1 1 0 0,0-1 0 0 0,-1 1-1 0 0,1 0 1 0 0,0 1 0 0 0,0-1 0 0 0,-8 6-1 0 0,-2 1 1440 0 0,0 2 0 0 0,0 0-1 0 0,-24 24 1 0 0,38-35-1648 0 0,-1 1 1 0 0,1 0-1 0 0,0 0 0 0 0,0 1 0 0 0,0-1 0 0 0,1 0 1 0 0,-1 0-1 0 0,0 0 0 0 0,0 1 0 0 0,1-1 0 0 0,-1 0 0 0 0,0 1 1 0 0,1-1-1 0 0,-1 0 0 0 0,1 1 0 0 0,0-1 0 0 0,0 1 1 0 0,-1 2-1 0 0,2-3-94 0 0,-1 0 0 0 0,0 0 0 0 0,1 0 1 0 0,-1 0-1 0 0,1 0 0 0 0,-1 0 0 0 0,1 0 0 0 0,-1 0 1 0 0,1 0-1 0 0,0 0 0 0 0,0-1 0 0 0,-1 1 0 0 0,1 0 0 0 0,0 0 1 0 0,0-1-1 0 0,0 1 0 0 0,0-1 0 0 0,0 1 0 0 0,1 0 1 0 0,8 3-60 0 0,-1-1 1 0 0,1 0 0 0 0,0-1-1 0 0,15 2 1 0 0,-7-1 619 0 0,35 7 264 0 0,-31-6-650 0 0,1 0 0 0 0,-1 1 0 0 0,0 2 0 0 0,29 11 0 0 0,-50-17-206 0 0,-1-1 0 0 0,0 0 0 0 0,0 0 0 0 0,1 0 0 0 0,-1 0 0 0 0,0 0 0 0 0,0 0 0 0 0,0 1-1 0 0,1-1 1 0 0,-1 0 0 0 0,0 0 0 0 0,0 0 0 0 0,0 1 0 0 0,1-1 0 0 0,-1 0 0 0 0,0 0 0 0 0,0 0 0 0 0,0 1-1 0 0,0-1 1 0 0,0 0 0 0 0,0 0 0 0 0,0 1 0 0 0,0-1 0 0 0,1 0 0 0 0,-1 0 0 0 0,0 1 0 0 0,0-1 0 0 0,0 0-1 0 0,0 1 1 0 0,0-1 0 0 0,0 0 0 0 0,0 0 0 0 0,-1 1 0 0 0,1-1 0 0 0,0 0 0 0 0,0 0 0 0 0,0 1-1 0 0,-10 10 86 0 0,-19 9 63 0 0,25-17-108 0 0,-41 25 293 0 0,-43 29-3 0 0,79-51-333 0 0,1 1 1 0 0,0 0-1 0 0,1 1 1 0 0,0 0-1 0 0,0 0 1 0 0,0 0-1 0 0,-7 14 1 0 0,13-21-4 0 0,0 0 1 0 0,1 0-1 0 0,0 0 1 0 0,-1 0 0 0 0,1 0-1 0 0,-1 0 1 0 0,1 1-1 0 0,0-1 1 0 0,0 0-1 0 0,0 0 1 0 0,0 0 0 0 0,0 0-1 0 0,0 0 1 0 0,0 0-1 0 0,0 0 1 0 0,0 0-1 0 0,0 0 1 0 0,0 0 0 0 0,1 1-1 0 0,-1-1 1 0 0,1 0-1 0 0,-1 0 1 0 0,1 1 0 0 0,1 0 1 0 0,-1 0 0 0 0,1 0 1 0 0,0 0-1 0 0,0-1 0 0 0,0 1 0 0 0,0 0 1 0 0,0-1-1 0 0,0 0 0 0 0,0 1 1 0 0,3 0-1 0 0,7 3-6 0 0,0 0 0 0 0,1-1-1 0 0,15 3 1 0 0,-18-5-26 0 0,27 5 33 0 0,-29-7 0 0 0,-1 1 0 0 0,1 0 0 0 0,-1 0 0 0 0,0 1 0 0 0,1 0 0 0 0,-1 1 0 0 0,0-1 0 0 0,0 1 0 0 0,-1 1 0 0 0,9 4 0 0 0,-15-7 1 0 0,1-1 0 0 0,-1 1 1 0 0,1 0-1 0 0,-1 0 1 0 0,1 0-1 0 0,-1 0 1 0 0,1 0-1 0 0,-1-1 0 0 0,0 1 1 0 0,1 0-1 0 0,-1 0 1 0 0,0 0-1 0 0,0 0 1 0 0,0 0-1 0 0,0 0 0 0 0,0 0 1 0 0,0 0-1 0 0,0 0 1 0 0,0 0-1 0 0,0 0 1 0 0,0 0-1 0 0,-1 0 0 0 0,1 0 1 0 0,0 0-1 0 0,-1-1 1 0 0,1 1-1 0 0,0 0 1 0 0,-1 0-1 0 0,1 0 1 0 0,-1 0-1 0 0,1-1 0 0 0,-1 1 1 0 0,0 0-1 0 0,1 0 1 0 0,-1-1-1 0 0,0 1 1 0 0,-1 0-1 0 0,-31 27 190 0 0,31-26-164 0 0,-32 22 36 0 0,-67 53 575 0 0,88-65-1057 0 0,1 0 0 0 0,0 0 0 0 0,1 1 0 0 0,1 0 0 0 0,-14 22 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5.8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2532 0 6913 0 0,'6'1'653'0'0,"0"0"-1"0"0,0 0 0 0 0,-1 1 0 0 0,1-1 0 0 0,0 1 0 0 0,-1 1 0 0 0,1-1 1 0 0,-1 1-1 0 0,0 0 0 0 0,0 0 0 0 0,0 0 0 0 0,0 1 0 0 0,-1-1 0 0 0,1 1 1 0 0,5 7-1 0 0,-1-1 65 0 0,0 0-1 0 0,-1 0 1 0 0,0 1 0 0 0,0 0 0 0 0,10 23 0 0 0,-10-14-478 0 0,-1 0 0 0 0,-1 1 0 0 0,0-1 0 0 0,-2 1 1 0 0,2 30-1 0 0,0 111-124 0 0,-5-56-69 0 0,3-5-46 0 0,17 208 0 0 0,-2-154-15 0 0,-18-150-51 0 0,0 0 0 0 0,0 0-1 0 0,0 0 1 0 0,1-1-1 0 0,0 1 1 0 0,0-1 0 0 0,0 1-1 0 0,1-1 1 0 0,-1 1-1 0 0,1-1 1 0 0,0 0 0 0 0,0 0-1 0 0,0-1 1 0 0,1 1-1 0 0,7 6 1 0 0,-6-6 133 0 0,0 1 1 0 0,0 0-1 0 0,-1 0 1 0 0,0 0-1 0 0,0 1 1 0 0,0 0 0 0 0,-1-1-1 0 0,4 8 1 0 0,-6-11-15 0 0,0 0 1 0 0,0 0 0 0 0,-1 0 0 0 0,1 1 0 0 0,0-1 0 0 0,-1 0-1 0 0,0 0 1 0 0,1 0 0 0 0,-1 0 0 0 0,0 1 0 0 0,0-1 0 0 0,0 0-1 0 0,0 0 1 0 0,-1 0 0 0 0,1 1 0 0 0,-1-1 0 0 0,1 0 0 0 0,-1 0-1 0 0,0 0 1 0 0,1 0 0 0 0,-1 0 0 0 0,0 0 0 0 0,-2 2 0 0 0,0-1-39 0 0,0 0-1 0 0,0-1 1 0 0,0 0 0 0 0,-1 0 0 0 0,1 1 0 0 0,-1-2 0 0 0,1 1 0 0 0,-1 0 0 0 0,0-1 0 0 0,0 0-1 0 0,1 0 1 0 0,-7 1 0 0 0,-321 54-162 0 0,-2-24-488 0 0,93-12 302 0 0,29 8 237 0 0,119-13-23 0 0,-1-4 0 0 0,-171-2 0 0 0,106-23-256 0 0,-127-3-386 0 0,-67-8 668 0 0,267 17 90 0 0,27 2 42 0 0,-5-1 129 0 0,-89 1 1 0 0,147 6-241 0 0,0 0 24 0 0,0 0-1 0 0,1 0 1 0 0,-1 0 0 0 0,0 1 0 0 0,0-1-1 0 0,0 1 1 0 0,1 1 0 0 0,-1-1-1 0 0,0 0 1 0 0,1 1 0 0 0,0 0 0 0 0,-1 0-1 0 0,1 1 1 0 0,0-1 0 0 0,-6 5-1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6.4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11522 0 0,'0'5'7946'0'0,"8"12"-6353"0"0,-6-13-1357 0 0,4 12 54 0 0,0 1 0 0 0,-2 0 0 0 0,0 0 1 0 0,-1 0-1 0 0,0 1 0 0 0,0 18 1 0 0,-7 108-130 0 0,0-6-150 0 0,6-104-114 0 0,5 63 291 0 0,-6-88-377 0 0,1 0 0 0 0,0 0-1 0 0,0 0 1 0 0,1-1 0 0 0,0 1 0 0 0,1-1 0 0 0,-1 0 0 0 0,7 10-1 0 0,-3-11-586 0 0,0-3-7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6.8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13 101 2304 0 0,'-1'0'130'0'0,"0"-1"0"0"0,0 0 0 0 0,0 0 0 0 0,0 0-1 0 0,0 0 1 0 0,0 0 0 0 0,1 0 0 0 0,-1 0 0 0 0,0 0-1 0 0,1 0 1 0 0,-1 0 0 0 0,1-1 0 0 0,-1 1-1 0 0,1 0 1 0 0,0 0 0 0 0,-1 0 0 0 0,1-1 0 0 0,0 1-1 0 0,0 0 1 0 0,0-1 0 0 0,0 1 0 0 0,0 0-1 0 0,0 0 1 0 0,0-1 0 0 0,0 1 0 0 0,1 0 0 0 0,-1 0-1 0 0,1-2 1 0 0,1 0 365 0 0,0 0 0 0 0,0 0 0 0 0,0 0 0 0 0,1 0 0 0 0,-1 0 0 0 0,1 1 0 0 0,0-1 0 0 0,0 1 0 0 0,3-3 0 0 0,2 0-220 0 0,0 1 0 0 0,1-1 1 0 0,-1 1-1 0 0,1 1 0 0 0,0-1 0 0 0,0 2 0 0 0,0-1 0 0 0,1 1 0 0 0,-1 1 0 0 0,1-1 0 0 0,10 1 0 0 0,-13 1-119 0 0,0 0 0 0 0,0 0 0 0 0,0 0 0 0 0,-1 1 0 0 0,1 0 0 0 0,0 0 0 0 0,0 1 0 0 0,-1 0 0 0 0,1 0 0 0 0,-1 0 0 0 0,1 1 0 0 0,-1 0 0 0 0,0 0 1 0 0,0 1-1 0 0,-1-1 0 0 0,7 6 0 0 0,-10-7-140 0 0,-1 0 1 0 0,0 0-1 0 0,0 0 1 0 0,0 0-1 0 0,0 0 0 0 0,0 0 1 0 0,0 1-1 0 0,0-1 1 0 0,-1 0-1 0 0,1 0 1 0 0,-1 1-1 0 0,0-1 1 0 0,1 0-1 0 0,-1 0 1 0 0,0 1-1 0 0,-1-1 1 0 0,1 0-1 0 0,0 1 1 0 0,0-1-1 0 0,-1 0 1 0 0,0 0-1 0 0,1 1 1 0 0,-1-1-1 0 0,0 0 1 0 0,0 0-1 0 0,0 0 0 0 0,0 0 1 0 0,-1 0-1 0 0,-2 3 1 0 0,-5 9 168 0 0,-1-1 0 0 0,-1 0-1 0 0,-12 12 1 0 0,14-16-99 0 0,-15 15 427 0 0,-19 21 544 0 0,40-42-903 0 0,0 1-1 0 0,1-1 1 0 0,0 1-1 0 0,-1-1 1 0 0,1 1-1 0 0,1 0 1 0 0,-1 0-1 0 0,0 0 1 0 0,1 0-1 0 0,0 0 1 0 0,-1 5-1 0 0,2-7-114 0 0,0 1-1 0 0,1-1 1 0 0,-1 0-1 0 0,0 0 1 0 0,1 0-1 0 0,0 0 1 0 0,-1 0 0 0 0,1 0-1 0 0,0 0 1 0 0,0 0-1 0 0,0 0 1 0 0,0 0-1 0 0,1-1 1 0 0,-1 1-1 0 0,0 0 1 0 0,1-1-1 0 0,-1 1 1 0 0,1-1-1 0 0,-1 1 1 0 0,1-1-1 0 0,0 0 1 0 0,0 0-1 0 0,0 0 1 0 0,0 0 0 0 0,-1 0-1 0 0,1 0 1 0 0,1 0-1 0 0,2 0 1 0 0,9 4-27 0 0,0-1-1 0 0,0-1 1 0 0,17 2 0 0 0,-20-3 32 0 0,89 13-3334 0 0,-77-12-3857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7.0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0 1840 0 0,'-1'2'549'0'0,"0"-1"-1"0"0,0 1 1 0 0,-1-1-1 0 0,1 1 0 0 0,0 0 1 0 0,0-1-1 0 0,1 1 1 0 0,-1 0-1 0 0,0 0 1 0 0,1-1-1 0 0,-1 1 0 0 0,1 0 1 0 0,-1 0-1 0 0,1 0 1 0 0,0 0-1 0 0,0 0 1 0 0,0 0-1 0 0,0 0 0 0 0,0 3 1 0 0,8 45 3468 0 0,-5-31-2730 0 0,8 63 1705 0 0,-5-31-2605 0 0,1-1 0 0 0,3 0 0 0 0,23 68 0 0 0,-29-107-296 0 0,0-2-691 0 0,-1 1 1 0 0,0-1-1 0 0,3 18 0 0 0,-5-25 206 0 0,-1 0 0 0 0,0-1 0 0 0,1 1 0 0 0,-1 0 0 0 0,0 0-1 0 0,-1 0 1 0 0,1 0 0 0 0,0 0 0 0 0,0 0 0 0 0,-1 0 0 0 0,1 0 0 0 0,-1-1 0 0 0,0 1 0 0 0,1 0-1 0 0,-1 0 1 0 0,0 0 0 0 0,0-1 0 0 0,0 1 0 0 0,0-1 0 0 0,0 1 0 0 0,-1-1 0 0 0,1 1-1 0 0,0-1 1 0 0,-1 0 0 0 0,-2 2 0 0 0,-4 2 226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7.4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5 185 4609 0 0,'0'0'101'0'0,"-1"-1"0"0"0,1 1 0 0 0,0-1 0 0 0,-1 1-1 0 0,1 0 1 0 0,0-1 0 0 0,-1 1 0 0 0,1-1 0 0 0,0 1 0 0 0,0-1 0 0 0,-1 1 0 0 0,1-1-1 0 0,0 1 1 0 0,0-1 0 0 0,0 1 0 0 0,-1-1 0 0 0,1 1 0 0 0,0-1 0 0 0,0 0 0 0 0,0 1-1 0 0,0-1 1 0 0,0 1 0 0 0,0-1 0 0 0,0 1 0 0 0,1-1 0 0 0,-1 1 0 0 0,0-1 0 0 0,0 1-1 0 0,0-1 1 0 0,0 1 0 0 0,1-2 0 0 0,18-13 2077 0 0,40-7 16 0 0,-45 17-1824 0 0,80-30 678 0 0,-22 8-1676 0 0,131-33 0 0 0,-201 59 612 0 0,0 0 1 0 0,0 1-1 0 0,0 0 1 0 0,0-1 0 0 0,1 1-1 0 0,-1 0 1 0 0,0 0-1 0 0,0 0 1 0 0,0 0-1 0 0,1 1 1 0 0,1-1 0 0 0,-4 1 90 0 0,1 0 1 0 0,-1-1 0 0 0,1 1-1 0 0,-1 0 1 0 0,0 0 0 0 0,1-1-1 0 0,-1 1 1 0 0,0 0 0 0 0,1 0-1 0 0,-1-1 1 0 0,0 1 0 0 0,0 0-1 0 0,0 0 1 0 0,0 0 0 0 0,0-1-1 0 0,0 1 1 0 0,0 0 0 0 0,0 0-1 0 0,0-1 1 0 0,0 1-1 0 0,-1 0 1 0 0,1 0 0 0 0,0 0-1 0 0,0-1 1 0 0,-1 1 0 0 0,1 0-1 0 0,-1-1 1 0 0,1 1 0 0 0,0 0-1 0 0,-2 0 1 0 0,-2 10 531 0 0,0-1 0 0 0,0 0 0 0 0,1 1 0 0 0,1-1 0 0 0,0 1 0 0 0,0 0 0 0 0,1 0 0 0 0,0 15 0 0 0,1-19-556 0 0,1-1 0 0 0,0 1 0 0 0,1-1 0 0 0,0 1 1 0 0,0-1-1 0 0,0 0 0 0 0,1 1 0 0 0,-1-1 0 0 0,1-1 0 0 0,1 1 0 0 0,-1 0 0 0 0,1-1 0 0 0,0 0 0 0 0,1 1 0 0 0,5 4 0 0 0,-7-7-2 0 0,1 0 1 0 0,-1 1-1 0 0,1-2 0 0 0,0 1 1 0 0,0 0-1 0 0,0-1 0 0 0,0 0 0 0 0,0 0 1 0 0,0 0-1 0 0,1-1 0 0 0,-1 1 0 0 0,1-1 1 0 0,-1 0-1 0 0,1 0 0 0 0,-1-1 1 0 0,1 1-1 0 0,0-1 0 0 0,-1 0 0 0 0,1 0 1 0 0,0-1-1 0 0,-1 1 0 0 0,1-1 1 0 0,0 0-1 0 0,-1 0 0 0 0,1-1 0 0 0,-1 1 1 0 0,6-4-1 0 0,-7 3-41 0 0,1 0 1 0 0,-1 0-1 0 0,0 0 1 0 0,0 0-1 0 0,0-1 0 0 0,-1 0 1 0 0,1 1-1 0 0,0-1 1 0 0,-1 0-1 0 0,0 0 0 0 0,0 0 1 0 0,0-1-1 0 0,0 1 1 0 0,0 0-1 0 0,-1-1 0 0 0,1 1 1 0 0,-1-1-1 0 0,0 0 1 0 0,0 1-1 0 0,-1-1 1 0 0,1 0-1 0 0,-1 0 0 0 0,1 1 1 0 0,-1-1-1 0 0,0 0 1 0 0,-1 0-1 0 0,1 0 0 0 0,-1 1 1 0 0,1-1-1 0 0,-1 0 1 0 0,0 1-1 0 0,-1-1 0 0 0,-1-5 1 0 0,1 5-59 0 0,0 0 0 0 0,0 0 0 0 0,0 1 0 0 0,0-1 0 0 0,-1 1 0 0 0,0-1 0 0 0,1 1 0 0 0,-1 0 0 0 0,0 0 0 0 0,0 0 1 0 0,-1 0-1 0 0,1 1 0 0 0,-1-1 0 0 0,1 1 0 0 0,-1 0 0 0 0,0 0 0 0 0,-8-3 0 0 0,6 3-906 0 0,-1 0 0 0 0,0 0 1 0 0,-1 1-1 0 0,1 0 0 0 0,-14 0 0 0 0,12 1-708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7.7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 11979 0 0,'1'0'96'0'0,"-1"-1"1"0"0,0 0 0 0 0,0 1-1 0 0,0-1 1 0 0,1 0 0 0 0,-1 1-1 0 0,0-1 1 0 0,1 1 0 0 0,-1-1-1 0 0,1 0 1 0 0,-1 1 0 0 0,1-1-1 0 0,-1 1 1 0 0,1-1 0 0 0,-1 1-1 0 0,1 0 1 0 0,-1-1 0 0 0,1 1 0 0 0,-1-1-1 0 0,1 1 1 0 0,0 0 0 0 0,-1-1-1 0 0,1 1 1 0 0,0 0 0 0 0,-1 0-1 0 0,1 0 1 0 0,0 0 0 0 0,0-1-1 0 0,1 2 112 0 0,0-1 1 0 0,0 0-1 0 0,0 0 0 0 0,-1 1 0 0 0,1-1 0 0 0,0 1 0 0 0,-1 0 0 0 0,1-1 0 0 0,0 1 0 0 0,-1 0 0 0 0,2 1 0 0 0,3 2 352 0 0,-1 0 0 0 0,1 1 0 0 0,-1-1 0 0 0,-1 1 0 0 0,7 8 0 0 0,-2 1-296 0 0,-1 1 0 0 0,0 0 0 0 0,-1 0 0 0 0,-1 0 0 0 0,0 1 0 0 0,-2 0-1 0 0,1 0 1 0 0,1 18 0 0 0,0 10-76 0 0,0 82 0 0 0,-12-14-114 0 0,0 24-222 0 0,12-111-353 0 0,-6-26 436 0 0,0 1 0 0 0,0 0 0 0 0,0 0 0 0 0,0-1-1 0 0,0 1 1 0 0,1 0 0 0 0,-1 0 0 0 0,0-1 0 0 0,0 1 0 0 0,0 0 0 0 0,1 0 0 0 0,-1 0 0 0 0,0-1 0 0 0,0 1 0 0 0,0 0 0 0 0,1 0 0 0 0,-1 0 0 0 0,0-1 0 0 0,0 1 0 0 0,1 0 0 0 0,-1 0 0 0 0,0 0 0 0 0,1 0 0 0 0,-1 0 0 0 0,0 0 0 0 0,0 0 0 0 0,1 0 0 0 0,-1 0-1 0 0,0 0 1 0 0,1 0 0 0 0,-1 0 0 0 0,0 0 0 0 0,0 0 0 0 0,1 0 0 0 0,-1 0 0 0 0,0 0 0 0 0,1 0 0 0 0,-1 0 0 0 0,0 0 0 0 0,0 0 0 0 0,1 1 0 0 0,-1-1 0 0 0,0 0 0 0 0,0 0 0 0 0,1 0 0 0 0,-1 0 0 0 0,0 1 0 0 0,0-1 0 0 0,0 0 0 0 0,1 0 0 0 0,-1 0 0 0 0,0 1-1 0 0,0-1 1 0 0,0 0 0 0 0,0 0 0 0 0,1 1 0 0 0,-1-1 0 0 0,0 0 0 0 0,0 1 0 0 0,0-1 0 0 0,0 0 0 0 0,0 0 0 0 0,0 1 0 0 0,3-7-1247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7.9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22 186 5985 0 0,'-2'0'156'0'0,"1"-1"0"0"0,0 1-1 0 0,0-1 1 0 0,-1 0 0 0 0,1 1-1 0 0,0-1 1 0 0,0 0 0 0 0,0 0 0 0 0,0 0-1 0 0,0 0 1 0 0,0 0 0 0 0,0 0-1 0 0,0 0 1 0 0,0 0 0 0 0,0 0-1 0 0,1 0 1 0 0,-1 0 0 0 0,0-1-1 0 0,1 1 1 0 0,-1 0 0 0 0,1 0 0 0 0,-1-3-1 0 0,1 3 175 0 0,0 0-1 0 0,1-1 1 0 0,-1 1-1 0 0,0 0 0 0 0,1-1 1 0 0,-1 1-1 0 0,1 0 1 0 0,-1-1-1 0 0,1 1 1 0 0,0 0-1 0 0,-1 0 1 0 0,1-1-1 0 0,0 1 0 0 0,0 0 1 0 0,0 0-1 0 0,0 0 1 0 0,2-1-1 0 0,32-22 5201 0 0,-13 14-5469 0 0,100-34 1681 0 0,4-3-3839 0 0,-94 33-5352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19.5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3 133 7834 0 0,'0'-1'161'0'0,"-1"-1"0"0"0,1 1 0 0 0,-1 0 0 0 0,1-1 0 0 0,0 1 0 0 0,0 0 0 0 0,-1-1 0 0 0,1 1 0 0 0,0 0 0 0 0,0-1 0 0 0,1 1 0 0 0,-1 0 0 0 0,0-1 0 0 0,0 1 0 0 0,1 0 0 0 0,-1-1 0 0 0,0 1 0 0 0,1 0 0 0 0,0-1 0 0 0,-1 1 0 0 0,1 0 0 0 0,0 0 0 0 0,-1 0 0 0 0,1 0 0 0 0,2-2 0 0 0,23-29 2039 0 0,-15 24-1791 0 0,0 0 0 0 0,1 1 0 0 0,-1 1 0 0 0,1-1-1 0 0,0 2 1 0 0,1 0 0 0 0,17-5 0 0 0,-22 8-290 0 0,-1 0 0 0 0,1 0 0 0 0,0 1 0 0 0,0 0 0 0 0,0 0 1 0 0,0 1-1 0 0,0 0 0 0 0,0 0 0 0 0,0 1 0 0 0,0 0 0 0 0,0 1 0 0 0,0-1 1 0 0,12 6-1 0 0,-17-6-117 0 0,0 1 0 0 0,-1-1 0 0 0,1 1 0 0 0,-1-1 0 0 0,0 1 0 0 0,1 0 0 0 0,-1 0 0 0 0,0 1 0 0 0,0-1 0 0 0,0 0 1 0 0,0 1-1 0 0,0-1 0 0 0,-1 1 0 0 0,1-1 0 0 0,-1 1 0 0 0,0 0 0 0 0,0-1 0 0 0,0 1 0 0 0,0 0 0 0 0,0 0 0 0 0,0 0 0 0 0,-1 0 0 0 0,1 0 0 0 0,-1 0 1 0 0,0 3-1 0 0,-1 9 3 0 0,0 0 1 0 0,-1 0-1 0 0,0 0 1 0 0,-6 16-1 0 0,5-19 71 0 0,0 0-1 0 0,1 0 1 0 0,0 0-1 0 0,0 20 1 0 0,3-30-75 0 0,-1 0 0 0 0,1 0 0 0 0,-1 0 0 0 0,1 0 1 0 0,0-1-1 0 0,0 1 0 0 0,-1 0 0 0 0,1 0 0 0 0,1-1 1 0 0,-1 1-1 0 0,0-1 0 0 0,0 1 0 0 0,1-1 0 0 0,-1 0 0 0 0,0 1 1 0 0,1-1-1 0 0,0 0 0 0 0,-1 0 0 0 0,1 0 0 0 0,0 0 1 0 0,-1 0-1 0 0,1 0 0 0 0,0 0 0 0 0,0-1 0 0 0,0 1 1 0 0,0-1-1 0 0,-1 1 0 0 0,5-1 0 0 0,9 2-35 0 0,-1 0 0 0 0,1-1 0 0 0,15-1 0 0 0,3 0 5 0 0,-22 1 25 0 0,0 1 0 0 0,0 0 0 0 0,0 1 1 0 0,0 0-1 0 0,0 1 0 0 0,0 0 0 0 0,-1 0 0 0 0,0 1 0 0 0,19 13 1 0 0,-26-16 25 0 0,0 0 1 0 0,0 0 0 0 0,-1 1 0 0 0,1-1-1 0 0,-1 1 1 0 0,1 0 0 0 0,-1 0-1 0 0,0 0 1 0 0,0 0 0 0 0,0 0 0 0 0,-1 1-1 0 0,1-1 1 0 0,-1 0 0 0 0,1 1 0 0 0,-1-1-1 0 0,0 1 1 0 0,-1-1 0 0 0,1 1 0 0 0,-1 0-1 0 0,1-1 1 0 0,-1 1 0 0 0,0 0-1 0 0,0-1 1 0 0,-1 1 0 0 0,1 0 0 0 0,-1-1-1 0 0,0 1 1 0 0,0-1 0 0 0,0 1 0 0 0,0-1-1 0 0,0 1 1 0 0,-1-1 0 0 0,0 0 0 0 0,-2 4-1 0 0,-3 5 109 0 0,-1-1 1 0 0,-1 0-1 0 0,0 0 0 0 0,0-1 0 0 0,-1 0 0 0 0,0 0 0 0 0,-1-1 0 0 0,0-1 1 0 0,0 1-1 0 0,-1-2 0 0 0,0 0 0 0 0,0 0 0 0 0,-1-1 0 0 0,1-1 0 0 0,-1 0 1 0 0,-1-1-1 0 0,-24 5 0 0 0,33-8-251 0 0,1-1-1 0 0,0 0 1 0 0,-1 0 0 0 0,1 0 0 0 0,0-1 0 0 0,0 0 0 0 0,0 1-1 0 0,-7-3 1 0 0,-2-5-302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0.9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38 1840 0 0,'-7'-38'18051'0'0,"16"56"-17692"0"0,-8-17-328 0 0,0 0 0 0 0,1 1 0 0 0,-1-1 0 0 0,1 0 1 0 0,-1 0-1 0 0,1 0 0 0 0,0 0 0 0 0,-1 0 0 0 0,1 0 0 0 0,0 0 1 0 0,0-1-1 0 0,0 1 0 0 0,-1-1 0 0 0,1 1 0 0 0,0-1 1 0 0,0 0-1 0 0,3 1 0 0 0,32-1 252 0 0,-34 0-263 0 0,79-11 551 0 0,-73 12-576 0 0,-1 1 1 0 0,1 0-1 0 0,-1 1 1 0 0,1-1 0 0 0,-1 2-1 0 0,0-1 1 0 0,0 1 0 0 0,-1 0-1 0 0,1 1 1 0 0,8 6-1 0 0,27 14 6 0 0,4-6-1 0 0,-29-12 0 0 0,34 17 0 0 0,-32-13 36 0 0,-17-10-4 0 0,0 0 0 0 0,-1 0 0 0 0,1 1 1 0 0,0-1-1 0 0,0 1 0 0 0,-1-1 0 0 0,1 1 0 0 0,-1 0 0 0 0,1 0 0 0 0,-1 0 0 0 0,0 1 1 0 0,0-1-1 0 0,0 0 0 0 0,0 1 0 0 0,0 0 0 0 0,-1-1 0 0 0,1 1 0 0 0,0 3 0 0 0,-2-5 9 0 0,0 0-1 0 0,-1 0 1 0 0,1 0-1 0 0,0 0 1 0 0,-1 0-1 0 0,1 0 1 0 0,-1 0 0 0 0,0 0-1 0 0,1 0 1 0 0,-1 0-1 0 0,0 0 1 0 0,1-1-1 0 0,-1 1 1 0 0,0 0-1 0 0,0 0 1 0 0,0-1-1 0 0,0 1 1 0 0,0-1-1 0 0,0 1 1 0 0,0-1-1 0 0,0 1 1 0 0,0-1-1 0 0,-2 1 1 0 0,-29 13 564 0 0,30-13-565 0 0,-16 7-8 0 0,0 1-1 0 0,1 1 1 0 0,0 0-1 0 0,1 1 0 0 0,0 1 1 0 0,-20 19-1 0 0,-77 90-112 0 0,98-103-438 0 0,1 0 0 0 0,1 1-1 0 0,-13 22 1 0 0,13-11-7361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6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652 57 10594 0 0,'-3'0'90'0'0,"0"0"-1"0"0,0 0 0 0 0,-1 0 1 0 0,1 0-1 0 0,0 0 0 0 0,-1 1 1 0 0,1-1-1 0 0,0 1 0 0 0,0 0 1 0 0,0 0-1 0 0,-3 2 0 0 0,-2-1 176 0 0,-5 1 272 0 0,0 0 1 0 0,0 0 0 0 0,0-1 0 0 0,-1-1-1 0 0,1 0 1 0 0,0-1 0 0 0,-1-1 0 0 0,1 0-1 0 0,0 0 1 0 0,-1-2 0 0 0,1 1 0 0 0,-19-8-1 0 0,-19-6 24 0 0,0 2 0 0 0,-1 2 0 0 0,-55-4 0 0 0,96 14-856 0 0,0 2 1 0 0,0-1-1 0 0,0 2 1 0 0,-1-1 0 0 0,1 2-1 0 0,0-1 1 0 0,1 1 0 0 0,-1 1-1 0 0,0 0 1 0 0,-12 5-1 0 0,6 1-6261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7.4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315 115 6913 0 0,'0'-2'153'0'0,"-1"1"-1"0"0,1-1 0 0 0,-1 0 1 0 0,1 1-1 0 0,-1-1 0 0 0,1 0 1 0 0,-1 1-1 0 0,0-1 0 0 0,0 1 0 0 0,0-1 1 0 0,0 1-1 0 0,0-1 0 0 0,0 1 1 0 0,0-1-1 0 0,-1 1 0 0 0,1 0 0 0 0,0 0 1 0 0,-1 0-1 0 0,-1-1 0 0 0,-29-16 850 0 0,30 17-909 0 0,-26-12 130 0 0,-1 2-1 0 0,0 1 1 0 0,-1 1-1 0 0,0 2 1 0 0,-48-6-1 0 0,42 10-568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7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519 99 13827 0 0,'-1'-4'63'0'0,"0"-1"1"0"0,0 1-1 0 0,0 0 1 0 0,0 0-1 0 0,0 0 1 0 0,-1-1-1 0 0,0 1 1 0 0,0 0-1 0 0,0 1 1 0 0,0-1-1 0 0,-1 0 1 0 0,1 1-1 0 0,-1-1 1 0 0,0 1-1 0 0,0 0 1 0 0,0 0-1 0 0,-1 0 1 0 0,1 0-1 0 0,-1 0 1 0 0,1 1-1 0 0,-1 0 1 0 0,0 0-1 0 0,0 0 0 0 0,0 0 1 0 0,0 0-1 0 0,0 1 1 0 0,-1 0-1 0 0,1 0 1 0 0,-9-1-1 0 0,-4-1-276 0 0,-1 1-1 0 0,1 0 0 0 0,-1 2 1 0 0,0 0-1 0 0,1 1 0 0 0,-24 3 1 0 0,-102 30-3989 0 0,49-9 87 0 0,52-17 3397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8.3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293 32 10594 0 0,'-14'-6'944'0'0,"3"2"-751"0"0,4 3-193 0 0,5 1 0 0 0,-1 0-281 0 0,-4-2-87 0 0,-7 0-16 0 0,-9-2-8 0 0,-6-2 104 0 0,-2 1 32 0 0,0 3 0 0 0,0 2 0 0 0,3 4-1024 0 0,-2-4-193 0 0,-2-2-47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8.7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293 14 13827 0 0,'-7'-4'1224'0'0,"1"1"-976"0"0,2 3-248 0 0,2 0 0 0 0,-3 0 120 0 0,0-1-24 0 0,-7-1-8 0 0,-9 0 0 0 0,-9 0-456 0 0,-4 2-88 0 0,-4 4-24 0 0,-5 2 0 0 0,0 1 480 0 0,0-7 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8:29.2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161 24 14283 0 0,'-38'-15'1272'0'0,"5"8"-1016"0"0,1 5-256 0 0,0 2 0 0 0,6 0 0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4.9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67 352 6913 0 0,'-26'-41'3479'0'0,"-7"-8"1083"0"0,25 41-2027 0 0,11 14-715 0 0,4 9-1754 0 0,13 42 357 0 0,3-1-1 0 0,31 54 1 0 0,-41-86-380 0 0,1-1 0 0 0,2-1 0 0 0,0 0 0 0 0,1-1-1 0 0,1 0 1 0 0,38 32 0 0 0,-52-50-14 0 0,1 1-1 0 0,0-1 1 0 0,0 0-1 0 0,0 0 1 0 0,0 0-1 0 0,0-1 1 0 0,1 0 0 0 0,-1 0-1 0 0,7 2 1 0 0,-10-4-1 0 0,-1 0 0 0 0,1 0 1 0 0,0 0-1 0 0,0 0 1 0 0,-1 0-1 0 0,1 0 1 0 0,0 0-1 0 0,-1 0 0 0 0,1-1 1 0 0,0 1-1 0 0,-1-1 1 0 0,1 1-1 0 0,0-1 1 0 0,-1 0-1 0 0,1 1 0 0 0,-1-1 1 0 0,1 0-1 0 0,-1 0 1 0 0,0 0-1 0 0,1 0 1 0 0,-1-1-1 0 0,0 1 0 0 0,0 0 1 0 0,0 0-1 0 0,0-1 1 0 0,0 1-1 0 0,0-1 0 0 0,0 1 1 0 0,0-1-1 0 0,0 1 1 0 0,-1-1-1 0 0,1 1 1 0 0,-1-1-1 0 0,1-2 0 0 0,11-39 368 0 0,-3 0-1 0 0,7-74 1 0 0,-9 58-324 0 0,5-85 52 0 0,-10 92-1070 0 0,3 0 0 0 0,17-82 0 0 0,-16 115-4195 0 0,2 2-1588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5.3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41 9674 0 0,'0'0'5'0'0,"-6"-23"3534"0"0,6 22-3242 0 0,0 0 1 0 0,0 0-1 0 0,0 0 0 0 0,-1 0 0 0 0,1 0 0 0 0,0 0 0 0 0,-1 0 0 0 0,1 1 0 0 0,-1-1 0 0 0,1 0 1 0 0,-1 0-1 0 0,0 0 0 0 0,1 1 0 0 0,-1-1 0 0 0,0 0 0 0 0,1 1 0 0 0,-1-1 0 0 0,0 0 1 0 0,0 1-1 0 0,1-1 0 0 0,-3 0 247 0 0,5 9-362 0 0,0-1 1 0 0,-1 1-1 0 0,0 0 1 0 0,0-1 0 0 0,-1 1-1 0 0,0 0 1 0 0,-1 0-1 0 0,1-1 1 0 0,-2 1 0 0 0,-1 10-1 0 0,-2 13 13 0 0,-6 247 257 0 0,8-151-1018 0 0,1-90-681 0 0,0-21 143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5.6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51 3225 0 0,'8'-26'1040'0'0,"-8"24"-648"0"0,1 0 0 0 0,0 1 0 0 0,0-1 0 0 0,0 1 0 0 0,1-1 0 0 0,-1 1 0 0 0,0-1 0 0 0,0 1 0 0 0,1 0 1 0 0,-1 0-1 0 0,1-1 0 0 0,-1 1 0 0 0,1 0 0 0 0,3-1 0 0 0,-4 1-5 0 0,1 1 1 0 0,0-1-1 0 0,0 1 0 0 0,0 0 1 0 0,0-1-1 0 0,0 1 0 0 0,0 0 1 0 0,0 0-1 0 0,0 0 0 0 0,0 1 1 0 0,0-1-1 0 0,0 0 0 0 0,0 1 1 0 0,2 0-1 0 0,20 12 526 0 0,-10-3-552 0 0,0 1 0 0 0,-1 1 0 0 0,-1 0 0 0 0,0 1 0 0 0,0 1 0 0 0,-1 0 0 0 0,-1 0 0 0 0,14 26 0 0 0,2 12-1345 0 0,25 71 0 0 0,-35-81-1124 0 0,-10-27-3812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5.8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38 8754 0 0,'-7'1'384'0'0,"3"-1"88"0"0,1 0-376 0 0,2-1-96 0 0,2-1 0 0 0,1 2 0 0 0,0-1-96 0 0,4 0 16 0 0,1-2 8 0 0,4 0-784 0 0,5-1-152 0 0,4 0-33 0 0,2-1-7 0 0,0-1 824 0 0,3-2 160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6.2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10594 0 0,'22'-1'3152'0'0,"198"-28"2341"0"0,114 3-7502 0 0,-277 27-951 0 0,-28 1-2348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6.6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17 272 6913 0 0,'-3'-5'688'0'0,"1"0"-1"0"0,0-1 0 0 0,0 1 0 0 0,0-1 1 0 0,-1-7-1 0 0,3 11-412 0 0,-1 1-1 0 0,1-1 1 0 0,-1 0 0 0 0,1 1 0 0 0,0-1-1 0 0,0 0 1 0 0,-1 1 0 0 0,1-1-1 0 0,0 0 1 0 0,1 1 0 0 0,-1-1 0 0 0,0 0-1 0 0,0 1 1 0 0,1-1 0 0 0,-1 1 0 0 0,1-1-1 0 0,0 0 1 0 0,-1 1 0 0 0,1-1 0 0 0,0 1-1 0 0,0-1 1 0 0,1-1 0 0 0,-1 3-165 0 0,0 0 1 0 0,1 0 0 0 0,-1-1-1 0 0,0 1 1 0 0,0 0-1 0 0,0 0 1 0 0,0 0-1 0 0,1 1 1 0 0,-1-1 0 0 0,0 0-1 0 0,0 0 1 0 0,0 1-1 0 0,0-1 1 0 0,0 1 0 0 0,0-1-1 0 0,0 1 1 0 0,0-1-1 0 0,0 1 1 0 0,0-1 0 0 0,0 1-1 0 0,0 0 1 0 0,0 0-1 0 0,0-1 1 0 0,0 1 0 0 0,0 0-1 0 0,-1 0 1 0 0,2 1-1 0 0,20 27 787 0 0,22 46-11 0 0,-30-49-801 0 0,0-1 1 0 0,2-1-1 0 0,31 38 1 0 0,-43-59-77 0 0,13 16 36 0 0,30 24 1 0 0,-42-39-53 0 0,0 1 1 0 0,1-2-1 0 0,0 1 1 0 0,0 0-1 0 0,0-1 0 0 0,0 0 1 0 0,1-1-1 0 0,-1 1 1 0 0,1-1-1 0 0,11 2 1 0 0,-16-4 22 0 0,0 0 1 0 0,0 0 0 0 0,0 0-1 0 0,0 0 1 0 0,0 0-1 0 0,0-1 1 0 0,-1 1-1 0 0,1-1 1 0 0,0 1-1 0 0,0-1 1 0 0,0 0 0 0 0,0 0-1 0 0,-1 1 1 0 0,1-1-1 0 0,0 0 1 0 0,-1-1-1 0 0,1 1 1 0 0,-1 0 0 0 0,1 0-1 0 0,-1-1 1 0 0,1 1-1 0 0,-1-1 1 0 0,0 1-1 0 0,0-1 1 0 0,0 1 0 0 0,0-1-1 0 0,0 0 1 0 0,0 0-1 0 0,0 0 1 0 0,-1 1-1 0 0,1-1 1 0 0,-1 0-1 0 0,1 0 1 0 0,0-3 0 0 0,1-9 115 0 0,0 1 1 0 0,-1-1-1 0 0,-1-26 0 0 0,0 20-50 0 0,10-163 55 0 0,-7 152-585 0 0,2 0-1 0 0,1 1 1 0 0,19-55-1 0 0,-10 52-1388 0 0,-7 20 331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7.0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 1840 0 0,'-10'13'9520'0'0,"9"-11"-9019"0"0,2 22 4266 0 0,18 31-3114 0 0,-9-28-252 0 0,1 28-694 0 0,-2 0 0 0 0,3 98 1 0 0,-3-25-1984 0 0,-5-90-1091 0 0,12 49 0 0 0,-13-75 872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7.2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96 3225 0 0,'3'-5'333'0'0,"1"0"0"0"0,-1 0 0 0 0,1 1 1 0 0,0 0-1 0 0,1 0 0 0 0,-1 0 1 0 0,1 0-1 0 0,0 1 0 0 0,-1-1 0 0 0,9-3 1 0 0,56-25 5014 0 0,-64 29-5340 0 0,1 1 0 0 0,0 0 1 0 0,0 0-1 0 0,0 1 0 0 0,0-1 0 0 0,0 1 1 0 0,0 0-1 0 0,0 1 0 0 0,10 0 1 0 0,-13 0-92 0 0,-1 1-1 0 0,0-1 1 0 0,0 1 0 0 0,1 0 0 0 0,-1 0 0 0 0,0 0 0 0 0,0 0 0 0 0,0 0 0 0 0,0 0-1 0 0,0 1 1 0 0,0-1 0 0 0,-1 1 0 0 0,1-1 0 0 0,0 1 0 0 0,-1 0 0 0 0,1-1 0 0 0,-1 1-1 0 0,1 0 1 0 0,-1 0 0 0 0,0 0 0 0 0,0 0 0 0 0,0 0 0 0 0,0 0 0 0 0,0 1 0 0 0,-1-1-1 0 0,1 0 1 0 0,0 5 0 0 0,2 8 83 0 0,-3 0 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7.4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84 4609 0 0,'-3'2'107'0'0,"-10"13"6068"0"0,29-23-4418 0 0,53-31 546 0 0,40-8-9987 0 0,-93 41 7507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7.9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192 1 5985 0 0,'-3'2'807'0'0,"1"-1"1"0"0,-1 1-1 0 0,1 0 0 0 0,-1 0 0 0 0,1 1 0 0 0,0-1 0 0 0,0 0 0 0 0,-4 6 1 0 0,-22 45 3744 0 0,21-38-3770 0 0,-37 66 1482 0 0,17-32-3438 0 0,-24 62 0 0 0,41-86-5523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8.5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9674 0 0,'3'19'5405'0'0,"4"23"-2855"0"0,10 156 1224 0 0,-13-122-3728 0 0,3 0 0 0 0,31 135 0 0 0,-18-143-524 0 0,0 1-1304 0 0,-8-23-3333 0 0,-4-10-993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8.79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75 9674 0 0,'0'-1'115'0'0,"1"0"-1"0"0,-1 0 1 0 0,0 0 0 0 0,1 0-1 0 0,-1 0 1 0 0,0 0 0 0 0,1 1-1 0 0,0-1 1 0 0,-1 0 0 0 0,1 0-1 0 0,-1 0 1 0 0,1 0-1 0 0,0 1 1 0 0,-1-1 0 0 0,1 0-1 0 0,0 1 1 0 0,0-1 0 0 0,0 0-1 0 0,0 1 1 0 0,0-1 0 0 0,-1 1-1 0 0,1-1 1 0 0,0 1 0 0 0,2-1-1 0 0,29-16 1392 0 0,-18 10-1241 0 0,1 1 1 0 0,0 0 0 0 0,0 1-1 0 0,0 1 1 0 0,0 1 0 0 0,23-3-1 0 0,-30 5-437 0 0,1 0-1 0 0,-1 1 1 0 0,0 1 0 0 0,1-1-1 0 0,-1 1 1 0 0,1 0-1 0 0,-1 1 1 0 0,0 0-1 0 0,0 0 1 0 0,0 1-1 0 0,0 0 1 0 0,-1 1-1 0 0,13 6 1 0 0,-4 2 252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8.9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17 6449 0 0,'-3'5'577'0'0,"2"-1"-465"0"0,2-1-112 0 0,2-2 0 0 0,1 2 224 0 0,-1-3 16 0 0,2 0 8 0 0,2-1 0 0 0,7 1 256 0 0,4-2 48 0 0,5 0 16 0 0,6-2 0 0 0,-1 0-1496 0 0,2-1-288 0 0,2 1-65 0 0,2 0-15 0 0,1 1 1016 0 0,2-1 208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9.2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182 1 7834 0 0,'-4'1'319'0'0,"1"0"0"0"0,-1 0 0 0 0,1 0 0 0 0,-1 0 0 0 0,1 0 0 0 0,-1 1 0 0 0,1 0 0 0 0,0 0 0 0 0,-1 0 0 0 0,1 0 0 0 0,0 0 0 0 0,1 1 0 0 0,-1-1 0 0 0,0 1 0 0 0,1 0 0 0 0,-1 0 0 0 0,-2 5 0 0 0,-5 5 893 0 0,1 0-1 0 0,-13 27 0 0 0,3 0 180 0 0,-24 78-1 0 0,38-101-1383 0 0,0 0 0 0 0,2 0 0 0 0,0 0-1 0 0,1 0 1 0 0,1 0 0 0 0,0 0 0 0 0,4 33 0 0 0,14 9-4426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9.5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1 103 3225 0 0,'-1'-3'122'0'0,"1"0"1"0"0,0 1 0 0 0,0-1-1 0 0,0 0 1 0 0,0 1 0 0 0,1-1-1 0 0,-1 0 1 0 0,1 1 0 0 0,0-1-1 0 0,-1 1 1 0 0,1-1 0 0 0,0 1 0 0 0,1-1-1 0 0,-1 1 1 0 0,0 0 0 0 0,1-1-1 0 0,-1 1 1 0 0,1 0 0 0 0,0 0-1 0 0,-1 0 1 0 0,1 0 0 0 0,0 1-1 0 0,4-4 1 0 0,1-1 695 0 0,-1 1-1 0 0,1-1 1 0 0,0 1 0 0 0,1 1 0 0 0,-1-1-1 0 0,12-4 1 0 0,-16 9-557 0 0,0-1 1 0 0,0 0-1 0 0,0 1 0 0 0,0 0 0 0 0,0 0 0 0 0,0 0 0 0 0,0 0 0 0 0,0 1 1 0 0,0-1-1 0 0,1 1 0 0 0,-1-1 0 0 0,-1 1 0 0 0,1 0 0 0 0,0 0 0 0 0,0 1 1 0 0,0-1-1 0 0,0 0 0 0 0,-1 1 0 0 0,1 0 0 0 0,-1 0 0 0 0,1 0 1 0 0,-1 0-1 0 0,0 0 0 0 0,4 4 0 0 0,6 8 259 0 0,0 0 0 0 0,-2 1-1 0 0,11 18 1 0 0,-8-13-194 0 0,7 9-585 0 0,45 74 720 0 0,-56-86-3002 0 0,-1 0 0 0 0,8 21 0 0 0,-12-24-3239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9.69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19 129 2761 0 0,'-1'0'51'0'0,"0"0"0"0"0,0 0 0 0 0,0 0 0 0 0,0 0 0 0 0,0 0-1 0 0,0 0 1 0 0,0-1 0 0 0,0 1 0 0 0,0 0 0 0 0,0-1 0 0 0,0 1 0 0 0,1-1 0 0 0,-1 1 0 0 0,0-1 0 0 0,0 1 0 0 0,0-1 0 0 0,1 1 0 0 0,-2-2 0 0 0,2 1 33 0 0,0 1-1 0 0,0-1 0 0 0,0 1 1 0 0,0-1-1 0 0,0 1 1 0 0,0-1-1 0 0,0 1 0 0 0,0-1 1 0 0,0 1-1 0 0,1-1 0 0 0,-1 1 1 0 0,0-1-1 0 0,0 1 1 0 0,1-1-1 0 0,-1 1 0 0 0,0 0 1 0 0,1-1-1 0 0,-1 1 0 0 0,0-1 1 0 0,1 1-1 0 0,-1 0 1 0 0,0-1-1 0 0,1 1 0 0 0,-1 0 1 0 0,1-1-1 0 0,43-22 3798 0 0,-32 18-3913 0 0,14-8-516 0 0,2 2-1 0 0,54-15 0 0 0,-15 5-2877 0 0,-39 11 2905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4:59.9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 62 4609 0 0,'-26'-6'6073'0'0,"26"6"-6013"0"0,15-5 3105 0 0,83-16 2133 0 0,51 0-8419 0 0,-120 18 1785 0 0,9-3-4178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0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 6913 0 0,'0'0'294'0'0,"0"1"0"0"0,-1 0-1 0 0,1 0 1 0 0,0 0 0 0 0,0-1-1 0 0,0 1 1 0 0,-1 0 0 0 0,1 0-1 0 0,0 0 1 0 0,0 0 0 0 0,0 0-1 0 0,0-1 1 0 0,0 1 0 0 0,1 0-1 0 0,-1 0 1 0 0,0 0-1 0 0,0 0 1 0 0,1 0 0 0 0,-1-1-1 0 0,0 1 1 0 0,1 0 0 0 0,0 1-1 0 0,14 41 3214 0 0,-2-3-1244 0 0,11 61-231 0 0,-13-46-1820 0 0,2 0 0 0 0,3-2 0 0 0,43 99 0 0 0,7-20-2489 0 0,-4 1-4766 0 0,-53-113 2128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0.5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19 181 6913 0 0,'-1'0'96'0'0,"0"0"-1"0"0,0-1 0 0 0,0 1 1 0 0,1 0-1 0 0,-1 0 0 0 0,0-1 1 0 0,0 1-1 0 0,0 0 0 0 0,1-1 0 0 0,-1 1 1 0 0,0-1-1 0 0,0 1 0 0 0,1-1 1 0 0,-1 1-1 0 0,0-1 0 0 0,1 0 1 0 0,-1 1-1 0 0,1-1 0 0 0,-1 0 0 0 0,1 1 1 0 0,-1-1-1 0 0,1 0 0 0 0,-1 0 1 0 0,1 1-1 0 0,0-1 0 0 0,-1 0 1 0 0,1 0-1 0 0,0 0 0 0 0,0 0 0 0 0,0 1 1 0 0,0-1-1 0 0,-1 0 0 0 0,1 0 1 0 0,0 0-1 0 0,1 0 0 0 0,-1 0 1 0 0,0 1-1 0 0,0-1 0 0 0,0 0 0 0 0,0 0 1 0 0,1 0-1 0 0,-1 0 0 0 0,0 1 1 0 0,1-1-1 0 0,-1 0 0 0 0,1 0 1 0 0,0-1-1 0 0,1-2 130 0 0,0 1 1 0 0,1-1-1 0 0,0 1 1 0 0,-1 0-1 0 0,1-1 1 0 0,0 1 0 0 0,0 0-1 0 0,5-3 1 0 0,26-13 322 0 0,1 2 1 0 0,1 0-1 0 0,1 3 1 0 0,0 1-1 0 0,43-9 1 0 0,-63 18-1624 0 0,0 1 0 0 0,28-2 0 0 0,-18 4-3955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0.7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91 7370 0 0,'11'-2'829'0'0,"-1"1"1"0"0,0-2 0 0 0,1 1 0 0 0,-1-1 0 0 0,0-1 0 0 0,15-7 0 0 0,5-2 73 0 0,126-32-4700 0 0,-135 39 3786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1.0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0 7370 0 0,'-3'5'11160'0'0,"16"5"-6674"0"0,-7-3-6059 0 0,1 10 1705 0 0,0 1 0 0 0,-2 0-1 0 0,0 0 1 0 0,-1 0 0 0 0,-1 0-1 0 0,1 25 1 0 0,4 15-583 0 0,23 69-4678 0 0,-31-126 5038 0 0,7 22-6121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1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5 212 5641 0 0,'-1'-4'251'0'0,"0"-1"-1"0"0,0 1 1 0 0,0-1 0 0 0,1 1-1 0 0,0-1 1 0 0,0 1-1 0 0,0-1 1 0 0,0 1 0 0 0,0 0-1 0 0,1-1 1 0 0,0 1 0 0 0,0-1-1 0 0,0 1 1 0 0,1 0-1 0 0,-1 0 1 0 0,1-1 0 0 0,0 1-1 0 0,0 0 1 0 0,1 1-1 0 0,-1-1 1 0 0,1 0 0 0 0,0 1-1 0 0,-1-1 1 0 0,2 1-1 0 0,-1 0 1 0 0,0 0 0 0 0,1 0-1 0 0,-1 1 1 0 0,7-5 0 0 0,10-4 487 0 0,1 1 0 0 0,0 0 0 0 0,0 1 0 0 0,36-9 0 0 0,-32 11-598 0 0,56-16-2223 0 0,-67 21 915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1.5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2 5065 0 0,'-1'2'164'0'0,"-1"0"1"0"0,1 0-1 0 0,0 0 1 0 0,0 0-1 0 0,0 0 0 0 0,0 1 1 0 0,0-1-1 0 0,0 0 1 0 0,1 0-1 0 0,-1 1 0 0 0,1-1 1 0 0,-1 0-1 0 0,1 5 1 0 0,0-6-49 0 0,0 0 0 0 0,1 0 0 0 0,-1 0 0 0 0,1 0 0 0 0,-1 0 0 0 0,1 0 0 0 0,-1 0 0 0 0,1 0 0 0 0,-1 0 0 0 0,1 0 0 0 0,0 0 0 0 0,0 0 0 0 0,-1-1 0 0 0,1 1 0 0 0,0 0 0 0 0,0-1 0 0 0,0 1 0 0 0,0 0 0 0 0,0-1-1 0 0,0 1 1 0 0,0-1 0 0 0,0 0 0 0 0,0 1 0 0 0,0-1 0 0 0,0 0 0 0 0,0 1 0 0 0,0-1 0 0 0,0 0 0 0 0,0 0 0 0 0,1 0 0 0 0,-1 0 0 0 0,2 0 0 0 0,5 0 275 0 0,0-1-1 0 0,0 1 1 0 0,0-1-1 0 0,0-1 1 0 0,13-3-1 0 0,5-4-964 0 0,37-18-1 0 0,-41 16 422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8.6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86 54 5529 0 0,'3'5'4006'0'0,"9"14"-3305"0"0,-4-7-507 0 0,-6-9-32 0 0,0 0 0 0 0,0-1-1 0 0,0 1 1 0 0,0-1 0 0 0,0 0-1 0 0,0 1 1 0 0,1-1 0 0 0,-1 0-1 0 0,1 0 1 0 0,-1-1 0 0 0,1 1-1 0 0,0-1 1 0 0,0 1 0 0 0,0-1-1 0 0,0 0 1 0 0,0 0 0 0 0,0 0-1 0 0,0 0 1 0 0,4 0-1 0 0,-6-1-24 0 0,0 0-1 0 0,0 0 0 0 0,1 0 0 0 0,-1 0 0 0 0,0 0 0 0 0,0 0 0 0 0,0-1 0 0 0,1 1 0 0 0,-1-1 0 0 0,0 1 0 0 0,0 0 0 0 0,0-1 1 0 0,0 0-1 0 0,0 1 0 0 0,0-1 0 0 0,0 0 0 0 0,0 1 0 0 0,0-1 0 0 0,2-2 0 0 0,-2 1-70 0 0,0 0-1 0 0,0 1 1 0 0,0-1 0 0 0,0 0-1 0 0,-1 0 1 0 0,1 0 0 0 0,0-1-1 0 0,-1 1 1 0 0,0 0 0 0 0,1 0-1 0 0,-1 0 1 0 0,0 0 0 0 0,0 0-1 0 0,0-1 1 0 0,-1-1 0 0 0,-9-46 171 0 0,9 48-253 0 0,1 1 1 0 0,0-1-1 0 0,-1 1 1 0 0,1 0-1 0 0,0-1 1 0 0,-1 1 0 0 0,0 0-1 0 0,1-1 1 0 0,-1 1-1 0 0,0 0 1 0 0,1 0-1 0 0,-1-1 1 0 0,0 1-1 0 0,0 0 1 0 0,0 0 0 0 0,0 0-1 0 0,0 0 1 0 0,0 0-1 0 0,-1 1 1 0 0,1-1-1 0 0,0 0 1 0 0,0 0-1 0 0,-1 1 1 0 0,1-1-1 0 0,0 1 1 0 0,-1-1 0 0 0,1 1-1 0 0,0-1 1 0 0,-1 1-1 0 0,1 0 1 0 0,-3 0-1 0 0,3 1-32 0 0,-1-1-1 0 0,1 1 0 0 0,0 0 0 0 0,-1 0 0 0 0,1 0 1 0 0,0 1-1 0 0,0-1 0 0 0,0 0 0 0 0,0 0 0 0 0,0 1 0 0 0,0-1 1 0 0,0 0-1 0 0,0 1 0 0 0,1-1 0 0 0,-1 1 0 0 0,0-1 1 0 0,1 1-1 0 0,-1 2 0 0 0,-8 31-483 0 0,8-32 466 0 0,0 4-61 0 0,-10 59-647 0 0,11-60 767 0 0,0 0 0 0 0,-1 0 0 0 0,2-1 0 0 0,-1 1 0 0 0,1 0 0 0 0,0 0 0 0 0,0-1 0 0 0,0 1 0 0 0,3 6 0 0 0,-2-10 99 0 0,-1 0 1 0 0,1 1-1 0 0,0-1 0 0 0,-1 0 1 0 0,1 0-1 0 0,0 0 1 0 0,0-1-1 0 0,0 1 1 0 0,1 0-1 0 0,-1-1 0 0 0,0 1 1 0 0,1-1-1 0 0,-1 0 1 0 0,1 0-1 0 0,-1 0 1 0 0,1 0-1 0 0,-1 0 0 0 0,1-1 1 0 0,0 1-1 0 0,0-1 1 0 0,-1 1-1 0 0,1-1 0 0 0,0 0 1 0 0,-1 0-1 0 0,4-1 1 0 0,-4 1-21 0 0,0 0 1 0 0,0 0 0 0 0,0 0 0 0 0,0 0-1 0 0,-1-1 1 0 0,1 1 0 0 0,0-1 0 0 0,0 1-1 0 0,0-1 1 0 0,-1 0 0 0 0,1 0 0 0 0,0 0-1 0 0,-1 0 1 0 0,1 0 0 0 0,-1 0 0 0 0,1 0-1 0 0,-1 0 1 0 0,1-1 0 0 0,-1 1 0 0 0,0-1-1 0 0,0 1 1 0 0,0-1 0 0 0,0 1 0 0 0,0-1-1 0 0,0 1 1 0 0,0-1 0 0 0,0 0 0 0 0,-1 0-1 0 0,1 1 1 0 0,0-1 0 0 0,-1 0 0 0 0,0 0-1 0 0,1 0 1 0 0,-1 0 0 0 0,0 0-1 0 0,0-2 1 0 0,-1-5 45 0 0,-1 0 0 0 0,1 0 0 0 0,-1 0 0 0 0,-1 1 0 0 0,0-1 0 0 0,0 1-1 0 0,0 0 1 0 0,-1-1 0 0 0,-1 2 0 0 0,1-1 0 0 0,-1 0 0 0 0,-1 1 0 0 0,1 0 0 0 0,-8-7-1 0 0,9 10-112 0 0,0 1-1 0 0,0-1 1 0 0,-1 0-1 0 0,1 1 0 0 0,-1 0 1 0 0,0 0-1 0 0,0 0 0 0 0,-1 1 1 0 0,1 0-1 0 0,0 0 0 0 0,-1 0 1 0 0,1 1-1 0 0,-1-1 0 0 0,1 1 1 0 0,-1 1-1 0 0,0-1 0 0 0,0 1 1 0 0,1 0-1 0 0,-1 0 0 0 0,0 1 1 0 0,1-1-1 0 0,-1 1 0 0 0,-6 2 1 0 0,10-2-10 0 0,0-1 0 0 0,0 1 0 0 0,0 0-1 0 0,0 0 1 0 0,1 0 0 0 0,-1 0 0 0 0,0 0 0 0 0,1 0 0 0 0,-1 0 0 0 0,1 0 0 0 0,-1 0 0 0 0,1 1 0 0 0,0-1 0 0 0,-1 1 0 0 0,1-1 0 0 0,0 1 0 0 0,0-1 0 0 0,0 1 0 0 0,0 0 0 0 0,0 0 0 0 0,0 1 0 0 0,0 0-12 0 0,0 1 0 0 0,1-1 0 0 0,-1 0 0 0 0,1 0 0 0 0,0 1 0 0 0,0-1 0 0 0,0 0 0 0 0,0 0 0 0 0,1 1 0 0 0,0-1 0 0 0,-1 0 1 0 0,2 3-1 0 0,-1-2 2 0 0,1 0 0 0 0,-1 0 0 0 0,1 0 0 0 0,0 0 0 0 0,0 0 0 0 0,0 0 0 0 0,0-1 0 0 0,1 1 0 0 0,-1-1 0 0 0,1 0 1 0 0,0 1-1 0 0,0-1 0 0 0,0-1 0 0 0,1 1 0 0 0,-1 0 0 0 0,1-1 0 0 0,-1 0 0 0 0,1 0 0 0 0,0 0 0 0 0,4 2 0 0 0,-3-4 45 0 0,0 1 0 0 0,-1-1 0 0 0,1 0 0 0 0,0 0 0 0 0,0-1-1 0 0,0 1 1 0 0,0-1 0 0 0,-1 0 0 0 0,1 0 0 0 0,0-1-1 0 0,-1 0 1 0 0,1 1 0 0 0,-1-2 0 0 0,1 1 0 0 0,-1 0-1 0 0,0-1 1 0 0,0 0 0 0 0,0 0 0 0 0,-1 0 0 0 0,1 0-1 0 0,-1-1 1 0 0,1 1 0 0 0,-1-1 0 0 0,0 0 0 0 0,0 0-1 0 0,-1 0 1 0 0,1 0 0 0 0,-1 0 0 0 0,0-1 0 0 0,0 1-1 0 0,-1-1 1 0 0,1 0 0 0 0,-1 1 0 0 0,0-1 0 0 0,0 0-1 0 0,0 0 1 0 0,-1 0 0 0 0,0 1 0 0 0,0-9 0 0 0,0 11-42 0 0,-1 1 1 0 0,1-1-1 0 0,0 1 1 0 0,-1-1-1 0 0,1 1 1 0 0,-1-1-1 0 0,1 1 1 0 0,-1-1-1 0 0,0 1 1 0 0,0-1-1 0 0,0 1 1 0 0,0 0-1 0 0,0 0 1 0 0,0-1-1 0 0,0 1 1 0 0,0 0-1 0 0,0 0 1 0 0,0 0-1 0 0,-1 0 1 0 0,1 0-1 0 0,0 0 1 0 0,-1 1-1 0 0,1-1 1 0 0,-1 0-1 0 0,1 1 1 0 0,-1-1-1 0 0,1 1 1 0 0,-1-1-1 0 0,1 1 1 0 0,-1 0-1 0 0,0-1 1 0 0,1 1-1 0 0,-1 0 0 0 0,0 0 1 0 0,1 0-1 0 0,-1 1 1 0 0,1-1-1 0 0,-1 0 1 0 0,1 1-1 0 0,-1-1 1 0 0,0 1-1 0 0,1-1 1 0 0,-3 2-1 0 0,2-1-504 0 0,1 0 0 0 0,-1 0 0 0 0,0 0-1 0 0,0 0 1 0 0,1 0 0 0 0,-1 1 0 0 0,1-1 0 0 0,-1 1-1 0 0,1-1 1 0 0,-1 1 0 0 0,1-1 0 0 0,0 1-1 0 0,-2 3 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9.4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51 123 5065 0 0,'-2'2'268'0'0,"0"0"-1"0"0,0 0 0 0 0,-1 0 1 0 0,1 0-1 0 0,0-1 1 0 0,-1 1-1 0 0,0-1 1 0 0,-4 3-1 0 0,-12 6 4665 0 0,18-9-4757 0 0,1 0 1 0 0,-1 0 0 0 0,0 0-1 0 0,1 0 1 0 0,-1 1-1 0 0,1-1 1 0 0,0 0-1 0 0,-1 0 1 0 0,1 0-1 0 0,0 0 1 0 0,0 1-1 0 0,-1-1 1 0 0,1 0-1 0 0,0 0 1 0 0,0 1-1 0 0,0-1 1 0 0,1 0-1 0 0,-1 2 1 0 0,5 27 650 0 0,-4-24-494 0 0,2 7-2 0 0,-1-1 0 0 0,2 0 1 0 0,-1 0-1 0 0,11 20 0 0 0,-13-29-284 0 0,1 0-1 0 0,-1 0 0 0 0,1-1 1 0 0,0 1-1 0 0,-1 0 0 0 0,1-1 1 0 0,1 1-1 0 0,-1-1 0 0 0,0 0 1 0 0,1 1-1 0 0,-1-1 0 0 0,1-1 1 0 0,-1 1-1 0 0,1 0 0 0 0,0 0 1 0 0,0-1-1 0 0,0 0 0 0 0,0 1 1 0 0,0-1-1 0 0,0 0 0 0 0,0-1 1 0 0,0 1-1 0 0,6 0 0 0 0,-6-1-14 0 0,0-1 0 0 0,-1 0 0 0 0,1 1 0 0 0,-1-1 0 0 0,1 0 0 0 0,-1-1 0 0 0,1 1 0 0 0,-1 0 0 0 0,0-1 1 0 0,0 1-1 0 0,0-1 0 0 0,0 1 0 0 0,0-1 0 0 0,0 0 0 0 0,0 0 0 0 0,0 0 0 0 0,-1 0 0 0 0,1 0 0 0 0,-1-1 0 0 0,1 1 0 0 0,-1 0 0 0 0,0-1 0 0 0,0 1 0 0 0,0-1 0 0 0,0 1 0 0 0,0-5 0 0 0,4-8 129 0 0,-1 0 1 0 0,3-32-1 0 0,-6 33-120 0 0,0 0 0 0 0,-1 0 0 0 0,-1 0 0 0 0,0 0 0 0 0,-1 0 0 0 0,-5-19 0 0 0,6 28-29 0 0,0 0 1 0 0,-1-1-1 0 0,0 1 1 0 0,0 0-1 0 0,0 0 1 0 0,0 0-1 0 0,-1 0 1 0 0,0 0-1 0 0,0 1 0 0 0,-1-1 1 0 0,1 1-1 0 0,-1 0 1 0 0,0 0-1 0 0,0 0 1 0 0,0 0-1 0 0,0 1 1 0 0,-1 0-1 0 0,-9-6 1 0 0,13 8-24 0 0,-1 1 1 0 0,1-1-1 0 0,-1 1 1 0 0,0-1 0 0 0,1 1-1 0 0,-1 0 1 0 0,1-1-1 0 0,-1 1 1 0 0,0 0-1 0 0,1 0 1 0 0,-1 0 0 0 0,0 0-1 0 0,1 1 1 0 0,-1-1-1 0 0,0 0 1 0 0,1 1 0 0 0,-1-1-1 0 0,0 1 1 0 0,1-1-1 0 0,-1 1 1 0 0,1 0-1 0 0,-3 1 1 0 0,2 0-37 0 0,0 0 0 0 0,0 1 0 0 0,-1-1-1 0 0,2 0 1 0 0,-1 1 0 0 0,0-1 0 0 0,0 1 0 0 0,1 0 0 0 0,0 0 0 0 0,-1-1 0 0 0,0 6-1 0 0,-1 0-44 0 0,1 0 0 0 0,0 1-1 0 0,1-1 1 0 0,0 1 0 0 0,0-1-1 0 0,1 1 1 0 0,0-1 0 0 0,2 11-1 0 0,-2-16 96 0 0,1 0 0 0 0,-1 0-1 0 0,1 0 1 0 0,0 0 0 0 0,0 0 0 0 0,0 0-1 0 0,1 0 1 0 0,-1 0 0 0 0,0 0-1 0 0,1-1 1 0 0,0 1 0 0 0,0-1 0 0 0,0 1-1 0 0,0-1 1 0 0,0 0 0 0 0,0 0-1 0 0,1 0 1 0 0,-1 0 0 0 0,1 0 0 0 0,-1 0-1 0 0,1 0 1 0 0,0-1 0 0 0,0 0-1 0 0,-1 1 1 0 0,1-1 0 0 0,0 0 0 0 0,0 0-1 0 0,0-1 1 0 0,0 1 0 0 0,1-1-1 0 0,-1 1 1 0 0,0-1 0 0 0,0 0 0 0 0,0 0-1 0 0,0-1 1 0 0,0 1 0 0 0,0 0-1 0 0,6-3 1 0 0,-4 2 55 0 0,0 0 0 0 0,0-1-1 0 0,0 0 1 0 0,0 0 0 0 0,0 0 0 0 0,0 0-1 0 0,-1-1 1 0 0,1 0 0 0 0,-1 0 0 0 0,0 0-1 0 0,0 0 1 0 0,0-1 0 0 0,0 0 0 0 0,-1 0-1 0 0,0 0 1 0 0,1 0 0 0 0,-1 0 0 0 0,-1-1 0 0 0,1 1-1 0 0,-1-1 1 0 0,1 0 0 0 0,2-9 0 0 0,-5 8-218 0 0,0 0 1 0 0,-1 1 0 0 0,1-1 0 0 0,-1 0 0 0 0,0 0 0 0 0,-1 1 0 0 0,1-1 0 0 0,-1 1 0 0 0,0-1 0 0 0,-1 1 0 0 0,1 0 0 0 0,-1 0 0 0 0,0 0 0 0 0,0 0 0 0 0,-7-7 0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0.5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140 89 6913 0 0,'-1'-7'236'0'0,"1"0"0"0"0,-1 0 0 0 0,-1 1-1 0 0,1-1 1 0 0,-1 1 0 0 0,0-1-1 0 0,0 1 1 0 0,-6-11 0 0 0,7 16-188 0 0,1 0 1 0 0,-1 0-1 0 0,1 0 1 0 0,-1 0-1 0 0,1 0 1 0 0,-1 0-1 0 0,0 0 0 0 0,0 0 1 0 0,1 0-1 0 0,-1 0 1 0 0,0 0-1 0 0,0 0 1 0 0,0 1-1 0 0,0-1 1 0 0,0 0-1 0 0,0 1 0 0 0,0-1 1 0 0,-1 1-1 0 0,1-1 1 0 0,0 1-1 0 0,0-1 1 0 0,0 1-1 0 0,0 0 1 0 0,-1 0-1 0 0,1-1 0 0 0,0 1 1 0 0,0 0-1 0 0,-1 0 1 0 0,1 0-1 0 0,0 0 1 0 0,0 1-1 0 0,0-1 1 0 0,-1 0-1 0 0,1 0 0 0 0,0 1 1 0 0,0-1-1 0 0,0 1 1 0 0,0-1-1 0 0,-1 1 1 0 0,1-1-1 0 0,0 1 1 0 0,0 0-1 0 0,0-1 0 0 0,0 1 1 0 0,0 0-1 0 0,1 0 1 0 0,-1 0-1 0 0,0 0 1 0 0,0 0-1 0 0,0 0 1 0 0,1 0-1 0 0,-2 2 0 0 0,-6 8 205 0 0,1 0-1 0 0,-1 1 1 0 0,2-1-1 0 0,0 2 1 0 0,0-1-1 0 0,1 1 1 0 0,1-1-1 0 0,0 1 1 0 0,1 1-1 0 0,-3 19 1 0 0,3-15-52 0 0,2 1 1 0 0,0-1 0 0 0,1 0 0 0 0,1 1 0 0 0,1-1-1 0 0,1 0 1 0 0,5 23 0 0 0,-5-34-205 0 0,-1 0 0 0 0,1 0 0 0 0,0 0-1 0 0,1-1 1 0 0,-1 1 0 0 0,1-1 0 0 0,1 0 0 0 0,-1 0 0 0 0,1 0 0 0 0,0-1-1 0 0,1 0 1 0 0,-1 0 0 0 0,1 0 0 0 0,0 0 0 0 0,0-1 0 0 0,0 0 0 0 0,1-1-1 0 0,-1 1 1 0 0,1-1 0 0 0,0 0 0 0 0,0-1 0 0 0,14 4 0 0 0,-13-4-3 0 0,1-1 0 0 0,-1 0 1 0 0,1 0-1 0 0,-1-1 0 0 0,1 0 1 0 0,0 0-1 0 0,-1-1 0 0 0,1 0 1 0 0,-1-1-1 0 0,1 0 1 0 0,-1 0-1 0 0,0 0 0 0 0,1-1 1 0 0,-1-1-1 0 0,-1 1 0 0 0,1-1 1 0 0,0-1-1 0 0,-1 1 0 0 0,11-10 1 0 0,-17 13 17 0 0,1-1 0 0 0,0 1 0 0 0,-1 0 0 0 0,0-1 0 0 0,1 1 0 0 0,-1-1 0 0 0,0 0 0 0 0,0 1 0 0 0,0-1 0 0 0,0 0 0 0 0,0 0 0 0 0,0 0 0 0 0,-1 1 0 0 0,1-1 0 0 0,-1 0 0 0 0,1 0 0 0 0,-1 0 0 0 0,0 0 0 0 0,1 0 0 0 0,-1 0 0 0 0,0 0 0 0 0,-1-2 0 0 0,1 0-19 0 0,-1 1 1 0 0,0 0-1 0 0,0 0 0 0 0,-1 1 1 0 0,1-1-1 0 0,-1 0 0 0 0,1 0 1 0 0,-1 0-1 0 0,0 1 0 0 0,0-1 1 0 0,0 1-1 0 0,-4-4 0 0 0,-2-1-22 0 0,0 1 0 0 0,-1 0 0 0 0,1 0 0 0 0,-1 1 0 0 0,0 0 0 0 0,-1 0 0 0 0,-14-4 0 0 0,23 9 31 0 0,0 0 0 0 0,1 0-1 0 0,-1-1 1 0 0,0 1 0 0 0,1 0 0 0 0,-1 0 0 0 0,0-1-1 0 0,1 1 1 0 0,-1-1 0 0 0,0 1 0 0 0,1 0 0 0 0,-1-1-1 0 0,1 1 1 0 0,-1-1 0 0 0,1 1 0 0 0,-1-1 0 0 0,1 0-1 0 0,-1 1 1 0 0,1-1 0 0 0,-1 1 0 0 0,1-1 0 0 0,0 0-1 0 0,-1 1 1 0 0,1-1 0 0 0,0 0 0 0 0,0 0 0 0 0,-1 1-1 0 0,1-1 1 0 0,0 0 0 0 0,0 1 0 0 0,0-1 0 0 0,0-1-1 0 0,0 0 13 0 0,1 0 0 0 0,0-1 0 0 0,-1 1 0 0 0,1 0-1 0 0,0 0 1 0 0,0-1 0 0 0,0 1 0 0 0,1 0 0 0 0,-1 0-1 0 0,2-2 1 0 0,4-5 15 0 0,1 1 1 0 0,-1 0-1 0 0,17-12 0 0 0,-14 13 96 0 0,1 0 0 0 0,0 1-1 0 0,0 0 1 0 0,0 0 0 0 0,1 2 0 0 0,0-1 0 0 0,0 1-1 0 0,1 1 1 0 0,-1 0 0 0 0,21-1 0 0 0,-28 3-81 0 0,1 1 1 0 0,-1 0-1 0 0,1 0 1 0 0,-1 0-1 0 0,0 1 1 0 0,1 0-1 0 0,-1 0 1 0 0,0 0 0 0 0,0 1-1 0 0,1-1 1 0 0,-1 1-1 0 0,-1 0 1 0 0,1 1-1 0 0,0-1 1 0 0,0 1-1 0 0,-1 0 1 0 0,1 0-1 0 0,-1 1 1 0 0,0-1 0 0 0,0 1-1 0 0,0 0 1 0 0,-1 0-1 0 0,0 0 1 0 0,1 1-1 0 0,-1-1 1 0 0,4 10-1 0 0,0 3 231 0 0,-2 0-1 0 0,0 1 1 0 0,-1-1-1 0 0,3 25 1 0 0,-6-29-183 0 0,1 0 0 0 0,0 0 0 0 0,1 0 0 0 0,0-1 0 0 0,1 1 1 0 0,1-1-1 0 0,0 1 0 0 0,0-2 0 0 0,12 19 0 0 0,-17-29-249 0 0,1 0 0 0 0,0 0-1 0 0,0 0 1 0 0,0 0 0 0 0,0-1 0 0 0,0 1-1 0 0,0 0 1 0 0,0 0 0 0 0,0-1 0 0 0,0 1 0 0 0,1-1-1 0 0,-1 1 1 0 0,0-1 0 0 0,0 1 0 0 0,1-1-1 0 0,-1 0 1 0 0,2 1 0 0 0,0-1-402 0 0,-1-1 0 0 0,0 1 1 0 0,1 0-1 0 0,-1 0 0 0 0,0-1 1 0 0,1 0-1 0 0,-1 1 0 0 0,0-1 1 0 0,0 0-1 0 0,1 0 0 0 0,-1 0 1 0 0,0 0-1 0 0,0-1 0 0 0,2-1 1 0 0,7-7-2330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0.8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0 2761 0 0,'-6'5'7525'0'0,"6"-5"-7403"0"0,5 40 1349 0 0,1 0-1 0 0,3-1 1 0 0,1 0 0 0 0,23 57 0 0 0,6 22-8513 0 0,-36-114 6966 0 0,-5-9-68 0 0,-3 0 54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1.1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6 107 6913 0 0,'-6'-12'9218'0'0,"21"13"-4710"0"0,-3 5-5910 0 0,8 8 1984 0 0,0 0-1 0 0,32 33 1 0 0,-41-36-476 0 0,1 1 0 0 0,0-1 0 0 0,1-1 0 0 0,0 0 0 0 0,1-1 0 0 0,0-1 1 0 0,0 0-1 0 0,29 12 0 0 0,-42-20-103 0 0,0 1 0 0 0,0-1 0 0 0,0 1 0 0 0,-1-1 0 0 0,1 0 0 0 0,0 1 0 0 0,0-1 0 0 0,0 0 0 0 0,0 0 0 0 0,0 0 0 0 0,0 1 0 0 0,0-1 0 0 0,0 0 0 0 0,0 0 0 0 0,-1 0 0 0 0,1-1 0 0 0,0 1 0 0 0,0 0 0 0 0,0 0 0 0 0,0 0 0 0 0,0-1 0 0 0,0 1 0 0 0,0 0 0 0 0,0-1 0 0 0,-1 1 0 0 0,1-1 0 0 0,0 1 0 0 0,0-1 0 0 0,-1 1 1 0 0,1-1-1 0 0,0 0 0 0 0,-1 1 0 0 0,1-1 0 0 0,0 0 0 0 0,-1 1 0 0 0,1-1 0 0 0,-1 0 0 0 0,1 0 0 0 0,-1 0 0 0 0,0 0 0 0 0,1 1 0 0 0,-1-1 0 0 0,0 0 0 0 0,1 0 0 0 0,-1 0 0 0 0,0 0 0 0 0,0 0 0 0 0,0 0 0 0 0,0 0 0 0 0,0 0 0 0 0,0 0 0 0 0,0 0 0 0 0,0 0 0 0 0,-1-1 0 0 0,-1-9 77 0 0,0 0 0 0 0,-1 1 0 0 0,-8-21-1 0 0,5 14-152 0 0,5 13 39 0 0,-23-84-926 0 0,16 28-3026 0 0,8 40-2461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1.3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10594 0 0,'6'79'4766'0'0,"0"-49"-3921"0"0,16 52-1 0 0,-2-17-170 0 0,-12-35-705 0 0,1-1-1 0 0,1 0 1 0 0,2 0 0 0 0,23 41-1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1.7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19 5985 0 0,'-1'-3'3344'0'0,"0"3"-3258"0"0,20-6 2194 0 0,30-3 899 0 0,-35 9-2944 0 0,-1 2 0 0 0,1 0 0 0 0,0 0 0 0 0,-1 1 0 0 0,0 1 0 0 0,0 0 0 0 0,0 1 0 0 0,0 1 0 0 0,-1-1 0 0 0,1 2 0 0 0,-2 0 0 0 0,1 1 0 0 0,-1 0 0 0 0,0 0 0 0 0,0 1 0 0 0,-1 1 0 0 0,-1-1 0 0 0,0 2 0 0 0,0-1 0 0 0,0 1-1 0 0,-2 1 1 0 0,1-1 0 0 0,-2 1 0 0 0,1 1 0 0 0,-2-1 0 0 0,0 1 0 0 0,0 0 0 0 0,-1 0 0 0 0,4 25 0 0 0,-7-16-146 0 0,0-1 0 0 0,-2 0-1 0 0,0 1 1 0 0,-2-1-1 0 0,-8 34 1 0 0,2-19-404 0 0,-3-1-1 0 0,-21 48 1 0 0,24-68 315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3.6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57 10138 0 0,'0'-1'80'0'0,"0"1"1"0"0,1 0-1 0 0,-1-1 0 0 0,0 1 0 0 0,0 0 1 0 0,0 0-1 0 0,0-1 0 0 0,0 1 0 0 0,0 0 0 0 0,0-1 1 0 0,0 1-1 0 0,0 0 0 0 0,0-1 0 0 0,0 1 1 0 0,0 0-1 0 0,0-1 0 0 0,0 1 0 0 0,0 0 1 0 0,0-1-1 0 0,0 1 0 0 0,0 0 0 0 0,0-1 0 0 0,-1 1 1 0 0,1 0-1 0 0,0-1 0 0 0,0 1 0 0 0,0 0 1 0 0,0 0-1 0 0,-1-1 0 0 0,1 1 0 0 0,0 0 1 0 0,0 0-1 0 0,-1 0 0 0 0,1-1 0 0 0,0 1 0 0 0,0 0 1 0 0,-1 0-1 0 0,1 0 0 0 0,0 0 0 0 0,-1-1 1 0 0,1 1-1 0 0,0 0 0 0 0,-1 0 0 0 0,1 0 1 0 0,0 0-1 0 0,-1 0 0 0 0,1 0 0 0 0,0 0 0 0 0,-1 0 1 0 0,1 0-1 0 0,0 0 0 0 0,-1 0 0 0 0,1 0 1 0 0,0 0-1 0 0,-1 0 0 0 0,1 0 0 0 0,0 1 1 0 0,0-1-1 0 0,-1 0 0 0 0,1 0 0 0 0,0 0 0 0 0,-1 0 1 0 0,1 1-1 0 0,0-1 0 0 0,0 0 0 0 0,-1 0 1 0 0,1 0-1 0 0,0 1 0 0 0,-1-1 0 0 0,11-22 1260 0 0,-7 20-1334 0 0,-1-1 0 0 0,1 1 0 0 0,-1 0 0 0 0,1 0 0 0 0,0 0 1 0 0,0 0-1 0 0,0 0 0 0 0,0 1 0 0 0,0-1 0 0 0,0 1 0 0 0,0 0 0 0 0,1 0 0 0 0,-1 0 0 0 0,6-1 0 0 0,17 3-4994 0 0,-11 1-264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3.8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1 126 6449 0 0,'0'-3'604'0'0,"1"1"0"0"0,0-1-1 0 0,0 0 1 0 0,0 1-1 0 0,1 0 1 0 0,-1-1 0 0 0,0 1-1 0 0,1 0 1 0 0,2-3 0 0 0,33-40-1711 0 0,-36 45 1102 0 0,5-6-580 0 0,0 0 0 0 0,1 0 0 0 0,0 1-1 0 0,0 0 1 0 0,1 0 0 0 0,0 1-1 0 0,-1 0 1 0 0,10-3 0 0 0,-3 1 567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4.3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80 10594 0 0,'-2'-1'439'0'0,"0"0"-1"0"0,0 0 1 0 0,0 0-1 0 0,0 0 1 0 0,0 0 0 0 0,0 0-1 0 0,0 0 1 0 0,-1 1-1 0 0,1-1 1 0 0,0 1-1 0 0,-1 0 1 0 0,1 0-1 0 0,0-1 1 0 0,0 1-1 0 0,-1 1 1 0 0,1-1 0 0 0,0 0-1 0 0,-1 1 1 0 0,1-1-1 0 0,-4 2 1 0 0,5 0-347 0 0,-1-1 1 0 0,1 1-1 0 0,-1-1 1 0 0,1 1 0 0 0,0 0-1 0 0,0 0 1 0 0,0 0-1 0 0,0 0 1 0 0,0 0-1 0 0,0 0 1 0 0,0 0-1 0 0,1 0 1 0 0,-1 0 0 0 0,1 0-1 0 0,-1 0 1 0 0,1 0-1 0 0,0 0 1 0 0,0 1-1 0 0,0-1 1 0 0,0 0 0 0 0,0 0-1 0 0,1 3 1 0 0,1 12 19 0 0,0 0 1 0 0,2-1 0 0 0,0 1 0 0 0,0-1 0 0 0,2 1-1 0 0,13 26 1 0 0,-2-8-76 0 0,42 60 0 0 0,-43-73-18 0 0,0-1 1 0 0,2 0 0 0 0,0-1-1 0 0,22 18 1 0 0,-34-33-43 0 0,0 0 0 0 0,1 0-1 0 0,-1 0 1 0 0,1-1 0 0 0,0 0 0 0 0,0 0-1 0 0,1 0 1 0 0,-1-1 0 0 0,1 0 0 0 0,0-1-1 0 0,0 0 1 0 0,0 0 0 0 0,0-1 0 0 0,0 0-1 0 0,0 0 1 0 0,0-1 0 0 0,14 0-1 0 0,-19-1 17 0 0,0 1 0 0 0,-1-1 0 0 0,1 0 0 0 0,0 0 0 0 0,-1 0 0 0 0,1 0 0 0 0,-1 0 0 0 0,0 0 0 0 0,1-1 0 0 0,-1 1 0 0 0,0-1 0 0 0,0 1 0 0 0,0-1 0 0 0,0 0 0 0 0,0 0 0 0 0,0 0 0 0 0,0 0 0 0 0,2-5 0 0 0,-2 2 19 0 0,1 1 0 0 0,-1-1 1 0 0,-1 0-1 0 0,1-1 0 0 0,-1 1 0 0 0,0 0 0 0 0,0 0 0 0 0,0 0 1 0 0,-1-7-1 0 0,-1-8 81 0 0,0 1 0 0 0,-1-1 0 0 0,-1 1 0 0 0,-7-24 0 0 0,2 16-69 0 0,-1 1 0 0 0,0 0 0 0 0,-2 1 0 0 0,-1 0 0 0 0,-1 0 1 0 0,-1 1-1 0 0,-1 1 0 0 0,-2 1 0 0 0,0 0 0 0 0,-1 1 0 0 0,-1 1 0 0 0,0 0 0 0 0,-33-23 0 0 0,31 34-498 0 0,21 9 401 0 0,0 0 0 0 0,-1 0 0 0 0,1 0 0 0 0,-1 0 0 0 0,1 0 1 0 0,0 0-1 0 0,-1 0 0 0 0,1 0 0 0 0,-1 0 0 0 0,1 0 0 0 0,0 0 0 0 0,-1 0 1 0 0,1 0-1 0 0,-1 0 0 0 0,1 0 0 0 0,0 1 0 0 0,-1-1 0 0 0,1 0 0 0 0,0 0 0 0 0,-1 0 1 0 0,1 1-1 0 0,0-1 0 0 0,-1 0 0 0 0,1 1 0 0 0,0-1 0 0 0,0 0 0 0 0,-1 0 1 0 0,1 1-1 0 0,0-1 0 0 0,0 1 0 0 0,-1-1 0 0 0,1 0 0 0 0,0 1 0 0 0,0-1 0 0 0,0 0 1 0 0,0 1-1 0 0,0-1 0 0 0,0 1 0 0 0,0-1 0 0 0,0 0 0 0 0,0 1 0 0 0,0-1 1 0 0,0 1-1 0 0,0-1 0 0 0,0 0 0 0 0,0 1 0 0 0,0-1 0 0 0,0 1 0 0 0,0-1 0 0 0,0 0 1 0 0,1 1-1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4.7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 67 10138 0 0,'-2'0'-162'0'0,"-1"0"775"0"0,0 0 0 0 0,0 0 1 0 0,0 0-1 0 0,0 0 0 0 0,0 1 1 0 0,-11 9 5491 0 0,25 6-5011 0 0,60 56 608 0 0,42 49-638 0 0,-107-113-1080 0 0,2 1 669 0 0,-7-21 56 0 0,-16-127 272 0 0,12 46-8118 0 0,5 33-936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7.9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178 151 4745 0 0,'-4'-2'13'0'0,"-1"1"-1"0"0,0-1 1 0 0,1 1 0 0 0,-1 0 0 0 0,0 0-1 0 0,0 0 1 0 0,0 0 0 0 0,0 1 0 0 0,0 0-1 0 0,0 0 1 0 0,0 1 0 0 0,-6 0-1 0 0,10 0 111 0 0,1 0 0 0 0,-1 0 0 0 0,1 0 0 0 0,0 0-1 0 0,0 0 1 0 0,-1 0 0 0 0,1 0 0 0 0,0 0 0 0 0,0 0-1 0 0,0 0 1 0 0,0 0 0 0 0,0 0 0 0 0,0 0 0 0 0,1 0 0 0 0,-1-1-1 0 0,0 1 1 0 0,0 0 0 0 0,1 0 0 0 0,-1 0 0 0 0,1 2-1 0 0,8 21 928 0 0,-3-11-430 0 0,20 41 1597 0 0,-25-51-2156 0 0,1-1-1 0 0,-1 0 1 0 0,1 1 0 0 0,0-1 0 0 0,-1 0 0 0 0,1 0-1 0 0,0 0 1 0 0,0 0 0 0 0,0-1 0 0 0,1 1-1 0 0,-1 0 1 0 0,0-1 0 0 0,1 0 0 0 0,-1 1 0 0 0,1-1-1 0 0,-1 0 1 0 0,1 0 0 0 0,3 0 0 0 0,-4-1 0 0 0,-1 0 1 0 0,1 0 0 0 0,-1-1 0 0 0,1 1-1 0 0,-1 0 1 0 0,1-1 0 0 0,-1 1 0 0 0,1-1-1 0 0,-1 0 1 0 0,0 1 0 0 0,1-1 0 0 0,-1 0-1 0 0,0 0 1 0 0,0 0 0 0 0,1 0 0 0 0,-1 0-1 0 0,0 0 1 0 0,0 0 0 0 0,0 0 0 0 0,0-1-1 0 0,0 1 1 0 0,-1 0 0 0 0,1 0 0 0 0,0-1-1 0 0,-1 1 1 0 0,1-1 0 0 0,0 1 0 0 0,-1-1-1 0 0,0 1 1 0 0,1-1 0 0 0,-1 1 0 0 0,0-3-1 0 0,2-2 267 0 0,-1-1-1 0 0,0 1 0 0 0,-1-1 1 0 0,0 1-1 0 0,0-1 0 0 0,-1-9 1 0 0,-1 6-77 0 0,-1 1 0 0 0,0-1 0 0 0,0 1 0 0 0,-1-1 0 0 0,0 1 0 0 0,-10-16 0 0 0,12 22-215 0 0,0 0 0 0 0,0 0-1 0 0,0 0 1 0 0,0 0-1 0 0,0 0 1 0 0,-1 1 0 0 0,1-1-1 0 0,-1 1 1 0 0,0 0-1 0 0,0 0 1 0 0,0 0 0 0 0,0 0-1 0 0,0 0 1 0 0,0 1-1 0 0,0-1 1 0 0,-1 1 0 0 0,1 0-1 0 0,-1 0 1 0 0,1 0-1 0 0,-1 0 1 0 0,1 1 0 0 0,-7-1-1 0 0,8 2-52 0 0,0-1-1 0 0,-1 1 1 0 0,1 0 0 0 0,0 0-1 0 0,0 0 1 0 0,0 0-1 0 0,0 1 1 0 0,0-1 0 0 0,1 0-1 0 0,-1 1 1 0 0,0-1-1 0 0,0 1 1 0 0,1 0 0 0 0,-1 0-1 0 0,1-1 1 0 0,0 1-1 0 0,0 0 1 0 0,-1 0 0 0 0,1 0-1 0 0,0 1 1 0 0,1-1-1 0 0,-1 0 1 0 0,0 0 0 0 0,0 0-1 0 0,1 1 1 0 0,0-1 0 0 0,-1 0-1 0 0,1 3 1 0 0,-2 8-185 0 0,1 0 0 0 0,0 0 0 0 0,2 21 0 0 0,-1-27 90 0 0,1 1-1 0 0,0-1 1 0 0,0 0 0 0 0,1 1-1 0 0,0-1 1 0 0,0 0 0 0 0,1 0-1 0 0,-1 0 1 0 0,6 8 0 0 0,-7-13 95 0 0,1 0 0 0 0,-1 0 0 0 0,1 0 0 0 0,-1-1 0 0 0,1 1 1 0 0,0-1-1 0 0,-1 1 0 0 0,1-1 0 0 0,0 1 0 0 0,0-1 0 0 0,0 0 0 0 0,0 0 1 0 0,0 0-1 0 0,1 0 0 0 0,-1 0 0 0 0,0-1 0 0 0,0 1 0 0 0,0-1 0 0 0,1 1 1 0 0,-1-1-1 0 0,0 0 0 0 0,1 0 0 0 0,-1 0 0 0 0,0 0 0 0 0,1 0 0 0 0,-1-1 1 0 0,0 1-1 0 0,0-1 0 0 0,1 1 0 0 0,-1-1 0 0 0,0 0 0 0 0,0 0 0 0 0,3-1 1 0 0,1-1 98 0 0,-1 0 0 0 0,1 0 0 0 0,-1-1 0 0 0,1 0 0 0 0,-1 0 0 0 0,0 0 0 0 0,-1-1 0 0 0,1 1 0 0 0,-1-1 0 0 0,0 0 0 0 0,0-1 0 0 0,0 1 0 0 0,-1-1 1 0 0,0 1-1 0 0,0-1 0 0 0,0 0 0 0 0,-1 0 0 0 0,0 0 0 0 0,0-1 0 0 0,-1 1 0 0 0,1 0 0 0 0,-1-1 0 0 0,-1 1 0 0 0,1-1 0 0 0,-1 1 0 0 0,0-1 1 0 0,-1 1-1 0 0,1-1 0 0 0,-1 1 0 0 0,-3-11 0 0 0,2 10 35 0 0,0 1 0 0 0,0-1 0 0 0,0 0 0 0 0,-1 1 1 0 0,0-1-1 0 0,-1 1 0 0 0,1 0 0 0 0,-1 0 0 0 0,0 0 0 0 0,-1 0 0 0 0,1 1 1 0 0,-9-8-1 0 0,9 10-80 0 0,-1 0-1 0 0,1-1 1 0 0,-1 2 0 0 0,0-1 0 0 0,1 0-1 0 0,-1 1 1 0 0,0 0 0 0 0,-1 0 0 0 0,1 1-1 0 0,0-1 1 0 0,0 1 0 0 0,-1 0 0 0 0,1 1-1 0 0,-1-1 1 0 0,1 1 0 0 0,0 0 0 0 0,-10 2 0 0 0,9-1-9 0 0,1 0 1 0 0,0 1-1 0 0,-1 0 1 0 0,1 0-1 0 0,0 0 1 0 0,0 1-1 0 0,1-1 1 0 0,-1 1-1 0 0,0 1 1 0 0,1-1-1 0 0,0 0 1 0 0,0 1-1 0 0,0 0 1 0 0,0 0-1 0 0,0 0 1 0 0,1 1-1 0 0,0-1 1 0 0,0 1-1 0 0,0 0 1 0 0,0 0-1 0 0,-3 10 1 0 0,4-12-135 0 0,1 1 0 0 0,0 0 0 0 0,-1 0 0 0 0,1 0 0 0 0,1 0 1 0 0,-1 0-1 0 0,1 1 0 0 0,-1-1 0 0 0,1 0 0 0 0,0 0 0 0 0,1 0 0 0 0,-1 0 1 0 0,1 0-1 0 0,-1 0 0 0 0,1 0 0 0 0,1 0 0 0 0,-1 0 0 0 0,0 0 0 0 0,1 0 1 0 0,0 0-1 0 0,0-1 0 0 0,0 1 0 0 0,0-1 0 0 0,1 1 0 0 0,0-1 0 0 0,-1 0 1 0 0,1 0-1 0 0,0 0 0 0 0,6 4 0 0 0,8 4-6627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9.0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168 36 6913 0 0,'-24'-12'903'0'0,"-24"-8"1419"0"0,46 19-2167 0 0,-1 0-1 0 0,1 1 1 0 0,-1-1-1 0 0,1 1 1 0 0,-1-1-1 0 0,0 1 1 0 0,1 0 0 0 0,-1 0-1 0 0,0 0 1 0 0,1 1-1 0 0,-1-1 1 0 0,0 0-1 0 0,1 1 1 0 0,-1 0-1 0 0,-2 1 1 0 0,3-1-79 0 0,0 0 0 0 0,1 1 0 0 0,-1-1 0 0 0,1 1 0 0 0,0-1 1 0 0,-1 1-1 0 0,1 0 0 0 0,0 0 0 0 0,0-1 0 0 0,0 1 0 0 0,0 0 0 0 0,0 0 1 0 0,1 0-1 0 0,-1 0 0 0 0,1 0 0 0 0,-1 0 0 0 0,0 3 0 0 0,-3 42 317 0 0,3-37-341 0 0,0 6 18 0 0,0 0 0 0 0,1 0-1 0 0,1 0 1 0 0,1 0 0 0 0,4 19 0 0 0,-5-31-66 0 0,-1-1-1 0 0,1 1 1 0 0,0-1-1 0 0,0 0 1 0 0,1 0-1 0 0,-1 0 1 0 0,1 1 0 0 0,-1-1-1 0 0,1-1 1 0 0,0 1-1 0 0,0 0 1 0 0,1 0-1 0 0,-1-1 1 0 0,0 1-1 0 0,1-1 1 0 0,0 0-1 0 0,-1 1 1 0 0,1-1 0 0 0,0-1-1 0 0,0 1 1 0 0,0 0-1 0 0,0-1 1 0 0,0 1-1 0 0,1-1 1 0 0,-1 0-1 0 0,0 0 1 0 0,1-1 0 0 0,-1 1-1 0 0,1 0 1 0 0,5-1-1 0 0,-6 0 23 0 0,-1-1 0 0 0,1 1-1 0 0,-1-1 1 0 0,1 0 0 0 0,-1 0-1 0 0,1 0 1 0 0,-1 0 0 0 0,1 0-1 0 0,-1-1 1 0 0,0 1 0 0 0,0-1-1 0 0,0 1 1 0 0,0-1 0 0 0,0 0-1 0 0,0 0 1 0 0,0 0 0 0 0,0 0-1 0 0,-1 0 1 0 0,1 0 0 0 0,-1 0-1 0 0,0 0 1 0 0,0-1 0 0 0,1 1-1 0 0,-1-1 1 0 0,-1 1 0 0 0,1-1-1 0 0,0 1 1 0 0,0-4 0 0 0,2-5 87 0 0,-1-1 0 0 0,0 0 1 0 0,0 1-1 0 0,-1-1 0 0 0,-1-12 1 0 0,-1 13 20 0 0,0 0 1 0 0,-1 0-1 0 0,-1 0 1 0 0,1 0 0 0 0,-2 1-1 0 0,-8-21 1 0 0,11 29-70 0 0,0-1 0 0 0,-1 0 0 0 0,0 0 0 0 0,0 1 0 0 0,0-1 0 0 0,0 1 0 0 0,0-1 0 0 0,0 1 1 0 0,-1 0-1 0 0,1 0 0 0 0,-1 0 0 0 0,-4-3 0 0 0,5 4 4 0 0,1 1 0 0 0,-1-1 0 0 0,0 1 0 0 0,0-1 0 0 0,0 1 0 0 0,0 0 0 0 0,0 0 0 0 0,0 0 0 0 0,0 0 0 0 0,0 0 0 0 0,0 0 1 0 0,0 0-1 0 0,0 1 0 0 0,0-1 0 0 0,0 1 0 0 0,1-1 0 0 0,-1 1 0 0 0,0 0 0 0 0,0 0 0 0 0,0 0 0 0 0,1 0 0 0 0,-3 1 0 0 0,-2 3 39 0 0,1 0 1 0 0,0 0-1 0 0,0 0 0 0 0,1 0 0 0 0,-1 1 0 0 0,1 0 1 0 0,0 0-1 0 0,1 0 0 0 0,0 0 0 0 0,0 1 0 0 0,0-1 1 0 0,1 1-1 0 0,-3 11 0 0 0,0 1-65 0 0,0 1 1 0 0,2 0-1 0 0,-2 31 1 0 0,5-49-44 0 0,0 1 1 0 0,0-1-1 0 0,0 1 1 0 0,0-1-1 0 0,1 1 1 0 0,-1-1-1 0 0,1 1 1 0 0,-1-1-1 0 0,1 1 1 0 0,0-1-1 0 0,0 0 1 0 0,0 1-1 0 0,2 2 1 0 0,-2-4-2 0 0,0 0 0 0 0,0 0 0 0 0,0 0 0 0 0,-1 0 0 0 0,1-1 0 0 0,0 1 0 0 0,0 0 1 0 0,1 0-1 0 0,-1-1 0 0 0,0 1 0 0 0,0-1 0 0 0,0 1 0 0 0,0-1 0 0 0,0 0 0 0 0,1 1 1 0 0,-1-1-1 0 0,0 0 0 0 0,0 0 0 0 0,3 1 0 0 0,-1-2 8 0 0,0 1-1 0 0,0-1 1 0 0,0 0-1 0 0,0 0 1 0 0,0 0-1 0 0,0 0 1 0 0,0 0-1 0 0,0-1 1 0 0,0 1-1 0 0,0-1 1 0 0,-1 0-1 0 0,1 0 1 0 0,-1 0-1 0 0,1 0 1 0 0,-1 0-1 0 0,0-1 1 0 0,0 1 0 0 0,0-1-1 0 0,3-4 1 0 0,0-2 91 0 0,0-1 0 0 0,0 1 0 0 0,-1-1 1 0 0,6-21-1 0 0,-8 25-313 0 0,-1 1-1 0 0,0-1 1 0 0,0 1-1 0 0,-1-1 1 0 0,1 0-1 0 0,-1 1 1 0 0,0-1 0 0 0,-1 0-1 0 0,0 0 1 0 0,1 1-1 0 0,-3-7 1 0 0,0 6-996 0 0,0 3-5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19.8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68 104 8290 0 0,'-2'0'104'0'0,"1"1"1"0"0,0-1-1 0 0,0 0 1 0 0,0 1-1 0 0,0-1 1 0 0,0 1-1 0 0,0-1 1 0 0,0 1-1 0 0,0 0 0 0 0,0-1 1 0 0,0 1-1 0 0,0 0 1 0 0,0-1-1 0 0,0 1 1 0 0,0 0-1 0 0,1 0 1 0 0,-1 0-1 0 0,0 0 1 0 0,1 0-1 0 0,-1 0 1 0 0,1 0-1 0 0,-2 1 1 0 0,-13 27 846 0 0,9-16-622 0 0,1-1 0 0 0,1 1 1 0 0,0 0-1 0 0,0 0 0 0 0,2 1 1 0 0,-1-1-1 0 0,1 25 0 0 0,2-33-226 0 0,0 0-1 0 0,0-1 1 0 0,1 1 0 0 0,0-1-1 0 0,0 1 1 0 0,0-1-1 0 0,0 0 1 0 0,1 1-1 0 0,-1-1 1 0 0,1 0-1 0 0,5 7 1 0 0,-5-8-14 0 0,0-1 0 0 0,0 1 0 0 0,1-1 0 0 0,-1 0 1 0 0,0 0-1 0 0,1 0 0 0 0,0 0 0 0 0,0-1 1 0 0,-1 1-1 0 0,1-1 0 0 0,0 0 0 0 0,0 1 0 0 0,0-1 1 0 0,0-1-1 0 0,0 1 0 0 0,1 0 0 0 0,-1-1 0 0 0,6 1 1 0 0,-5-2-41 0 0,0 1 0 0 0,-1-1 0 0 0,1 1 0 0 0,0-1 0 0 0,0 0 0 0 0,-1-1 0 0 0,1 1 0 0 0,0-1 0 0 0,-1 0 0 0 0,1 1 0 0 0,-1-1-1 0 0,0-1 1 0 0,0 1 0 0 0,0 0 0 0 0,0-1 0 0 0,0 0 0 0 0,0 0 0 0 0,-1 0 0 0 0,1 0 0 0 0,-1 0 0 0 0,0 0 0 0 0,0 0 0 0 0,0-1 0 0 0,2-6 0 0 0,2-2 46 0 0,0-1 0 0 0,-1-1-1 0 0,-1 1 1 0 0,0-1-1 0 0,3-21 1 0 0,-6 21-57 0 0,0 1 0 0 0,-1-1 0 0 0,0 0 0 0 0,-1 1 0 0 0,-1-1 0 0 0,0 1 0 0 0,-5-15 0 0 0,5 21-7 0 0,0 1 0 0 0,0 0 0 0 0,-1-1 0 0 0,0 1 0 0 0,-1 0 0 0 0,1 1 0 0 0,-6-8 0 0 0,7 10 7 0 0,-1 1-1 0 0,1 0 0 0 0,-1-1 1 0 0,1 1-1 0 0,-1 0 0 0 0,0 0 1 0 0,1 0-1 0 0,-1 1 0 0 0,0-1 1 0 0,0 1-1 0 0,-1-1 0 0 0,1 1 1 0 0,0 0-1 0 0,0 0 0 0 0,-5 0 1 0 0,6 1-1 0 0,-1 0 0 0 0,1 0 1 0 0,-1 1-1 0 0,0-1 0 0 0,1 1 1 0 0,-1-1-1 0 0,1 1 0 0 0,0 0 1 0 0,-1 0-1 0 0,1 0 0 0 0,0 0 1 0 0,-1 0-1 0 0,1 1 0 0 0,0-1 1 0 0,0 1-1 0 0,0 0 0 0 0,0-1 1 0 0,0 1-1 0 0,1 0 0 0 0,-1 0 1 0 0,0 0-1 0 0,1 0 0 0 0,-1 0 1 0 0,1 1-1 0 0,0-1 0 0 0,0 0 1 0 0,0 1-1 0 0,0-1 0 0 0,0 0 1 0 0,1 1-1 0 0,-1 2 0 0 0,0-3-49 0 0,0 1-1 0 0,0-1 0 0 0,1 1 0 0 0,-1-1 0 0 0,1 1 0 0 0,0-1 1 0 0,-1 1-1 0 0,1 0 0 0 0,1-1 0 0 0,-1 1 0 0 0,0-1 0 0 0,1 1 1 0 0,-1-1-1 0 0,1 1 0 0 0,0-1 0 0 0,-1 0 0 0 0,1 1 0 0 0,0-1 1 0 0,1 0-1 0 0,-1 1 0 0 0,0-1 0 0 0,1 0 0 0 0,-1 0 0 0 0,1 0 1 0 0,0 0-1 0 0,-1 0 0 0 0,1-1 0 0 0,0 1 0 0 0,0 0 0 0 0,0-1 1 0 0,5 3-1 0 0,-4-3 56 0 0,1 0 1 0 0,0 0-1 0 0,-1 0 0 0 0,1 0 1 0 0,0 0-1 0 0,-1-1 1 0 0,1 0-1 0 0,0 0 1 0 0,0 0-1 0 0,-1 0 0 0 0,1-1 1 0 0,0 1-1 0 0,0-1 1 0 0,-1 0-1 0 0,1 0 0 0 0,-1 0 1 0 0,1 0-1 0 0,-1-1 1 0 0,1 0-1 0 0,-1 1 0 0 0,0-1 1 0 0,0-1-1 0 0,5-2 1 0 0,-6 3-63 0 0,-1 0-1 0 0,0 1 1 0 0,1-1 0 0 0,-1 0 0 0 0,0 1 0 0 0,0-1-1 0 0,0 0 1 0 0,0 0 0 0 0,0 0 0 0 0,0 0 0 0 0,0 0-1 0 0,-1 0 1 0 0,1 0 0 0 0,-1 0 0 0 0,1 0 0 0 0,-1-1-1 0 0,0-1 1 0 0,0 1-328 0 0,-1 0-1 0 0,1 0 1 0 0,-1 0-1 0 0,0 0 1 0 0,0 0 0 0 0,0 0-1 0 0,0 0 1 0 0,-1 1-1 0 0,1-1 1 0 0,-1 0 0 0 0,1 1-1 0 0,-1 0 1 0 0,0-1-1 0 0,0 1 1 0 0,-3-3-1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21.3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101 198 2761 0 0,'-5'0'439'0'0,"0"0"0"0"0,0-1 1 0 0,0 0-1 0 0,0 0 1 0 0,-1 0-1 0 0,1 0 1 0 0,1-1-1 0 0,-1 0 1 0 0,0 0-1 0 0,0-1 0 0 0,1 1 1 0 0,-1-1-1 0 0,1 0 1 0 0,0 0-1 0 0,-8-7 1 0 0,10 8-263 0 0,1 0 1 0 0,-1 0 0 0 0,1 0-1 0 0,-1 0 1 0 0,1 0 0 0 0,0 0 0 0 0,0-1-1 0 0,0 1 1 0 0,0 0 0 0 0,0-1-1 0 0,0 1 1 0 0,0-1 0 0 0,1 1 0 0 0,0-1-1 0 0,-1 1 1 0 0,1-1 0 0 0,0 1-1 0 0,0-1 1 0 0,0 1 0 0 0,0-1-1 0 0,1 1 1 0 0,-1-1 0 0 0,1 1 0 0 0,0-1-1 0 0,-1 1 1 0 0,1 0 0 0 0,0-1-1 0 0,0 1 1 0 0,1 0 0 0 0,-1 0 0 0 0,0 0-1 0 0,1 0 1 0 0,-1 0 0 0 0,3-2-1 0 0,3-4 108 0 0,0 1-1 0 0,0 0 0 0 0,0 1 0 0 0,1 0 0 0 0,0 0 0 0 0,1 0 1 0 0,-1 1-1 0 0,1 0 0 0 0,0 1 0 0 0,0 0 0 0 0,1 1 0 0 0,-1 0 0 0 0,1 0 1 0 0,-1 1-1 0 0,1 0 0 0 0,0 0 0 0 0,17 1 0 0 0,-20 0-256 0 0,-1 2 0 0 0,0-1 0 0 0,0 1 0 0 0,0 0 0 0 0,0 0 0 0 0,0 0 0 0 0,0 1 0 0 0,0 0 0 0 0,0 0 0 0 0,-1 1 0 0 0,1 0 0 0 0,-1 0 0 0 0,0 0-1 0 0,1 0 1 0 0,-2 1 0 0 0,1 0 0 0 0,0 0 0 0 0,-1 0 0 0 0,1 1 0 0 0,-1-1 0 0 0,-1 1 0 0 0,1 0 0 0 0,-1 0 0 0 0,1 0 0 0 0,-1 1 0 0 0,-1-1 0 0 0,1 1 0 0 0,-1 0 0 0 0,2 8 0 0 0,-1-3-29 0 0,-1-1-1 0 0,-1 0 1 0 0,1 1 0 0 0,-2-1 0 0 0,0 1 0 0 0,0 0 0 0 0,-2 15 0 0 0,-4 3 27 0 0,-11 38 1 0 0,3-19 185 0 0,14-48-214 0 0,0 1 0 0 0,0-1 1 0 0,0 0-1 0 0,0 0 1 0 0,0 0-1 0 0,0 0 0 0 0,0 0 1 0 0,0 1-1 0 0,0-1 0 0 0,0 0 1 0 0,0 0-1 0 0,0 0 1 0 0,0 0-1 0 0,0 1 0 0 0,0-1 1 0 0,0 0-1 0 0,0 0 0 0 0,0 0 1 0 0,0 0-1 0 0,0 0 1 0 0,0 1-1 0 0,0-1 0 0 0,0 0 1 0 0,0 0-1 0 0,1 0 0 0 0,-1 0 1 0 0,0 0-1 0 0,0 0 0 0 0,0 1 1 0 0,0-1-1 0 0,0 0 1 0 0,0 0-1 0 0,0 0 0 0 0,1 0 1 0 0,-1 0-1 0 0,0 0 0 0 0,0 0 1 0 0,0 0-1 0 0,0 0 1 0 0,0 0-1 0 0,1 0 0 0 0,-1 1 1 0 0,0-1-1 0 0,0 0 0 0 0,0 0 1 0 0,0 0-1 0 0,0 0 0 0 0,1 0 1 0 0,-1 0-1 0 0,0 0 1 0 0,0 0-1 0 0,0-1 0 0 0,0 1 1 0 0,1 0-1 0 0,13-5-14 0 0,13-11 36 0 0,-9 3 73 0 0,2 1 0 0 0,0 1 0 0 0,30-13 0 0 0,-45 21-95 0 0,1 1 0 0 0,-1 0 1 0 0,1 0-1 0 0,0 1 1 0 0,0 0-1 0 0,0 0 1 0 0,0 0-1 0 0,0 1 0 0 0,0-1 1 0 0,0 1-1 0 0,0 1 1 0 0,0-1-1 0 0,0 1 1 0 0,0 0-1 0 0,0 1 0 0 0,0-1 1 0 0,0 1-1 0 0,6 3 1 0 0,-10-4-2 0 0,-1 0 0 0 0,1 0 1 0 0,0 0-1 0 0,0 1 0 0 0,-1-1 1 0 0,1 1-1 0 0,-1-1 0 0 0,0 1 1 0 0,1-1-1 0 0,-1 1 0 0 0,0-1 1 0 0,0 1-1 0 0,0 0 0 0 0,0 0 1 0 0,0 0-1 0 0,0 0 0 0 0,0 0 1 0 0,-1 0-1 0 0,1 0 0 0 0,-1 0 1 0 0,1 3-1 0 0,-1-1-5 0 0,0 1-1 0 0,-1-1 1 0 0,1 1-1 0 0,-1-1 1 0 0,0 1-1 0 0,0-1 1 0 0,0 1-1 0 0,-1-1 1 0 0,-2 6-1 0 0,-4 6 5 0 0,-1-1 0 0 0,0-1-1 0 0,-1 1 1 0 0,-12 12-1 0 0,2-2 76 0 0,-1-1-1 0 0,-1-1 0 0 0,-1-1 0 0 0,-1-2 1 0 0,-48 34-1 0 0,43-45-1088 0 0,16-9 190 0 0,12-1 813 0 0,1 1-1 0 0,0 0 0 0 0,0 0 1 0 0,0 0-1 0 0,-1-1 0 0 0,1 1 0 0 0,0 0 1 0 0,0 0-1 0 0,0-1 0 0 0,0 1 1 0 0,0 0-1 0 0,-1 0 0 0 0,1-1 0 0 0,0 1 1 0 0,0 0-1 0 0,0 0 0 0 0,0-1 1 0 0,0 1-1 0 0,0 0 0 0 0,0 0 0 0 0,0-1 1 0 0,0 1-1 0 0,0 0 0 0 0,0-1 1 0 0,0 1-1 0 0,0 0 0 0 0,0 0 0 0 0,0-1 1 0 0,1 1-1 0 0,-1 0 0 0 0,0 0 0 0 0,0-1 1 0 0,0 1-1 0 0,0 0 0 0 0,0 0 1 0 0,1 0-1 0 0,-1-1 0 0 0,0 1 0 0 0,0 0 1 0 0,1-1-1 0 0,3-5-895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22.3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42 201 1840 0 0,'-3'0'256'0'0,"1"-1"0"0"0,0 0 0 0 0,0 1 0 0 0,0-1 0 0 0,0 0 0 0 0,0 0-1 0 0,0-1 1 0 0,0 1 0 0 0,0 0 0 0 0,1 0 0 0 0,-1-1 0 0 0,0 0-1 0 0,1 1 1 0 0,-1-1 0 0 0,1 0 0 0 0,-1 1 0 0 0,1-1 0 0 0,0 0 0 0 0,0 0-1 0 0,0 0 1 0 0,0 0 0 0 0,0 0 0 0 0,0 0 0 0 0,1-1 0 0 0,-1 1 0 0 0,1 0-1 0 0,-1 0 1 0 0,1 0 0 0 0,0-1 0 0 0,0 1 0 0 0,0 0 0 0 0,0 0-1 0 0,0-1 1 0 0,1 1 0 0 0,-1 0 0 0 0,1 0 0 0 0,-1 0 0 0 0,1 0 0 0 0,0-1-1 0 0,0 1 1 0 0,0 0 0 0 0,0 0 0 0 0,0 0 0 0 0,0 1 0 0 0,2-3 0 0 0,4-8 218 0 0,1 1 1 0 0,1 0-1 0 0,-1 0 1 0 0,2 1 0 0 0,0 0-1 0 0,0 1 1 0 0,0 0 0 0 0,15-9-1 0 0,-22 16-384 0 0,0 0 1 0 0,0 0-1 0 0,0 1 0 0 0,0-1 0 0 0,0 1 0 0 0,1-1 0 0 0,-1 1 1 0 0,0 0-1 0 0,1 1 0 0 0,-1-1 0 0 0,1 0 0 0 0,-1 1 1 0 0,1 0-1 0 0,-1 0 0 0 0,1 0 0 0 0,-1 0 0 0 0,1 1 0 0 0,-1-1 1 0 0,1 1-1 0 0,-1 0 0 0 0,1 0 0 0 0,-1 0 0 0 0,0 1 1 0 0,0-1-1 0 0,1 1 0 0 0,-1-1 0 0 0,0 1 0 0 0,0 0 0 0 0,-1 0 1 0 0,1 1-1 0 0,0-1 0 0 0,-1 0 0 0 0,1 1 0 0 0,-1 0 1 0 0,0-1-1 0 0,3 6 0 0 0,-1-2-81 0 0,-1-1 1 0 0,0 1-1 0 0,-1-1 0 0 0,1 1 0 0 0,-1 0 1 0 0,0 0-1 0 0,0 0 0 0 0,-1 1 1 0 0,0-1-1 0 0,0 0 0 0 0,-1 0 1 0 0,1 1-1 0 0,-2 9 0 0 0,-1 7 6 0 0,-2 1-1 0 0,-8 30 0 0 0,0 7 90 0 0,12-61-102 0 0,0 0 0 0 0,0 0 0 0 0,0 0 0 0 0,0 1 0 0 0,0-1 0 0 0,0 0 0 0 0,0 0 0 0 0,0 0-1 0 0,0 1 1 0 0,0-1 0 0 0,0 0 0 0 0,0 0 0 0 0,0 0 0 0 0,0 0 0 0 0,0 1 0 0 0,0-1 0 0 0,0 0 0 0 0,0 0 0 0 0,0 0-1 0 0,0 0 1 0 0,0 1 0 0 0,1-1 0 0 0,-1 0 0 0 0,0 0 0 0 0,0 0 0 0 0,0 0 0 0 0,0 0 0 0 0,0 1 0 0 0,1-1 0 0 0,-1 0-1 0 0,0 0 1 0 0,0 0 0 0 0,0 0 0 0 0,1 0 0 0 0,-1 0 0 0 0,0 0 0 0 0,0 0 0 0 0,0 0 0 0 0,0 0 0 0 0,1 0-1 0 0,-1 0 1 0 0,0 0 0 0 0,0 0 0 0 0,0 0 0 0 0,1 0 0 0 0,-1 0 0 0 0,0 0 0 0 0,16-5-15 0 0,16-12 15 0 0,-30 16 25 0 0,6-3-26 0 0,0-1-1 0 0,0 1 1 0 0,0 1-1 0 0,0 0 0 0 0,1 0 1 0 0,0 1-1 0 0,-1 0 1 0 0,18-2-1 0 0,-21 4-1 0 0,0 0 0 0 0,1 0 0 0 0,-1 1 0 0 0,0-1 0 0 0,0 1-1 0 0,1 0 1 0 0,-1 1 0 0 0,0-1 0 0 0,0 1 0 0 0,0 0 0 0 0,0 0 0 0 0,-1 1 0 0 0,1-1 0 0 0,-1 1 0 0 0,1 0 0 0 0,5 6 0 0 0,-8-8 5 0 0,-1 0 0 0 0,0 0 1 0 0,0 0-1 0 0,0 0 0 0 0,0 1 1 0 0,-1-1-1 0 0,1 0 1 0 0,0 1-1 0 0,0-1 0 0 0,-1 0 1 0 0,1 1-1 0 0,-1-1 0 0 0,1 1 1 0 0,-1-1-1 0 0,0 1 1 0 0,1-1-1 0 0,-1 1 0 0 0,0-1 1 0 0,0 1-1 0 0,0 0 0 0 0,0 1 1 0 0,-1 0 19 0 0,0 1 1 0 0,0-1-1 0 0,0 1 1 0 0,-1-1-1 0 0,1 1 1 0 0,-1-1-1 0 0,1 0 0 0 0,-5 6 1 0 0,-4 3 75 0 0,-1 0 0 0 0,0 0 0 0 0,-14 12-1 0 0,21-21-88 0 0,-43 40 214 0 0,20-17-105 0 0,-1-1 0 0 0,-46 32 0 0 0,73-57-176 0 0,0 1-92 0 0,0 0-1 0 0,0 0 0 0 0,-1 0 1 0 0,1 0-1 0 0,-1 0 0 0 0,1-1 1 0 0,-1 1-1 0 0,1 0 1 0 0,-1-1-1 0 0,0 1 0 0 0,1-1 1 0 0,-1 0-1 0 0,1 0 1 0 0,-1 1-1 0 0,0-1 0 0 0,-2-1 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23.3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21 127 5985 0 0,'-1'0'155'0'0,"0"0"-1"0"0,1 0 1 0 0,-1 0-1 0 0,0 1 1 0 0,0-1-1 0 0,1 0 1 0 0,-1 0-1 0 0,0 0 1 0 0,0 0-1 0 0,1-1 1 0 0,-1 1 0 0 0,0 0-1 0 0,1 0 1 0 0,-1 0-1 0 0,0 0 1 0 0,0-1-1 0 0,1 1 1 0 0,-1 0-1 0 0,0-1 1 0 0,1 1-1 0 0,-1-1 1 0 0,1 1-1 0 0,-1 0 1 0 0,0-1-1 0 0,1 1 1 0 0,-1-1-1 0 0,1 0 1 0 0,-1 1-1 0 0,1-1 1 0 0,0-1-25 0 0,0 1 1 0 0,0 0 0 0 0,1 0-1 0 0,-1 0 1 0 0,1 0 0 0 0,-1 0-1 0 0,1 0 1 0 0,0 0-1 0 0,-1 0 1 0 0,1 0 0 0 0,0 0-1 0 0,0 1 1 0 0,-1-1-1 0 0,1 0 1 0 0,0 0 0 0 0,1 0-1 0 0,45-30 1921 0 0,-46 30-1836 0 0,19-11 557 0 0,1 2 0 0 0,0 1 0 0 0,0 0 0 0 0,1 2 0 0 0,0 0 0 0 0,1 2 0 0 0,40-6 0 0 0,-60 11-764 0 0,-1 0 0 0 0,0 0 0 0 0,0 0 0 0 0,0 0 0 0 0,1 0 0 0 0,-1 0 0 0 0,0 1 0 0 0,0-1 0 0 0,0 1 0 0 0,0-1 0 0 0,0 1-1 0 0,0 0 1 0 0,0 0 0 0 0,0 0 0 0 0,0 0 0 0 0,0 0 0 0 0,0 0 0 0 0,0 1 0 0 0,-1-1 0 0 0,1 1 0 0 0,0-1 0 0 0,1 3 0 0 0,-1-1 2 0 0,-1 0 0 0 0,1 1 0 0 0,-1-1 0 0 0,1 0 0 0 0,-1 1 0 0 0,0-1 0 0 0,0 1 1 0 0,-1 0-1 0 0,1-1 0 0 0,-1 1 0 0 0,0-1 0 0 0,0 6 0 0 0,-1 6 41 0 0,-1 1-1 0 0,0 0 1 0 0,-2-1-1 0 0,0 1 1 0 0,-5 14 0 0 0,-11 17 17 0 0,13-34-69 0 0,2 1 0 0 0,-1-1 0 0 0,2 1 1 0 0,-5 19-1 0 0,9-32 5 0 0,0-1 1 0 0,0 1 0 0 0,0 0 0 0 0,1-1 0 0 0,-1 1-1 0 0,0-1 1 0 0,0 1 0 0 0,0-1 0 0 0,0 1-1 0 0,1-1 1 0 0,-1 1 0 0 0,0-1 0 0 0,1 1-1 0 0,-1-1 1 0 0,0 0 0 0 0,1 1 0 0 0,-1-1 0 0 0,0 1-1 0 0,1-1 1 0 0,-1 0 0 0 0,1 1 0 0 0,-1-1-1 0 0,1 0 1 0 0,-1 1 0 0 0,1-1 0 0 0,-1 0-1 0 0,1 0 1 0 0,-1 0 0 0 0,1 0 0 0 0,-1 1 0 0 0,1-1-1 0 0,0 0 1 0 0,-1 0 0 0 0,1 0 0 0 0,-1 0-1 0 0,1 0 1 0 0,-1 0 0 0 0,1 0 0 0 0,-1 0-1 0 0,1 0 1 0 0,-1-1 0 0 0,1 1 0 0 0,0 0 0 0 0,-1 0-1 0 0,1 0 1 0 0,0-1 0 0 0,29-8 321 0 0,-28 9-248 0 0,9-4-47 0 0,-1 0 0 0 0,1 1 1 0 0,0 1-1 0 0,1 0 0 0 0,-1 0 0 0 0,0 1 0 0 0,21 1 1 0 0,-29 0-29 0 0,0 0 1 0 0,-1 0 0 0 0,1 1-1 0 0,0 0 1 0 0,0-1-1 0 0,-1 1 1 0 0,1 0 0 0 0,0 1-1 0 0,-1-1 1 0 0,1 0 0 0 0,-1 1-1 0 0,0-1 1 0 0,1 1-1 0 0,-1 0 1 0 0,0-1 0 0 0,0 1-1 0 0,0 0 1 0 0,0 1 0 0 0,0-1-1 0 0,-1 0 1 0 0,1 0-1 0 0,-1 1 1 0 0,1-1 0 0 0,-1 1-1 0 0,0-1 1 0 0,0 1 0 0 0,0 0-1 0 0,0-1 1 0 0,0 1 0 0 0,-1 0-1 0 0,1 0 1 0 0,-1 0-1 0 0,0-1 1 0 0,0 1 0 0 0,0 0-1 0 0,0 3 1 0 0,-1 3 25 0 0,1 1 0 0 0,-1-1 0 0 0,-1 1 0 0 0,0-1 0 0 0,0 0 0 0 0,0 0 0 0 0,-2 0 0 0 0,1 0 0 0 0,-1-1 0 0 0,0 1 0 0 0,0-1 0 0 0,-7 8 0 0 0,-6 6 213 0 0,0-1-1 0 0,-36 33 1 0 0,-18 21-149 0 0,66-66-1875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38.3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48 310 4145 0 0,'0'-14'1128'0'0,"-1"1"-1"0"0,-1-1 1 0 0,-1 1 0 0 0,1 0 0 0 0,-9-21-1 0 0,-16-29 7038 0 0,25 55-6164 0 0,8 13-1092 0 0,8 14-608 0 0,3 22-115 0 0,16 58-1 0 0,-20-56-19 0 0,25 57-1 0 0,-24-71-154 0 0,2-2-1 0 0,0 0 1 0 0,2-1-1 0 0,32 37 1 0 0,-37-49-3 0 0,0 0 0 0 0,1-1 0 0 0,0-1-1 0 0,1 0 1 0 0,0-1 0 0 0,1-1 0 0 0,0 0 0 0 0,35 14 0 0 0,-49-23 24 0 0,1 0 1 0 0,-1 0-1 0 0,1-1 1 0 0,-1 1-1 0 0,1-1 1 0 0,-1 1-1 0 0,1-1 1 0 0,0 0-1 0 0,-1 0 1 0 0,1 0-1 0 0,-1 0 1 0 0,1-1-1 0 0,-1 1 1 0 0,1-1-1 0 0,0 1 1 0 0,-1-1-1 0 0,0 0 1 0 0,1 0-1 0 0,-1 0 1 0 0,1 0-1 0 0,-1 0 1 0 0,0-1-1 0 0,0 1 1 0 0,0-1-1 0 0,0 0 1 0 0,0 1-1 0 0,0-1 1 0 0,0 0-1 0 0,-1 0 1 0 0,1 0-1 0 0,0 0 1 0 0,-1-1-1 0 0,2-2 1 0 0,3-8 27 0 0,0 0-1 0 0,0-1 1 0 0,-1 0 0 0 0,5-26-1 0 0,-6 25 86 0 0,66-362 404 0 0,-39 184-1258 0 0,-24 164-1555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38.8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 47 8290 0 0,'-6'-22'2737'0'0,"6"21"-2320"0"0,0-1 0 0 0,0 0 0 0 0,0 0 0 0 0,-1 1 0 0 0,1-1 1 0 0,0 0-1 0 0,-1 1 0 0 0,0-1 0 0 0,1 0 0 0 0,-1 1 0 0 0,0-1 0 0 0,-2-2 0 0 0,-3 42 3386 0 0,-6 78-2670 0 0,7 225-1 0 0,6-307-1415 0 0,0 54-1737 0 0,-1-79 1792 0 0,-1 0 0 0 0,-1 0 0 0 0,1 0 0 0 0,-1 0 0 0 0,-1 0-1 0 0,0 0 1 0 0,-4 8 0 0 0,2-8-845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39.1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63 4609 0 0,'2'-4'243'0'0,"-1"0"1"0"0,1 0-1 0 0,0 0 1 0 0,0 0-1 0 0,0 0 1 0 0,1 0-1 0 0,-1 0 1 0 0,1 1-1 0 0,0-1 1 0 0,0 1-1 0 0,0 0 1 0 0,5-4-1 0 0,-6 6 24 0 0,0 0 0 0 0,0-1 0 0 0,1 1-1 0 0,-1 0 1 0 0,0 0 0 0 0,0 1 0 0 0,1-1 0 0 0,-1 0-1 0 0,0 1 1 0 0,1-1 0 0 0,-1 1 0 0 0,1 0 0 0 0,-1 0-1 0 0,1 0 1 0 0,-1 0 0 0 0,0 0 0 0 0,1 1 0 0 0,-1-1 0 0 0,1 1-1 0 0,-1-1 1 0 0,0 1 0 0 0,1 0 0 0 0,-1 0 0 0 0,3 2-1 0 0,14 9 695 0 0,0 2-1 0 0,-1-1 0 0 0,-1 2 0 0 0,25 27 0 0 0,-26-25-797 0 0,-7-8-159 0 0,-2 0 0 0 0,1 0 0 0 0,-1 1 0 0 0,-1 0 0 0 0,1 1 1 0 0,-2-1-1 0 0,0 1 0 0 0,5 14 0 0 0,-6-14-639 0 0,-1 0 0 0 0,0 1 0 0 0,-1 0 0 0 0,1 21 0 0 0,-2-15-5305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39.2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0 120 8754 0 0,'1'-2'100'0'0,"1"1"0"0"0,-1-1 1 0 0,0 0-1 0 0,1 0 0 0 0,-1 1 0 0 0,1-1 1 0 0,0 1-1 0 0,0 0 0 0 0,-1-1 1 0 0,1 1-1 0 0,0 0 0 0 0,0 0 0 0 0,0 0 1 0 0,0 0-1 0 0,0 0 0 0 0,0 1 0 0 0,3-1 1 0 0,4-4 278 0 0,34-18 591 0 0,53-26-1406 0 0,-86 45 111 0 0,0 1 0 0 0,0 0 0 0 0,1 0 0 0 0,-1 1 0 0 0,0 0 0 0 0,1 1 0 0 0,20 0 1 0 0,-7 3 237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39.5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58 8754 0 0,'36'-23'7881'0'0,"7"-5"-6759"0"0,-40 27-1219 0 0,0 0-1 0 0,0 0 1 0 0,0 0 0 0 0,0 0-1 0 0,0 1 1 0 0,0-1 0 0 0,0 1-1 0 0,0 0 1 0 0,0-1 0 0 0,0 1-1 0 0,1 1 1 0 0,-1-1 0 0 0,0 0-1 0 0,0 1 1 0 0,0 0-1 0 0,0 0 1 0 0,0 0 0 0 0,4 1-1 0 0,4 5-1230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39.7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57 9218 0 0,'-3'-5'3351'0'0,"4"5"-3299"0"0,11-13 1654 0 0,17-9 52 0 0,-24 19-1826 0 0,-1 1 1 0 0,1 0-1 0 0,0 0 0 0 0,-1 0 1 0 0,1 1-1 0 0,0 0 1 0 0,0 0-1 0 0,0 0 0 0 0,0 0 1 0 0,0 1-1 0 0,0 0 1 0 0,0 0-1 0 0,0 0 0 0 0,0 1 1 0 0,9 1-1 0 0,0 2 68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0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2 129 8754 0 0,'-1'-1'122'0'0,"1"-1"0"0"0,0 1 0 0 0,0 0 0 0 0,-1 0 0 0 0,1 0 0 0 0,0 0 0 0 0,0-1 0 0 0,0 1 1 0 0,0 0-1 0 0,1 0 0 0 0,-1 0 0 0 0,0 0 0 0 0,0-1 0 0 0,1 1 0 0 0,-1 0 0 0 0,0 0 0 0 0,1 0 0 0 0,-1 0 0 0 0,1 0 0 0 0,1-1 1 0 0,13-27 1716 0 0,-13 27-1600 0 0,2-4 94 0 0,0 1 0 0 0,0-1 0 0 0,0 1 0 0 0,1 0-1 0 0,0 0 1 0 0,0 1 0 0 0,1-1 0 0 0,-1 1 0 0 0,1 1 0 0 0,0-1-1 0 0,0 1 1 0 0,0 0 0 0 0,0 0 0 0 0,1 1 0 0 0,-1-1 0 0 0,1 1 0 0 0,-1 1-1 0 0,10-2 1 0 0,-12 3-246 0 0,1-1-1 0 0,-1 1 1 0 0,0 0-1 0 0,0 0 1 0 0,0 1 0 0 0,1-1-1 0 0,-1 1 1 0 0,0 0-1 0 0,0 0 1 0 0,0 0-1 0 0,0 0 1 0 0,0 1 0 0 0,0 0-1 0 0,-1 0 1 0 0,1 0-1 0 0,-1 0 1 0 0,1 1-1 0 0,-1-1 1 0 0,0 1-1 0 0,1 0 1 0 0,-1 0 0 0 0,-1 0-1 0 0,1 0 1 0 0,0 0-1 0 0,-1 1 1 0 0,0-1-1 0 0,0 1 1 0 0,0 0-1 0 0,0-1 1 0 0,0 1 0 0 0,1 4-1 0 0,0 3-75 0 0,0 1-1 0 0,-1-1 0 0 0,0 0 1 0 0,0 1-1 0 0,-2-1 0 0 0,1 1 1 0 0,-2 18-1 0 0,-4 4 61 0 0,-9 41 0 0 0,6-44 8 0 0,-4 56 1 0 0,12-86-77 0 0,-1 0 0 0 0,1 0-1 0 0,0 0 1 0 0,0 1 0 0 0,0-1 0 0 0,0 0 0 0 0,0 0-1 0 0,0 0 1 0 0,1 1 0 0 0,-1-1 0 0 0,0 0-1 0 0,1 0 1 0 0,-1 0 0 0 0,1 0 0 0 0,-1 0-1 0 0,1 0 1 0 0,-1 0 0 0 0,1 0 0 0 0,-1 0-1 0 0,1 0 1 0 0,0 0 0 0 0,0 0 0 0 0,0 0-1 0 0,0 0 1 0 0,-1 0 0 0 0,1-1 0 0 0,0 1-1 0 0,0 0 1 0 0,0-1 0 0 0,0 1 0 0 0,1-1-1 0 0,-1 1 1 0 0,0-1 0 0 0,0 0 0 0 0,0 1-1 0 0,0-1 1 0 0,0 0 0 0 0,1 0 0 0 0,-1 1-1 0 0,0-1 1 0 0,0 0 0 0 0,2-1 0 0 0,6 1-9 0 0,0-2 0 0 0,1 1 0 0 0,-1-1 1 0 0,15-6-1 0 0,4 0-44 0 0,-8 4 59 0 0,0 1 0 0 0,0 1-1 0 0,0 1 1 0 0,0 0 0 0 0,32 4-1 0 0,-46-2-20 0 0,1 0 1 0 0,-1 1-1 0 0,1 0 0 0 0,-1 0 0 0 0,0 0 0 0 0,0 1 0 0 0,0 0 0 0 0,0 0 0 0 0,0 0 0 0 0,-1 1 1 0 0,1 0-1 0 0,-1 0 0 0 0,0 0 0 0 0,0 1 0 0 0,-1 0 0 0 0,1 0 0 0 0,-1 0 0 0 0,0 0 1 0 0,-1 1-1 0 0,7 10 0 0 0,-7-7 2 0 0,0-1 0 0 0,0 1-1 0 0,-1-1 1 0 0,0 1 0 0 0,0 0 0 0 0,-1 0 0 0 0,0 0 0 0 0,-1 0-1 0 0,0-1 1 0 0,0 1 0 0 0,-1 0 0 0 0,0 0 0 0 0,0 0 0 0 0,-1 0-1 0 0,-1-1 1 0 0,1 1 0 0 0,-1-1 0 0 0,-1 1 0 0 0,1-1 0 0 0,-6 8-1 0 0,1-2 92 0 0,0-1-1 0 0,-1 1 1 0 0,-1-2-1 0 0,0 1 1 0 0,-1-1-1 0 0,0-1 1 0 0,0 0-1 0 0,-2 0 1 0 0,1-2 0 0 0,-22 14-1 0 0,29-20-102 0 0,-1 0 1 0 0,0 0-1 0 0,1-1 1 0 0,-1 0-1 0 0,0 0 1 0 0,0 0-1 0 0,-1-1 1 0 0,1 0-1 0 0,0 0 1 0 0,0 0-1 0 0,-1-1 1 0 0,1 0-1 0 0,0 0 1 0 0,-1-1-1 0 0,1 0 1 0 0,0 0-1 0 0,0 0 1 0 0,0-1-1 0 0,0 0 1 0 0,0 0-1 0 0,-10-5 1 0 0,-1-3-314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8.3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48 240 5529 0 0,'-8'-52'2939'0'0,"-3"-11"-368"0"0,10 58-1766 0 0,-1 0 0 0 0,1 0 1 0 0,-1 0-1 0 0,0 1 0 0 0,-1-1 1 0 0,1 1-1 0 0,-1-1 0 0 0,0 1 1 0 0,-6-8 614 0 0,31 79 1350 0 0,-3-14-2750 0 0,2 17 103 0 0,46 100 0 0 0,-56-146-112 0 0,2 0 0 0 0,0-2 0 0 0,1 1 0 0 0,2-2 0 0 0,0 0-1 0 0,1-1 1 0 0,33 31 0 0 0,-47-49-5 0 0,-1 0 0 0 0,0-1 0 0 0,1 1 0 0 0,-1 0 0 0 0,1-1 0 0 0,-1 1 0 0 0,1-1 0 0 0,0 0 0 0 0,-1 0 0 0 0,1 0 0 0 0,0 0 0 0 0,0-1 0 0 0,0 1 0 0 0,0-1 0 0 0,-1 1 0 0 0,1-1 0 0 0,0 0 0 0 0,0 0 0 0 0,5-1 0 0 0,-4 0 25 0 0,0-1-1 0 0,0 1 0 0 0,0-1 1 0 0,0 0-1 0 0,0 0 0 0 0,0 0 1 0 0,-1-1-1 0 0,1 1 0 0 0,-1-1 1 0 0,1 0-1 0 0,4-6 1 0 0,4-5 73 0 0,-2 0 0 0 0,0 0 1 0 0,-1-1-1 0 0,0-1 1 0 0,9-23-1 0 0,-4-1 0 0 0,-2 0 1 0 0,-2-1-1 0 0,-2 0 0 0 0,-1 0 1 0 0,1-48-1 0 0,-2 27-469 0 0,16-72 0 0 0,-21 133 250 0 0,6-20-511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8.8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0 1840 0 0,'-8'10'12327'0'0,"8"-9"-12019"0"0,2 10 3085 0 0,24 99-301 0 0,-10-48-2437 0 0,21 118 154 0 0,6 28-4574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9.3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22 231 920 0 0,'-10'-50'727'0'0,"7"36"431"0"0,0 0 0 0 0,1 0 0 0 0,0 0 1 0 0,1 0-1 0 0,0 0 0 0 0,3-20 0 0 0,-1 31-832 0 0,0 0-1 0 0,0 0 1 0 0,0 0-1 0 0,1 0 1 0 0,-1 0-1 0 0,1 0 1 0 0,0 0-1 0 0,0 1 1 0 0,0-1-1 0 0,0 1 0 0 0,1-1 1 0 0,-1 1-1 0 0,1 0 1 0 0,-1 0-1 0 0,1 0 1 0 0,0 0-1 0 0,-1 1 1 0 0,1-1-1 0 0,0 0 1 0 0,0 1-1 0 0,0 0 1 0 0,1 0-1 0 0,-1 0 1 0 0,5-1-1 0 0,3 0 249 0 0,0 0-1 0 0,1 0 0 0 0,-1 1 1 0 0,1 1-1 0 0,18 1 0 0 0,-22-1-457 0 0,0 1 0 0 0,0 0 0 0 0,0 0-1 0 0,0 1 1 0 0,0 0 0 0 0,0 1 0 0 0,-1 0 0 0 0,1 0-1 0 0,7 5 1 0 0,-13-6-108 0 0,1 0-1 0 0,0 0 1 0 0,0 0-1 0 0,-1 1 1 0 0,0-1-1 0 0,1 1 1 0 0,-1 0-1 0 0,0 0 1 0 0,0 0-1 0 0,-1 0 1 0 0,1 0-1 0 0,-1 0 0 0 0,1 0 1 0 0,-1 0-1 0 0,0 1 1 0 0,0-1-1 0 0,0 1 1 0 0,-1-1-1 0 0,1 0 1 0 0,-1 1-1 0 0,0-1 1 0 0,0 1-1 0 0,0 3 1 0 0,-11 58-8 0 0,8-54 0 0 0,0 1 0 0 0,1 0 0 0 0,1 0 0 0 0,-1 21 0 0 0,2-32-1 0 0,0 0 0 0 0,0 0-1 0 0,1 0 1 0 0,-1 0 0 0 0,0 0 0 0 0,0 0 0 0 0,1 0 0 0 0,-1 0-1 0 0,1 0 1 0 0,-1 0 0 0 0,1 0 0 0 0,-1 0 0 0 0,1 0 0 0 0,0 0-1 0 0,-1 0 1 0 0,1 0 0 0 0,0 0 0 0 0,0-1 0 0 0,-1 1 0 0 0,1 0-1 0 0,0 0 1 0 0,0-1 0 0 0,0 1 0 0 0,0-1 0 0 0,0 1 0 0 0,0-1 0 0 0,0 1-1 0 0,0-1 1 0 0,0 0 0 0 0,0 0 0 0 0,1 1 0 0 0,-1-1 0 0 0,0 0-1 0 0,0 0 1 0 0,2 0 0 0 0,5 0-14 0 0,1-1 0 0 0,0 0 0 0 0,-1 0 0 0 0,10-3 0 0 0,22-2-20 0 0,-34 7 38 0 0,-1 0 1 0 0,0 0-1 0 0,1 0 1 0 0,-1 0-1 0 0,0 1 1 0 0,0 0 0 0 0,1 0-1 0 0,-2 0 1 0 0,1 1-1 0 0,0 0 1 0 0,0 0-1 0 0,-1 0 1 0 0,0 0-1 0 0,1 1 1 0 0,-1 0-1 0 0,6 7 1 0 0,-8-7 0 0 0,1-1 0 0 0,-1 1 0 0 0,-1 0 0 0 0,1 0 0 0 0,-1 0 0 0 0,1 0 0 0 0,-1 0 0 0 0,0 0 0 0 0,-1 0 0 0 0,1 1 0 0 0,-1-1 0 0 0,0 0 0 0 0,0 0 0 0 0,0 1 0 0 0,0-1 0 0 0,-1 0 0 0 0,0 0 0 0 0,0 0 0 0 0,0 0 0 0 0,0 0 0 0 0,-1 0 0 0 0,-2 6 0 0 0,-3 4 80 0 0,0 1 0 0 0,-2-1 0 0 0,1 0 0 0 0,-2-1 0 0 0,0 0 0 0 0,0 0 0 0 0,-1-1 0 0 0,-18 14 0 0 0,22-19-643 0 0,-1-1 0 0 0,-1-1-1 0 0,1 1 1 0 0,-1-2 0 0 0,-9 5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9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66 6 9218 0 0,'6'-5'6592'0'0,"-5"5"-6463"0"0,2 13 2453 0 0,-3 19-1557 0 0,-6 11-322 0 0,-1 1 1 0 0,-18 54-1 0 0,12-48-1253 0 0,-8 56-1 0 0,18-80-184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50.9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19 9674 0 0,'-6'-19'8516'0'0,"7"19"-8430"0"0,1 1 138 0 0,0-1 1 0 0,0 1 0 0 0,1 0 0 0 0,-1 0-1 0 0,0-1 1 0 0,0 1 0 0 0,0 1 0 0 0,0-1-1 0 0,0 0 1 0 0,0 0 0 0 0,3 3-1 0 0,11 15-21 0 0,-1 0-1 0 0,0 1 1 0 0,-2 0-1 0 0,0 1 1 0 0,-1 0-1 0 0,13 35 0 0 0,1-1-18 0 0,0-3-184 0 0,5 10 0 0 0,41 63 0 0 0,-61-109 0 0 0,1 1 0 0 0,0-2 0 0 0,1 0 0 0 0,1 0 0 0 0,0-1 0 0 0,1-1 0 0 0,1-1 0 0 0,24 16 0 0 0,-36-26 15 0 0,-1 1 0 0 0,1-1 1 0 0,0 0-1 0 0,0-1 0 0 0,1 1 1 0 0,-1-1-1 0 0,0 0 0 0 0,0 0 1 0 0,1 0-1 0 0,-1 0 0 0 0,0-1 1 0 0,1 0-1 0 0,-1 0 0 0 0,7 0 1 0 0,-8-1 1 0 0,1 0 0 0 0,-1-1 0 0 0,1 1 0 0 0,-1-1 0 0 0,0 1 0 0 0,0-1 0 0 0,0 0 0 0 0,0 0 0 0 0,0 0 0 0 0,0-1 1 0 0,-1 1-1 0 0,1-1 0 0 0,-1 0 0 0 0,1 1 0 0 0,-1-1 0 0 0,0 0 0 0 0,3-6 0 0 0,10-22 181 0 0,-1 0-1 0 0,-2-1 1 0 0,-1-1-1 0 0,12-56 1 0 0,-6 21-171 0 0,1-10-149 0 0,-14 53-188 0 0,2 0 1 0 0,0 0 0 0 0,2 1 0 0 0,0 0 0 0 0,18-34-1 0 0,-16 43-1642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51.3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192 116 2304 0 0,'-2'-4'742'0'0,"1"-1"-1"0"0,-1 0 1 0 0,1 0-1 0 0,0 0 0 0 0,-1-8 1 0 0,-5-22 3731 0 0,6 32-4119 0 0,0 0-1 0 0,-1 0 0 0 0,1 1 0 0 0,-1-1 1 0 0,1 0-1 0 0,-1 1 0 0 0,0-1 0 0 0,0 1 1 0 0,0-1-1 0 0,0 1 0 0 0,0 0 0 0 0,0 0 1 0 0,-1 0-1 0 0,1 0 0 0 0,-1 0 0 0 0,-3-1 1 0 0,4 2-223 0 0,0 1 1 0 0,0 0 0 0 0,0 0 0 0 0,0-1 0 0 0,0 1 0 0 0,0 1-1 0 0,0-1 1 0 0,0 0 0 0 0,0 0 0 0 0,0 1 0 0 0,0-1 0 0 0,1 1-1 0 0,-1 0 1 0 0,0-1 0 0 0,0 1 0 0 0,0 0 0 0 0,0 0-1 0 0,1 0 1 0 0,-1 0 0 0 0,0 1 0 0 0,1-1 0 0 0,-1 0 0 0 0,1 1-1 0 0,0-1 1 0 0,-3 4 0 0 0,-6 7 2 0 0,0 1 1 0 0,1 0-1 0 0,0 1 0 0 0,1 0 1 0 0,1 1-1 0 0,0-1 0 0 0,1 1 1 0 0,0 0-1 0 0,1 1 0 0 0,1-1 1 0 0,1 1-1 0 0,0 0 0 0 0,1 0 1 0 0,0 32-1 0 0,3-43-112 0 0,-1 1-1 0 0,1-1 1 0 0,1 0 0 0 0,-1 1-1 0 0,1-1 1 0 0,-1 0 0 0 0,2 0-1 0 0,-1 0 1 0 0,0 0-1 0 0,1 0 1 0 0,0-1 0 0 0,0 1-1 0 0,1-1 1 0 0,-1 0 0 0 0,1 0-1 0 0,0 0 1 0 0,0 0 0 0 0,0 0-1 0 0,0-1 1 0 0,1 0-1 0 0,0 0 1 0 0,-1 0 0 0 0,1-1-1 0 0,0 1 1 0 0,0-1 0 0 0,0 0-1 0 0,1-1 1 0 0,-1 1 0 0 0,8 0-1 0 0,0 0-129 0 0,1 0 0 0 0,0-1-1 0 0,0 0 1 0 0,0-1 0 0 0,0-1 0 0 0,0-1 0 0 0,0 1-1 0 0,0-2 1 0 0,0 0 0 0 0,19-7 0 0 0,-11 1-828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51.6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73 26 2304 0 0,'-73'20'14729'0'0,"103"-36"-11989"0"0,-2 1-2227 0 0,-23 13-881 0 0,16-7-198 0 0,-5 5-4931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51.8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0 105 5065 0 0,'2'4'1576'0'0,"-2"-4"-1518"0"0,0 0 0 0 0,1 0 1 0 0,-1 0-1 0 0,0 0 0 0 0,0 0 1 0 0,0 0-1 0 0,0 0 0 0 0,0 0 1 0 0,1 0-1 0 0,-1 0 0 0 0,0 0 1 0 0,0 0-1 0 0,0 0 0 0 0,0 0 1 0 0,0 0-1 0 0,1 0 0 0 0,-1 0 1 0 0,0 0-1 0 0,0 0 1 0 0,0 0 57 0 0,1-1-57 0 0,15-1 2379 0 0,16-5 1080 0 0,-11-3-2708 0 0,0-1 0 0 0,21-15 0 0 0,-21 13-1940 0 0,34-17-1 0 0,-35 21 1106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52.1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53 9218 0 0,'1'-2'301'0'0,"-1"0"1"0"0,1 0-1 0 0,0 0 1 0 0,0 0-1 0 0,0 1 1 0 0,0-1-1 0 0,0 0 0 0 0,0 0 1 0 0,0 1-1 0 0,1-1 1 0 0,-1 0-1 0 0,0 1 1 0 0,1-1-1 0 0,0 1 0 0 0,-1 0 1 0 0,1 0-1 0 0,1-2 1 0 0,2 0 288 0 0,0 0 1 0 0,0 0 0 0 0,0 0 0 0 0,0 1-1 0 0,7-3 1 0 0,-9 4-474 0 0,0 0 0 0 0,0 1 1 0 0,-1 0-1 0 0,1-1 0 0 0,0 1 1 0 0,0 0-1 0 0,0 0 0 0 0,-1 0 1 0 0,1 1-1 0 0,0-1 0 0 0,0 1 1 0 0,0-1-1 0 0,-1 1 0 0 0,1 0 0 0 0,0 0 1 0 0,-1 0-1 0 0,4 2 0 0 0,-2 0-35 0 0,0 0 0 0 0,0 0 0 0 0,-1 1-1 0 0,1-1 1 0 0,-1 1 0 0 0,1-1 0 0 0,-1 1 0 0 0,0 0-1 0 0,2 5 1 0 0,2 5 5 0 0,0 0 0 0 0,-1 1 0 0 0,0 0 0 0 0,-2 0 0 0 0,4 17 0 0 0,3 35-559 0 0,-3 1-1 0 0,-2 113 0 0 0,0 10 510 0 0,-2-162-388 0 0,-3-15-80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52.4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0 14283 0 0,'-3'4'1272'0'0,"2"-1"-1016"0"0,1 0-256 0 0,1-3 0 0 0,0 0 240 0 0,-1 1 0 0 0,0 3 1 0 0,0-1-1 0 0,2 1-336 0 0,-1 0-64 0 0,3-1-9 0 0,0 0-7 0 0,4-1 176 0 0,-2 0 0 0 0,-3-5 0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5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53 87 4145 0 0,'-3'0'392'0'0,"1"0"1"0"0,-1 0 0 0 0,0 0-1 0 0,0-1 1 0 0,0 1-1 0 0,1-1 1 0 0,-1 0-1 0 0,0 0 1 0 0,1 0 0 0 0,-1 0-1 0 0,1 0 1 0 0,-1-1-1 0 0,1 1 1 0 0,-1-1-1 0 0,1 1 1 0 0,-4-5-1 0 0,5 6-255 0 0,1-1 0 0 0,0 1 0 0 0,-1-1 0 0 0,1 0 0 0 0,-1 1 0 0 0,1-1 0 0 0,0 0 0 0 0,0 1 0 0 0,-1-1-1 0 0,1 0 1 0 0,0 0 0 0 0,0 1 0 0 0,0-1 0 0 0,0 0 0 0 0,0 0 0 0 0,0 1 0 0 0,0-1 0 0 0,0 0 0 0 0,0 0-1 0 0,0 1 1 0 0,0-1 0 0 0,0 0 0 0 0,0 0 0 0 0,1 0 0 0 0,0-1 14 0 0,0 1 0 0 0,0-1 0 0 0,0 1 0 0 0,1-1 0 0 0,-1 1 0 0 0,0 0 0 0 0,1 0 0 0 0,-1-1 0 0 0,1 1 0 0 0,-1 0 0 0 0,1 0 0 0 0,0 0 0 0 0,3-1 0 0 0,9-4 520 0 0,0 1-1 0 0,1 0 0 0 0,-1 1 0 0 0,28-4 0 0 0,-34 7-560 0 0,-1 0 0 0 0,0 0 1 0 0,1 1-1 0 0,-1 0 0 0 0,1 1 0 0 0,-1 0 0 0 0,0 0 1 0 0,0 0-1 0 0,1 1 0 0 0,-1 0 0 0 0,13 5 0 0 0,-17-4-99 0 0,1-1 0 0 0,-1 1 0 0 0,0 0 0 0 0,0 0 0 0 0,0 0 0 0 0,0 0 0 0 0,-1 1 0 0 0,1-1 0 0 0,-1 1-1 0 0,0-1 1 0 0,0 1 0 0 0,0 0 0 0 0,-1 0 0 0 0,1 0 0 0 0,-1 0 0 0 0,0 0 0 0 0,0 0 0 0 0,0 0-1 0 0,-1 0 1 0 0,1 7 0 0 0,-1 9-41 0 0,0 0-1 0 0,-5 38 0 0 0,4-52 15 0 0,-9 45-58 0 0,7-41 61 0 0,1 1-1 0 0,0-1 1 0 0,0 1-1 0 0,1 0 1 0 0,0 0-1 0 0,1-1 1 0 0,0 1-1 0 0,1 0 1 0 0,2 13-1 0 0,-2-22 13 0 0,0 0 0 0 0,0-1 0 0 0,0 1 0 0 0,0 0 0 0 0,0-1 0 0 0,0 1-1 0 0,0-1 1 0 0,0 0 0 0 0,1 1 0 0 0,-1-1 0 0 0,1 0 0 0 0,-1 0 0 0 0,1 0 0 0 0,-1 0-1 0 0,1 0 1 0 0,0 0 0 0 0,0-1 0 0 0,-1 1 0 0 0,1 0 0 0 0,0-1 0 0 0,0 1-1 0 0,0-1 1 0 0,-1 0 0 0 0,1 0 0 0 0,0 1 0 0 0,0-1 0 0 0,0 0 0 0 0,0-1-1 0 0,0 1 1 0 0,2-1 0 0 0,11-1-13 0 0,0 0-1 0 0,27-9 1 0 0,-20 5 15 0 0,-17 4 6 0 0,1 1 0 0 0,-1 0 0 0 0,1 1 0 0 0,-1-1 0 0 0,0 1 1 0 0,1 0-1 0 0,6 1 0 0 0,-12-1-8 0 0,1 0 1 0 0,0 0 0 0 0,-1 1 0 0 0,1-1 0 0 0,0 0-1 0 0,0 0 1 0 0,-1 1 0 0 0,1-1 0 0 0,-1 0-1 0 0,1 1 1 0 0,0-1 0 0 0,-1 1 0 0 0,1-1-1 0 0,-1 1 1 0 0,1-1 0 0 0,-1 1 0 0 0,1-1-1 0 0,-1 1 1 0 0,1 0 0 0 0,-1-1 0 0 0,0 1 0 0 0,1 1-1 0 0,-1-1 2 0 0,1 1 1 0 0,-1-1-1 0 0,0 1 0 0 0,0-1 0 0 0,0 1 0 0 0,-1-1 0 0 0,1 1 0 0 0,0-1 1 0 0,-1 1-1 0 0,1-1 0 0 0,0 1 0 0 0,-1-1 0 0 0,0 1 0 0 0,1-1 0 0 0,-2 2 0 0 0,-13 20 198 0 0,-1-1 0 0 0,-1-1 0 0 0,-1-1 0 0 0,0-1 0 0 0,-34 28 0 0 0,18-16-132 0 0,-43 37 54 0 0,10-10-1281 0 0,25-17-2828 0 0,27-26-2416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5.9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403 2 14747 0 0,'0'0'93'0'0,"0"0"0"0"0,1 0 0 0 0,-1-1 0 0 0,0 1 0 0 0,1 0 0 0 0,-1 0 0 0 0,0 0 0 0 0,1 0-1 0 0,-1 0 1 0 0,0 0 0 0 0,1 0 0 0 0,-1 0 0 0 0,1 0 0 0 0,-1 0 0 0 0,0 0 0 0 0,1 0 0 0 0,-1 0 0 0 0,0 0 0 0 0,1 0 0 0 0,-1 0 0 0 0,0 0-1 0 0,1 1 1 0 0,-1-1 0 0 0,0 0 0 0 0,1 0 0 0 0,-1 0 0 0 0,0 0 0 0 0,0 1 0 0 0,1-1 0 0 0,-1 0 0 0 0,0 0 0 0 0,0 1 0 0 0,1-1 0 0 0,-1 0-1 0 0,0 0 1 0 0,0 1 0 0 0,1 16 1625 0 0,-15 26-555 0 0,11-36-824 0 0,-203 488 1695 0 0,155-381-1897 0 0,-40 106-247 0 0,47-68-3025 0 0,42-147 2146 0 0,1 1 0 0 0,0 0 0 0 0,1 0 0 0 0,-1 0 0 0 0,1 0 0 0 0,0 0 0 0 0,0 0 0 0 0,3 11 0 0 0,0-6-2295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6.2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4145 0 0,'10'-14'731'0'0,"1"0"1"0"0,0 1-1 0 0,1 0 0 0 0,0 1 1 0 0,1 0-1 0 0,0 1 0 0 0,1 1 1 0 0,20-13-1 0 0,-27 19-310 0 0,0 1-1 0 0,0 0 0 0 0,0 0 1 0 0,0 1-1 0 0,0 0 1 0 0,1 0-1 0 0,-1 0 0 0 0,1 1 1 0 0,11 0-1 0 0,-14 1-179 0 0,0 0 0 0 0,0 1 0 0 0,0 0 0 0 0,-1 0 0 0 0,1 0 0 0 0,0 0 1 0 0,0 1-1 0 0,-1 0 0 0 0,1 0 0 0 0,-1 0 0 0 0,1 1 0 0 0,-1-1 0 0 0,0 1 0 0 0,0 0 0 0 0,6 6 0 0 0,-7-6-126 0 0,0 1 1 0 0,0-1-1 0 0,0 1 1 0 0,0 0-1 0 0,-1 0 1 0 0,0 0-1 0 0,0 0 1 0 0,0 0-1 0 0,0 1 1 0 0,-1-1-1 0 0,1 1 1 0 0,-1-1-1 0 0,0 1 0 0 0,-1-1 1 0 0,1 1-1 0 0,-1 8 1 0 0,-1 6 292 0 0,0 0-1 0 0,-9 36 1 0 0,6-40-159 0 0,2-1 1 0 0,0 1-1 0 0,0 0 1 0 0,1 18-1 0 0,1-31-209 0 0,0 0 0 0 0,0 0 0 0 0,1 0 0 0 0,-1 0 0 0 0,0 0 0 0 0,1-1 0 0 0,-1 1-1 0 0,1 0 1 0 0,0 0 0 0 0,0 0 0 0 0,0-1 0 0 0,0 1 0 0 0,0 0 0 0 0,0-1 0 0 0,0 1 0 0 0,0-1 0 0 0,0 1 0 0 0,1-1 0 0 0,-1 0 0 0 0,1 1 0 0 0,-1-1 0 0 0,1 0 0 0 0,3 2 0 0 0,-2-2-5 0 0,1 0 1 0 0,-1 0 0 0 0,1-1-1 0 0,-1 1 1 0 0,1-1 0 0 0,0 0-1 0 0,-1 0 1 0 0,1 0 0 0 0,-1 0-1 0 0,1 0 1 0 0,0-1 0 0 0,3-1-1 0 0,6-1-57 0 0,1-2 0 0 0,-1 0 0 0 0,0 0 0 0 0,-1-1 0 0 0,20-12 0 0 0,66-61-2718 0 0,-69 56-5116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6.4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1 11058 0 0,'-6'7'488'0'0,"3"-5"105"0"0,1 1-473 0 0,0 0-120 0 0,2-2 368 0 0,2-1-176 0 0,-1-1 0 0 0,0-1-624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6.6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1 107 7834 0 0,'1'3'696'0'0,"0"-2"-560"0"0,2 1-136 0 0,1-2 0 0 0,-1 0 912 0 0,1-2 152 0 0,3 1 33 0 0,4-3 7 0 0,6-3-272 0 0,8-3-48 0 0,5-2-16 0 0,2-2 0 0 0,0-1-1480 0 0,-3 2-304 0 0,-2 2-56 0 0,-1 0-16 0 0,0 4 888 0 0,-4 1 200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6.9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 14283 0 0,'-1'0'174'0'0,"1"0"0"0"0,-1 1 0 0 0,1-1 0 0 0,-1 1 0 0 0,1-1 0 0 0,-1 1 0 0 0,1-1 0 0 0,0 1 0 0 0,-1-1 0 0 0,1 1 0 0 0,0 0 0 0 0,0-1 0 0 0,-1 1 0 0 0,1-1 0 0 0,0 1 0 0 0,0 0 1 0 0,0-1-1 0 0,0 1 0 0 0,0-1 0 0 0,0 1 0 0 0,0 0 0 0 0,0-1 0 0 0,0 1 0 0 0,0 0 0 0 0,0-1 0 0 0,0 2 0 0 0,2 25 1167 0 0,-1-19-603 0 0,5 123 1091 0 0,-1 272-39 0 0,-10-350-1683 0 0,-3 100 63 0 0,9-129-315 0 0,0 1-1 0 0,1-1 0 0 0,2 0 1 0 0,7 28-1 0 0,-9-45-33 0 0,0-1 0 0 0,0 0-1 0 0,1 0 1 0 0,0 0 0 0 0,0-1-1 0 0,1 1 1 0 0,5 7 0 0 0,-6-10-264 0 0,0 0-1 0 0,0 0 1 0 0,0 0 0 0 0,0 0 0 0 0,0-1 0 0 0,0 1-1 0 0,1-1 1 0 0,-1 0 0 0 0,1 0 0 0 0,0 0-1 0 0,0-1 1 0 0,6 3 0 0 0,7-2-1667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7.1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12899 0 0,'0'15'7601'0'0,"3"-13"-7798"0"0,0 0 3 0 0,0 1 0 0 0,0 0 0 0 0,0 0 0 0 0,0 0 0 0 0,0 1 1 0 0,-1-1-1 0 0,1 0 0 0 0,-1 1 0 0 0,2 4 0 0 0,-1 0 194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7.4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59 7834 0 0,'0'0'82'0'0,"-1"0"0"0"0,1 0 0 0 0,0 0 0 0 0,0 0-1 0 0,0 0 1 0 0,-1 0 0 0 0,1 0 0 0 0,0 0 0 0 0,0 0 0 0 0,-1 0 0 0 0,1 1 0 0 0,-2 0 656 0 0,2-1-656 0 0,0 0 0 0 0,0 0 0 0 0,0 1 0 0 0,0-1 0 0 0,0 0 0 0 0,0 0 0 0 0,-1 1 0 0 0,1-1 0 0 0,0 0 0 0 0,0 0-1 0 0,0 0 1 0 0,0 1 0 0 0,0-1 0 0 0,0 0 0 0 0,0 0 0 0 0,0 1 0 0 0,0-1 0 0 0,0 0 0 0 0,0 0 0 0 0,0 1 0 0 0,0-1 0 0 0,0 0 0 0 0,0 0 0 0 0,1 1 0 0 0,-1-1 0 0 0,0 0 0 0 0,0 0 0 0 0,0 0 0 0 0,1 1 328 0 0,-1 0-328 0 0,20 0 3343 0 0,28-7 380 0 0,-48 6-3764 0 0,111-21 2606 0 0,-92 16-2893 0 0,0 0 1 0 0,0-2 0 0 0,29-13 0 0 0,-39 14-1596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7.7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86 0 2304 0 0,'-8'4'286'0'0,"1"0"-1"0"0,-1 1 0 0 0,1 0 1 0 0,0 0-1 0 0,0 0 0 0 0,1 1 0 0 0,0 0 1 0 0,-8 10-1 0 0,12-14-75 0 0,0 0 1 0 0,1 1 0 0 0,-1-1-1 0 0,1 0 1 0 0,0 1-1 0 0,0-1 1 0 0,0 1-1 0 0,0-1 1 0 0,0 1 0 0 0,0 0-1 0 0,1-1 1 0 0,-1 1-1 0 0,1 0 1 0 0,0 0 0 0 0,0-1-1 0 0,0 1 1 0 0,0 0-1 0 0,0 0 1 0 0,0-1-1 0 0,1 1 1 0 0,0 0 0 0 0,-1-1-1 0 0,1 1 1 0 0,0 0-1 0 0,0-1 1 0 0,0 1-1 0 0,1-1 1 0 0,-1 1 0 0 0,1-1-1 0 0,2 3 1 0 0,11 12 1104 0 0,2 0 1 0 0,0-1 0 0 0,31 22-1 0 0,17 17 1602 0 0,-58-48-2693 0 0,0 0 0 0 0,0 0 0 0 0,-1 0 0 0 0,0 1 0 0 0,0 0 0 0 0,-1 1 0 0 0,5 8 0 0 0,-9-15-185 0 0,0 1 0 0 0,-1-1 0 0 0,1 0 0 0 0,0 0-1 0 0,-1 1 1 0 0,0-1 0 0 0,1 1 0 0 0,-1-1 0 0 0,0 0 0 0 0,0 1 0 0 0,0-1 0 0 0,0 1 0 0 0,-1-1 0 0 0,1 0 0 0 0,-1 1 0 0 0,1-1-1 0 0,-1 0 1 0 0,0 0 0 0 0,0 1 0 0 0,0-1 0 0 0,0 0 0 0 0,-1 0 0 0 0,1 0 0 0 0,0 0 0 0 0,-1 0 0 0 0,1 0 0 0 0,-1-1-1 0 0,0 1 1 0 0,0 0 0 0 0,1-1 0 0 0,-1 1 0 0 0,0-1 0 0 0,0 0 0 0 0,-4 2 0 0 0,-3 2-291 0 0,-1 0-1 0 0,-1-1 1 0 0,1 0-1 0 0,-1 0 1 0 0,0-1 0 0 0,1-1-1 0 0,-1 0 1 0 0,-15 1 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18.2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0 400 4609 0 0,'6'15'12452'0'0,"4"-9"-12316"0"0,11 11 1715 0 0,-1 2 0 0 0,31 36 0 0 0,18 18-1714 0 0,-61-66-60 0 0,0 0 1 0 0,1 0-1 0 0,0-1 1 0 0,0-1-1 0 0,1 1 0 0 0,-1-1 1 0 0,11 3-1 0 0,-18-7-50 0 0,-1-1-1 0 0,1 0 0 0 0,-1 1 0 0 0,1-1 0 0 0,-1 0 0 0 0,1 0 1 0 0,-1 0-1 0 0,1 0 0 0 0,-1 0 0 0 0,1 0 0 0 0,-1 0 1 0 0,1-1-1 0 0,-1 1 0 0 0,1-1 0 0 0,-1 1 0 0 0,0-1 1 0 0,1 1-1 0 0,-1-1 0 0 0,0 0 0 0 0,1 1 0 0 0,-1-1 0 0 0,0 0 1 0 0,0 0-1 0 0,0 0 0 0 0,1 0 0 0 0,-1 0 0 0 0,0 0 1 0 0,-1-1-1 0 0,1 1 0 0 0,0 0 0 0 0,0 0 0 0 0,0-1 1 0 0,-1 1-1 0 0,1 0 0 0 0,-1-1 0 0 0,1-1 0 0 0,4-9 153 0 0,-2 1 1 0 0,0-1-1 0 0,3-20 0 0 0,-3 16-54 0 0,-1 6-99 0 0,58-266 881 0 0,0 97-3304 0 0,-33 116-6181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0.9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15 180 8290 0 0,'-14'-17'9519'0'0,"17"27"-8256"0"0,20 58-689 0 0,14 73-1 0 0,14 45 884 0 0,-42-161-1336 0 0,0-1 1 0 0,2 1-1 0 0,2-2 1 0 0,0 1-1 0 0,18 23 1 0 0,-26-40-91 0 0,1 1 1 0 0,0-1-1 0 0,1 0 1 0 0,0-1-1 0 0,0 0 1 0 0,0 0-1 0 0,11 6 1 0 0,-17-11-24 0 0,1 0 0 0 0,0 0 0 0 0,0 0 0 0 0,0 0 0 0 0,0 0 0 0 0,0-1 1 0 0,0 1-1 0 0,1 0 0 0 0,-1-1 0 0 0,0 0 0 0 0,0 1 0 0 0,0-1 1 0 0,0 0-1 0 0,1 0 0 0 0,-1-1 0 0 0,0 1 0 0 0,0 0 0 0 0,0-1 0 0 0,0 1 1 0 0,0-1-1 0 0,0 1 0 0 0,0-1 0 0 0,0 0 0 0 0,0 0 0 0 0,0 0 1 0 0,0 0-1 0 0,0-1 0 0 0,0 1 0 0 0,-1 0 0 0 0,1-1 0 0 0,0 1 0 0 0,-1-1 1 0 0,0 1-1 0 0,1-1 0 0 0,-1 0 0 0 0,2-2 0 0 0,2-5 43 0 0,0 1 0 0 0,-1-1 0 0 0,0-1 0 0 0,-1 1 0 0 0,1 0 1 0 0,-2-1-1 0 0,3-10 0 0 0,7-74 207 0 0,-9 62-174 0 0,16-172 99 0 0,16-128-1638 0 0,-28 303-1715 0 0,-7 28 3119 0 0,0 1-1 0 0,0 0 0 0 0,0 0 0 0 0,0 0 0 0 0,0 0 0 0 0,0 0 1 0 0,1 0-1 0 0,-1-1 0 0 0,0 1-156 0 0,0 0 157 0 0,0 0-1 0 0,1 0 0 0 0,-1 0 0 0 0,0 0 0 0 0,0 0 0 0 0,0-1 1 0 0,0 1-1 0 0,0 0 0 0 0,1 0 0 0 0,-1 0 0 0 0,0 0 0 0 0,0 0 1 0 0,0 0-1 0 0,0 0 0 0 0,1 0 0 0 0,-1 0 0 0 0,0 0 0 0 0,0 0 1 0 0,0 0-1 0 0,0 0 0 0 0,1 0 0 0 0,-1 0 0 0 0,0 1 0 0 0,0-1 0 0 0,0 0 1 0 0,0 0-1 0 0,0 0 0 0 0,1 0 0 0 0,-1 0 0 0 0,0 0 0 0 0,0 0 1 0 0,9 16-355 0 0,-3 1 393 0 0,0 1 13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1.5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83 9 2304 0 0,'-5'-2'901'0'0,"0"1"-1"0"0,0-1 0 0 0,0 1 1 0 0,0 0-1 0 0,0 1 0 0 0,0-1 1 0 0,0 1-1 0 0,0 0 0 0 0,-5 1 1 0 0,8-1-703 0 0,1 0 1 0 0,0 0 0 0 0,0 0 0 0 0,0 0-1 0 0,0 0 1 0 0,-1 1 0 0 0,1-1-1 0 0,0 1 1 0 0,0-1 0 0 0,0 1 0 0 0,0-1-1 0 0,0 1 1 0 0,0-1 0 0 0,0 1-1 0 0,0 0 1 0 0,0 0 0 0 0,0-1 0 0 0,1 1-1 0 0,-1 0 1 0 0,0 0 0 0 0,0 0-1 0 0,1 0 1 0 0,-1 0 0 0 0,0 0-1 0 0,1 0 1 0 0,-1 0 0 0 0,1 0 0 0 0,0 0-1 0 0,-1 1 1 0 0,1-1 0 0 0,0 0-1 0 0,0 0 1 0 0,-1 0 0 0 0,1 0 0 0 0,0 1-1 0 0,0-1 1 0 0,0 0 0 0 0,1 0-1 0 0,-1 0 1 0 0,0 0 0 0 0,0 1 0 0 0,1 0-1 0 0,15 78 826 0 0,-3 0 1 0 0,3 124-1 0 0,-8-109-952 0 0,-4-60-196 0 0,-2 0 0 0 0,-1 0 0 0 0,-5 52 0 0 0,-4-56-1410 0 0,5-25 315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1.85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0 133 4145 0 0,'1'-5'593'0'0,"-1"-1"-1"0"0,0 1 1 0 0,1 0 0 0 0,0 0 0 0 0,1-1-1 0 0,-1 1 1 0 0,1 0 0 0 0,0 1 0 0 0,0-1-1 0 0,0 0 1 0 0,1 0 0 0 0,0 1 0 0 0,-1-1-1 0 0,5-3 1 0 0,-2 3-144 0 0,-1 0 0 0 0,1 1 1 0 0,0-1-1 0 0,0 1 0 0 0,1 0 0 0 0,-1 0 0 0 0,1 1 1 0 0,0 0-1 0 0,0 0 0 0 0,9-3 0 0 0,-10 4-320 0 0,0 0 0 0 0,0 1 0 0 0,0 0 0 0 0,0 0-1 0 0,0 0 1 0 0,1 0 0 0 0,-1 1 0 0 0,0 0 0 0 0,0 0 0 0 0,0 1-1 0 0,0-1 1 0 0,0 1 0 0 0,1 0 0 0 0,-1 0 0 0 0,0 1 0 0 0,-1 0 0 0 0,1 0-1 0 0,0 0 1 0 0,0 0 0 0 0,-1 1 0 0 0,0-1 0 0 0,1 1 0 0 0,-1 0-1 0 0,0 1 1 0 0,0-1 0 0 0,-1 1 0 0 0,1-1 0 0 0,-1 1 0 0 0,1 0 0 0 0,2 6-1 0 0,0 1-105 0 0,-1 0 0 0 0,-1 1 0 0 0,1 0-1 0 0,-2 0 1 0 0,0 0 0 0 0,0 0 0 0 0,-1 0-1 0 0,-1 1 1 0 0,0-1 0 0 0,0 1 0 0 0,-2-1-1 0 0,1 0 1 0 0,-2 1 0 0 0,-3 15-1 0 0,2-9 17 0 0,-2 0-1 0 0,-1-1 0 0 0,0 0 0 0 0,-1 0 0 0 0,-1-1 0 0 0,-1 0 0 0 0,0 0 0 0 0,-19 26 1 0 0,22-37-93 0 0,0 1 0 0 0,0-1 1 0 0,-1 0-1 0 0,1 0 1 0 0,-1-1-1 0 0,-1 0 1 0 0,1 0-1 0 0,-1-1 0 0 0,1 0 1 0 0,-1 0-1 0 0,-13 4 1 0 0,14-6-1045 0 0,0 0 0 0 0,0-1 0 0 0,-1 0 0 0 0,-12 1 1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2.1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103 1 14747 0 0,'-11'23'5016'0'0,"3"-10"-4032"0"0,-42 113 1384 0 0,36-83-4112 0 0,1 0-3382 0 0,7-22-1861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3.0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 11979 0 0,'-2'17'7934'0'0,"3"-16"-7700"0"0,6 16 598 0 0,14 41-91 0 0,-3 1 0 0 0,-3 1 0 0 0,15 121 0 0 0,-10-51-1383 0 0,-7-46-2967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3.2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0 183 6913 0 0,'73'-84'4092'0'0,"-64"75"-3785"0"0,6-7 619 0 0,1 1 0 0 0,21-15 0 0 0,-32 26-1186 0 0,0 1 0 0 0,0 0 1 0 0,0 0-1 0 0,0 0 1 0 0,0 1-1 0 0,1 0 1 0 0,-1 0-1 0 0,1 0 0 0 0,-1 1 1 0 0,1 0-1 0 0,0 0 1 0 0,0 0-1 0 0,8 1 1 0 0,-3 1-4228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3.4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0 174 5985 0 0,'63'-79'-784'0'0,"-60"76"709"0"0,10-12-60 0 0,1 1 0 0 0,0 1 0 0 0,20-13 0 0 0,-30 23 126 0 0,-1 0 1 0 0,1 1-1 0 0,0-1 1 0 0,0 1-1 0 0,1 0 0 0 0,-1 1 1 0 0,0-1-1 0 0,1 1 1 0 0,-1 0-1 0 0,1 0 1 0 0,-1 0-1 0 0,1 0 0 0 0,0 1 1 0 0,-1 0-1 0 0,1 0 1 0 0,0 0-1 0 0,-1 1 0 0 0,1-1 1 0 0,6 3-1 0 0,0 2-4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3.6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73 9218 0 0,'-1'8'1494'0'0,"9"-11"-1033"0"0,27-24-1984 0 0,-25 18-403 0 0,1 0 0 0 0,22-12-1 0 0,-11 12 1349 0 0,-17 6 566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3.9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93 1 9218 0 0,'-15'33'8467'0'0,"2"1"-4023"0"0,-17 73-4105 0 0,12-39 89 0 0,5-15-1128 0 0,9-30-5379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4.2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0 12899 0 0,'-1'1'320'0'0,"0"0"0"0"0,0 0 0 0 0,1 0 0 0 0,-1 0 0 0 0,0 0 0 0 0,0 0 0 0 0,1 0 0 0 0,-1 0 0 0 0,0 0 1 0 0,1 1-1 0 0,-1-1 0 0 0,1 0 0 0 0,0 0 0 0 0,-1 1 0 0 0,1-1 0 0 0,0 0 0 0 0,0 1 0 0 0,0-1 0 0 0,0 0 0 0 0,0 3 0 0 0,3 37 1643 0 0,-1-18-1256 0 0,-6 124 47 0 0,0 50-546 0 0,6-156-534 0 0,1 0 1 0 0,15 68-1 0 0,-8-72-1519 0 0,-5-25 179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4.4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36 5065 0 0,'7'-5'596'0'0,"0"1"0"0"0,1 0 0 0 0,-1 0 0 0 0,1 1-1 0 0,0 0 1 0 0,0 0 0 0 0,1 0 0 0 0,-1 1 0 0 0,0 1 0 0 0,1-1 0 0 0,-1 1 0 0 0,1 1-1 0 0,8 0 1 0 0,-7 1-645 0 0,0 0-1 0 0,0 1 1 0 0,-1 0 0 0 0,1 0-1 0 0,-1 1 1 0 0,17 8-1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4.6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0 161 6913 0 0,'4'-1'95'0'0,"0"-1"-1"0"0,0 1 0 0 0,0-1 0 0 0,0 0 0 0 0,0 0 0 0 0,-1-1 1 0 0,1 1-1 0 0,-1-1 0 0 0,4-2 0 0 0,6-5 213 0 0,193-105-759 0 0,-184 103 512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4.97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76 12899 0 0,'-3'1'1311'0'0,"6"-4"-289"0"0,15-9 337 0 0,26-14-92 0 0,-33 20-1204 0 0,2-1-1 0 0,-1 2 1 0 0,21-7-1 0 0,-27 10-495 0 0,-1 1 0 0 0,1 0 0 0 0,-1 0 0 0 0,1 1 0 0 0,0 0-1 0 0,-1 0 1 0 0,1 0 0 0 0,0 0 0 0 0,-1 1 0 0 0,1 0 0 0 0,7 3 0 0 0,-1 0-4404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5.1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54 10594 0 0,'-16'15'4442'0'0,"29"-16"-904"0"0,30-16-1476 0 0,-42 17-2102 0 0,101-42-2792 0 0,-83 34-3666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7.8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11 211 4145 0 0,'-1'-2'342'0'0,"-1"-1"1"0"0,1 1-1 0 0,0-1 1 0 0,0 1-1 0 0,0-1 1 0 0,0 1-1 0 0,0-1 1 0 0,0 0-1 0 0,1 1 1 0 0,0-1-1 0 0,-1 0 1 0 0,1 1-1 0 0,0-5 1 0 0,4-36 3270 0 0,-1 36-3148 0 0,0 0 0 0 0,0 1 0 0 0,0-1 0 0 0,1 1 0 0 0,-1 0 0 0 0,2 0 0 0 0,-1 1 0 0 0,1-1 0 0 0,0 1 0 0 0,0 0 0 0 0,0 0 0 0 0,11-7 0 0 0,-8 6-180 0 0,0 0-1 0 0,0 1 1 0 0,0 1-1 0 0,0-1 1 0 0,1 1-1 0 0,0 1 1 0 0,0 0-1 0 0,0 0 1 0 0,13-2-1 0 0,-19 5-251 0 0,1 0 1 0 0,0 0-1 0 0,0 0 0 0 0,-1 0 0 0 0,1 1 0 0 0,0 0 0 0 0,0 0 0 0 0,-1 0 1 0 0,1 0-1 0 0,-1 0 0 0 0,1 1 0 0 0,-1-1 0 0 0,0 1 0 0 0,1 0 0 0 0,-1 0 1 0 0,0 0-1 0 0,0 1 0 0 0,-1-1 0 0 0,1 1 0 0 0,0 0 0 0 0,-1-1 0 0 0,1 1 1 0 0,-1 0-1 0 0,0 0 0 0 0,0 1 0 0 0,0-1 0 0 0,-1 0 0 0 0,3 6 1 0 0,0 2-32 0 0,0-1 1 0 0,-1 1 0 0 0,0 0 0 0 0,0-1 0 0 0,-1 1 0 0 0,-1 1-1 0 0,0-1 1 0 0,-1 16 0 0 0,-2-3-96 0 0,-2 0 0 0 0,-1 0 0 0 0,-10 30 0 0 0,7-26-18 0 0,-8 47 1 0 0,16-74 112 0 0,-1 0 1 0 0,1 0 0 0 0,0 0 0 0 0,0 0 0 0 0,0 0 0 0 0,0 0-1 0 0,0 0 1 0 0,0 0 0 0 0,0 0 0 0 0,0 0 0 0 0,0 0-1 0 0,0 0 1 0 0,1 0 0 0 0,-1 0 0 0 0,0 0 0 0 0,1 0 0 0 0,-1 0-1 0 0,1 0 1 0 0,-1 0 0 0 0,1 0 0 0 0,-1 0 0 0 0,1 0-1 0 0,0-1 1 0 0,-1 1 0 0 0,1 0 0 0 0,1 1 0 0 0,-1-2 6 0 0,1 0 0 0 0,-1 1 0 0 0,1-1 0 0 0,-1 0 0 0 0,1 0 0 0 0,-1 0 0 0 0,1 0 0 0 0,-1 0 0 0 0,1 0 0 0 0,-1 0 0 0 0,1 0 0 0 0,-1-1 0 0 0,1 1 0 0 0,-1-1 0 0 0,3 0 0 0 0,8-5 46 0 0,0 0-1 0 0,0 0 1 0 0,12-11 0 0 0,-18 14-57 0 0,1-2 24 0 0,1 0-1 0 0,-1 0 1 0 0,1 1-1 0 0,0 1 1 0 0,1-1 0 0 0,-1 1-1 0 0,1 1 1 0 0,-1 0-1 0 0,1 0 1 0 0,14-1-1 0 0,-20 3-13 0 0,1 0 0 0 0,-1 0-1 0 0,1 0 1 0 0,0 1 0 0 0,-1 0-1 0 0,1 0 1 0 0,-1 0 0 0 0,0 0-1 0 0,1 0 1 0 0,-1 1-1 0 0,0-1 1 0 0,0 1 0 0 0,0 0-1 0 0,0 0 1 0 0,0 0 0 0 0,0 0-1 0 0,0 1 1 0 0,-1-1 0 0 0,1 1-1 0 0,-1-1 1 0 0,0 1-1 0 0,0 0 1 0 0,0 0 0 0 0,0 0-1 0 0,0 0 1 0 0,-1 1 0 0 0,1-1-1 0 0,1 7 1 0 0,-1-5 3 0 0,0 1 0 0 0,-1-1 0 0 0,0 1 0 0 0,0-1 0 0 0,0 1-1 0 0,-1-1 1 0 0,0 1 0 0 0,0 0 0 0 0,0-1 0 0 0,-1 1 0 0 0,0 0 0 0 0,0-1 0 0 0,-2 7 0 0 0,0-3 31 0 0,-1-1 1 0 0,0 1-1 0 0,0-1 0 0 0,0 0 1 0 0,-1 0-1 0 0,-1-1 1 0 0,-8 11-1 0 0,0-4 32 0 0,0 0-1 0 0,0-2 1 0 0,-1 1 0 0 0,-1-2 0 0 0,0 0-1 0 0,-35 17 1 0 0,48-26-216 0 0,-1 0 0 0 0,1-1-1 0 0,0 0 1 0 0,-1 1 0 0 0,1-1 0 0 0,-1-1-1 0 0,1 1 1 0 0,-1 0 0 0 0,1-1 0 0 0,-1 0 0 0 0,0 0-1 0 0,1 0 1 0 0,-1 0 0 0 0,1 0 0 0 0,-1-1-1 0 0,-3 0 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8.2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521 32 9674 0 0,'-10'-32'8103'0'0,"-1"43"-5586"0"0,-108 195 704 0 0,55-89-2811 0 0,-6 1-157 0 0,-70 130 255 0 0,118-203-694 0 0,2 1-1 0 0,3 0 1 0 0,-21 81 0 0 0,35-116-298 0 0,1 1 0 0 0,0-1-1 0 0,1 0 1 0 0,0 1 0 0 0,1-1 0 0 0,0 1-1 0 0,1-1 1 0 0,3 20 0 0 0,2-13 81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8.8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30 112 7370 0 0,'-1'1'137'0'0,"0"-1"0"0"0,-1 0 1 0 0,1 0-1 0 0,-1 0 1 0 0,1-1-1 0 0,-1 1 0 0 0,1 0 1 0 0,0 0-1 0 0,-1-1 1 0 0,1 1-1 0 0,0-1 0 0 0,-1 1 1 0 0,1-1-1 0 0,0 0 1 0 0,0 1-1 0 0,-1-1 0 0 0,1 0 1 0 0,0 0-1 0 0,0 0 1 0 0,-1-1-1 0 0,1 1 6 0 0,1 0-1 0 0,0 0 1 0 0,0 0-1 0 0,-1-1 1 0 0,1 1 0 0 0,0 0-1 0 0,0 0 1 0 0,0 0 0 0 0,0 0-1 0 0,0-1 1 0 0,0 1-1 0 0,1 0 1 0 0,-1 0 0 0 0,0 0-1 0 0,0 0 1 0 0,1 0-1 0 0,-1-1 1 0 0,1 1 0 0 0,-1 0-1 0 0,1 0 1 0 0,0 0 0 0 0,-1 0-1 0 0,1 0 1 0 0,0 1-1 0 0,1-3 1 0 0,3-3 308 0 0,1 0-1 0 0,0 0 1 0 0,0 0-1 0 0,1 0 1 0 0,0 1-1 0 0,0 0 1 0 0,0 1-1 0 0,0 0 1 0 0,1 0-1 0 0,0 0 1 0 0,0 1-1 0 0,0 0 1 0 0,10-2-1 0 0,-15 4-387 0 0,0 0 0 0 0,0 0 0 0 0,1 1 0 0 0,-1-1-1 0 0,0 1 1 0 0,0 0 0 0 0,1 0 0 0 0,-1 0 0 0 0,0 0-1 0 0,1 1 1 0 0,-1-1 0 0 0,0 1 0 0 0,0 0 0 0 0,0 0-1 0 0,0 0 1 0 0,0 0 0 0 0,0 0 0 0 0,0 1 0 0 0,0-1-1 0 0,0 1 1 0 0,0 0 0 0 0,-1 0 0 0 0,1 0 0 0 0,-1 0-1 0 0,1 1 1 0 0,-1-1 0 0 0,0 1 0 0 0,0-1 0 0 0,0 1 0 0 0,0 0-1 0 0,-1-1 1 0 0,1 1 0 0 0,-1 0 0 0 0,0 0 0 0 0,1 0-1 0 0,0 5 1 0 0,1 8-50 0 0,0 1 0 0 0,-1-1-1 0 0,-1 1 1 0 0,-1-1 0 0 0,0 1 0 0 0,-1-1 0 0 0,-4 19-1 0 0,0 44 90 0 0,4-77-99 0 0,1 0 1 0 0,0 0-1 0 0,0 0 0 0 0,0 0 0 0 0,0 0 1 0 0,0-1-1 0 0,0 1 0 0 0,1 0 0 0 0,-1 0 1 0 0,1 0-1 0 0,-1-1 0 0 0,1 1 0 0 0,0 0 1 0 0,-1 0-1 0 0,1-1 0 0 0,0 1 0 0 0,0-1 1 0 0,0 1-1 0 0,0-1 0 0 0,1 1 0 0 0,-1-1 1 0 0,0 0-1 0 0,1 1 0 0 0,-1-1 0 0 0,1 0 1 0 0,-1 0-1 0 0,2 1 0 0 0,2-1-31 0 0,-1 0 0 0 0,1 0 1 0 0,-1-1-1 0 0,1 0 0 0 0,0 1 0 0 0,-1-2 0 0 0,1 1 0 0 0,-1 0 0 0 0,1-1 0 0 0,4-1 0 0 0,6-1-4 0 0,0 1-1 0 0,0 1 1 0 0,0 1-1 0 0,0 0 0 0 0,0 0 1 0 0,23 5-1 0 0,-33-4 34 0 0,-1 0-1 0 0,1 1 0 0 0,-1-1 1 0 0,0 1-1 0 0,1 0 0 0 0,-1 0 1 0 0,0 0-1 0 0,0 1 1 0 0,0-1-1 0 0,-1 1 0 0 0,6 4 1 0 0,-7-4 2 0 0,0-1 0 0 0,-1 1 0 0 0,1-1 0 0 0,0 1 0 0 0,-1 0 0 0 0,1 0 0 0 0,-1 0 0 0 0,0 0 0 0 0,0 0 0 0 0,0 0 0 0 0,-1 0 0 0 0,1 0 0 0 0,0 0 0 0 0,-1 0 1 0 0,0 0-1 0 0,0 0 0 0 0,0 0 0 0 0,-1 5 0 0 0,-1 0 37 0 0,1 0 0 0 0,-2 0 0 0 0,1-1 0 0 0,-1 1 0 0 0,-1-1-1 0 0,1 0 1 0 0,-1 0 0 0 0,0 0 0 0 0,-1 0 0 0 0,1-1 0 0 0,-2 1 0 0 0,1-1 0 0 0,0-1 0 0 0,-1 1 0 0 0,0-1 0 0 0,-10 7 0 0 0,-3 2 92 0 0,-1-2 0 0 0,-1 0 1 0 0,0 0-1 0 0,-29 10 0 0 0,40-18-163 0 0,5-2-19 0 0,1 0 0 0 0,-1 0 0 0 0,1 0 0 0 0,-1 0 0 0 0,1-1 0 0 0,-1 0 0 0 0,0 0 0 0 0,0 0 0 0 0,-9 0 0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9.1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40 11522 0 0,'10'1'4240'0'0,"13"-7"-2102"0"0,-6 0-1440 0 0,9-2-450 0 0,48-10 0 0 0,-65 17-1198 0 0,0 0-1 0 0,0 1 0 0 0,16 0 1 0 0,-21 1 39 0 0,1-1 1 0 0,-1 1-1 0 0,1 0 1 0 0,-1 1-1 0 0,1-1 1 0 0,-1 1-1 0 0,0 0 1 0 0,5 3 0 0 0,-1 0 53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9.2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63 11522 0 0,'0'5'1121'0'0,"1"-3"-993"0"0,0-1-128 0 0,1-1 0 0 0,1 0 0 0 0,1-1 656 0 0,2-1 112 0 0,5-2 16 0 0,4-3 8 0 0,2-1-792 0 0,2-3-96 0 0,1-1-56 0 0,1 0-8 0 0,-1-2 160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29.7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47 9218 0 0,'0'-2'393'0'0,"0"-1"0"0"0,0 0 0 0 0,0 1 0 0 0,1-1 0 0 0,-1 1-1 0 0,1-1 1 0 0,0 0 0 0 0,-1 1 0 0 0,1-1 0 0 0,1-2 0 0 0,-1 4-196 0 0,-1 1-1 0 0,0-1 1 0 0,1 0 0 0 0,-1 0-1 0 0,1 0 1 0 0,-1 0 0 0 0,1 1-1 0 0,-1-1 1 0 0,1 0-1 0 0,0 1 1 0 0,-1-1 0 0 0,1 0-1 0 0,0 1 1 0 0,0-1 0 0 0,-1 1-1 0 0,1-1 1 0 0,0 1-1 0 0,0-1 1 0 0,0 1 0 0 0,-1-1-1 0 0,1 1 1 0 0,0 0 0 0 0,0 0-1 0 0,0-1 1 0 0,0 1-1 0 0,0 0 1 0 0,0 0 0 0 0,0 0-1 0 0,0 0 1 0 0,0 0 0 0 0,1 0-1 0 0,0 1-68 0 0,-1 0-1 0 0,0 0 0 0 0,1 0 1 0 0,-1 0-1 0 0,0 0 1 0 0,0 0-1 0 0,0 0 0 0 0,0 0 1 0 0,0 0-1 0 0,0 1 0 0 0,-1-1 1 0 0,1 0-1 0 0,0 1 1 0 0,0-1-1 0 0,-1 0 0 0 0,1 1 1 0 0,-1-1-1 0 0,1 3 1 0 0,7 34 279 0 0,-6-26-207 0 0,25 149 880 0 0,9 220 1 0 0,-20-249-1351 0 0,-6-77-6621 0 0,-3-27-791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6:30.3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29 267 11058 0 0,'-3'-4'498'0'0,"-1"-1"-1"0"0,1 0 0 0 0,0 0 1 0 0,1-1-1 0 0,-1 1 0 0 0,1 0 1 0 0,0-1-1 0 0,1 1 0 0 0,-1-1 0 0 0,1 0 1 0 0,0 0-1 0 0,0 1 0 0 0,1-1 1 0 0,0 0-1 0 0,0 0 0 0 0,0 0 1 0 0,1 0-1 0 0,0 1 0 0 0,2-9 0 0 0,-3 13-437 0 0,0 1-1 0 0,0-1 0 0 0,0 0 1 0 0,1 1-1 0 0,-1-1 0 0 0,0 1 0 0 0,1-1 1 0 0,-1 1-1 0 0,0-1 0 0 0,1 1 0 0 0,-1-1 1 0 0,1 1-1 0 0,-1-1 0 0 0,1 1 0 0 0,-1-1 1 0 0,1 1-1 0 0,-1 0 0 0 0,1-1 0 0 0,-1 1 1 0 0,1 0-1 0 0,0-1 0 0 0,-1 1 0 0 0,1 0 1 0 0,-1 0-1 0 0,1 0 0 0 0,0 0 1 0 0,-1 0-1 0 0,2-1 0 0 0,18 9 710 0 0,11 22-148 0 0,-19-12-472 0 0,0 1 0 0 0,-2 1-1 0 0,0 0 1 0 0,-1 0 0 0 0,6 24-1 0 0,-9-25-128 0 0,0-1 0 0 0,1-1 0 0 0,1 0 0 0 0,0 0 0 0 0,2 0 0 0 0,0-1 0 0 0,22 27 0 0 0,-25-35-12 0 0,0-1-1 0 0,1 0 0 0 0,0 0 0 0 0,0-1 1 0 0,14 9-1 0 0,-21-15 8 0 0,1 1 1 0 0,-1 0 0 0 0,1 0-1 0 0,-1-1 1 0 0,1 1-1 0 0,-1-1 1 0 0,1 0-1 0 0,0 1 1 0 0,-1-1 0 0 0,1 0-1 0 0,-1 0 1 0 0,1 0-1 0 0,0 0 1 0 0,-1 0 0 0 0,1 0-1 0 0,0 0 1 0 0,-1-1-1 0 0,1 1 1 0 0,0-1-1 0 0,-1 1 1 0 0,1-1 0 0 0,-1 1-1 0 0,1-1 1 0 0,-1 0-1 0 0,1 0 1 0 0,-1 0 0 0 0,0 0-1 0 0,1 0 1 0 0,-1 0-1 0 0,0 0 1 0 0,0 0-1 0 0,0-1 1 0 0,0 1 0 0 0,0 0-1 0 0,0-1 1 0 0,0 1-1 0 0,0-1 1 0 0,-1 1 0 0 0,1-1-1 0 0,0 1 1 0 0,-1-1-1 0 0,1-2 1 0 0,10-30 203 0 0,-1-1-1 0 0,-2-1 1 0 0,-2 1 0 0 0,3-39-1 0 0,-1 8-128 0 0,-2 24-104 0 0,18-108-1236 0 0,-17 119 505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6.3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87 204 1840 0 0,'-7'-25'910'0'0,"-28"-83"1974"0"0,30 95-1682 0 0,-1 1 0 0 0,0-1 0 0 0,-19-19 5366 0 0,25 32-6415 0 0,-3 12 1930 0 0,8 25-1700 0 0,-5-32 66 0 0,86 515 2528 0 0,-72-468-3059 0 0,2-1 1 0 0,30 63 0 0 0,-28-71 17 0 0,-14-21-2424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6.6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71 10594 0 0,'30'-4'5478'0'0,"21"-11"-4539"0"0,-20 5-245 0 0,-31 10-693 0 0,42-12 609 0 0,1 1 1 0 0,64-6 0 0 0,-92 16-852 0 0,1 0 0 0 0,-1 1-1 0 0,0 1 1 0 0,0 1 0 0 0,0 0-1 0 0,0 1 1 0 0,0 1 0 0 0,-1 0-1 0 0,1 1 1 0 0,26 13 0 0 0,-11-1-5881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6.8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11 121 15203 0 0,'-10'4'2808'0'0,"25"-21"-1259"0"0,30-25 129 0 0,-34 34-1687 0 0,0 1 1 0 0,1 0 0 0 0,-1 1-1 0 0,1 1 1 0 0,1-1-1 0 0,23-5 1 0 0,13 0-6065 0 0,-19 6-423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7.3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53 8290 0 0,'-11'-52'11083'0'0,"19"153"-7425"0"0,0-3-3628 0 0,-8 19 73 0 0,0-22-133 0 0,20 174 1 0 0,-17-242-1782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7.6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18 11058 0 0,'35'-6'7455'0'0,"-19"2"-6830"0"0,-1 1-1 0 0,24-2 1 0 0,-24 6-418 0 0,0 0 0 0 0,-1 1 0 0 0,1 0 0 0 0,0 2 1 0 0,-1-1-1 0 0,1 2 0 0 0,-1 0 0 0 0,0 0 0 0 0,0 2 0 0 0,-1-1 0 0 0,19 14 0 0 0,3 5-1972 0 0,-1 2-1 0 0,52 54 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7.8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0 166 4609 0 0,'20'-20'6301'0'0,"39"-38"1037"0"0,-45 45-7341 0 0,0 2-1 0 0,0 0 1 0 0,1 0 0 0 0,0 1-1 0 0,26-12 1 0 0,-18 13-6494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8.1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 11522 0 0,'16'-4'4786'0'0,"-11"1"-5472"0"0,0 1-1 0 0,0 0 1 0 0,1 0-1 0 0,-1 1 1 0 0,0-1 0 0 0,1 1-1 0 0,11-1 1 0 0,-1 6 655 0 0,-9-3-49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08.2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25 10138 0 0,'0'1'65'0'0,"0"-1"1"0"0,0 0-1 0 0,0 1 0 0 0,0-1 0 0 0,0 0 1 0 0,0 1-1 0 0,0-1 0 0 0,0 0 0 0 0,0 1 1 0 0,0-1-1 0 0,0 0 0 0 0,0 0 0 0 0,0 1 1 0 0,0-1-1 0 0,0 0 0 0 0,0 1 0 0 0,1-1 0 0 0,-1 0 1 0 0,0 1-1 0 0,0-1 0 0 0,0 0 0 0 0,0 0 1 0 0,1 1-1 0 0,-1-1 0 0 0,0 0 0 0 0,0 0 1 0 0,1 1-1 0 0,-1-1 0 0 0,0 0 0 0 0,0 0 1 0 0,1 0-1 0 0,-1 0 0 0 0,0 1 0 0 0,0-1 1 0 0,1 0-1 0 0,-1 0 0 0 0,0 0 0 0 0,1 0 0 0 0,-1 0 1 0 0,21-1 1908 0 0,32-17-585 0 0,-36 11-2223 0 0,32-1-661 0 0,-32 8 1476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0.9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16 242 6913 0 0,'-6'-15'2312'0'0,"5"12"-1806"0"0,-1 0 0 0 0,1 1 1 0 0,0-1-1 0 0,0 0 0 0 0,0 0 0 0 0,0 0 0 0 0,1 0 1 0 0,-1 0-1 0 0,1 0 0 0 0,0 0 0 0 0,0 0 1 0 0,0 0-1 0 0,0 0 0 0 0,1-6 0 0 0,0 9-395 0 0,0 0-1 0 0,-1 0 1 0 0,1 0 0 0 0,0 0-1 0 0,0 0 1 0 0,-1 0-1 0 0,1 0 1 0 0,0 0-1 0 0,0 0 1 0 0,-1 0 0 0 0,1 1-1 0 0,0-1 1 0 0,-1 0-1 0 0,1 0 1 0 0,0 1 0 0 0,-1-1-1 0 0,1 1 1 0 0,0-1-1 0 0,-1 1 1 0 0,1-1-1 0 0,-1 1 1 0 0,1-1 0 0 0,-1 1-1 0 0,1-1 1 0 0,0 1-1 0 0,16 16 488 0 0,8 17-180 0 0,-1 2 0 0 0,-1 0 1 0 0,29 67-1 0 0,-27-52-321 0 0,38 59 0 0 0,-56-101-92 0 0,48 66 8 0 0,-49-69-13 0 0,-1 0 0 0 0,0 0-1 0 0,1-1 1 0 0,0 0 0 0 0,1 0-1 0 0,-1-1 1 0 0,1 1-1 0 0,0-1 1 0 0,10 4 0 0 0,-16-8 4 0 0,1 1 0 0 0,-1-1 0 0 0,1 1 0 0 0,0-1 0 0 0,-1 0 0 0 0,1 0 0 0 0,-1 0 0 0 0,1 0 0 0 0,-1 0 0 0 0,1 0 0 0 0,0 0 0 0 0,-1 0 0 0 0,1-1 0 0 0,-1 1 0 0 0,1 0 0 0 0,-1-1 0 0 0,1 0 0 0 0,-1 1 0 0 0,0-1 0 0 0,1 0 0 0 0,-1 0 0 0 0,0 1 0 0 0,1-1 0 0 0,-1 0 0 0 0,0-1 0 0 0,0 1 0 0 0,0 0 0 0 0,0 0 0 0 0,0 0 0 0 0,0-1 0 0 0,0 1 0 0 0,0 0 0 0 0,0-1 0 0 0,-1 1 0 0 0,1 0 0 0 0,-1-1 0 0 0,1 1 0 0 0,-1-1 1 0 0,1 0-1 0 0,-1-2 0 0 0,3-9 64 0 0,0-1 1 0 0,-2 0 0 0 0,1-24 0 0 0,-1 23-21 0 0,3-70 103 0 0,14-158 203 0 0,-13 211-690 0 0,1 0-1 0 0,2 0 1 0 0,1 0-1 0 0,1 1 1 0 0,20-40-1 0 0,-17 45-782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1.3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7 148 7834 0 0,'0'0'37'0'0,"0"0"0"0"0,0 0 0 0 0,-1 0 0 0 0,1 0 1 0 0,0 0-1 0 0,0 0 0 0 0,0 0 0 0 0,-1 0 0 0 0,1 0 0 0 0,0 0 0 0 0,0 0 1 0 0,0 0-1 0 0,0 0 0 0 0,-1 0 0 0 0,1 0 0 0 0,0 0 0 0 0,0 0 1 0 0,0 0-1 0 0,-1 0 0 0 0,1 0 0 0 0,0 0 0 0 0,0 0 0 0 0,0 0 1 0 0,0-1-1 0 0,0 1 0 0 0,-1 0 0 0 0,1 0 0 0 0,0 0 0 0 0,0 0 1 0 0,0 0-1 0 0,0 0 0 0 0,0-1 0 0 0,-1 1 0 0 0,1 0 0 0 0,0 0 1 0 0,0 0-1 0 0,0 0 0 0 0,0 0 0 0 0,0-1 0 0 0,0 1 0 0 0,0 0 1 0 0,0 0-1 0 0,0 0 0 0 0,0 0 0 0 0,0-1 0 0 0,0 1 0 0 0,0 0 1 0 0,0-1-1 0 0,4-12 1470 0 0,14-16-210 0 0,-7 21-1017 0 0,0-1 0 0 0,0 2 0 0 0,1-1 0 0 0,0 2 1 0 0,0 0-1 0 0,1 0 0 0 0,0 1 0 0 0,25-6 0 0 0,8 0 979 0 0,57-6 0 0 0,-60 13-488 0 0,-1 2-1 0 0,81 6 0 0 0,83 23-366 0 0,-15-2-6831 0 0,-162-22 499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1.6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3 11058 0 0,'-4'-3'6818'0'0,"9"4"-6013"0"0,-1 1-632 0 0,0 0 1 0 0,0 0-1 0 0,1 0 0 0 0,-1 1 0 0 0,-1-1 0 0 0,1 1 0 0 0,0 0 0 0 0,-1 0 0 0 0,1 0 0 0 0,-1 1 0 0 0,0-1 0 0 0,0 1 1 0 0,0 0-1 0 0,0-1 0 0 0,-1 1 0 0 0,0 1 0 0 0,0-1 0 0 0,2 5 0 0 0,9 25-38 0 0,-2 1-1 0 0,-2 0 1 0 0,-1 0 0 0 0,-2 1-1 0 0,3 38 1 0 0,4 22 12 0 0,11 26-3362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2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0 131 3209 0 0,'1'-6'331'0'0,"0"0"0"0"0,1 0 0 0 0,-1 0 0 0 0,1 1 0 0 0,0-1 0 0 0,0 0 0 0 0,1 1 1 0 0,0-1-1 0 0,0 1 0 0 0,0 0 0 0 0,0 0 0 0 0,1 0 0 0 0,0 1 0 0 0,0-1 0 0 0,0 1 0 0 0,1 0 0 0 0,0 0 1 0 0,-1 1-1 0 0,11-7 0 0 0,-11 7 16 0 0,1 0 0 0 0,-1 1 0 0 0,1-1 0 0 0,0 1 1 0 0,-1 0-1 0 0,1 0 0 0 0,0 0 0 0 0,0 1 0 0 0,0 0 0 0 0,0 0 1 0 0,1 0-1 0 0,-1 0 0 0 0,0 1 0 0 0,0 0 0 0 0,0 0 0 0 0,1 1 0 0 0,-1-1 1 0 0,0 1-1 0 0,0 0 0 0 0,0 0 0 0 0,0 1 0 0 0,0-1 0 0 0,7 5 1 0 0,-10-4-339 0 0,0 0 0 0 0,0 0 0 0 0,0 0 0 0 0,-1 0 0 0 0,1 0 0 0 0,-1 1 0 0 0,1-1 0 0 0,-1 1 1 0 0,0-1-1 0 0,0 1 0 0 0,0 0 0 0 0,0-1 0 0 0,0 1 0 0 0,-1 0 0 0 0,1 0 0 0 0,-1-1 0 0 0,0 1 1 0 0,0 0-1 0 0,0 0 0 0 0,0 0 0 0 0,0-1 0 0 0,-1 1 0 0 0,1 0 0 0 0,-2 4 0 0 0,-1 8-119 0 0,-1 0-1 0 0,-1 0 0 0 0,-6 15 1 0 0,-3-1-152 0 0,6-12 168 0 0,-12 34-1 0 0,19-47 125 0 0,0 0 0 0 0,0 0 0 0 0,0 0 0 0 0,0 0 0 0 0,1 1 0 0 0,0-1 0 0 0,0 0 0 0 0,0 0 0 0 0,0 0 0 0 0,1 1 1 0 0,-1-1-1 0 0,1 0 0 0 0,0 0 0 0 0,2 5 0 0 0,-1-7-16 0 0,0 1 0 0 0,0 0 1 0 0,0-1-1 0 0,0 0 0 0 0,0 1 0 0 0,1-1 1 0 0,-1 0-1 0 0,1 0 0 0 0,-1 0 0 0 0,1 0 1 0 0,0-1-1 0 0,0 1 0 0 0,0-1 0 0 0,0 0 1 0 0,0 0-1 0 0,0 0 0 0 0,0 0 0 0 0,0 0 0 0 0,0-1 1 0 0,1 1-1 0 0,-1-1 0 0 0,0 0 0 0 0,0 0 1 0 0,1 0-1 0 0,-1 0 0 0 0,4-1 0 0 0,11-1 250 0 0,1-1 0 0 0,0-1 0 0 0,18-6 0 0 0,-32 8-144 0 0,95-29-277 0 0,-84 26-646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2.3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4145 0 0,'0'0'210'0'0,"0"1"0"0"0,0 0 0 0 0,0-1 0 0 0,0 1 0 0 0,0-1 0 0 0,0 1 0 0 0,0 0 0 0 0,5 6 3150 0 0,-4-6-3150 0 0,-1-1 0 0 0,1 0 0 0 0,-1 1 0 0 0,1-1 0 0 0,0 0 0 0 0,-1 0 0 0 0,1 0 0 0 0,-1 1 0 0 0,1-1 0 0 0,-1 0 0 0 0,1 0 0 0 0,0 0 0 0 0,-1 0 0 0 0,1 0 0 0 0,-1 0 0 0 0,1 0 0 0 0,0 0 0 0 0,-1 0 0 0 0,1 0 0 0 0,0-1 0 0 0,43-3 653 0 0,-16 2-3617 0 0,-15 3 2511 0 0,-8-1 296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2.5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86 4609 0 0,'2'11'5407'0'0,"-1"-11"-5289"0"0,19-2 3025 0 0,29-14-1110 0 0,-44 14-1941 0 0,146-63-715 0 0,-128 54 623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4.5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16 121 2761 0 0,'-1'0'147'0'0,"1"0"0"0"0,-1 0 0 0 0,0 0 0 0 0,0 0 0 0 0,1-1-1 0 0,-1 1 1 0 0,0 0 0 0 0,1 0 0 0 0,-1-1 0 0 0,0 1 0 0 0,1-1 0 0 0,-1 1 0 0 0,1 0 0 0 0,-1-1 0 0 0,1 1 0 0 0,-1-1 0 0 0,0 0 0 0 0,1 1 0 0 0,0-1 0 0 0,-1 1 0 0 0,1-1 0 0 0,-1 0 0 0 0,1 1 0 0 0,0-1 0 0 0,-1 0 0 0 0,1 1 0 0 0,0-1 0 0 0,0 0 0 0 0,0 0 0 0 0,0 1 0 0 0,0-1 0 0 0,-1 0 0 0 0,1 0 0 0 0,0 1 0 0 0,0-1 0 0 0,1 0 0 0 0,-1-1 0 0 0,6-26 3804 0 0,-4 25-3549 0 0,1-1-1 0 0,-1 1 1 0 0,1 0-1 0 0,0 0 1 0 0,0 0-1 0 0,0 1 1 0 0,0-1-1 0 0,0 1 0 0 0,1-1 1 0 0,-1 1-1 0 0,1 0 1 0 0,6-2-1 0 0,51-18 2092 0 0,-52 19-2282 0 0,-1 1-145 0 0,0 0-1 0 0,1 0 0 0 0,0 1 1 0 0,-1 0-1 0 0,1 0 0 0 0,0 1 1 0 0,-1 0-1 0 0,1 1 0 0 0,0-1 1 0 0,-1 2-1 0 0,12 2 0 0 0,-17-3-46 0 0,0 0-1 0 0,1 0 1 0 0,-1 1 0 0 0,0-1-1 0 0,0 1 1 0 0,0 0-1 0 0,-1 0 1 0 0,1 0-1 0 0,0 0 1 0 0,-1 0-1 0 0,1 0 1 0 0,-1 1-1 0 0,0 0 1 0 0,0-1-1 0 0,0 1 1 0 0,0 0-1 0 0,0 0 1 0 0,0 0-1 0 0,-1 0 1 0 0,0 0-1 0 0,1 0 1 0 0,-1 0-1 0 0,0 1 1 0 0,-1-1-1 0 0,1 0 1 0 0,0 1-1 0 0,-1-1 1 0 0,0 0-1 0 0,0 1 1 0 0,0-1-1 0 0,-1 6 1 0 0,-2 10-19 0 0,0 0 0 0 0,-1 0 0 0 0,-13 32 0 0 0,9-29 0 0 0,-8 41 0 0 0,16-62 0 0 0,-1 1 0 0 0,1-1 0 0 0,0 0 0 0 0,-1 1 0 0 0,1-1 0 0 0,0 1 0 0 0,0-1 0 0 0,0 0 0 0 0,0 1 0 0 0,0-1 0 0 0,0 1 0 0 0,1-1 0 0 0,-1 0 0 0 0,0 1 0 0 0,1-1 0 0 0,-1 0 0 0 0,1 1 0 0 0,-1-1 0 0 0,1 0 0 0 0,-1 0 0 0 0,1 1 0 0 0,0-1 0 0 0,0 0 0 0 0,0 0 0 0 0,0 0 0 0 0,0 0 0 0 0,0 0 0 0 0,0 0 0 0 0,0 0 0 0 0,0 0 0 0 0,0-1 0 0 0,0 1 0 0 0,1 0 0 0 0,-1-1 0 0 0,0 1 0 0 0,0-1 0 0 0,1 1 0 0 0,-1-1 0 0 0,1 1 0 0 0,1-1 0 0 0,7 1 0 0 0,0-1 0 0 0,-1-1 0 0 0,1 0 0 0 0,-1 0 0 0 0,13-3 0 0 0,17-2 0 0 0,-32 6 1 0 0,0 0 1 0 0,0 1 0 0 0,-1 0 0 0 0,1 0-1 0 0,0 0 1 0 0,0 1 0 0 0,-1 0 0 0 0,1 0-1 0 0,-1 1 1 0 0,0-1 0 0 0,9 6 0 0 0,-13-6-1 0 0,1 0 0 0 0,-1 0 1 0 0,0 0-1 0 0,0 0 0 0 0,0 0 1 0 0,0 1-1 0 0,0-1 0 0 0,0 0 1 0 0,-1 1-1 0 0,1 0 0 0 0,-1-1 1 0 0,0 1-1 0 0,0 0 0 0 0,0-1 1 0 0,0 1-1 0 0,0 0 0 0 0,-1 0 1 0 0,1 0-1 0 0,-1 0 1 0 0,1 0-1 0 0,-1 0 0 0 0,0 0 1 0 0,-1 0-1 0 0,1 0 0 0 0,0 0 1 0 0,-1 0-1 0 0,0 0 0 0 0,-1 4 1 0 0,-1 2 40 0 0,-1 0 0 0 0,0 0 0 0 0,-1 0 0 0 0,0 0 0 0 0,0-1 0 0 0,-1 0 0 0 0,0 0 0 0 0,0 0 0 0 0,-1-1 0 0 0,-9 9 0 0 0,6-7 34 0 0,-1-1 0 0 0,0 1-1 0 0,0-2 1 0 0,0 1 0 0 0,-1-2-1 0 0,0 1 1 0 0,-13 3 0 0 0,18-7-237 0 0,0-1 1 0 0,0-1 0 0 0,0 1-1 0 0,0-1 1 0 0,0 0-1 0 0,0-1 1 0 0,0 0 0 0 0,0 0-1 0 0,0 0 1 0 0,-13-3-1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5.0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178 271 1376 0 0,'-48'-27'2650'0'0,"39"21"-2011"0"0,-1 0 1 0 0,0 0 0 0 0,0 1-1 0 0,-1 0 1 0 0,0 1 0 0 0,1 0 0 0 0,-1 0-1 0 0,-1 1 1 0 0,1 1 0 0 0,-14-6 4322 0 0,75-10-3519 0 0,425-59 3815 0 0,-189 39-4316 0 0,-236 30-838 0 0,299-41-60 0 0,-309 50-504 0 0,-38-1 194 0 0,0 0 1 0 0,-1 1-1 0 0,1-1 1 0 0,-1 1 0 0 0,1-1-1 0 0,-1 1 1 0 0,1 0-1 0 0,-1 0 1 0 0,1 0 0 0 0,-1-1-1 0 0,0 1 1 0 0,0 0-1 0 0,3 2 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6.6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38 2761 0 0,'0'-2'786'0'0,"0"0"1"0"0,1 0-1 0 0,-1 1 1 0 0,0-1-1 0 0,1 0 1 0 0,-1 0-1 0 0,1 0 1 0 0,-1 0 0 0 0,1 0-1 0 0,0 0 1 0 0,1-2-1 0 0,-1 3-413 0 0,0 0 0 0 0,-1 0-1 0 0,2-1 373 0 0,-1 1-372 0 0,0 0 0 0 0,0 1-1 0 0,0-1 1 0 0,0 0 0 0 0,0 1-1 0 0,0-1 1 0 0,0 1 0 0 0,0-1-1 0 0,0 1 1 0 0,2-1-1 0 0,-1 1-227 0 0,-1 0-1 0 0,1 0 1 0 0,0 0-1 0 0,-1 0 0 0 0,1 0 1 0 0,0 0-1 0 0,-1 1 0 0 0,1-1 1 0 0,-1 1-1 0 0,1-1 0 0 0,0 1 1 0 0,-1 0-1 0 0,1-1 0 0 0,-1 1 1 0 0,0 0-1 0 0,1 0 0 0 0,-1 0 1 0 0,0 0-1 0 0,1 0 1 0 0,-1 0-1 0 0,0 1 0 0 0,0-1 1 0 0,0 0-1 0 0,0 0 0 0 0,0 1 1 0 0,0-1-1 0 0,0 3 0 0 0,11 21 57 0 0,-2 0-1 0 0,-1 1 1 0 0,-1 1-1 0 0,-1-1 1 0 0,-2 1-1 0 0,5 47 1 0 0,-7-40-707 0 0,3-1 0 0 0,0 0 0 0 0,21 60 0 0 0,-19-75-7234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6.9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5065 0 0,'23'1'14317'0'0,"-21"-1"-14165"0"0,0 1-1 0 0,-1 0 1 0 0,1-1-1 0 0,0 1 1 0 0,-1 0 0 0 0,1 0-1 0 0,-1 0 1 0 0,1 0 0 0 0,-1 0-1 0 0,1 0 1 0 0,-1 0-1 0 0,0 1 1 0 0,2 1 0 0 0,7 12 97 0 0,0 0 0 0 0,-1 1 0 0 0,0 0 0 0 0,-1 0 0 0 0,-1 1 0 0 0,-1 0 0 0 0,6 22 0 0 0,-2-8-112 0 0,87 301-726 0 0,-94-315-1225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7.3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94 106 456 0 0,'18'-26'1502'0'0,"0"1"-1"0"0,26-29 8779 0 0,-68 71-6430 0 0,-30 33-1536 0 0,29-22-1764 0 0,-20 28 121 0 0,41-52-602 0 0,1 1 1 0 0,0 0-1 0 0,0 0 1 0 0,1 0 0 0 0,0 1-1 0 0,-1-1 1 0 0,2 1-1 0 0,-1-1 1 0 0,-1 9-1 0 0,3-12-47 0 0,0 0 0 0 0,1-1 0 0 0,-1 1 0 0 0,0 0 0 0 0,1-1 0 0 0,-1 1 0 0 0,1 0 0 0 0,0-1 0 0 0,-1 1 0 0 0,1-1 0 0 0,0 1 0 0 0,0-1 0 0 0,0 1 0 0 0,0-1 0 0 0,0 0 0 0 0,0 1-1 0 0,1-1 1 0 0,-1 0 0 0 0,0 0 0 0 0,1 0 0 0 0,-1 0 0 0 0,0 0 0 0 0,1 0 0 0 0,-1 0 0 0 0,1-1 0 0 0,0 1 0 0 0,-1 0 0 0 0,1-1 0 0 0,0 1 0 0 0,-1-1 0 0 0,1 0 0 0 0,2 1 0 0 0,9 1 81 0 0,1 0 1 0 0,-1-1-1 0 0,15 0 1 0 0,-19 0-25 0 0,23-1-116 0 0,1-1 0 0 0,-1-2 1 0 0,0-1-1 0 0,37-9 0 0 0,-32 3-123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9.3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0 3681 0 0,'-2'2'519'0'0,"1"-1"1"0"0,-1 1 0 0 0,0 0-1 0 0,0-1 1 0 0,1 1-1 0 0,-1 0 1 0 0,1 0-1 0 0,-1 0 1 0 0,1 0 0 0 0,0 0-1 0 0,0 1 1 0 0,0-1-1 0 0,0 0 1 0 0,0 1-1 0 0,0-1 1 0 0,0 5 0 0 0,0 0 596 0 0,1 1 0 0 0,0-1 0 0 0,1 0 0 0 0,1 11 0 0 0,1 1-1239 0 0,62 471 4717 0 0,-50-413-5896 0 0,-8-41-1535 0 0,4 37 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9.6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91 56 3225 0 0,'-48'-4'-340'0'0,"45"4"542"0"0,0-1-1 0 0,0 1 0 0 0,0-1 0 0 0,0 0 0 0 0,0 0 0 0 0,0 0 0 0 0,0 0 0 0 0,1-1 1 0 0,-1 1-1 0 0,0-1 0 0 0,1 1 0 0 0,-1-1 0 0 0,-2-3 0 0 0,5 5-49 0 0,0-1-1 0 0,0 1 1 0 0,0-1-1 0 0,0 1 1 0 0,0-1 0 0 0,1 1-1 0 0,-1-1 1 0 0,0 1-1 0 0,0-1 1 0 0,0 1-1 0 0,1-1 1 0 0,-1 1-1 0 0,0 0 1 0 0,0-1-1 0 0,1 1 1 0 0,-1-1 0 0 0,1 1-1 0 0,-1 0 1 0 0,0-1-1 0 0,1 1 1 0 0,-1 0-1 0 0,1-1 1 0 0,-1 1-1 0 0,0 0 1 0 0,1 0-1 0 0,-1 0 1 0 0,1-1 0 0 0,-1 1-1 0 0,1 0 1 0 0,-1 0-1 0 0,1 0 1 0 0,-1 0-1 0 0,1 0 1 0 0,-1 0-1 0 0,1 0 1 0 0,24-7 1867 0 0,-24 6-1691 0 0,19-3 1294 0 0,-1 0 0 0 0,37-1 0 0 0,-43 4-1539 0 0,0 1 1 0 0,1 1 0 0 0,-1 0-1 0 0,0 1 1 0 0,0 1 0 0 0,0 0-1 0 0,-1 0 1 0 0,24 11 0 0 0,-14-4-499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19.8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67 9218 0 0,'-24'19'6578'0'0,"36"-27"-5382"0"0,3-2-1040 0 0,1 1 1 0 0,-1 0-1 0 0,2 0 0 0 0,-1 2 1 0 0,1 0-1 0 0,1 1 1 0 0,-1 1-1 0 0,1 0 1 0 0,0 2-1 0 0,0 0 1 0 0,0 1-1 0 0,31 0 0 0 0,-14 2-1597 0 0,0 1-4885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0.3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23 8754 0 0,'-3'-23'9099'0'0,"12"42"-6088"0"0,9 21-2660 0 0,-3 1-1 0 0,-1 1 0 0 0,-1 1 0 0 0,8 57 0 0 0,-14-64-248 0 0,10 31-347 0 0,-6-39-6301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0.8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76 1824 0 0,'-1'0'20'0'0,"1"0"0"0"0,0 0 0 0 0,0 0-1 0 0,0-1 1 0 0,0 1 0 0 0,-1 0-1 0 0,1 0 1 0 0,0-1 0 0 0,0 1 0 0 0,0 0-1 0 0,0 0 1 0 0,0-1 0 0 0,0 1-1 0 0,0 0 1 0 0,-1 0 0 0 0,1-1 0 0 0,0 1-1 0 0,0 0 1 0 0,0-1 0 0 0,0 1-1 0 0,0 0 1 0 0,0 0 0 0 0,1-1 0 0 0,-1 1-1 0 0,0 0 1 0 0,0 0 0 0 0,0-1-1 0 0,0 1 1 0 0,0 0 0 0 0,0-1 0 0 0,0 1-1 0 0,0 0 1 0 0,1 0 0 0 0,-1 0-1 0 0,0-1 1 0 0,0 1 0 0 0,0 0 0 0 0,1 0-1 0 0,-1 0 1 0 0,0-1 0 0 0,0 1-1 0 0,0 0 1 0 0,1 0 0 0 0,7-11 1373 0 0,1 4-756 0 0,-1 1 1 0 0,1 0 0 0 0,1 1-1 0 0,-1 0 1 0 0,1 0 0 0 0,-1 1-1 0 0,1 1 1 0 0,1 0-1 0 0,-1 0 1 0 0,0 0 0 0 0,1 2-1 0 0,-1-1 1 0 0,1 1 0 0 0,0 1-1 0 0,-1 0 1 0 0,1 0-1 0 0,17 4 1 0 0,-25-3-598 0 0,0 0-1 0 0,0 0 1 0 0,1 0-1 0 0,-1 0 1 0 0,0 1 0 0 0,0 0-1 0 0,-1 0 1 0 0,1 0-1 0 0,0 0 1 0 0,-1 0 0 0 0,1 0-1 0 0,-1 0 1 0 0,1 1-1 0 0,-1 0 1 0 0,0-1 0 0 0,2 5-1 0 0,-1-2-33 0 0,0 1-1 0 0,-1 0 0 0 0,0 0 1 0 0,0 0-1 0 0,0 0 1 0 0,-1 1-1 0 0,1-1 1 0 0,-1 7-1 0 0,0 11-52 0 0,-2-1 0 0 0,0 1-1 0 0,-7 36 1 0 0,7-56 67 0 0,-2 11-42 0 0,1-11 8 0 0,1 0 1 0 0,0 0-1 0 0,0 0 1 0 0,1 0-1 0 0,-1 0 1 0 0,1 0-1 0 0,0 0 1 0 0,0 0 0 0 0,1 4-1 0 0,39-14-149 0 0,-30 5 186 0 0,0 1-1 0 0,1 0 0 0 0,-1 0 0 0 0,0 1 0 0 0,0 1 0 0 0,0 0 0 0 0,0 0 1 0 0,18 7-1 0 0,-25-8-13 0 0,0 0-1 0 0,-1 1 1 0 0,1-1 0 0 0,0 1 0 0 0,-1-1 0 0 0,1 1 0 0 0,-1 0-1 0 0,1 0 1 0 0,-1 0 0 0 0,0 0 0 0 0,0 1 0 0 0,0-1 0 0 0,0 1-1 0 0,-1-1 1 0 0,1 1 0 0 0,-1-1 0 0 0,1 1 0 0 0,-1 0 0 0 0,0 0-1 0 0,0 0 1 0 0,0 0 0 0 0,0 0 0 0 0,-1 0 0 0 0,1 0-1 0 0,-1 0 1 0 0,0 0 0 0 0,0 0 0 0 0,0 0 0 0 0,0 0 0 0 0,0 0-1 0 0,-1 0 1 0 0,-1 6 0 0 0,-1 2 216 0 0,0-1 0 0 0,0 0-1 0 0,-2 1 1 0 0,1-2 0 0 0,-1 1-1 0 0,-1 0 1 0 0,0-1 0 0 0,0 0 0 0 0,-12 13-1 0 0,-28 22-494 0 0,-5-6-4711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1.0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96 0 6449 0 0,'-14'54'7884'0'0,"-2"-1"-3825"0"0,-41 102-2099 0 0,49-130-3379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1.4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177 0 8754 0 0,'-7'4'596'0'0,"-2"0"-56"0"0,1 0 0 0 0,-1 0 0 0 0,1 1 1 0 0,0 0-1 0 0,1 1 0 0 0,-1 0 0 0 0,1 0 0 0 0,-11 12 0 0 0,7-4 52 0 0,1 1 0 0 0,1 0 0 0 0,0 0-1 0 0,0 1 1 0 0,2 0 0 0 0,-9 26 0 0 0,12-30-350 0 0,1-1-1 0 0,0 1 1 0 0,1 0 0 0 0,0-1-1 0 0,1 1 1 0 0,0 0 0 0 0,1 0-1 0 0,0 0 1 0 0,1 0 0 0 0,4 19 0 0 0,-4-26-189 0 0,1 0 1 0 0,-1 0-1 0 0,1-1 1 0 0,1 1-1 0 0,-1-1 1 0 0,0 1-1 0 0,1-1 1 0 0,0 0-1 0 0,0 0 1 0 0,0 0-1 0 0,1-1 1 0 0,-1 1 0 0 0,1-1-1 0 0,0 0 1 0 0,0 0-1 0 0,0 0 1 0 0,0 0-1 0 0,1-1 1 0 0,-1 0-1 0 0,1 1 1 0 0,5 0-1 0 0,-4-1-51 0 0,0 0 0 0 0,0-1 0 0 0,0 0 0 0 0,0 0-1 0 0,0-1 1 0 0,0 1 0 0 0,0-2 0 0 0,1 1-1 0 0,-1 0 1 0 0,0-1 0 0 0,0 0 0 0 0,0-1 0 0 0,0 1-1 0 0,0-1 1 0 0,0 0 0 0 0,9-5 0 0 0,0-2-1083 0 0,0 0 0 0 0,23-19 1 0 0,-20 12-103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1.7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10 1840 0 0,'-17'18'11746'0'0,"28"-29"-9321"0"0,-9 10-2349 0 0,-1-1 0 0 0,1 0 0 0 0,0 1 0 0 0,0 0 0 0 0,0-1 0 0 0,1 1 0 0 0,-1 0 0 0 0,0 0 0 0 0,0 0 0 0 0,1 0 0 0 0,-1 0-1 0 0,0 1 1 0 0,1-1 0 0 0,-1 1 0 0 0,1-1 0 0 0,2 1 0 0 0,0 1-448 0 0,-1-1 0 0 0,1 1 0 0 0,-1 0 0 0 0,1 1 0 0 0,-1-1 0 0 0,1 1 0 0 0,5 3 0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2.0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88 5529 0 0,'0'0'70'0'0,"0"1"0"0"0,1-1 0 0 0,-1 1 0 0 0,0-1 0 0 0,0 0 0 0 0,0 1 0 0 0,1-1 0 0 0,-1 0-1 0 0,0 1 1 0 0,0-1 0 0 0,1 0 0 0 0,-1 0 0 0 0,0 1 0 0 0,0-1 0 0 0,1 0 0 0 0,-1 0 0 0 0,0 1 0 0 0,1-1 0 0 0,-1 0 0 0 0,1 0-1 0 0,-1 0 1 0 0,0 1 0 0 0,1-1 0 0 0,-1 0 0 0 0,0 0 0 0 0,1 0 0 0 0,-1 0 0 0 0,1 0 0 0 0,-1 0 0 0 0,0 0 0 0 0,1 0 0 0 0,-1 0 0 0 0,1 0-1 0 0,-1 0 1 0 0,0 0 0 0 0,1 0 0 0 0,-1-1 0 0 0,1 1 0 0 0,-1 0 0 0 0,0 0 0 0 0,1 0 0 0 0,-1 0 0 0 0,1-1 0 0 0,24-8 2409 0 0,-19 6-2174 0 0,88-31 4057 0 0,17-6-3224 0 0,-95 34-1464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5.8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 79 5281 0 0,'-1'-1'23'0'0,"0"0"0"0"0,0 0 0 0 0,0 0 0 0 0,0 1 0 0 0,0-1 0 0 0,-1 0 0 0 0,1 0 0 0 0,0 1 0 0 0,0-1 0 0 0,-1 0 0 0 0,1 1 0 0 0,0 0 0 0 0,0-1 0 0 0,-1 1-1 0 0,1 0 1 0 0,-1-1 0 0 0,1 1 0 0 0,0 0 0 0 0,-1 0 0 0 0,1 0 0 0 0,-1 0 0 0 0,-1 1 0 0 0,2-1 31 0 0,0 0 1 0 0,0 0-1 0 0,-1 0 0 0 0,1 0 1 0 0,0 0-1 0 0,0 0 0 0 0,-1 0 1 0 0,1 0-1 0 0,0 0 0 0 0,0-1 1 0 0,-1 1-1 0 0,1-1 0 0 0,0 1 1 0 0,0-1-1 0 0,0 1 0 0 0,0-1 1 0 0,0 1-1 0 0,0-1 0 0 0,0 0 1 0 0,0 0-1 0 0,-1-1 0 0 0,1 1 217 0 0,1 0 0 0 0,0 0 0 0 0,0 0 0 0 0,0 0 0 0 0,0 0 0 0 0,0 0-1 0 0,0 0 1 0 0,0-1 0 0 0,0 1 0 0 0,1 0 0 0 0,-1 0 0 0 0,0 0 0 0 0,1 0 0 0 0,-1 0 0 0 0,1 0 0 0 0,-1 0 0 0 0,1 0-1 0 0,-1 0 1 0 0,1 0 0 0 0,0 1 0 0 0,-1-1 0 0 0,1 0 0 0 0,0 0 0 0 0,0 0 0 0 0,0 1 0 0 0,0-1 0 0 0,-1 1-1 0 0,1-1 1 0 0,0 0 0 0 0,0 1 0 0 0,0-1 0 0 0,1 1 0 0 0,37-19 2705 0 0,-36 18-2840 0 0,2-1-96 0 0,0 0-1 0 0,0 1 1 0 0,0-1 0 0 0,0 1-1 0 0,1 0 1 0 0,-1 0 0 0 0,0 1-1 0 0,0 0 1 0 0,1 0 0 0 0,-1 0-1 0 0,0 0 1 0 0,1 1 0 0 0,-1 0-1 0 0,0 0 1 0 0,0 0 0 0 0,0 1-1 0 0,0 0 1 0 0,0 0 0 0 0,0 0-1 0 0,-1 1 1 0 0,1-1 0 0 0,-1 1-1 0 0,1 0 1 0 0,-1 0 0 0 0,0 1-1 0 0,0-1 1 0 0,0 1 0 0 0,-1 0-1 0 0,1 0 1 0 0,-1 0 0 0 0,0 0-1 0 0,0 1 1 0 0,-1-1 0 0 0,1 1-1 0 0,-1 0 1 0 0,0 0 0 0 0,0 0-1 0 0,2 8 1 0 0,-2-2-62 0 0,0 0-1 0 0,-1 0 1 0 0,0 0 0 0 0,-1 0-1 0 0,0 0 1 0 0,0 1 0 0 0,-3 10-1 0 0,1-11 3 0 0,1 1 0 0 0,1-1 0 0 0,0 1 0 0 0,0-1 0 0 0,1 0 0 0 0,3 15 0 0 0,-4-25 20 0 0,1 0 0 0 0,-1 1 0 0 0,1-1 0 0 0,-1 0 0 0 0,1 0 0 0 0,0 1 0 0 0,0-1 0 0 0,0 0 0 0 0,-1 0 0 0 0,1 0 0 0 0,0 0 0 0 0,0 0 0 0 0,1 0 0 0 0,-1 0 0 0 0,0 0 0 0 0,0 0 0 0 0,0-1 0 0 0,1 1 0 0 0,-1 0 0 0 0,0-1 0 0 0,1 1 0 0 0,-1-1 0 0 0,0 1 0 0 0,1-1 0 0 0,-1 0 0 0 0,1 0 0 0 0,-1 0 0 0 0,0 1 0 0 0,1-1 0 0 0,-1 0 0 0 0,3-1 0 0 0,6 0 0 0 0,1 0 0 0 0,-1-1 0 0 0,17-5 0 0 0,8-1 0 0 0,-31 8 3 0 0,0-1 0 0 0,1 1 0 0 0,-1 0 0 0 0,0 1 0 0 0,0-1 0 0 0,0 1 0 0 0,0 0 0 0 0,0-1 0 0 0,0 2 0 0 0,0-1 0 0 0,0 0 0 0 0,0 1 0 0 0,0 0 0 0 0,-1 0 0 0 0,1 0 0 0 0,-1 0 0 0 0,1 1 0 0 0,-1-1 0 0 0,0 1 0 0 0,0 0 0 0 0,0 0 0 0 0,0 0 0 0 0,-1 0 0 0 0,1 1 0 0 0,-1-1 0 0 0,0 1 0 0 0,0-1 0 0 0,0 1 0 0 0,0 0 0 0 0,-1 0 0 0 0,0 0 0 0 0,1 0 0 0 0,-1 0 0 0 0,-1 0 0 0 0,1 0 0 0 0,0 0 0 0 0,-1 0 0 0 0,0 0 0 0 0,0 0 0 0 0,0 1 0 0 0,-1-1 0 0 0,0 0 0 0 0,1 0 0 0 0,-1 0 0 0 0,0 0 0 0 0,-1 0 0 0 0,-1 4 0 0 0,-2 3 88 0 0,-1 0-1 0 0,1 0 1 0 0,-1-1-1 0 0,-1 0 1 0 0,0 0-1 0 0,-1-1 1 0 0,0 0-1 0 0,0 0 0 0 0,0-1 1 0 0,-1 0-1 0 0,-1-1 1 0 0,-13 10-1 0 0,13-12-212 0 0,1 1-1 0 0,-1-2 0 0 0,0 1 1 0 0,0-1-1 0 0,-1-1 1 0 0,1 0-1 0 0,-17 3 0 0 0,19-5-721 0 0,-1 0 0 0 0,0-1 0 0 0,0 0-1 0 0,0-1 1 0 0,-15-2 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6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191 219 3681 0 0,'-13'3'1138'0'0,"0"-1"0"0"0,-1 0 1 0 0,-25 0-1 0 0,29-2-330 0 0,0 0 0 0 0,0 1 1 0 0,0 0-1 0 0,0 0 0 0 0,0 1 0 0 0,0 1 0 0 0,-18 6 0 0 0,27-9-697 0 0,0 0 0 0 0,0 1 1 0 0,1-1-1 0 0,-1 0 0 0 0,0 1 0 0 0,1-1 0 0 0,-1 0 1 0 0,0 1-1 0 0,1-1 0 0 0,-1 1 0 0 0,0-1 0 0 0,1 1 0 0 0,-1 0 1 0 0,1-1-1 0 0,-1 1 0 0 0,1-1 0 0 0,-1 1 0 0 0,1 0 0 0 0,-1 0 1 0 0,1 0-1 0 0,10 5 1469 0 0,26-4-825 0 0,752-70 2145 0 0,-782 67-2894 0 0,311-35 211 0 0,-226 21-193 0 0,127-38 1 0 0,-132 25-244 0 0,50-15 25 0 0,-68 29-2842 0 0,0 9-3832 0 0,-40 6 2454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6.9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70 5985 0 0,'-1'0'131'0'0,"0"0"0"0"0,0 1 0 0 0,0-1-1 0 0,0-1 1 0 0,0 1 0 0 0,0 0 0 0 0,0 0-1 0 0,0 0 1 0 0,0 0 0 0 0,0-1 0 0 0,-1 1 0 0 0,1 0-1 0 0,0-1 1 0 0,1 1 0 0 0,-1-1 0 0 0,0 1-1 0 0,-2-2 1 0 0,3 1 10 0 0,0 1-1 0 0,0-1 1 0 0,0 1-1 0 0,0 0 0 0 0,-1-1 1 0 0,1 1-1 0 0,0-1 1 0 0,0 1-1 0 0,0-1 1 0 0,0 1-1 0 0,0-1 1 0 0,0 1-1 0 0,0-1 1 0 0,1 1-1 0 0,-1-1 0 0 0,0 1 1 0 0,0 0-1 0 0,0-1 1 0 0,0 1-1 0 0,0-1 1 0 0,1 1-1 0 0,-1-1 1 0 0,0 1-1 0 0,0 0 0 0 0,1-1 1 0 0,0 0-1 0 0,1-2 446 0 0,1 0 0 0 0,0 0 0 0 0,0 1 0 0 0,0-1 1 0 0,1 1-1 0 0,-1-1 0 0 0,7-2 0 0 0,1 0-58 0 0,0 0 1 0 0,0 1 0 0 0,0 1 0 0 0,0 0 0 0 0,1 0-1 0 0,-1 1 1 0 0,19-1 0 0 0,-26 3-502 0 0,-1 0 0 0 0,0 0-1 0 0,0 0 1 0 0,1 1 0 0 0,-1-1 0 0 0,0 1 0 0 0,0-1 0 0 0,0 1-1 0 0,0 0 1 0 0,0 1 0 0 0,0-1 0 0 0,0 0 0 0 0,0 1 0 0 0,0-1-1 0 0,0 1 1 0 0,-1 0 0 0 0,1 0 0 0 0,-1 0 0 0 0,1 1 0 0 0,-1-1-1 0 0,0 0 1 0 0,0 1 0 0 0,0-1 0 0 0,0 1 0 0 0,-1 0 0 0 0,1 0-1 0 0,-1 0 1 0 0,1 0 0 0 0,-1 0 0 0 0,0 0 0 0 0,1 4 0 0 0,0 9-29 0 0,0-1 0 0 0,-1 1 0 0 0,-1-1 0 0 0,0 1 0 0 0,-1-1 0 0 0,-1 1 0 0 0,0-1 0 0 0,-1 1 0 0 0,-1-1 0 0 0,-7 17 0 0 0,4-5 156 0 0,0-1 0 0 0,-3 29 0 0 0,10-54-145 0 0,0 0 0 0 0,0-1 0 0 0,0 1 0 0 0,0 0 0 0 0,0 0 0 0 0,0-1 0 0 0,0 1 0 0 0,1 0 0 0 0,-1-1 0 0 0,0 1 0 0 0,0 0 0 0 0,0-1 0 0 0,1 1 0 0 0,-1 0 0 0 0,0-1 0 0 0,1 1 0 0 0,-1-1 0 0 0,0 1 0 0 0,1 0 0 0 0,-1-1 0 0 0,1 1 0 0 0,-1-1 0 0 0,1 0 0 0 0,-1 1 0 0 0,1-1 0 0 0,0 1 0 0 0,0 0 0 0 0,23 3 104 0 0,31-13-25 0 0,-48 8-57 0 0,12-4-65 0 0,1 2 0 0 0,31-1 0 0 0,-40 4-688 0 0,1 0 1 0 0,-1 1 0 0 0,16 4 0 0 0,-9-1-6466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7.4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 63 2304 0 0,'-33'-63'20628'0'0,"36"86"-20626"0"0,-1-6 316 0 0,18 121-18 0 0,-13-78-209 0 0,26 107-1 0 0,-32-164-96 0 0,2 7-151 0 0,0 0 1 0 0,0 0 0 0 0,1-1-1 0 0,0 0 1 0 0,10 16 0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27.7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152 2 3945 0 0,'-2'-1'3209'0'0,"2"1"-3155"0"0,-9 5 3292 0 0,-6 6-1476 0 0,-2 6-794 0 0,1 1 0 0 0,1 1 0 0 0,1 0 0 0 0,1 1 0 0 0,0 1 0 0 0,-17 40 0 0 0,29-59-1030 0 0,0-1 0 0 0,0 0 0 0 0,0 1 0 0 0,1 0 0 0 0,-1-1-1 0 0,0 1 1 0 0,1-1 0 0 0,0 1 0 0 0,-1 0 0 0 0,1-1 0 0 0,0 1-1 0 0,0 0 1 0 0,0 0 0 0 0,0-1 0 0 0,0 1 0 0 0,0 0 0 0 0,0-1 0 0 0,1 1-1 0 0,-1 0 1 0 0,1-1 0 0 0,-1 1 0 0 0,1 0 0 0 0,-1-1 0 0 0,1 1-1 0 0,0-1 1 0 0,0 1 0 0 0,0-1 0 0 0,2 3 0 0 0,1-2 96 0 0,1 1-1 0 0,-1-1 1 0 0,1 1 0 0 0,0-1-1 0 0,0-1 1 0 0,0 1 0 0 0,0-1 0 0 0,6 2-1 0 0,-6-2-129 0 0,13 2-136 0 0,-1 0 0 0 0,1-1 0 0 0,0-1 0 0 0,0-1 1 0 0,0-1-1 0 0,-1 0 0 0 0,35-7 0 0 0,-20 0-958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1.4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2 124 5985 0 0,'-1'-13'1157'0'0,"1"0"0"0"0,1 0 0 0 0,0 0 0 0 0,0-1 0 0 0,2 1 0 0 0,0 1 0 0 0,6-21 0 0 0,1 76 2034 0 0,-5 51-1682 0 0,-7 114-1 0 0,-1-57-1162 0 0,6 90-165 0 0,54 387 0 0 0,3-232-193 0 0,7 432 0 0 0,-63-661 32 0 0,44 989 401 0 0,-28-647 365 0 0,-20-291-7574 0 0,0-184-334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2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9674 0 0,'6'8'6854'0'0,"10"29"-3724"0"0,-3-1-2002 0 0,-2 0 1 0 0,12 68 0 0 0,0 80-889 0 0,-8-60 49 0 0,109 625-253 0 0,-121-737-463 0 0,1-3-110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2.3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39 101 10138 0 0,'-1'1'258'0'0,"0"-1"-1"0"0,-1 0 0 0 0,1 0 1 0 0,-1 0-1 0 0,1 0 1 0 0,0 0-1 0 0,-1 0 1 0 0,1 0-1 0 0,-1 0 1 0 0,1-1-1 0 0,0 1 0 0 0,-1 0 1 0 0,1-1-1 0 0,-1 1 1 0 0,1-1-1 0 0,0 0 1 0 0,0 1-1 0 0,-1-1 0 0 0,1 0 1 0 0,0 0-1 0 0,0 0 1 0 0,0 0-1 0 0,0 0 1 0 0,0 0-1 0 0,0 0 0 0 0,0 0 1 0 0,0 0-1 0 0,1 0 1 0 0,-1-1-1 0 0,0 1 1 0 0,0-3-1 0 0,1 2-127 0 0,0 0 1 0 0,0 0-1 0 0,1 1 0 0 0,-1-1 0 0 0,1 0 0 0 0,0 0 1 0 0,-1 0-1 0 0,1 0 0 0 0,0 0 0 0 0,0 1 1 0 0,0-1-1 0 0,0 0 0 0 0,0 1 0 0 0,1-1 0 0 0,-1 1 1 0 0,0-1-1 0 0,1 1 0 0 0,-1 0 0 0 0,1-1 1 0 0,0 1-1 0 0,-1 0 0 0 0,4-2 0 0 0,6-3-31 0 0,-1 1 0 0 0,0 0-1 0 0,1 1 1 0 0,0 0-1 0 0,0 0 1 0 0,1 1 0 0 0,-1 1-1 0 0,15-2 1 0 0,25 1-6324 0 0,-29 4-663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2.5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4 100 10514 0 0,'-1'1'26'0'0,"1"-1"-1"0"0,0 1 1 0 0,0-1 0 0 0,-1 1-1 0 0,1-1 1 0 0,0 0-1 0 0,0 1 1 0 0,-1-1 0 0 0,1 1-1 0 0,0 0 1 0 0,0-1-1 0 0,0 1 1 0 0,0-1 0 0 0,0 1-1 0 0,0-1 1 0 0,0 1-1 0 0,0-1 1 0 0,0 1 0 0 0,0-1-1 0 0,0 1 1 0 0,0-1-1 0 0,0 1 1 0 0,1-1 0 0 0,-1 1-1 0 0,0-1 1 0 0,0 1-1 0 0,0-1 1 0 0,1 1-1 0 0,-1-1 1 0 0,0 1 0 0 0,1-1-1 0 0,-1 1 1 0 0,0-1-1 0 0,1 0 1 0 0,-1 1 0 0 0,1-1-1 0 0,0 1 1 0 0,23-6 735 0 0,-20 4-650 0 0,33-12 525 0 0,49-24 1 0 0,-56 22-233 0 0,1 2-1 0 0,57-17 1 0 0,-62 26-404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3.6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7370 0 0,'1'6'1317'0'0,"0"0"1"0"0,0 0-1 0 0,1 0 1 0 0,0 0-1 0 0,3 9 1 0 0,4 10 1064 0 0,3 24-1091 0 0,-3 1 0 0 0,-2 0-1 0 0,1 53 1 0 0,-13 152-1988 0 0,4-240-348 0 0,-1 23-804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3.9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73 9674 0 0,'2'-3'236'0'0,"0"0"1"0"0,0 0-1 0 0,1 1 1 0 0,-1-1-1 0 0,1 1 1 0 0,-1-1-1 0 0,1 1 1 0 0,0 0-1 0 0,-1 0 0 0 0,1 1 1 0 0,6-4-1 0 0,40-14 1745 0 0,-36 14-1458 0 0,-1 1-276 0 0,0 0-1 0 0,0 1 0 0 0,0 1 1 0 0,1 0-1 0 0,-1 0 0 0 0,1 2 1 0 0,0-1-1 0 0,-1 2 0 0 0,1-1 1 0 0,-1 2-1 0 0,1 0 1 0 0,-1 0-1 0 0,0 1 0 0 0,1 0 1 0 0,12 7-1 0 0,-17-7-112 0 0,-1 1 0 0 0,0-1-1 0 0,0 2 1 0 0,0-1 0 0 0,0 1 0 0 0,-1 0-1 0 0,0 0 1 0 0,0 1 0 0 0,0 0 0 0 0,-1 0-1 0 0,1 0 1 0 0,-1 1 0 0 0,-1-1 0 0 0,0 1-1 0 0,0 0 1 0 0,0 1 0 0 0,-1-1 0 0 0,0 1-1 0 0,0-1 1 0 0,0 1 0 0 0,-1 0 0 0 0,-1 0-1 0 0,1 0 1 0 0,-1 12 0 0 0,-1-6-139 0 0,-1-1 1 0 0,0 0-1 0 0,-1 0 1 0 0,0 0-1 0 0,-2 0 1 0 0,1 0-1 0 0,-1-1 1 0 0,-1 1-1 0 0,0-1 0 0 0,-1 0 1 0 0,-11 16-1 0 0,5-9-21 0 0,-1 0-1 0 0,-1-1 0 0 0,-1-1 1 0 0,-1 0-1 0 0,-33 27 0 0 0,43-39-288 0 0,-1-1-1 0 0,0 0 1 0 0,1-1-1 0 0,-2 1 1 0 0,-12 3 0 0 0,7-3-1091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4.2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99 1 16588 0 0,'-12'21'960'0'0,"1"1"1"0"0,1 1-1 0 0,2 0 1 0 0,-11 39-1 0 0,5-15-241 0 0,-8 29-6813 0 0,20-59-783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4.5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0 9218 0 0,'0'1'213'0'0,"0"-1"0"0"0,0 1 0 0 0,0-1-1 0 0,-1 1 1 0 0,1 0 0 0 0,0-1 0 0 0,0 1 0 0 0,0-1 0 0 0,0 1 0 0 0,0 0 0 0 0,0-1 0 0 0,0 1-1 0 0,0 0 1 0 0,0-1 0 0 0,0 1 0 0 0,0-1 0 0 0,1 1 0 0 0,-1 0 0 0 0,0-1 0 0 0,0 1-1 0 0,1-1 1 0 0,-1 1 0 0 0,0-1 0 0 0,1 1 0 0 0,0 0 0 0 0,13 30 1807 0 0,-7-14-790 0 0,5 15-329 0 0,-2 0 1 0 0,-1 1 0 0 0,-2 1 0 0 0,4 37 0 0 0,-7-33-2146 0 0,-3 62 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4.7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0 112 10594 0 0,'1'-2'132'0'0,"-1"0"-1"0"0,1 0 1 0 0,-1 1 0 0 0,1-1-1 0 0,0 0 1 0 0,-1 0-1 0 0,1 1 1 0 0,0-1-1 0 0,0 1 1 0 0,0-1 0 0 0,1 1-1 0 0,-1-1 1 0 0,0 1-1 0 0,0 0 1 0 0,1 0-1 0 0,-1-1 1 0 0,3 0 0 0 0,33-21 1692 0 0,-26 16-1648 0 0,-5 4-60 0 0,56-32 1101 0 0,-56 32-1298 0 0,-1 1 0 0 0,0 0 0 0 0,0 0 1 0 0,0 1-1 0 0,1-1 0 0 0,-1 1 0 0 0,1 1 1 0 0,-1-1-1 0 0,1 1 0 0 0,8 0 0 0 0,-5 2-1382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4.8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99 7834 0 0,'9'-3'3389'0'0,"50"-29"541"0"0,-57 30-3925 0 0,15-10-1316 0 0,1 0 0 0 0,21-10 0 0 0,-34 19 1033 0 0,0 1 1 0 0,0 0-1 0 0,0 0 0 0 0,1 0 1 0 0,-1 1-1 0 0,0 0 0 0 0,1 0 1 0 0,-1 0-1 0 0,1 1 0 0 0,-1-1 1 0 0,1 1-1 0 0,-1 1 0 0 0,9 0 1 0 0,-3 2 277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5.0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1 6913 0 0,'-2'6'436'0'0,"0"1"0"0"0,0-1-1 0 0,0 1 1 0 0,0 0-1 0 0,1 0 1 0 0,0 11-1 0 0,1-17-276 0 0,0 0-1 0 0,0 1 0 0 0,0-1 1 0 0,0 0-1 0 0,1 0 1 0 0,-1 0-1 0 0,0 1 0 0 0,1-1 1 0 0,-1 0-1 0 0,1 0 0 0 0,-1 0 1 0 0,1 0-1 0 0,0 0 1 0 0,-1 0-1 0 0,1 0 0 0 0,0 0 1 0 0,0 0-1 0 0,1 1 0 0 0,-1-1-63 0 0,1 0 0 0 0,-1-1 0 0 0,1 1 0 0 0,-1-1-1 0 0,1 1 1 0 0,-1-1 0 0 0,1 1 0 0 0,-1-1 0 0 0,1 0-1 0 0,0 0 1 0 0,-1 0 0 0 0,1 0 0 0 0,0 0 0 0 0,-1 0-1 0 0,1 0 1 0 0,-1-1 0 0 0,1 1 0 0 0,2-1-1 0 0,50-20-2313 0 0,-38 13 1917 0 0,-1 2 302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5.2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43 0 8290 0 0,'-3'2'520'0'0,"1"-1"-1"0"0,-1 1 1 0 0,1-1 0 0 0,0 1 0 0 0,0 0-1 0 0,-1 0 1 0 0,1 0 0 0 0,1 0 0 0 0,-1 1-1 0 0,0-1 1 0 0,0 0 0 0 0,1 1 0 0 0,-2 3 0 0 0,0 0 124 0 0,1 0 1 0 0,0 0 0 0 0,1 0 0 0 0,-1 0 0 0 0,0 12 0 0 0,1 3 314 0 0,1 0 0 0 0,5 35 0 0 0,-4-51-805 0 0,42 367-250 0 0,-41-354-1752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5.4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5 121 9674 0 0,'0'-1'48'0'0,"-1"1"-1"0"0,1 0 0 0 0,-1-1 1 0 0,1 1-1 0 0,0-1 1 0 0,0 1-1 0 0,-1-1 1 0 0,1 1-1 0 0,0-1 0 0 0,0 1 1 0 0,-1-1-1 0 0,1 0 1 0 0,0 1-1 0 0,0-1 1 0 0,0 1-1 0 0,0-1 0 0 0,0 1 1 0 0,0-1-1 0 0,0 1 1 0 0,0-1-1 0 0,0 0 1 0 0,0 1-1 0 0,0-1 0 0 0,0 1 1 0 0,1-1-1 0 0,-1 1 1 0 0,0-1-1 0 0,0 1 1 0 0,1-1-1 0 0,15-17 940 0 0,28-11 366 0 0,-39 27-1122 0 0,12-8 290 0 0,43-23 746 0 0,-55 31-1488 0 0,0 0 1 0 0,1 0-1 0 0,-1 0 0 0 0,0 1 1 0 0,0 0-1 0 0,1 0 0 0 0,-1 0 1 0 0,1 1-1 0 0,9 0 1 0 0,-13 0 176 0 0,0 1 0 0 0,0-1 1 0 0,-1 1-1 0 0,1 0 1 0 0,0-1-1 0 0,0 1 0 0 0,-1 0 1 0 0,1 0-1 0 0,-1 0 1 0 0,1 0-1 0 0,-1 0 0 0 0,1 1 1 0 0,-1-1-1 0 0,0 0 1 0 0,1 1-1 0 0,-1-1 1 0 0,0 1-1 0 0,0-1 0 0 0,0 1 1 0 0,0-1-1 0 0,1 4 1 0 0,2 7 43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5.5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66 8754 0 0,'-1'3'952'0'0,"2"-3"-952"0"0,0-1 0 0 0,2-1 0 0 0,1 0 160 0 0,3-2 8 0 0,4-3 8 0 0,4-3 0 0 0,3-2-176 0 0,1 1 0 0 0,1 1 0 0 0,0 1 0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5.9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0 13363 0 0,'3'5'4065'0'0,"-2"-5"-3889"0"0,-1 0 0 0 0,0 1 1 0 0,1-1-1 0 0,-1 1 0 0 0,1-1 1 0 0,-1 1-1 0 0,0-1 1 0 0,1 1-1 0 0,-1-1 0 0 0,0 1 1 0 0,1-1-1 0 0,-1 1 1 0 0,0-1-1 0 0,0 1 0 0 0,0-1 1 0 0,0 1-1 0 0,1-1 1 0 0,-1 1-1 0 0,0 0 0 0 0,0-1 1 0 0,0 1-1 0 0,0 0 1 0 0,0 10 27 0 0,-1 0 0 0 0,0 0 1 0 0,0 0-1 0 0,-1 0 1 0 0,-1-1-1 0 0,-5 18 0 0 0,-31 64-845 0 0,28-69 256 0 0,1 0-419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6.3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41 10594 0 0,'21'-6'9060'0'0,"41"-14"-6865"0"0,-53 16-2032 0 0,-6 3-239 0 0,0-1-1 0 0,0 1 1 0 0,0-1 0 0 0,1 1-1 0 0,-1 0 1 0 0,0 0 0 0 0,0 1-1 0 0,1-1 1 0 0,-1 1 0 0 0,1-1-1 0 0,-1 1 1 0 0,0 0 0 0 0,1 0-1 0 0,5 2 1 0 0,-3 0-955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6.4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63 6913 0 0,'1'3'609'0'0,"1"-3"-481"0"0,-1 0-128 0 0,2 0 0 0 0,4-1 2688 0 0,-3-1-1183 0 0,1 0-1 0 0,5-3-528 0 0,3-1-112 0 0,4-3-16 0 0,2 0-7 0 0,0-1-1834 0 0,0 1-375 0 0,-2 2-72 0 0,-2 1-9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7.6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49 6449 0 0,'0'-1'171'0'0,"1"0"0"0"0,0 0 0 0 0,-1 0 0 0 0,1 0 0 0 0,0-1 0 0 0,0 1 0 0 0,0 0-1 0 0,0 0 1 0 0,0 0 0 0 0,0 1 0 0 0,0-1 0 0 0,0 0 0 0 0,0 0 0 0 0,0 1 0 0 0,0-1 0 0 0,1 0-1 0 0,-1 1 1 0 0,0-1 0 0 0,0 1 0 0 0,2-1 0 0 0,34-11 2004 0 0,-30 10-1681 0 0,6-3-165 0 0,1 2 0 0 0,0 0 1 0 0,0 1-1 0 0,0 0 0 0 0,1 1 1 0 0,-1 0-1 0 0,0 1 0 0 0,0 1 1 0 0,0 0-1 0 0,23 6 0 0 0,-32-6-215 0 0,1 1-1 0 0,-1-1 1 0 0,1 1-1 0 0,-1 1 1 0 0,0-1-1 0 0,0 1 1 0 0,0 0-1 0 0,0 0 1 0 0,-1 1-1 0 0,1-1 1 0 0,-1 1-1 0 0,0 0 1 0 0,0 0-1 0 0,0 0 1 0 0,0 1-1 0 0,-1-1 1 0 0,1 1-1 0 0,-1 0 0 0 0,-1 0 1 0 0,1 0-1 0 0,-1 1 1 0 0,0-1-1 0 0,0 0 1 0 0,0 1-1 0 0,-1-1 1 0 0,0 1-1 0 0,0 0 1 0 0,1 8-1 0 0,-2-2-106 0 0,0-1 0 0 0,-1 1-1 0 0,0-1 1 0 0,-1 1 0 0 0,0-1 0 0 0,-1 0-1 0 0,0 1 1 0 0,-7 15 0 0 0,-5 5 44 0 0,-26 43-1 0 0,2-5-20 0 0,39-69-24 0 0,-1-1-1 0 0,1 1 0 0 0,0 0 1 0 0,0-1-1 0 0,0 1 1 0 0,0-1-1 0 0,0 1 0 0 0,0 0 1 0 0,0-1-1 0 0,0 1 1 0 0,0 0-1 0 0,0-1 1 0 0,0 1-1 0 0,0-1 0 0 0,0 1 1 0 0,0 0-1 0 0,0-1 1 0 0,1 1-1 0 0,-1-1 0 0 0,0 1 1 0 0,1-1-1 0 0,-1 1 1 0 0,0 0-1 0 0,1-1 0 0 0,-1 1 1 0 0,0-1-1 0 0,1 0 1 0 0,-1 1-1 0 0,1-1 0 0 0,-1 1 1 0 0,1-1-1 0 0,-1 0 1 0 0,1 1-1 0 0,-1-1 0 0 0,1 0 1 0 0,-1 1-1 0 0,1-1 1 0 0,0 0-1 0 0,-1 0 0 0 0,1 0 1 0 0,-1 0-1 0 0,1 1 1 0 0,0-1-1 0 0,-1 0 1 0 0,1 0-1 0 0,0 0 0 0 0,0-1 1 0 0,43 5 454 0 0,-27-4-298 0 0,1 3 9 0 0,0 0-1 0 0,0 1 1 0 0,-1 0 0 0 0,19 9 0 0 0,-31-11-164 0 0,0 0-1 0 0,0 0 1 0 0,0 0 0 0 0,0 1 0 0 0,0 0-1 0 0,0 0 1 0 0,-1 1 0 0 0,1-1-1 0 0,-1 1 1 0 0,0 0 0 0 0,0 0-1 0 0,0 0 1 0 0,-1 1 0 0 0,0-1 0 0 0,0 1-1 0 0,0 0 1 0 0,3 6 0 0 0,-5-7 18 0 0,-1-1 0 0 0,1 1 0 0 0,-1-1 1 0 0,0 1-1 0 0,0 0 0 0 0,0-1 0 0 0,-1 1 0 0 0,1-1 1 0 0,-1 1-1 0 0,0-1 0 0 0,0 1 0 0 0,0-1 0 0 0,-1 1 1 0 0,1-1-1 0 0,-1 0 0 0 0,1 0 0 0 0,-1 0 1 0 0,0 0-1 0 0,0 0 0 0 0,-1 0 0 0 0,1 0 0 0 0,-1-1 1 0 0,1 1-1 0 0,-7 3 0 0 0,-6 7 134 0 0,-1-1-1 0 0,0-1 1 0 0,-19 10 0 0 0,34-21-160 0 0,-10 7 36 0 0,-1-1-1 0 0,-1 0 1 0 0,1-1 0 0 0,-1 0 0 0 0,0 0-1 0 0,0-2 1 0 0,-15 3 0 0 0,21-5-1141 0 0,-1-1 0 0 0,1 0 1 0 0,0 0-1 0 0,-1-1 1 0 0,-8-1-1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8.0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249 42 5529 0 0,'-74'7'3000'0'0,"-101"4"4637"0"0,233-22-4823 0 0,644-29 1603 0 0,167 34-3187 0 0,-849 5-1306 0 0,-2 0-94 0 0,0 1 0 0 0,0 0 0 0 0,1 2 0 0 0,-1 0 0 0 0,34 8-1 0 0,-43-6-1733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8.6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23 11058 0 0,'27'-6'1507'0'0,"0"0"1"0"0,50-4-1 0 0,-69 10-1313 0 0,0-1 0 0 0,-1 2 0 0 0,1-1 1 0 0,0 1-1 0 0,0 0 0 0 0,-1 1 0 0 0,1 0 1 0 0,-1 0-1 0 0,1 0 0 0 0,-1 1 0 0 0,0 0 1 0 0,0 1-1 0 0,0 0 0 0 0,12 8 0 0 0,-17-9-146 0 0,0-1 0 0 0,0 0 0 0 0,0 1 0 0 0,0-1 0 0 0,-1 1 0 0 0,1 0 0 0 0,-1-1 0 0 0,0 1 0 0 0,1 0 0 0 0,-1 0 0 0 0,0 0 0 0 0,-1 0-1 0 0,1 0 1 0 0,0 0 0 0 0,-1 0 0 0 0,0 0 0 0 0,0 0 0 0 0,0 0 0 0 0,0 0 0 0 0,0 0 0 0 0,-1 1 0 0 0,1-1 0 0 0,-1 0 0 0 0,0 0 0 0 0,-1 4 0 0 0,-4 10 46 0 0,-1-1 1 0 0,0 1-1 0 0,-12 18 1 0 0,9-16 47 0 0,5-10-70 0 0,0 0-1 0 0,1 0 1 0 0,1 0-1 0 0,-1 1 0 0 0,2 0 1 0 0,-1-1-1 0 0,-1 13 1 0 0,4-19-133 0 0,0-1 1 0 0,0 0-1 0 0,0 0 1 0 0,0 0-1 0 0,1 1 1 0 0,-1-1-1 0 0,1 0 1 0 0,-1 0 0 0 0,1 0-1 0 0,0 0 1 0 0,-1 0-1 0 0,1 0 1 0 0,0 0-1 0 0,0 0 1 0 0,1 0-1 0 0,-1 0 1 0 0,0 0 0 0 0,1-1-1 0 0,-1 1 1 0 0,1 0-1 0 0,-1-1 1 0 0,1 1-1 0 0,0-1 1 0 0,0 0-1 0 0,0 0 1 0 0,-1 1 0 0 0,1-1-1 0 0,0-1 1 0 0,0 1-1 0 0,1 0 1 0 0,-1 0-1 0 0,0-1 1 0 0,0 1-1 0 0,0-1 1 0 0,0 1 0 0 0,1-1-1 0 0,3 0 1 0 0,32 0-1583 0 0,-32-1 1581 0 0,0 1 0 0 0,0 0-1 0 0,1 0 1 0 0,-1 0 0 0 0,0 1-1 0 0,0 0 1 0 0,1 0 0 0 0,-1 1-1 0 0,10 3 1 0 0,-16-5 77 0 0,1 1 1 0 0,-1-1-1 0 0,0 0 0 0 0,1 0 1 0 0,-1 0-1 0 0,0 1 0 0 0,0-1 1 0 0,1 0-1 0 0,-1 0 0 0 0,0 1 1 0 0,0-1-1 0 0,0 0 0 0 0,1 0 1 0 0,-1 1-1 0 0,0-1 0 0 0,0 0 1 0 0,0 1-1 0 0,0-1 0 0 0,0 0 1 0 0,1 1-1 0 0,-1-1 0 0 0,0 0 1 0 0,0 1-1 0 0,0-1 0 0 0,0 0 1 0 0,0 1-1 0 0,0-1 0 0 0,0 1 1 0 0,0-1-1 0 0,0 0 0 0 0,0 1 1 0 0,-1-1-1 0 0,1 0 0 0 0,0 1 1 0 0,0-1-1 0 0,-11 14 473 0 0,-17 7 343 0 0,-51 17 451 0 0,25-14-7713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8.9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10594 0 0,'3'4'913'0'0,"0"0"0"0"0,0 0 0 0 0,0 1 0 0 0,-1-1 0 0 0,1 1-1 0 0,-1 0 1 0 0,0-1 0 0 0,0 1 0 0 0,1 9 0 0 0,8 49 1143 0 0,-10-55-1680 0 0,9 194 845 0 0,-10-139-1749 0 0,16 117 1 0 0,-13-167-615 0 0,1-1-305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7:39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172 1 7258 0 0,'-4'1'486'0'0,"0"1"0"0"0,0-1 0 0 0,1 1 1 0 0,-1 0-1 0 0,0 1 0 0 0,1-1 1 0 0,-1 0-1 0 0,1 1 0 0 0,0 0 1 0 0,0 0-1 0 0,-5 6 0 0 0,-1 0 404 0 0,-6 4 723 0 0,1 1 0 0 0,0 0-1 0 0,1 1 1 0 0,1 0 0 0 0,-20 34 0 0 0,29-46-1498 0 0,1 1 1 0 0,0 0 0 0 0,1 0-1 0 0,-1 0 1 0 0,1 0-1 0 0,0 0 1 0 0,0 1 0 0 0,0-1-1 0 0,0 0 1 0 0,1 1-1 0 0,-1-1 1 0 0,1 0-1 0 0,1 1 1 0 0,-1-1 0 0 0,0 0-1 0 0,1 1 1 0 0,0-1-1 0 0,0 0 1 0 0,0 0 0 0 0,1 0-1 0 0,-1 1 1 0 0,1-2-1 0 0,0 1 1 0 0,0 0 0 0 0,1 0-1 0 0,-1-1 1 0 0,1 1-1 0 0,-1-1 1 0 0,1 1 0 0 0,0-1-1 0 0,0 0 1 0 0,1 0-1 0 0,3 2 1 0 0,1 1-147 0 0,1 0-1 0 0,-1-1 1 0 0,1 0 0 0 0,0-1-1 0 0,0 0 1 0 0,0 0 0 0 0,0-1-1 0 0,1 0 1 0 0,-1-1 0 0 0,16 2-1 0 0,-13-2-751 0 0,0-2 0 0 0,0 0 0 0 0,0 0 0 0 0,22-4 0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6.1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177 231 1376 0 0,'-10'8'167'0'0,"-1"0"0"0"0,0 0 0 0 0,0-2 0 0 0,-1 1-1 0 0,1-1 1 0 0,-1-1 0 0 0,-1 0 0 0 0,1-1 0 0 0,-21 4 0 0 0,-8 5 4854 0 0,49-16-3987 0 0,1-1 0 0 0,-1 0 0 0 0,15-10 1 0 0,-13 7-771 0 0,0-1 0 0 0,0 0 1 0 0,0 0-1 0 0,-1-1 1 0 0,11-15-1 0 0,-15 17-294 0 0,-1 1 0 0 0,0 0 0 0 0,0-1 0 0 0,0 0 0 0 0,-1 0 0 0 0,0 0 0 0 0,-1 0 0 0 0,3-9-1 0 0,-4 12 88 0 0,-1 0-1 0 0,1-1 0 0 0,-1 1 0 0 0,0-1 1 0 0,0 1-1 0 0,0-1 0 0 0,-1 1 0 0 0,1 0 0 0 0,-1-1 1 0 0,0 1-1 0 0,0 0 0 0 0,-1-1 0 0 0,1 1 1 0 0,-5-7-1 0 0,6 10 0 0 0,-1-1 1 0 0,0 1 0 0 0,0 0 0 0 0,0-1-1 0 0,0 1 1 0 0,0 0 0 0 0,0-1 0 0 0,0 1-1 0 0,0 0 1 0 0,0 0 0 0 0,-1 0 0 0 0,1 0-1 0 0,0 0 1 0 0,-1 0 0 0 0,1 1 0 0 0,-2-2-1 0 0,2 2-17 0 0,0 0 0 0 0,0 0 0 0 0,0 0 0 0 0,0 0 0 0 0,0 0 0 0 0,0 0 0 0 0,0 0-1 0 0,1 0 1 0 0,-1 0 0 0 0,0 0 0 0 0,0 1 0 0 0,0-1 0 0 0,0 0 0 0 0,0 1 0 0 0,1-1-1 0 0,-1 0 1 0 0,0 1 0 0 0,0-1 0 0 0,1 1 0 0 0,-1 0 0 0 0,-1 0 0 0 0,0 1 34 0 0,0 1 0 0 0,0-1 1 0 0,1 1-1 0 0,-1-1 1 0 0,0 1-1 0 0,1 0 0 0 0,0 0 1 0 0,0 0-1 0 0,0-1 0 0 0,0 1 1 0 0,0 0-1 0 0,0 0 1 0 0,1 1-1 0 0,-1-1 0 0 0,1 3 1 0 0,0 3-68 0 0,1 0 1 0 0,0-1-1 0 0,0 0 1 0 0,1 1-1 0 0,0-1 0 0 0,0 0 1 0 0,1 0-1 0 0,0 0 1 0 0,1 0-1 0 0,-1 0 1 0 0,2-1-1 0 0,5 10 1 0 0,-8-15-8 0 0,0 1 1 0 0,0-1 0 0 0,1 1-1 0 0,-1-1 1 0 0,0 0 0 0 0,1 0-1 0 0,0 0 1 0 0,-1 0 0 0 0,1 0-1 0 0,0 0 1 0 0,0-1 0 0 0,0 1-1 0 0,0-1 1 0 0,0 0 0 0 0,0 0-1 0 0,1 0 1 0 0,-1-1 0 0 0,0 1-1 0 0,0-1 1 0 0,1 1 0 0 0,-1-1-1 0 0,0 0 1 0 0,1-1 0 0 0,-1 1-1 0 0,0 0 1 0 0,1-1-1 0 0,-1 0 1 0 0,0 0 0 0 0,0 0-1 0 0,0 0 1 0 0,0 0 0 0 0,0-1-1 0 0,0 1 1 0 0,4-3 0 0 0,-3 1 16 0 0,0 1 0 0 0,0-1 1 0 0,-1 0-1 0 0,1 0 0 0 0,-1-1 0 0 0,1 1 1 0 0,-1-1-1 0 0,0 1 0 0 0,-1-1 0 0 0,1 0 1 0 0,0 0-1 0 0,-1 0 0 0 0,0-1 0 0 0,0 1 1 0 0,0 0-1 0 0,-1-1 0 0 0,0 1 1 0 0,1-1-1 0 0,-2 0 0 0 0,1 1 0 0 0,0-1 1 0 0,-1 0-1 0 0,0 1 0 0 0,0-1 0 0 0,0 0 1 0 0,-1 0-1 0 0,0 1 0 0 0,1-1 1 0 0,-4-6-1 0 0,3 4 10 0 0,-2 0-1 0 0,1 0 1 0 0,-1 0 0 0 0,0 0-1 0 0,0 1 1 0 0,-1 0 0 0 0,0-1-1 0 0,0 2 1 0 0,-1-1 0 0 0,1 0-1 0 0,-1 1 1 0 0,0 0 0 0 0,-1 0-1 0 0,1 0 1 0 0,-1 0 0 0 0,0 1 0 0 0,0 0-1 0 0,-10-4 1 0 0,14 7-26 0 0,1 0-1 0 0,-1 1 1 0 0,0-1 0 0 0,1 1 0 0 0,-1-1 0 0 0,0 1-1 0 0,1 0 1 0 0,-1 0 0 0 0,0 0 0 0 0,0 0 0 0 0,1 0-1 0 0,-1 0 1 0 0,0 0 0 0 0,1 0 0 0 0,-1 1-1 0 0,0-1 1 0 0,1 1 0 0 0,-1-1 0 0 0,0 1 0 0 0,1 0-1 0 0,-1-1 1 0 0,-2 3 0 0 0,2-1-1 0 0,-1 1-1 0 0,1-1 1 0 0,0 1 0 0 0,0-1 0 0 0,0 1-1 0 0,0 0 1 0 0,0 0 0 0 0,0 0 0 0 0,1 0-1 0 0,0 0 1 0 0,-2 3 0 0 0,0 7-9 0 0,0-1 0 0 0,0 1 0 0 0,1-1 0 0 0,1 1 0 0 0,0 14 0 0 0,0-24 3 0 0,1 1 0 0 0,0 0 1 0 0,1-1-1 0 0,-1 1 0 0 0,1-1 0 0 0,-1 1 1 0 0,1-1-1 0 0,0 0 0 0 0,0 1 0 0 0,1-1 1 0 0,-1 0-1 0 0,1 1 0 0 0,-1-1 0 0 0,1 0 1 0 0,0 0-1 0 0,0 0 0 0 0,0-1 0 0 0,1 1 1 0 0,-1 0-1 0 0,1-1 0 0 0,0 0 1 0 0,-1 1-1 0 0,1-1 0 0 0,0 0 0 0 0,0-1 1 0 0,0 1-1 0 0,0 0 0 0 0,1-1 0 0 0,-1 0 1 0 0,0 1-1 0 0,1-1 0 0 0,-1-1 0 0 0,1 1 1 0 0,-1 0-1 0 0,1-1 0 0 0,-1 0 0 0 0,1 0 1 0 0,0 0-1 0 0,-1 0 0 0 0,1 0 0 0 0,-1-1 1 0 0,1 0-1 0 0,-1 1 0 0 0,0-1 0 0 0,1-1 1 0 0,-1 1-1 0 0,0 0 0 0 0,1-1 0 0 0,-1 0 1 0 0,4-3-1 0 0,-4 4 66 0 0,-1-1 0 0 0,1 0 0 0 0,-1 1 0 0 0,0-1-1 0 0,0 0 1 0 0,0 0 0 0 0,0-1 0 0 0,0 1 0 0 0,0 0 0 0 0,-1-1 0 0 0,1 1 0 0 0,-1-1 0 0 0,0 1 0 0 0,0-1 0 0 0,0 0 0 0 0,0 0 0 0 0,0 1-1 0 0,0-1 1 0 0,-1 0 0 0 0,1 0 0 0 0,-1 0 0 0 0,0 0 0 0 0,0 0 0 0 0,0 1 0 0 0,0-1 0 0 0,0 0 0 0 0,-1 0 0 0 0,1 0 0 0 0,-1 0 0 0 0,0 0-1 0 0,0 1 1 0 0,0-1 0 0 0,-2-4 0 0 0,1 4-14 0 0,0 0 0 0 0,1 1 0 0 0,-1-1-1 0 0,0 0 1 0 0,0 1 0 0 0,-1-1 0 0 0,1 1-1 0 0,0 0 1 0 0,-1 0 0 0 0,1 0 0 0 0,-1 0-1 0 0,0 0 1 0 0,0 0 0 0 0,0 1 0 0 0,0-1-1 0 0,0 1 1 0 0,0 0 0 0 0,0 0 0 0 0,0 0-1 0 0,0 0 1 0 0,-1 1 0 0 0,1-1 0 0 0,0 1-1 0 0,-1 0 1 0 0,1 0 0 0 0,0 0 0 0 0,0 1-1 0 0,-1-1 1 0 0,-5 2 0 0 0,4 0-20 0 0,0 0 0 0 0,0 1-1 0 0,0 0 1 0 0,0-1 0 0 0,1 2 0 0 0,-1-1 0 0 0,1 1 0 0 0,0-1-1 0 0,0 1 1 0 0,0 0 0 0 0,0 0 0 0 0,1 1 0 0 0,-1-1 0 0 0,1 1-1 0 0,0 0 1 0 0,-3 8 0 0 0,3-6-25 0 0,-1 0 0 0 0,1 1 0 0 0,1-1-1 0 0,-1 1 1 0 0,1 0 0 0 0,1-1 0 0 0,0 1 0 0 0,0 0-1 0 0,0 0 1 0 0,1 0 0 0 0,1 10 0 0 0,-1-17-46 0 0,0 1 1 0 0,0-1-1 0 0,0 1 1 0 0,1 0-1 0 0,-1-1 1 0 0,1 1-1 0 0,-1-1 0 0 0,1 1 1 0 0,0-1-1 0 0,0 0 1 0 0,-1 1-1 0 0,1-1 0 0 0,0 0 1 0 0,0 1-1 0 0,0-1 1 0 0,0 0-1 0 0,1 0 1 0 0,-1 0-1 0 0,0 0 0 0 0,0 0 1 0 0,1 0-1 0 0,-1 0 1 0 0,1 0-1 0 0,-1-1 1 0 0,0 1-1 0 0,1 0 0 0 0,-1-1 1 0 0,1 1-1 0 0,0-1 1 0 0,-1 0-1 0 0,1 0 0 0 0,-1 1 1 0 0,4-1-1 0 0,9-2-986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07.3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19 175 3225 0 0,'-2'3'91'0'0,"0"1"1"0"0,-1 0-1 0 0,1-1 1 0 0,1 1-1 0 0,-1 0 1 0 0,1 0-1 0 0,-1 0 1 0 0,1 0 0 0 0,0 0-1 0 0,1 1 1 0 0,-1-1-1 0 0,1 0 1 0 0,0 0-1 0 0,0 1 1 0 0,0-1-1 0 0,0 0 1 0 0,1 0-1 0 0,0 0 1 0 0,0 1 0 0 0,0-1-1 0 0,3 7 1 0 0,-3-8 58 0 0,0 0 1 0 0,1 0 0 0 0,-1 0 0 0 0,1 0 0 0 0,0 0-1 0 0,0 0 1 0 0,0 0 0 0 0,0-1 0 0 0,0 1 0 0 0,0-1-1 0 0,1 1 1 0 0,4 2 0 0 0,-5-4-58 0 0,0 0 0 0 0,0 0 1 0 0,0 0-1 0 0,0 0 0 0 0,0 0 0 0 0,0-1 0 0 0,0 1 1 0 0,0-1-1 0 0,0 0 0 0 0,0 0 0 0 0,0 1 1 0 0,1-1-1 0 0,-1 0 0 0 0,0-1 0 0 0,0 1 1 0 0,0 0-1 0 0,0-1 0 0 0,0 1 0 0 0,1-1 1 0 0,-1 0-1 0 0,2 0 0 0 0,-1-1-2 0 0,0 0-1 0 0,0-1 1 0 0,0 1 0 0 0,0 0 0 0 0,-1-1-1 0 0,1 0 1 0 0,-1 1 0 0 0,0-1-1 0 0,1 0 1 0 0,-1 0 0 0 0,0-1 0 0 0,-1 1-1 0 0,1 0 1 0 0,-1-1 0 0 0,1 1-1 0 0,-1-1 1 0 0,0 1 0 0 0,0-1 0 0 0,0-5-1 0 0,1 2 94 0 0,-1-1-1 0 0,0 1 0 0 0,-1-1 1 0 0,0 1-1 0 0,0 0 1 0 0,-1-1-1 0 0,1 1 0 0 0,-4-14 1 0 0,3 20-197 0 0,1-1 1 0 0,-1 0 0 0 0,0 0-1 0 0,1 1 1 0 0,-1-1 0 0 0,0 0-1 0 0,0 1 1 0 0,0-1-1 0 0,0 1 1 0 0,0-1 0 0 0,0 1-1 0 0,0 0 1 0 0,-1-1 0 0 0,1 1-1 0 0,-1 0 1 0 0,1 0 0 0 0,-1 0-1 0 0,1 0 1 0 0,-1 0 0 0 0,1 0-1 0 0,-1 0 1 0 0,0 1-1 0 0,1-1 1 0 0,-1 1 0 0 0,0-1-1 0 0,0 1 1 0 0,0-1 0 0 0,1 1-1 0 0,-1 0 1 0 0,0 0 0 0 0,0 0-1 0 0,0 0 1 0 0,1 0 0 0 0,-1 1-1 0 0,0-1 1 0 0,0 0-1 0 0,0 1 1 0 0,1-1 0 0 0,-1 1-1 0 0,0 0 1 0 0,1 0 0 0 0,-4 1-1 0 0,1 0-21 0 0,1 0 0 0 0,-1 0 0 0 0,0 1 0 0 0,1-1-1 0 0,0 1 1 0 0,-1 0 0 0 0,1 0 0 0 0,0 0 0 0 0,1 0-1 0 0,-1 1 1 0 0,0-1 0 0 0,1 1 0 0 0,0-1 0 0 0,0 1-1 0 0,0 0 1 0 0,0 0 0 0 0,-1 7 0 0 0,2-7 28 0 0,1 0 0 0 0,-1 1 1 0 0,1-1-1 0 0,0 0 0 0 0,1 0 1 0 0,-1 0-1 0 0,1 0 0 0 0,0 0 1 0 0,0 0-1 0 0,0 0 0 0 0,0-1 1 0 0,1 1-1 0 0,-1 0 0 0 0,1 0 1 0 0,0-1-1 0 0,0 1 0 0 0,1-1 1 0 0,-1 0-1 0 0,1 0 0 0 0,3 4 1 0 0,-4-5 45 0 0,0-1 0 0 0,0 1 0 0 0,0 0 0 0 0,1-1 0 0 0,-1 0 0 0 0,1 1 0 0 0,-1-1 0 0 0,1 0 0 0 0,-1 0 0 0 0,1-1 0 0 0,0 1 0 0 0,-1 0 0 0 0,1-1 0 0 0,0 0 0 0 0,-1 1 0 0 0,1-1 0 0 0,0 0 0 0 0,0-1 0 0 0,-1 1 0 0 0,1 0 0 0 0,0-1 0 0 0,-1 1 0 0 0,1-1 0 0 0,0 0 0 0 0,-1 0 0 0 0,1 0 0 0 0,-1 0 0 0 0,1-1 0 0 0,-1 1 0 0 0,0-1 0 0 0,3-1 0 0 0,-2 1 41 0 0,-1-1 0 0 0,1 1 0 0 0,-1-1 0 0 0,1 1 0 0 0,-1-1-1 0 0,0 0 1 0 0,0 0 0 0 0,0 0 0 0 0,-1 0 0 0 0,1 0 0 0 0,-1 0-1 0 0,1 0 1 0 0,-1-1 0 0 0,0 1 0 0 0,-1-1 0 0 0,1 1 0 0 0,0 0-1 0 0,-1-1 1 0 0,0 1 0 0 0,0-1 0 0 0,0 1 0 0 0,0-1 0 0 0,0 1-1 0 0,-1-1 1 0 0,0 1 0 0 0,1-1 0 0 0,-1 1 0 0 0,-2-5 0 0 0,1 4 18 0 0,1-1 1 0 0,-1 1 0 0 0,0 0-1 0 0,0 0 1 0 0,-1 0 0 0 0,1 0 0 0 0,-1 0-1 0 0,0 1 1 0 0,0-1 0 0 0,0 1 0 0 0,0-1-1 0 0,-1 1 1 0 0,1 0 0 0 0,-1 1 0 0 0,0-1-1 0 0,0 1 1 0 0,0-1 0 0 0,0 1-1 0 0,0 0 1 0 0,0 1 0 0 0,-7-3 0 0 0,10 4-101 0 0,0 0 1 0 0,0-1 0 0 0,0 1 0 0 0,0 0-1 0 0,0 0 1 0 0,0 0 0 0 0,0 0-1 0 0,1 0 1 0 0,-1 0 0 0 0,0 1-1 0 0,0-1 1 0 0,0 0 0 0 0,0 0 0 0 0,0 1-1 0 0,0-1 1 0 0,1 0 0 0 0,-1 1-1 0 0,0-1 1 0 0,0 1 0 0 0,1-1 0 0 0,-1 1-1 0 0,0-1 1 0 0,0 1 0 0 0,1 0-1 0 0,-1-1 1 0 0,0 2 0 0 0,0 0-2 0 0,0 0 0 0 0,0 0 0 0 0,0 1 1 0 0,0-1-1 0 0,1 0 0 0 0,-1 0 0 0 0,1 0 1 0 0,0 1-1 0 0,-1-1 0 0 0,1 4 0 0 0,1 3-7 0 0,-1 0-1 0 0,2 0 1 0 0,-1 0-1 0 0,4 11 1 0 0,-3-15-17 0 0,-1-1 0 0 0,1 1 0 0 0,0-1 0 0 0,0 1-1 0 0,0-1 1 0 0,0 0 0 0 0,1 0 0 0 0,0 0 0 0 0,0 0 0 0 0,0-1 0 0 0,0 1 0 0 0,1-1 0 0 0,-1 0 0 0 0,1 0-1 0 0,0 0 1 0 0,0 0 0 0 0,0 0 0 0 0,0-1 0 0 0,8 4 0 0 0,-8-5 19 0 0,1 0-1 0 0,-1-1 1 0 0,0 1-1 0 0,1-1 1 0 0,-1 0-1 0 0,1 0 1 0 0,-1 0 0 0 0,0 0-1 0 0,1-1 1 0 0,-1 0-1 0 0,0 0 1 0 0,1 0-1 0 0,-1 0 1 0 0,0-1 0 0 0,0 0-1 0 0,0 1 1 0 0,0-2-1 0 0,0 1 1 0 0,0 0-1 0 0,-1-1 1 0 0,6-4 0 0 0,-2 1 133 0 0,0-1 0 0 0,0 0 0 0 0,-1-1 0 0 0,1 1 0 0 0,-2-1 0 0 0,1 0 0 0 0,-1-1 0 0 0,0 1 0 0 0,-1-1 0 0 0,0 0 0 0 0,0-1 0 0 0,-1 1 1 0 0,2-13-1 0 0,-3 17-62 0 0,-1-1 0 0 0,-1 1 0 0 0,1-1 0 0 0,-1 1 0 0 0,0-1 0 0 0,0 1 1 0 0,0-1-1 0 0,-1 1 0 0 0,0-1 0 0 0,0 1 0 0 0,0-1 0 0 0,-1 1 1 0 0,1 0-1 0 0,-2-1 0 0 0,1 1 0 0 0,0 0 0 0 0,-1 1 0 0 0,0-1 0 0 0,0 0 1 0 0,0 1-1 0 0,-1-1 0 0 0,0 1 0 0 0,1 0 0 0 0,-7-5 0 0 0,8 8-46 0 0,1 1 0 0 0,0-1-1 0 0,-1 0 1 0 0,1 1 0 0 0,-1-1-1 0 0,1 0 1 0 0,0 1 0 0 0,-1 0-1 0 0,1-1 1 0 0,-1 1 0 0 0,1 0-1 0 0,-1 0 1 0 0,0 0 0 0 0,1 0 0 0 0,-1 0-1 0 0,1 0 1 0 0,-1 0 0 0 0,1 1-1 0 0,-1-1 1 0 0,1 0 0 0 0,-1 1-1 0 0,1-1 1 0 0,0 1 0 0 0,-1 0-1 0 0,1-1 1 0 0,0 1 0 0 0,-1 0-1 0 0,1 0 1 0 0,0 0 0 0 0,0 0 0 0 0,0 0-1 0 0,-1 0 1 0 0,1 0 0 0 0,0 0-1 0 0,1 0 1 0 0,-1 1 0 0 0,-1 1-1 0 0,-5 7 80 0 0,-1 0 0 0 0,2 1-1 0 0,-9 17 1 0 0,9-15 4 0 0,-7 12-121 0 0,1 1 0 0 0,-9 29-1 0 0,17-43-31 0 0,1 0 0 0 0,1-1-1 0 0,-1 1 1 0 0,2 0 0 0 0,-1 0-1 0 0,2 0 1 0 0,1 19-1 0 0,-1-29-35 0 0,0-1-1 0 0,0 1 0 0 0,0-1 0 0 0,0 0 0 0 0,1 1 0 0 0,-1-1 0 0 0,1 1 0 0 0,-1-1 1 0 0,1 0-1 0 0,0 1 0 0 0,-1-1 0 0 0,1 0 0 0 0,0 0 0 0 0,0 1 0 0 0,0-1 0 0 0,0 0 1 0 0,0 0-1 0 0,0 0 0 0 0,0 0 0 0 0,0 0 0 0 0,0-1 0 0 0,0 1 0 0 0,1 0 0 0 0,1 1 1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3.3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532 32 1376 0 0,'-2'-3'114'0'0,"0"1"-1"0"0,0 0 1 0 0,0-1-1 0 0,0 1 1 0 0,0 0-1 0 0,0 0 1 0 0,-1 0-1 0 0,1 1 1 0 0,0-1-1 0 0,-1 1 1 0 0,0-1-1 0 0,1 1 1 0 0,-1 0-1 0 0,0 0 1 0 0,0 0-1 0 0,0 0 1 0 0,0 0-1 0 0,1 1 1 0 0,-1-1-1 0 0,0 1 1 0 0,0 0-1 0 0,0 0 1 0 0,0 0-1 0 0,0 0 1 0 0,0 0-1 0 0,0 1 1 0 0,0-1-1 0 0,0 1 1 0 0,0 0-1 0 0,0 0 1 0 0,0 0-1 0 0,1 0 1 0 0,-1 1-1 0 0,0-1 1 0 0,1 1-1 0 0,-1-1 1 0 0,1 1-1 0 0,0 0 1 0 0,-1 0-1 0 0,1 0 1 0 0,0 0-1 0 0,0 0 1 0 0,0 1-1 0 0,1-1 1 0 0,-1 1-1 0 0,1-1 0 0 0,-1 1 1 0 0,-1 4-1 0 0,-4 11 47 0 0,1 1 0 0 0,1 0 0 0 0,1 1 0 0 0,-3 30 0 0 0,1 82 38 0 0,4-59-75 0 0,-20 1277 1076 0 0,-41 551-1166 0 0,49 542 1059 0 0,-3-934-2424 0 0,-108 321 3236 0 0,34-138 1169 0 0,73-1388-2005 0 0,-4 167-640 0 0,22-333-1951 0 0,25 198-1 0 0,0-216-755 0 0,-20-100-1413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3.7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0 201 6449 0 0,'35'-7'106'0'0,"0"1"-1"0"0,0 2 1 0 0,62 0 0 0 0,107 16 848 0 0,52-1-466 0 0,-163-18-336 0 0,176-37-1 0 0,85-47 1648 0 0,-295 74-1281 0 0,-10 5 357 0 0,1 1 0 0 0,1 2 0 0 0,0 3 1 0 0,0 2-1 0 0,0 2 0 0 0,93 9 0 0 0,-122-5-708 0 0,25 4-684 0 0,53-2 0 0 0,-73-6-5314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5.0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696 13 8290 0 0,'0'0'53'0'0,"0"-1"1"0"0,0 1 0 0 0,0-1-1 0 0,0 1 1 0 0,-1 0 0 0 0,1-1-1 0 0,0 1 1 0 0,0-1 0 0 0,0 1-1 0 0,0-1 1 0 0,0 1 0 0 0,0-1-1 0 0,0 1 1 0 0,0-1 0 0 0,1 1-1 0 0,-1 0 1 0 0,0-1-1 0 0,0 1 1 0 0,0-1 0 0 0,0 1-1 0 0,0-1 1 0 0,1 1 0 0 0,-1 0-1 0 0,0-1 1 0 0,1 1 0 0 0,-1 0-1 0 0,0-1 1 0 0,0 1 0 0 0,1-1-1 0 0,0 2-6 0 0,-1-1-1 0 0,1 0 0 0 0,-1 1 0 0 0,1-1 1 0 0,-1 0-1 0 0,0 1 0 0 0,1-1 1 0 0,-1 1-1 0 0,0-1 0 0 0,1 1 1 0 0,-1-1-1 0 0,0 1 0 0 0,0-1 0 0 0,1 1 1 0 0,-1 0-1 0 0,0-1 0 0 0,0 1 1 0 0,0-1-1 0 0,0 1 0 0 0,0 0 0 0 0,0-1 1 0 0,0 1-1 0 0,0-1 0 0 0,0 1 1 0 0,0-1-1 0 0,0 1 0 0 0,0 0 1 0 0,0-1-1 0 0,0 1 0 0 0,-1 0 0 0 0,-3 81 279 0 0,-4 216-1134 0 0,-7 193-428 0 0,-27-1 1043 0 0,-16 458 417 0 0,60-698-223 0 0,-6 536 0 0 0,-92 692 1596 0 0,-43-245-1180 0 0,62-601-347 0 0,-65 990 2427 0 0,86 74-2432 0 0,24-764 969 0 0,0-4 107 0 0,37-707-298 0 0,41 266 1 0 0,-27-268-243 0 0,-17-125-6478 0 0,-2-76 337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5:45.9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0 393 3225 0 0,'479'-116'5178'0'0,"-111"33"-3699"0"0,-107 20-745 0 0,-13 3 108 0 0,-162 38 269 0 0,174-20 0 0 0,-198 37-575 0 0,-1 3 0 0 0,1 3 1 0 0,105 14-1 0 0,-144-12-522 0 0,0 2 1 0 0,0 0-1 0 0,0 2 1 0 0,-1 0-1 0 0,0 2 1 0 0,0 0-1 0 0,-1 2 1 0 0,36 23-1 0 0,-21-6-158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7.0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392 61 1840 0 0,'-4'-5'566'0'0,"0"-3"-168"0"0,-1 1 0 0 0,-1-1 0 0 0,0 1 0 0 0,-7-7 0 0 0,12 13-263 0 0,1 1-1 0 0,-1-1 1 0 0,0 0 0 0 0,0 1 0 0 0,0-1-1 0 0,1 1 1 0 0,-1-1 0 0 0,0 1-1 0 0,0-1 1 0 0,0 1 0 0 0,0 0 0 0 0,0-1-1 0 0,0 1 1 0 0,0 0 0 0 0,0 0-1 0 0,0 0 1 0 0,0 0 0 0 0,-2 0 0 0 0,2 0 113 0 0,-1 1 0 0 0,1-1 1 0 0,1 1-1 0 0,-1 0 1 0 0,0-1-1 0 0,0 1 1 0 0,0 0-1 0 0,0 0 1 0 0,0-1-1 0 0,1 1 0 0 0,-1 0 1 0 0,0 0-1 0 0,1 0 1 0 0,-1 0-1 0 0,1 0 1 0 0,-1 0-1 0 0,1 0 1 0 0,-1 0-1 0 0,1 0 0 0 0,0 1 1 0 0,-1 1-1 0 0,-7 19 491 0 0,-2-1 0 0 0,0 0 0 0 0,-2 0 0 0 0,-21 29 0 0 0,3-3-242 0 0,-29 53-78 0 0,-87 202 1 0 0,137-283-204 0 0,7-25 266 0 0,13-35 276 0 0,8-5-777 0 0,3 0 0 0 0,30-47 0 0 0,64-81-11 0 0,10-18 965 0 0,-111 162 1435 0 0,-13 49-2219 0 0,1 0-1 0 0,0 1 1 0 0,2-1 0 0 0,0-1-1 0 0,2 1 1 0 0,12 26 0 0 0,-5-9-59 0 0,-2-7-42 0 0,2 0-1 0 0,0-1 1 0 0,2-1-1 0 0,37 48 1 0 0,93 87 227 0 0,-124-139-270 0 0,-6-6-1543 0 0,-1 0-3492 0 0,-1 1-2379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8.1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2 2304 0 0,'-26'-1'17590'0'0,"33"11"-18220"0"0,195 220 3836 0 0,-23-30-2954 0 0,-137-149-390 0 0,140 190-1743 0 0,-167-215-322 0 0,-2-1-4615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8.4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0 252 10138 0 0,'75'-82'8854'0'0,"-36"38"-8877"0"0,71-64-1 0 0,-88 90-1213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8.6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10138 0 0,'19'23'9430'0'0,"8"14"-6590"0"0,43 53-2576 0 0,56 45-1198 0 0,-114-121-970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9.0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1 372 7370 0 0,'57'-103'3419'0'0,"-35"67"-2793"0"0,-2-2 0 0 0,29-73 0 0 0,-49 114-448 0 0,-1-1 1 0 0,1 1-1 0 0,0-1 0 0 0,0 1 1 0 0,0-1-1 0 0,0 1 1 0 0,0 0-1 0 0,0-1 1 0 0,1 1-1 0 0,-1-1 1 0 0,1 1-1 0 0,0-1 1 0 0,0 1-1 0 0,1 3 0 0 0,2 2 164 0 0,0-1 0 0 0,0 0 0 0 0,1 0 0 0 0,9 11 0 0 0,-5-9-61 0 0,0 0-1 0 0,0 0 1 0 0,1-1 0 0 0,0 0 0 0 0,0-1 0 0 0,1 0 0 0 0,12 6 0 0 0,-16-10-134 0 0,0 0 0 0 0,1-1 0 0 0,-1 0 0 0 0,0-1 0 0 0,1 0 0 0 0,-1 0 0 0 0,1 0 0 0 0,-1-1-1 0 0,1 0 1 0 0,-1 0 0 0 0,1-1 0 0 0,9-2 0 0 0,-14 3-130 0 0,-1-1 0 0 0,1 0 0 0 0,0 0 0 0 0,-1 0 0 0 0,0 0 0 0 0,1 0 0 0 0,-1 0 1 0 0,0-1-1 0 0,1 1 0 0 0,-1-1 0 0 0,0 0 0 0 0,0 1 0 0 0,0-1 0 0 0,0 0 0 0 0,-1 0 0 0 0,1 0 0 0 0,0-1 0 0 0,-1 1 0 0 0,0 0 0 0 0,1-1 0 0 0,-1 1 0 0 0,0 0 0 0 0,0-1 0 0 0,0 0 0 0 0,-1 1 0 0 0,1-1 0 0 0,0 1 1 0 0,-1-1-1 0 0,0 0 0 0 0,0 1 0 0 0,0-1 0 0 0,0 0 0 0 0,0 1 0 0 0,0-1 0 0 0,-1 0 0 0 0,1 1 0 0 0,-2-4 0 0 0,-1-8 35 0 0,-1 1 1 0 0,-1-1-1 0 0,0 1 0 0 0,-13-24 0 0 0,14 29-44 0 0,-1 1 0 0 0,0-1-1 0 0,0 1 1 0 0,0 0 0 0 0,-1 0 0 0 0,0 1-1 0 0,-1 0 1 0 0,-13-11 0 0 0,18 16-109 0 0,-1 0 1 0 0,1 0 0 0 0,-1 0 0 0 0,1 0-1 0 0,-1 0 1 0 0,0 0 0 0 0,1 1 0 0 0,-1-1-1 0 0,0 1 1 0 0,0 0 0 0 0,1 0 0 0 0,-1 0-1 0 0,0 0 1 0 0,0 1 0 0 0,1-1 0 0 0,-1 1-1 0 0,0-1 1 0 0,0 1 0 0 0,1 0 0 0 0,-1 0-1 0 0,1 0 1 0 0,-1 0 0 0 0,1 1 0 0 0,0-1-1 0 0,-1 1 1 0 0,1-1 0 0 0,-2 3-1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9.3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60 6913 0 0,'-22'-28'4100'0'0,"21"27"-3589"0"0,0 0 0 0 0,0-1 0 0 0,0 0 0 0 0,0 1-1 0 0,0-1 1 0 0,1 1 0 0 0,-1-1 0 0 0,0 0 0 0 0,1 0 0 0 0,0 1 0 0 0,-1-1-1 0 0,1 0 1 0 0,0 0 0 0 0,0 0 0 0 0,0 1 0 0 0,0-5 0 0 0,22 29 2310 0 0,3 11-2370 0 0,46 47-1 0 0,-60-70-435 0 0,1-1 0 0 0,0 0 0 0 0,1-1 0 0 0,0 0 1 0 0,0-1-1 0 0,1 0 0 0 0,23 8 0 0 0,-17-8-517 0 0,38 8 1 0 0,-25-12-6846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9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47 6913 0 0,'-5'3'699'0'0,"-1"1"0"0"0,1-1 0 0 0,0 1 0 0 0,1 0 0 0 0,-1 0 0 0 0,1 1 0 0 0,0-1 0 0 0,-6 13 2596 0 0,18-21-2373 0 0,9-9-362 0 0,40-47-1214 0 0,-42 42-5268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39.8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61 5529 0 0,'3'-7'2954'0'0,"-1"3"-3063"0"0,-1 0-1 0 0,1 1 0 0 0,0-1 0 0 0,0 0 0 0 0,0 1 0 0 0,0-1 0 0 0,0 1 1 0 0,1-1-1 0 0,0 1 0 0 0,0 0 0 0 0,0 0 0 0 0,0 0 0 0 0,6-4 0 0 0,-4 6 94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0.0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1 156 12755 0 0,'0'0'84'0'0,"1"1"0"0"0,-1-1 0 0 0,1 0 0 0 0,-1 1 0 0 0,1-1-1 0 0,-1 0 1 0 0,1 1 0 0 0,-1-1 0 0 0,1 0 0 0 0,-1 0 0 0 0,1 0 0 0 0,0 0 0 0 0,-1 1 0 0 0,1-1 0 0 0,-1 0 0 0 0,1 0 0 0 0,-1 0 0 0 0,1 0 0 0 0,0 0 0 0 0,-1 0 0 0 0,1-1 0 0 0,-1 1 0 0 0,1 0 0 0 0,-1 0 0 0 0,1 0 0 0 0,0 0 0 0 0,0-1-1 0 0,18-14 1443 0 0,9-21-652 0 0,40-55-4075 0 0,-56 75 1972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4.8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3 205 8290 0 0,'0'-1'89'0'0,"-1"-1"0"0"0,1 0 1 0 0,-1 1-1 0 0,1-1 0 0 0,0 0 0 0 0,0 0 1 0 0,0 1-1 0 0,0-1 0 0 0,0 0 1 0 0,0 0-1 0 0,0 1 0 0 0,0-1 0 0 0,1 0 1 0 0,-1 1-1 0 0,1-1 0 0 0,-1 0 1 0 0,1 1-1 0 0,0-1 0 0 0,1-2 0 0 0,21-36 1299 0 0,-16 29-946 0 0,38-56 1499 0 0,-42 62-1798 0 0,1 0 0 0 0,0 1 0 0 0,-1 0 0 0 0,2 0-1 0 0,-1 0 1 0 0,0 0 0 0 0,1 1 0 0 0,0-1 0 0 0,0 1 0 0 0,0 0 0 0 0,9-3 0 0 0,-13 6-135 0 0,0-1 1 0 0,1 1 0 0 0,-1 0-1 0 0,0 0 1 0 0,0 0 0 0 0,1 0-1 0 0,-1 0 1 0 0,0 0-1 0 0,0 0 1 0 0,1 0 0 0 0,-1 1-1 0 0,0-1 1 0 0,0 0 0 0 0,1 1-1 0 0,-1-1 1 0 0,0 1 0 0 0,0-1-1 0 0,0 1 1 0 0,0 0 0 0 0,0-1-1 0 0,1 2 1 0 0,1 1 11 0 0,-1-1-1 0 0,0 1 1 0 0,1-1 0 0 0,-1 1 0 0 0,0 0-1 0 0,-1 0 1 0 0,4 6 0 0 0,1 5 121 0 0,-1 1-1 0 0,6 26 1 0 0,-9-31-3 0 0,7 37 4 0 0,6 24 74 0 0,-13-65-205 0 0,0-1-1 0 0,0 0 1 0 0,0 1-1 0 0,1-1 1 0 0,0 0-1 0 0,0 0 0 0 0,0-1 1 0 0,1 1-1 0 0,6 7 1 0 0,-8-10 8 0 0,0 0 1 0 0,0-1 0 0 0,0 1-1 0 0,0-1 1 0 0,1 1 0 0 0,-1-1 0 0 0,0 0-1 0 0,1 0 1 0 0,-1 0 0 0 0,1 0-1 0 0,-1 0 1 0 0,1-1 0 0 0,-1 1-1 0 0,1-1 1 0 0,-1 0 0 0 0,1 1 0 0 0,0-1-1 0 0,-1 0 1 0 0,1-1 0 0 0,2 1-1 0 0,3-2 147 0 0,0-1-1 0 0,1 1 1 0 0,-2-2-1 0 0,15-6 1 0 0,-17 7-92 0 0,1 0-1 0 0,0 0 1 0 0,0 1 0 0 0,0-1-1 0 0,0 1 1 0 0,1 1 0 0 0,-1-1-1 0 0,7 0 1 0 0,-12 2-29 0 0,0 1 0 0 0,0-1 0 0 0,0 0 0 0 0,0 1 0 0 0,0-1 1 0 0,0 0-1 0 0,0 1 0 0 0,0-1 0 0 0,0 1 0 0 0,0 0 0 0 0,0-1 0 0 0,-1 1 0 0 0,1 0 0 0 0,0-1 0 0 0,0 1 0 0 0,-1 0 0 0 0,1 0 1 0 0,-1 0-1 0 0,1-1 0 0 0,-1 1 0 0 0,1 0 0 0 0,-1 0 0 0 0,1 0 0 0 0,-1 0 0 0 0,0 0 0 0 0,1 0 0 0 0,-1 0 0 0 0,0 0 0 0 0,0 0 1 0 0,0 0-1 0 0,0 0 0 0 0,0 0 0 0 0,0 0 0 0 0,0 0 0 0 0,0 2 0 0 0,-5 41 895 0 0,4-42-846 0 0,-5 24 253 0 0,-2-2 1 0 0,-13 32-1 0 0,13-38-1148 0 0,1 1 0 0 0,1 0 0 0 0,0 0 1 0 0,-5 40-1 0 0,11-58 601 0 0,-1-1-1 0 0,1 1 1 0 0,0-1 0 0 0,0 1 0 0 0,0 0 0 0 0,0-1 0 0 0,0 1 0 0 0,0 0-1 0 0,0-1 1 0 0,0 1 0 0 0,1-1 0 0 0,-1 1 0 0 0,0 0 0 0 0,0-1 0 0 0,0 1 0 0 0,1-1-1 0 0,-1 1 1 0 0,0-1 0 0 0,1 1 0 0 0,-1 0 0 0 0,0-1 0 0 0,1 0 0 0 0,-1 1-1 0 0,1 0-399 0 0,0 0 400 0 0,-1-1 0 0 0,1 0 0 0 0,0 1 0 0 0,-1-1-1 0 0,1 0 1 0 0,-1 0 0 0 0,1 1 0 0 0,-1-1 0 0 0,1 0 0 0 0,0 0 0 0 0,-1 0 0 0 0,1 0-1 0 0,-1 0 1 0 0,1 0 0 0 0,0 0 0 0 0,-1 0 0 0 0,1 0 0 0 0,0 0 0 0 0,-1 0-1 0 0,1 0 1 0 0,-1 0 0 0 0,1 0 0 0 0,0 0 0 0 0,-1-1 0 0 0,1 1 0 0 0,-1 0 0 0 0,1-1-1 0 0,-1 1 1 0 0,1 0 0 0 0,-1-1 0 0 0,1 1 0 0 0,-1 0 0 0 0,2-2 0 0 0,5-6-10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5.2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96 8290 0 0,'2'-11'331'0'0,"-2"4"690"0"0,1-1 0 0 0,0 0-1 0 0,0 0 1 0 0,1 1 0 0 0,0-1-1 0 0,0 1 1 0 0,1-1 0 0 0,0 1-1 0 0,5-9 222 0 0,-7 16-1198 0 0,-1 0 0 0 0,0 0 1 0 0,0-1-1 0 0,0 1 0 0 0,0 0 0 0 0,0 0 0 0 0,0 0 0 0 0,0 0 1 0 0,1 0-1 0 0,-1 0 0 0 0,0 0 0 0 0,0 0 0 0 0,0 0 1 0 0,0 0-1 0 0,0 0 0 0 0,0 0 0 0 0,1 0 0 0 0,-1 0 0 0 0,0 0 1 0 0,0 0-1 0 0,1 1 619 0 0,0-1-619 0 0,-1 1 0 0 0,0-1 0 0 0,0 0 0 0 0,0 0 1 0 0,0 0-1 0 0,0 0 0 0 0,0 0 0 0 0,0 0 0 0 0,0 1 0 0 0,0-1 1 0 0,0 0-1 0 0,0 0 0 0 0,0 0 0 0 0,0 0 0 0 0,4 14 722 0 0,1 14-483 0 0,-2 238 566 0 0,1-9-708 0 0,0-202-202 0 0,2 0 0 0 0,23 91 0 0 0,8-33-3282 0 0,-25-79-3885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5.7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 58 3681 0 0,'-26'-45'5908'0'0,"22"34"-2974"0"0,5 11-2763 0 0,-1 0-1 0 0,1 0 1 0 0,-1-1 0 0 0,1 1 0 0 0,-1 0 0 0 0,0 0-1 0 0,1 0 1 0 0,-1 0 0 0 0,1 0 0 0 0,-1 0-1 0 0,1 0 1 0 0,-1 0 0 0 0,7 3 2732 0 0,-7-2-2732 0 0,18 7 407 0 0,-9 0-273 0 0,-1 0 1 0 0,1 1 0 0 0,-2-1 0 0 0,1 2 0 0 0,-2-1-1 0 0,1 1 1 0 0,-1 0 0 0 0,-1 0 0 0 0,6 15 0 0 0,5 5 95 0 0,2 1-609 0 0,1 0 0 0 0,2-1 1 0 0,1-1-1 0 0,1-1 0 0 0,51 47 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6.05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 7370 0 0,'-1'-4'7723'0'0,"9"4"-4471"0"0,9 5-2401 0 0,6 5-91 0 0,-1 1 0 0 0,0 1 1 0 0,34 25-1 0 0,-10-6-466 0 0,93 61-2310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6.3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2 5065 0 0,'0'-1'122'0'0,"-1"1"-1"0"0,1 0 1 0 0,-1 0 0 0 0,1 0-1 0 0,0 0 1 0 0,-1 0 0 0 0,1 0-1 0 0,-1 0 1 0 0,1 0 0 0 0,0-1 0 0 0,-1 2-1 0 0,1-1 1 0 0,-1 0 0 0 0,1 0-1 0 0,0 0 1 0 0,-1 0 0 0 0,1 0-1 0 0,-1 0 1 0 0,1 0 0 0 0,0 0-1 0 0,-1 1 1 0 0,1-1 0 0 0,0 0-1 0 0,-1 0 1 0 0,1 0 0 0 0,0 1-1 0 0,-1-1 1 0 0,1 0 0 0 0,0 1-1 0 0,0-1 1 0 0,-1 0 0 0 0,1 0-1 0 0,0 1 1 0 0,0-1 0 0 0,-1 1-1 0 0,1-1 1 0 0,0 0 0 0 0,0 1-1 0 0,0-1 1 0 0,0 0 0 0 0,0 1-1 0 0,-1 0 1 0 0,-9 22 1937 0 0,7-17-1390 0 0,-3 7 451 0 0,-1 1-638 0 0,1-1 0 0 0,0 1 0 0 0,0 0 0 0 0,2 0 0 0 0,0 0 1 0 0,0 1-1 0 0,2-1 0 0 0,-2 25 0 0 0,4-38-439 0 0,0 0 0 0 0,0 1 0 0 0,0-1 0 0 0,0 1 0 0 0,0-1 1 0 0,1 0-1 0 0,-1 1 0 0 0,0-1 0 0 0,1 0 0 0 0,-1 1 0 0 0,1-1 0 0 0,0 0 0 0 0,-1 0 0 0 0,1 0 1 0 0,0 1-1 0 0,0-1 0 0 0,0 0 0 0 0,0 0 0 0 0,0 0 0 0 0,0 0 0 0 0,0-1 0 0 0,0 1 0 0 0,0 0 1 0 0,0 0-1 0 0,2 0 0 0 0,0 0 13 0 0,0 0 0 0 0,0-1 0 0 0,-1 1 0 0 0,1-1 0 0 0,0 1 0 0 0,0-1 1 0 0,0 0-1 0 0,0 0 0 0 0,0-1 0 0 0,0 1 0 0 0,4-1 0 0 0,6-3 178 0 0,1 0-1 0 0,-1-1 1 0 0,22-11 0 0 0,43-23-460 0 0,-66 34-597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6.6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0 210 11058 0 0,'2'-5'610'0'0,"0"1"1"0"0,0-1-1 0 0,0 1 0 0 0,1-1 0 0 0,-1 1 0 0 0,1 0 0 0 0,6-7 0 0 0,80-91 4256 0 0,-59 69-5956 0 0,1 0-3676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6.8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3225 0 0,'9'11'6368'0'0,"-8"-10"-6123"0"0,16 9 3009 0 0,-1-2-1358 0 0,-1 1-1 0 0,0 1 0 0 0,19 15 1 0 0,-5 2-1113 0 0,39 46 0 0 0,-43-45-606 0 0,10 8-592 0 0,-16-20-134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7.3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31 161 1376 0 0,'-2'-1'482'0'0,"-1"-1"1"0"0,1 0-1 0 0,0 0 0 0 0,0 0 0 0 0,0 0 0 0 0,0 0 0 0 0,0 0 0 0 0,1 0 1 0 0,-1 0-1 0 0,1-1 0 0 0,-1 1 0 0 0,1-1 0 0 0,0 1 0 0 0,0-1 0 0 0,0 0 0 0 0,0 1 1 0 0,0-1-1 0 0,1 0 0 0 0,-1 0 0 0 0,1 0 0 0 0,0 1 0 0 0,0-1 0 0 0,0 0 1 0 0,0 0-1 0 0,0 0 0 0 0,0 1 0 0 0,2-4 0 0 0,0 0-150 0 0,0 0 1 0 0,0 1-1 0 0,1 0 0 0 0,0 0 1 0 0,0-1-1 0 0,0 2 0 0 0,1-1 1 0 0,0 0-1 0 0,0 1 0 0 0,0-1 0 0 0,0 1 1 0 0,6-4-1 0 0,-7 6-261 0 0,0-1-1 0 0,0 1 1 0 0,0 0-1 0 0,1 0 1 0 0,-1 0-1 0 0,0 0 1 0 0,1 1 0 0 0,-1-1-1 0 0,1 1 1 0 0,6-2-1 0 0,-9 4-51 0 0,0-1 1 0 0,1 0-1 0 0,-1 0 0 0 0,0 0 0 0 0,0 1 0 0 0,1-1 1 0 0,-1 0-1 0 0,0 1 0 0 0,0 0 0 0 0,0-1 1 0 0,0 1-1 0 0,1-1 0 0 0,-1 1 0 0 0,0 0 0 0 0,0 0 1 0 0,0 0-1 0 0,-1 0 0 0 0,1 0 0 0 0,0 0 0 0 0,0 0 1 0 0,0 0-1 0 0,-1 0 0 0 0,1 0 0 0 0,0 0 0 0 0,-1 0 1 0 0,1 0-1 0 0,-1 1 0 0 0,0-1 0 0 0,1 0 0 0 0,-1 0 1 0 0,0 1-1 0 0,0-1 0 0 0,1 0 0 0 0,-1 3 0 0 0,1 6 3 0 0,-1 0 0 0 0,0 0-1 0 0,0 0 1 0 0,-3 16-1 0 0,2-19-6 0 0,0-1-1 0 0,0 1 1 0 0,1 0-1 0 0,0 0 1 0 0,0 0-1 0 0,0-1 1 0 0,1 1-1 0 0,0 0 1 0 0,0 0-1 0 0,1-1 1 0 0,-1 1-1 0 0,4 7 0 0 0,-4-13-13 0 0,0 1 0 0 0,1-1 0 0 0,-1 1 0 0 0,0-1 0 0 0,0 0-1 0 0,1 1 1 0 0,-1-1 0 0 0,1 0 0 0 0,-1 0 0 0 0,1 0 0 0 0,-1 0-1 0 0,1 0 1 0 0,0 0 0 0 0,-1-1 0 0 0,1 1 0 0 0,0-1 0 0 0,0 1-1 0 0,-1-1 1 0 0,4 1 0 0 0,40-3 38 0 0,-39 1-31 0 0,1 0 0 0 0,-1 1 0 0 0,1 0 0 0 0,-1 0 0 0 0,0 0-1 0 0,8 2 1 0 0,-12-2-6 0 0,0 1-1 0 0,0 0 1 0 0,0 0-1 0 0,-1-1 1 0 0,1 1 0 0 0,0 0-1 0 0,-1 0 1 0 0,1 1-1 0 0,-1-1 1 0 0,1 0-1 0 0,-1 0 1 0 0,0 1-1 0 0,1-1 1 0 0,-1 1-1 0 0,0-1 1 0 0,0 1 0 0 0,0 0-1 0 0,0-1 1 0 0,0 1-1 0 0,0 0 1 0 0,-1 0-1 0 0,1-1 1 0 0,0 1-1 0 0,0 4 1 0 0,0 3 24 0 0,1 0 1 0 0,-2 0-1 0 0,1 0 0 0 0,-1 0 1 0 0,-1 0-1 0 0,1 1 1 0 0,-2-1-1 0 0,-2 10 0 0 0,-24 74-910 0 0,11-43-4328 0 0,10-25-1337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7.5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65 3225 0 0,'27'-65'14786'0'0,"-34"98"-12640"0"0,-4 36 1 0 0,2 89-1859 0 0,3-55-163 0 0,3 64-208 0 0,12-56-2876 0 0,-5-76-4193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8.1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3 168 3681 0 0,'-1'-5'356'0'0,"0"0"-1"0"0,1 0 1 0 0,-1 0 0 0 0,1 0 0 0 0,0 0 0 0 0,1 0 0 0 0,-1 0-1 0 0,1 0 1 0 0,0 0 0 0 0,0 0 0 0 0,1 0 0 0 0,-1 0 0 0 0,4-6-1 0 0,1-3 1013 0 0,1 1 0 0 0,0 0 0 0 0,12-16 0 0 0,-18 28-1262 0 0,-1-1 0 0 0,1 1 0 0 0,0-1 0 0 0,0 1 1 0 0,1 0-1 0 0,-1-1 0 0 0,0 1 0 0 0,0 0 0 0 0,1 0 1 0 0,-1 0-1 0 0,0 0 0 0 0,1 0 0 0 0,-1 0 0 0 0,1 0 0 0 0,-1 0 1 0 0,1 1-1 0 0,0-1 0 0 0,-1 1 0 0 0,1-1 0 0 0,0 1 1 0 0,-1-1-1 0 0,1 1 0 0 0,0 0 0 0 0,-1 0 0 0 0,1 0 1 0 0,0 0-1 0 0,0 0 0 0 0,-1 0 0 0 0,1 1 0 0 0,0-1 1 0 0,-1 0-1 0 0,1 1 0 0 0,0 0 0 0 0,2 1 0 0 0,3 2 175 0 0,1 1-1 0 0,-1 1 0 0 0,-1 0 0 0 0,1 0 1 0 0,10 13-1 0 0,16 14 646 0 0,-27-30-857 0 0,-2 0 1 0 0,1 0 0 0 0,0 0-1 0 0,0 1 1 0 0,-1 0 0 0 0,0 0 0 0 0,0 0-1 0 0,0 1 1 0 0,-1-1 0 0 0,1 1-1 0 0,-1 0 1 0 0,0 0 0 0 0,0 0-1 0 0,-1 0 1 0 0,1 1 0 0 0,-1-1 0 0 0,-1 1-1 0 0,1-1 1 0 0,-1 1 0 0 0,0 0-1 0 0,0-1 1 0 0,0 8 0 0 0,0 4 39 0 0,3 26-47 0 0,-3-41-46 0 0,-1 0-1 0 0,1 1 0 0 0,-1-1 1 0 0,1 0-1 0 0,0 0 0 0 0,0 0 0 0 0,0 0 1 0 0,0 0-1 0 0,0 0 0 0 0,0-1 0 0 0,0 1 1 0 0,1 0-1 0 0,-1 0 0 0 0,1-1 1 0 0,2 3-1 0 0,-4-4-10 0 0,1 0 1 0 0,0 0-1 0 0,-1 0 1 0 0,1 0 0 0 0,0 0-1 0 0,-1-1 1 0 0,1 1-1 0 0,0 0 1 0 0,-1 0-1 0 0,1 0 1 0 0,-1-1-1 0 0,1 1 1 0 0,0 0-1 0 0,-1-1 1 0 0,1 1 0 0 0,-1 0-1 0 0,1-1 1 0 0,-1 1-1 0 0,1-1 1 0 0,-1 1-1 0 0,1-1 1 0 0,-1 1-1 0 0,0-1 1 0 0,1 1 0 0 0,-1-1-1 0 0,1 0 1 0 0,14-20 205 0 0,-12 16-188 0 0,108-175-1976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8.3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6449 0 0,'-5'0'2380'0'0,"16"5"402"0"0,8 3-381 0 0,26 23 1535 0 0,16 18-2821 0 0,-53-41-1462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8.6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94 0 5985 0 0,'-1'13'997'0'0,"-1"0"-1"0"0,-1 0 0 0 0,0 0 1 0 0,-1 0-1 0 0,-1-1 0 0 0,-8 20 0 0 0,-2 2 457 0 0,2 0-126 0 0,-14 39 811 0 0,25-66-1898 0 0,1-1 0 0 0,-1 0-1 0 0,1 1 1 0 0,1-1 0 0 0,-1 1-1 0 0,1-1 1 0 0,0 1-1 0 0,0-1 1 0 0,2 8 0 0 0,-1-12-214 0 0,-1-1 1 0 0,0 1 0 0 0,0-1-1 0 0,1 1 1 0 0,-1-1 0 0 0,1 1-1 0 0,0-1 1 0 0,-1 0 0 0 0,1 1-1 0 0,0-1 1 0 0,0 0 0 0 0,0 0 0 0 0,-1 0-1 0 0,1 1 1 0 0,1-1 0 0 0,-1 0-1 0 0,0 0 1 0 0,0 0 0 0 0,0-1-1 0 0,0 1 1 0 0,1 0 0 0 0,-1 0-1 0 0,0-1 1 0 0,1 1 0 0 0,-1-1-1 0 0,1 1 1 0 0,-1-1 0 0 0,0 1-1 0 0,1-1 1 0 0,-1 0 0 0 0,1 0-1 0 0,-1 0 1 0 0,1 0 0 0 0,-1 0 0 0 0,1 0-1 0 0,-1 0 1 0 0,1 0 0 0 0,-1 0-1 0 0,1-1 1 0 0,-1 1 0 0 0,1-1-1 0 0,-1 1 1 0 0,0-1 0 0 0,1 0-1 0 0,-1 1 1 0 0,2-2 0 0 0,9-5-458 0 0,-1 1 0 0 0,0-1-1 0 0,0-1 1 0 0,10-10 0 0 0,-15 14-278 0 0,13-11-6063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8.8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4 219 10594 0 0,'0'0'103'0'0,"0"-1"-1"0"0,-1 1 0 0 0,1 0 1 0 0,-1-1-1 0 0,1 1 0 0 0,0-1 1 0 0,0 1-1 0 0,-1-1 1 0 0,1 1-1 0 0,0-1 0 0 0,0 1 1 0 0,0-1-1 0 0,0 1 0 0 0,-1-1 1 0 0,1 1-1 0 0,0-1 0 0 0,0 0 1 0 0,0 1-1 0 0,0-1 1 0 0,0 1-1 0 0,0-1 0 0 0,1 1 1 0 0,-1-1-1 0 0,0 1 0 0 0,0-1 1 0 0,0 1-1 0 0,0-1 1 0 0,1 1-1 0 0,-1-1 0 0 0,0 1 1 0 0,0-1-1 0 0,1 1 0 0 0,-1-1 1 0 0,0 1-1 0 0,1-1 0 0 0,-1 1 1 0 0,0 0-1 0 0,1-1 1 0 0,-1 1-1 0 0,1 0 0 0 0,0-1 1 0 0,22-26 2663 0 0,-17 20-2181 0 0,11-12 572 0 0,38-46 1034 0 0,-41 46-2851 0 0,20-31-1 0 0,-29 39-1207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9.0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1 6913 0 0,'-1'0'81'0'0,"0"0"0"0"0,0 0 0 0 0,-1 0-1 0 0,1 1 1 0 0,0-1 0 0 0,0 1 0 0 0,-1-1 0 0 0,1 1-1 0 0,0-1 1 0 0,0 1 0 0 0,0 0 0 0 0,0 0-1 0 0,0-1 1 0 0,0 1 0 0 0,0 0 0 0 0,0 0-1 0 0,0 0 1 0 0,0 0 0 0 0,0 0 0 0 0,0 0-1 0 0,1 0 1 0 0,-1 1 0 0 0,1-1 0 0 0,-1 0-1 0 0,1 0 1 0 0,-2 3 0 0 0,2-2 175 0 0,1 0 0 0 0,-1 1 1 0 0,0-1-1 0 0,1 0 0 0 0,-1 0 0 0 0,1 0 0 0 0,0 0 1 0 0,-1 1-1 0 0,1-1 0 0 0,0 0 0 0 0,0 0 0 0 0,1 0 1 0 0,-1-1-1 0 0,0 1 0 0 0,1 0 0 0 0,1 2 1 0 0,10 8 824 0 0,0 0 1 0 0,1-1 0 0 0,1 0 0 0 0,0-1-1 0 0,0-1 1 0 0,25 11 0 0 0,-1 1-374 0 0,5 4-930 0 0,-2 2-1 0 0,54 44 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9.4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27 170 3225 0 0,'-3'-3'515'0'0,"0"-1"1"0"0,1 0 0 0 0,-1 0-1 0 0,1 0 1 0 0,0 0 0 0 0,0 0-1 0 0,0 0 1 0 0,0-1 0 0 0,1 1-1 0 0,0-1 1 0 0,0 1 0 0 0,0-1-1 0 0,0 1 1 0 0,1-1 0 0 0,-1 0-1 0 0,1 1 1 0 0,1-1 0 0 0,-1 0-1 0 0,1 1 1 0 0,-1-1 0 0 0,1 1-1 0 0,0-1 1 0 0,1 1 0 0 0,-1-1-1 0 0,1 1 1 0 0,0 0 0 0 0,0 0-1 0 0,5-7 1 0 0,-5 8-285 0 0,1 0-1 0 0,0-1 1 0 0,1 1-1 0 0,-1 0 0 0 0,0 1 1 0 0,1-1-1 0 0,0 1 1 0 0,-1-1-1 0 0,1 1 1 0 0,0 0-1 0 0,0 0 1 0 0,7-1-1 0 0,-10 2-221 0 0,0 1 0 0 0,1-1-1 0 0,-1 1 1 0 0,0 0 0 0 0,0 0-1 0 0,1 0 1 0 0,-1-1 0 0 0,0 1-1 0 0,0 0 1 0 0,0 1 0 0 0,1-1 0 0 0,-1 0-1 0 0,0 0 1 0 0,0 0 0 0 0,1 1-1 0 0,-1-1 1 0 0,0 1 0 0 0,0-1-1 0 0,0 1 1 0 0,0-1 0 0 0,0 1 0 0 0,0 0-1 0 0,2 0 1 0 0,-2 1 16 0 0,1 0 1 0 0,-1 0-1 0 0,1 0 0 0 0,-1 1 1 0 0,0-1-1 0 0,1 0 1 0 0,-1 0-1 0 0,0 1 0 0 0,-1-1 1 0 0,1 1-1 0 0,0 2 0 0 0,2 8 93 0 0,-2 0-1 0 0,0 1 1 0 0,0 19-1 0 0,-1-25-102 0 0,-1 25 2 0 0,-1-20 11 0 0,2 0 0 0 0,0 1 0 0 0,1-1 0 0 0,0 1 0 0 0,5 22 0 0 0,-5-33-25 0 0,0-1 0 0 0,0 1 1 0 0,0-1-1 0 0,0 0 1 0 0,0 1-1 0 0,1-1 0 0 0,-1 0 1 0 0,1 0-1 0 0,-1 1 1 0 0,1-1-1 0 0,0 0 1 0 0,0-1-1 0 0,0 1 0 0 0,0 0 1 0 0,0-1-1 0 0,1 1 1 0 0,-1-1-1 0 0,0 1 0 0 0,1-1 1 0 0,-1 0-1 0 0,1 0 1 0 0,-1 0-1 0 0,1-1 0 0 0,-1 1 1 0 0,1 0-1 0 0,0-1 1 0 0,-1 0-1 0 0,1 0 0 0 0,0 0 1 0 0,-1 0-1 0 0,1 0 1 0 0,0 0-1 0 0,-1-1 0 0 0,5 0 1 0 0,7-2-5 0 0,0-1 0 0 0,26-10 1 0 0,-31 11-4 0 0,-1-1 1 0 0,1 1 0 0 0,0 0 0 0 0,1 1-1 0 0,-1 0 1 0 0,0 0 0 0 0,1 1 0 0 0,-1 0-1 0 0,13 1 1 0 0,-21 0 2 0 0,0 0 0 0 0,0 0 0 0 0,0 0 0 0 0,0 1 0 0 0,0-1 0 0 0,0 0 0 0 0,0 1-1 0 0,0-1 1 0 0,0 1 0 0 0,0-1 0 0 0,0 1 0 0 0,0-1 0 0 0,0 1 0 0 0,0 0 0 0 0,0-1 0 0 0,0 1 0 0 0,-1 0 0 0 0,1 0-1 0 0,0 0 1 0 0,-1 0 0 0 0,1 0 0 0 0,0 0 0 0 0,-1 0 0 0 0,1 1 0 0 0,0 0 2 0 0,-1 0 0 0 0,1 0 0 0 0,-1 1 0 0 0,0-1 0 0 0,0 0-1 0 0,0 0 1 0 0,0 0 0 0 0,-1 0 0 0 0,1 0 0 0 0,0 1 0 0 0,-1-1 0 0 0,0 2 0 0 0,-4 7-15 0 0,0 1 0 0 0,0-1 1 0 0,-12 16-1 0 0,15-23-9 0 0,-52 79-1554 0 0,41-64 329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49.7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0 16764 0 0,'8'65'5613'0'0,"-16"198"-3994"0"0,-1-16-2198 0 0,11-195-2541 0 0,9 61 0 0 0,-4-74-4263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50.2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1 208 9674 0 0,'24'-56'3311'0'0,"-20"43"-2626"0"0,1 1 0 0 0,0 0-1 0 0,1 0 1 0 0,0 0 0 0 0,1 1-1 0 0,1-1 1 0 0,-1 2-1 0 0,2-1 1 0 0,-1 1 0 0 0,17-15-1 0 0,-24 24-641 0 0,0 0 0 0 0,1 0-1 0 0,-1 0 1 0 0,0 0-1 0 0,0 0 1 0 0,0 1-1 0 0,1-1 1 0 0,-1 0 0 0 0,0 1-1 0 0,1-1 1 0 0,-1 0-1 0 0,1 1 1 0 0,-1 0-1 0 0,1-1 1 0 0,-1 1 0 0 0,1 0-1 0 0,-1 0 1 0 0,1 0-1 0 0,-1 0 1 0 0,1 0-1 0 0,-1 0 1 0 0,1 0 0 0 0,-1 1-1 0 0,1-1 1 0 0,-1 1-1 0 0,2 0 1 0 0,-1 0-27 0 0,-1 1 1 0 0,1-1 0 0 0,-1 1-1 0 0,1 0 1 0 0,-1-1-1 0 0,0 1 1 0 0,1 0-1 0 0,-1 0 1 0 0,0 0-1 0 0,0 0 1 0 0,-1 0 0 0 0,1 0-1 0 0,0 0 1 0 0,-1 0-1 0 0,1 4 1 0 0,1 7-16 0 0,0 1 1 0 0,-1 0-1 0 0,-1 0 1 0 0,-2 17-1 0 0,1-20 0 0 0,0-1 31 0 0,0 0 0 0 0,0 0-1 0 0,1 1 1 0 0,1-1 0 0 0,2 15 0 0 0,-3-23-36 0 0,1 0 0 0 0,-1 0 1 0 0,1 1-1 0 0,0-1 0 0 0,0 0 0 0 0,0 0 1 0 0,0 0-1 0 0,1 0 0 0 0,-1 0 0 0 0,0 0 0 0 0,1 0 1 0 0,-1-1-1 0 0,1 1 0 0 0,0 0 0 0 0,0-1 1 0 0,-1 1-1 0 0,1-1 0 0 0,0 0 0 0 0,0 0 0 0 0,0 1 1 0 0,1-1-1 0 0,-1-1 0 0 0,0 1 0 0 0,0 0 1 0 0,0 0-1 0 0,1-1 0 0 0,-1 1 0 0 0,0-1 1 0 0,4 0-1 0 0,7 0-12 0 0,1 0 1 0 0,-1-1-1 0 0,0-1 1 0 0,1 0 0 0 0,14-5-1 0 0,-9 3-18 0 0,-1 0 0 0 0,23-1 0 0 0,-36 5 31 0 0,0 0-1 0 0,1 0 0 0 0,-1 1 0 0 0,0-1 0 0 0,1 1 0 0 0,-1 0 1 0 0,0 1-1 0 0,0-1 0 0 0,0 1 0 0 0,0 0 0 0 0,0 0 0 0 0,5 4 1 0 0,-8-5-2 0 0,0 1 0 0 0,1 0 0 0 0,-1 0 1 0 0,0 1-1 0 0,0-1 0 0 0,0 0 1 0 0,0 1-1 0 0,-1-1 0 0 0,1 1 0 0 0,-1 0 1 0 0,0 0-1 0 0,1-1 0 0 0,-1 1 0 0 0,0 0 1 0 0,-1 0-1 0 0,1 0 0 0 0,0 0 1 0 0,-1 0-1 0 0,0 0 0 0 0,1 0 0 0 0,-1 0 1 0 0,-1 0-1 0 0,1 0 0 0 0,0 0 0 0 0,-2 4 1 0 0,-1 11-93 0 0,-1-1 0 0 0,-1 1-1 0 0,-9 20 1 0 0,4-9-145 0 0,-1 10-2605 0 0,8-23-3819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50.5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11 10138 0 0,'0'-1'89'0'0,"0"1"0"0"0,0 0-1 0 0,0 0 1 0 0,-1 0 0 0 0,1 0-1 0 0,0-1 1 0 0,0 1 0 0 0,0 0 0 0 0,-1 0-1 0 0,1-1 1 0 0,0 1 0 0 0,0 0 0 0 0,0 0-1 0 0,0-1 1 0 0,0 1 0 0 0,0 0-1 0 0,-1 0 1 0 0,1-1 0 0 0,0 1 0 0 0,0 0-1 0 0,0-1 1 0 0,0 1 0 0 0,0 0-1 0 0,0 0 1 0 0,0-1 0 0 0,0 1 0 0 0,0 0-1 0 0,0-1 1 0 0,0 1 0 0 0,1 0-1 0 0,-1 0 1 0 0,0-1 0 0 0,0 1 0 0 0,0 0-1 0 0,0 0 1 0 0,0-1 0 0 0,1 1-1 0 0,11 1 2359 0 0,15 10-354 0 0,98 77 1273 0 0,-24-16-5039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50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104 15 6913 0 0,'-1'-1'181'0'0,"0"0"-1"0"0,0 0 1 0 0,0 0-1 0 0,0 0 1 0 0,0 0-1 0 0,0 0 0 0 0,0 0 1 0 0,0 0-1 0 0,0 0 1 0 0,-1 1-1 0 0,1-1 1 0 0,0 0-1 0 0,-1 1 0 0 0,1-1 1 0 0,-1 1-1 0 0,1 0 1 0 0,0-1-1 0 0,-1 1 0 0 0,1 0 1 0 0,-1 0-1 0 0,1 0 1 0 0,-1 0-1 0 0,-2 0 1 0 0,2 1 165 0 0,0 0 1 0 0,0 1-1 0 0,0-1 1 0 0,0 1-1 0 0,1-1 1 0 0,-1 1 0 0 0,0 0-1 0 0,1-1 1 0 0,-1 1-1 0 0,1 0 1 0 0,-1 0-1 0 0,1 0 1 0 0,0 0 0 0 0,-1 4-1 0 0,-6 7 391 0 0,1 1-1 0 0,1 0 1 0 0,1 0-1 0 0,0 0 1 0 0,0 1 0 0 0,-2 19-1 0 0,6-31-694 0 0,1 1 0 0 0,-1-1 1 0 0,1 0-1 0 0,0 0 0 0 0,0 1 0 0 0,0-1 0 0 0,0 0 0 0 0,1 0 0 0 0,-1 1 1 0 0,1-1-1 0 0,0 0 0 0 0,0 0 0 0 0,0 0 0 0 0,0 0 0 0 0,1 0 1 0 0,-1 0-1 0 0,1 0 0 0 0,0-1 0 0 0,-1 1 0 0 0,1 0 0 0 0,1-1 0 0 0,-1 0 1 0 0,0 1-1 0 0,0-1 0 0 0,1 0 0 0 0,0 0 0 0 0,-1 0 0 0 0,1 0 1 0 0,0-1-1 0 0,0 1 0 0 0,0-1 0 0 0,0 0 0 0 0,0 0 0 0 0,0 0 0 0 0,4 1 1 0 0,1 0 20 0 0,0-1 0 0 0,0 0 0 0 0,0-1 1 0 0,0 0-1 0 0,1 0 0 0 0,-1-1 1 0 0,0 0-1 0 0,-1 0 0 0 0,1-1 0 0 0,0 0 1 0 0,0 0-1 0 0,-1-1 0 0 0,13-6 1 0 0,6-5-456 0 0,0-1 0 0 0,32-26 0 0 0,-37 26-709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48:50.9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11546 0 0,'2'3'257'0'0,"0"-2"47"0"0,1 2 16 0 0,-2-2 0 0 0,0 0-256 0 0,-1 1-64 0 0,2-1 0 0 0,-1 3 0 0 0,2 0-256 0 0,0 2-64 0 0,-2 1-8 0 0,2-3-9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1.9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1784 2477 5057 0 0,'14'-18'463'0'0,"-13"17"-444"0"0,-1 1-1 0 0,0-1 0 0 0,1 1 0 0 0,-1-1 0 0 0,1 1 0 0 0,-1-1 0 0 0,0 1 0 0 0,1-1 0 0 0,-1 0 1 0 0,0 1-1 0 0,0-1 0 0 0,1 1 0 0 0,-1-1 0 0 0,0 0 0 0 0,0 1 0 0 0,0-1 0 0 0,0 1 0 0 0,0-1 1 0 0,0 0-1 0 0,0 1 0 0 0,0-1 0 0 0,0 0 0 0 0,0 1 0 0 0,0-1 0 0 0,0 0 0 0 0,0 1 0 0 0,0-1 1 0 0,-1 1-1 0 0,1-1 0 0 0,0 0 0 0 0,-1 0 0 0 0,-1 1 89 0 0,0 1 0 0 0,1-1 1 0 0,-1 1-1 0 0,1-1 0 0 0,-1 1 0 0 0,0 0 1 0 0,1 0-1 0 0,-1 0 0 0 0,1 0 0 0 0,0 0 0 0 0,-3 2 78 0 0,-9 7-204 0 0,1 0 1 0 0,1 0-1 0 0,-1 2 0 0 0,-10 14 0 0 0,-15 14-243 0 0,-133 100-596 0 0,12-11-415 0 0,85-61 460 0 0,-218 185-514 0 0,221-201 1704 0 0,2 4 0 0 0,2 3 0 0 0,-83 96 0 0 0,74-74 238 0 0,-139 114 1 0 0,178-164-583 0 0,-111 113 127 0 0,51-46 691 0 0,36-35 2291 0 0,153-175-2355 0 0,-38 44-396 0 0,3 3 1 0 0,2 2-1 0 0,135-109 1 0 0,35-35-314 0 0,-148 128-61 0 0,120-89 0 0 0,-106 92-43 0 0,89-91 0 0 0,0 0-2 0 0,-67 74 52 0 0,55-49 69 0 0,-75 50-59 0 0,159-136 271 0 0,58-33 154 0 0,-49 38-506 0 0,97-79 547 0 0,-249 205-372 0 0,131-118 66 0 0,27-24-4 0 0,-37 10 612 0 0,-159 148-275 0 0,114-93 0 0 0,3-5 193 0 0,-85 75 369 0 0,-15 26 692 0 0,-119 107-3145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3.0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151 132 3225 0 0,'-2'-16'475'0'0,"0"0"0"0"0,-1 1 1 0 0,-1-1-1 0 0,-10-24 0 0 0,9 25 1103 0 0,5 14-1440 0 0,0 0 1 0 0,0 1-1 0 0,0-1 1 0 0,0 1-1 0 0,-1-1 1 0 0,1 0-1 0 0,0 1 1 0 0,0-1-1 0 0,-1 1 1 0 0,1-1-1 0 0,0 1 1 0 0,-1-1-1 0 0,1 1 1 0 0,-1-1-1 0 0,1 1 1 0 0,0-1-1 0 0,-1 1 1 0 0,1 0-1 0 0,-1-1 1 0 0,1 1-1 0 0,-1 0 1 0 0,0-1-1 0 0,1 1 1 0 0,-1 0-1 0 0,1 0 1 0 0,-1-1-1 0 0,1 1 1 0 0,-1 0-1 0 0,0 0 1 0 0,1 0-1 0 0,-1 0 0 0 0,0 0 1 0 0,-1 0 34 0 0,1 1 1 0 0,-1-1-1 0 0,1 1 1 0 0,-1-1-1 0 0,1 1 0 0 0,0 0 1 0 0,-1 0-1 0 0,1 0 1 0 0,0 0-1 0 0,-1 0 0 0 0,1 0 1 0 0,-1 1-1 0 0,-3 4 132 0 0,0 0-1 0 0,0 0 1 0 0,1 0-1 0 0,-5 9 1 0 0,-3 13-80 0 0,2 2 0 0 0,0-1-1 0 0,2 1 1 0 0,2 1 0 0 0,0-1 0 0 0,-1 39 0 0 0,7-66-225 0 0,0-1 0 0 0,-1 0 0 0 0,1 0 0 0 0,0 0 0 0 0,1 0 1 0 0,-1 0-1 0 0,0 0 0 0 0,1 0 0 0 0,-1 0 0 0 0,1 0 0 0 0,-1 0 0 0 0,1 0 0 0 0,0 0 1 0 0,0 0-1 0 0,0 0 0 0 0,0 0 0 0 0,0 0 0 0 0,0-1 0 0 0,1 1 0 0 0,-1 0 1 0 0,1-1-1 0 0,-1 1 0 0 0,1-1 0 0 0,-1 0 0 0 0,4 3 0 0 0,-1-3-1 0 0,-1 0 0 0 0,1 0-1 0 0,0 0 1 0 0,0 0 0 0 0,0-1-1 0 0,-1 1 1 0 0,1-1 0 0 0,0 0 0 0 0,0 0-1 0 0,0 0 1 0 0,0-1 0 0 0,0 1-1 0 0,5-2 1 0 0,13-5 108 0 0,1 0 1 0 0,-2-1-1 0 0,25-14 1 0 0,-26 13 0 0 0,0 0 0 0 0,0 1 0 0 0,36-9 0 0 0,-52 16-103 0 0,-1 0 1 0 0,1 0-1 0 0,0 1 1 0 0,0 0-1 0 0,0-1 1 0 0,0 1-1 0 0,0 1 1 0 0,-1-1-1 0 0,1 0 1 0 0,0 1-1 0 0,0 0 1 0 0,0 0-1 0 0,-1 0 1 0 0,1 1-1 0 0,0-1 1 0 0,-1 1-1 0 0,0 0 1 0 0,1 0-1 0 0,-1 0 1 0 0,0 0-1 0 0,0 0 1 0 0,0 1-1 0 0,0-1 1 0 0,0 1-1 0 0,4 6 1 0 0,-4-5-6 0 0,-1 1 0 0 0,0 0 0 0 0,1-1 1 0 0,-2 1-1 0 0,1 0 0 0 0,0 0 0 0 0,-1 1 1 0 0,0-1-1 0 0,0 0 0 0 0,-1 0 0 0 0,0 1 1 0 0,1-1-1 0 0,-2 0 0 0 0,1 0 0 0 0,-1 1 1 0 0,1-1-1 0 0,-1 0 0 0 0,-3 7 1 0 0,-1 1 90 0 0,0 1 0 0 0,-1-2 1 0 0,0 1-1 0 0,-1-1 1 0 0,0 0-1 0 0,-1 0 1 0 0,0-1-1 0 0,-1 0 1 0 0,-1 0-1 0 0,0-1 0 0 0,0-1 1 0 0,0 1-1 0 0,-24 14 1 0 0,32-23-107 0 0,1 0 0 0 0,-1-1 0 0 0,1 1 0 0 0,-1 0 1 0 0,0-1-1 0 0,0 1 0 0 0,1-1 0 0 0,-1 1 0 0 0,0-1 0 0 0,-3 0 1 0 0,-3-4-3477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4.1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16 3225 0 0,'0'-1'197'0'0,"-1"1"1"0"0,1 0 0 0 0,-1 0 0 0 0,-2-3 1186 0 0,3 2-1186 0 0,-1 1-1 0 0,1-1 1 0 0,0 1 0 0 0,-1-1 0 0 0,1 1-1 0 0,0-1 1 0 0,0 1 0 0 0,-1-1-1 0 0,1 0 1 0 0,0 1 0 0 0,0-1 0 0 0,0 1-1 0 0,0-1 1 0 0,0 0 0 0 0,0 1 0 0 0,0-1-1 0 0,0 0 1 0 0,16 3 6760 0 0,10 9-2082 0 0,-8 0-5385 0 0,-8 0 744 0 0,-1 0 0 0 0,-1 1 0 0 0,0 0-1 0 0,-1 0 1 0 0,0 1 0 0 0,-1 0 0 0 0,0 0-1 0 0,-1 0 1 0 0,4 17 0 0 0,-1-7-272 0 0,21 43-1 0 0,-25-59-119 0 0,0 0 0 0 0,0-1 0 0 0,0 0 0 0 0,1 0 0 0 0,0 0 0 0 0,1-1 0 0 0,-1 0 0 0 0,1 0 0 0 0,0 0 0 0 0,10 6 0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5.5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0 207 6913 0 0,'0'0'529'0'0,"0"-1"-417"0"0,1-4 235 0 0,0 1 1 0 0,0-1 0 0 0,0 0-1 0 0,1 1 1 0 0,0-1 0 0 0,-1 1-1 0 0,2-1 1 0 0,-1 1 0 0 0,0 0 0 0 0,1 0-1 0 0,0 0 1 0 0,0 0 0 0 0,5-4-1 0 0,51-49 1703 0 0,-48 48-1838 0 0,66-61-1557 0 0,-70 66 762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5.6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0 151 6913 0 0,'20'-15'56'0'0,"67"-70"2956"0"0,-49 46-3076 0 0,-27 28 117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6.3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0 154 2761 0 0,'1'-4'263'0'0,"0"0"0"0"0,0 1 0 0 0,0-1 0 0 0,0 0 0 0 0,0 1 0 0 0,1 0 1 0 0,0-1-1 0 0,-1 1 0 0 0,1 0 0 0 0,0 0 0 0 0,1 0 0 0 0,2-4 0 0 0,33-32 2247 0 0,-38 39-2505 0 0,12-12 896 0 0,1 0 1 0 0,24-15-1 0 0,-35 26-819 0 0,0-1-1 0 0,0 0 1 0 0,1 1 0 0 0,-1-1-1 0 0,0 1 1 0 0,1 0-1 0 0,-1 0 1 0 0,1 0-1 0 0,0 0 1 0 0,-1 0-1 0 0,1 1 1 0 0,0-1-1 0 0,-1 1 1 0 0,1 0-1 0 0,0-1 1 0 0,0 1-1 0 0,-1 1 1 0 0,1-1 0 0 0,0 0-1 0 0,0 1 1 0 0,-1-1-1 0 0,1 1 1 0 0,0 0-1 0 0,-1 0 1 0 0,5 2-1 0 0,-4 0-4 0 0,1 1 0 0 0,-1 0 0 0 0,0 0-1 0 0,-1 0 1 0 0,1 0 0 0 0,-1 0 0 0 0,0 0 0 0 0,0 1-1 0 0,0-1 1 0 0,-1 1 0 0 0,1-1 0 0 0,-1 1 0 0 0,0 0-1 0 0,0 0 1 0 0,-1-1 0 0 0,0 10 0 0 0,1-8 33 0 0,-1 0 0 0 0,1 0 1 0 0,0 1-1 0 0,0-1 0 0 0,1 0 1 0 0,0-1-1 0 0,0 1 0 0 0,0 0 0 0 0,5 8 1 0 0,-6-13-105 0 0,0 0-1 0 0,1 0 1 0 0,-1 0 0 0 0,0 0 0 0 0,0 0 0 0 0,1 0 0 0 0,-1 0-1 0 0,1 0 1 0 0,-1 0 0 0 0,1-1 0 0 0,-1 1 0 0 0,1 0-1 0 0,-1-1 1 0 0,1 1 0 0 0,-1-1 0 0 0,1 0 0 0 0,0 0 0 0 0,2 1-1 0 0,36-4 17 0 0,-2 2 256 0 0,-36 1-268 0 0,1 0 0 0 0,-1 1 0 0 0,0 0 0 0 0,1-1 0 0 0,-1 1 0 0 0,0 0-1 0 0,0 0 1 0 0,0 0 0 0 0,0 0 0 0 0,0 1 0 0 0,0-1 0 0 0,0 0 0 0 0,0 1-1 0 0,-1 0 1 0 0,1-1 0 0 0,0 1 0 0 0,-1 0 0 0 0,1 0 0 0 0,-1 0-1 0 0,0 0 1 0 0,2 2 0 0 0,-2 0 24 0 0,0 0-1 0 0,0 0 1 0 0,0 0-1 0 0,-1 0 0 0 0,1 0 1 0 0,-1 0-1 0 0,0 0 1 0 0,0 0-1 0 0,0 0 1 0 0,-1 0-1 0 0,-1 6 1 0 0,-3 8 260 0 0,0 1 1 0 0,-2-1 0 0 0,0 0 0 0 0,-10 17 0 0 0,15-31-194 0 0,-25 45-1745 0 0,23-42 310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6.7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 10594 0 0,'-2'0'944'0'0,"0"0"-751"0"0,4 1-482 0 0,-2 0-95 0 0,-2 1-24 0 0,0 0 0 0 0,0 4 696 0 0,-2-1 144 0 0,1 4 24 0 0,-1-1 9 0 0,0 3-922 0 0,0-2-183 0 0,0 2-40 0 0,0-1-8 0 0,1-3 528 0 0,0-6 160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07.3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 88 920 0 0,'-3'-1'413'0'0,"0"-1"-1"0"0,-1 0 1 0 0,1 1-1 0 0,0-1 1 0 0,1 0-1 0 0,-1 0 1 0 0,0-1 0 0 0,-4-4-1 0 0,7 6-228 0 0,-1 1-1 0 0,1-1 1 0 0,0 0 0 0 0,-1 0-1 0 0,1 0 1 0 0,0-1-1 0 0,0 1 1 0 0,0 0 0 0 0,0 0-1 0 0,0 0 1 0 0,0 0 0 0 0,0 0-1 0 0,0 0 1 0 0,0 0-1 0 0,1 0 1 0 0,-1 0 0 0 0,0 0-1 0 0,1 0 1 0 0,-1 0-1 0 0,1 0 1 0 0,-1 0 0 0 0,1 1-1 0 0,-1-1 1 0 0,1 0 0 0 0,0 0-1 0 0,-1 0 1 0 0,1 1-1 0 0,0-1 1 0 0,-1 0 0 0 0,1 0-1 0 0,0 1 1 0 0,0-1-1 0 0,0 1 1 0 0,1-1 0 0 0,3-3 87 0 0,1 0 1 0 0,-1 0 0 0 0,1 1 0 0 0,0 0 0 0 0,0 0-1 0 0,0 0 1 0 0,0 1 0 0 0,1 0 0 0 0,-1 0 0 0 0,0 1-1 0 0,14-2 1 0 0,-17 3-239 0 0,0-1 0 0 0,0 1 0 0 0,0 0 0 0 0,0 1 0 0 0,1-1 0 0 0,-1 0 0 0 0,0 1 0 0 0,0-1 0 0 0,0 1-1 0 0,0 0 1 0 0,0 0 0 0 0,0 1 0 0 0,-1-1 0 0 0,1 0 0 0 0,0 1 0 0 0,-1 0 0 0 0,1-1 0 0 0,-1 1 0 0 0,1 0 0 0 0,-1 0 0 0 0,0 1 0 0 0,0-1 0 0 0,0 0 0 0 0,0 1-1 0 0,0-1 1 0 0,0 1 0 0 0,1 3 0 0 0,1 6 41 0 0,1 1 0 0 0,-2 1 0 0 0,0-1-1 0 0,0 0 1 0 0,-2 1 0 0 0,1-1 0 0 0,-2 16-1 0 0,8 50 63 0 0,-8-78-134 0 0,0 0-1 0 0,1 0 1 0 0,-1 1 0 0 0,0-1 0 0 0,1 0-1 0 0,-1 0 1 0 0,1 0 0 0 0,0 0 0 0 0,-1 1 0 0 0,1-1-1 0 0,0 0 1 0 0,0 0 0 0 0,0 0 0 0 0,0-1-1 0 0,-1 1 1 0 0,1 0 0 0 0,0 0 0 0 0,1 0-1 0 0,-1-1 1 0 0,0 1 0 0 0,0-1 0 0 0,0 1 0 0 0,0 0-1 0 0,0-1 1 0 0,1 0 0 0 0,-1 1 0 0 0,0-1-1 0 0,0 0 1 0 0,1 0 0 0 0,-1 0 0 0 0,0 0 0 0 0,1 0-1 0 0,-1 0 1 0 0,0 0 0 0 0,0 0 0 0 0,1 0-1 0 0,-1 0 1 0 0,0-1 0 0 0,0 1 0 0 0,3-2 0 0 0,7-1-5 0 0,1-2 0 0 0,-1 1 0 0 0,18-11 0 0 0,-6 3 8 0 0,-16 9-22 0 0,1 0-1 0 0,-1 1 0 0 0,1 0 0 0 0,0 0 0 0 0,-1 0 0 0 0,1 1 0 0 0,15 0 0 0 0,-21 1 22 0 0,0 0 0 0 0,0 0-1 0 0,0 1 1 0 0,0-1-1 0 0,0 1 1 0 0,0 0-1 0 0,0-1 1 0 0,0 1-1 0 0,0 0 1 0 0,0 0-1 0 0,-1 0 1 0 0,1 0-1 0 0,0 1 1 0 0,-1-1-1 0 0,1 0 1 0 0,-1 1-1 0 0,1-1 1 0 0,-1 1-1 0 0,0-1 1 0 0,0 1 0 0 0,0 0-1 0 0,0-1 1 0 0,0 1-1 0 0,0 0 1 0 0,0 0-1 0 0,0 0 1 0 0,-1 0-1 0 0,1 0 1 0 0,-1 0-1 0 0,1 0 1 0 0,-1 0-1 0 0,0 0 1 0 0,0 0-1 0 0,0 0 1 0 0,0 3-1 0 0,-1 10 200 0 0,0 0 0 0 0,0 0 0 0 0,-2-1 0 0 0,0 1 0 0 0,0-1 0 0 0,-2 1 0 0 0,-6 15 0 0 0,-50 95 1114 0 0,45-96-1521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0.4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218 4498 3225 0 0,'-20'18'274'0'0,"-33"39"0"0"0,10-10-224 0 0,20-25-112 0 0,11-11 282 0 0,0 0 1 0 0,1 0-1 0 0,1 2 0 0 0,0-1 0 0 0,-13 22 0 0 0,63-70 1355 0 0,108-139-367 0 0,-26 27-255 0 0,-46 61-477 0 0,160-172 1506 0 0,-40 58-962 0 0,153-138-857 0 0,-54 62 895 0 0,-12 10 732 0 0,-9 19-1357 0 0,-30 25-378 0 0,-15 17 376 0 0,26-23-133 0 0,42-41-304 0 0,-79 68 65 0 0,-23 22-46 0 0,130-110-79 0 0,-65 51 79 0 0,-11 9 91 0 0,3-5-21 0 0,-170 154-25 0 0,-72 72-156 0 0,88-87 2413 0 0,136-103 0 0 0,-220 191-4220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1.8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177 57 4609 0 0,'-11'-11'1716'0'0,"6"5"-831"0"0,-1 0 0 0 0,1 1 0 0 0,-1 0 1 0 0,0 0-1 0 0,0 1 0 0 0,-10-7 0 0 0,14 11-697 0 0,0-1 1 0 0,0 0 0 0 0,0 1-1 0 0,0-1 1 0 0,0 1-1 0 0,0 0 1 0 0,0 0 0 0 0,0 0-1 0 0,0 0 1 0 0,0 0 0 0 0,0 0-1 0 0,0 0 1 0 0,0 0 0 0 0,0 1-1 0 0,0-1 1 0 0,0 1 0 0 0,0 0-1 0 0,0 0 1 0 0,0-1-1 0 0,0 1 1 0 0,0 0 0 0 0,1 0-1 0 0,-1 1 1 0 0,0-1 0 0 0,1 0-1 0 0,-1 1 1 0 0,1-1 0 0 0,0 1-1 0 0,-3 2 1 0 0,-3 5 93 0 0,1 1 1 0 0,-1-1-1 0 0,2 1 1 0 0,-1 1-1 0 0,2-1 0 0 0,-1 1 1 0 0,1-1-1 0 0,1 1 1 0 0,0 1-1 0 0,1-1 0 0 0,0 0 1 0 0,-1 21-1 0 0,3-30-275 0 0,0 0-1 0 0,0 0 0 0 0,0 1 0 0 0,1-1 1 0 0,-1 0-1 0 0,1 0 0 0 0,-1 1 1 0 0,1-1-1 0 0,0 0 0 0 0,0 0 0 0 0,-1 0 1 0 0,2 0-1 0 0,-1 0 0 0 0,0 0 1 0 0,0 0-1 0 0,1-1 0 0 0,-1 1 0 0 0,1 0 1 0 0,-1-1-1 0 0,3 2 0 0 0,-1 0 14 0 0,1-1-1 0 0,0 0 1 0 0,-1 0-1 0 0,1-1 1 0 0,0 1-1 0 0,0-1 0 0 0,0 0 1 0 0,0 0-1 0 0,0 0 1 0 0,6 0-1 0 0,9 0 64 0 0,-1-1-1 0 0,1-1 1 0 0,34-6-1 0 0,-44 5-76 0 0,8 0-6 0 0,0 0 0 0 0,-1 1 0 0 0,1 1 0 0 0,30 2 0 0 0,-42-1 0 0 0,0 0 0 0 0,0 0 0 0 0,0 1 0 0 0,-1-1 0 0 0,1 1 0 0 0,0 0 0 0 0,-1 1 0 0 0,1-1 0 0 0,4 4 0 0 0,-7-4 0 0 0,0 0 0 0 0,0 0 0 0 0,0 0 0 0 0,0 0 0 0 0,0 0 0 0 0,0 1 0 0 0,-1-1 0 0 0,1 0 0 0 0,-1 1 0 0 0,1 0 0 0 0,-1-1 0 0 0,0 1 0 0 0,0 0 0 0 0,0 0 0 0 0,-1-1 0 0 0,1 1 0 0 0,0 3 0 0 0,-1-1 2 0 0,-1 1-1 0 0,1-1 1 0 0,-1 0 0 0 0,0 0 0 0 0,0 0 0 0 0,0 0 0 0 0,-1 0 0 0 0,0 0-1 0 0,0 0 1 0 0,0-1 0 0 0,-1 1 0 0 0,1 0 0 0 0,-1-1 0 0 0,-4 6-1 0 0,-8 8 22 0 0,-29 29 1 0 0,41-43-22 0 0,-14 12 56 0 0,0-1 0 0 0,-29 21 0 0 0,37-31-138 0 0,1 0-1 0 0,-1 0 1 0 0,0 0-1 0 0,0-1 1 0 0,0-1 0 0 0,-1 1-1 0 0,1-2 1 0 0,-15 3-1 0 0,5-6-1603 0 0,12-3 113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3.3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191 87 4609 0 0,'0'0'353'0'0,"3"18"1032"0"0,-5-6-969 0 0,0 0-1 0 0,0 0 1 0 0,-1 0 0 0 0,-1-1 0 0 0,0 1 0 0 0,0-1-1 0 0,-1 0 1 0 0,-9 14 0 0 0,12-20-335 0 0,-1 0 1 0 0,0 0-1 0 0,-1-1 0 0 0,1 1 1 0 0,-1-1-1 0 0,0 0 0 0 0,0 0 1 0 0,0 0-1 0 0,-1 0 0 0 0,1-1 1 0 0,-1 0-1 0 0,0 0 0 0 0,0 0 1 0 0,0 0-1 0 0,0-1 0 0 0,0 0 1 0 0,-1 0-1 0 0,1 0 1 0 0,-9 1-1 0 0,12-3-22 0 0,0 0 0 0 0,0 0 0 0 0,0 0 0 0 0,0 0 0 0 0,0 0 0 0 0,0 0 0 0 0,1-1 1 0 0,-1 1-1 0 0,0-1 0 0 0,0 1 0 0 0,0-1 0 0 0,1 0 0 0 0,-1 0 0 0 0,0 0 0 0 0,1 0 0 0 0,-1 0 0 0 0,1 0 0 0 0,-1 0 0 0 0,1 0 1 0 0,-3-2-1 0 0,2 0 13 0 0,0 0-1 0 0,0 0 1 0 0,1-1 0 0 0,-1 1 0 0 0,0 0 0 0 0,1-1 0 0 0,0 1 0 0 0,0 0 0 0 0,0-1 0 0 0,0-3 0 0 0,-1-6 111 0 0,1 0 1 0 0,0 0 0 0 0,2-1-1 0 0,2-22 1 0 0,-2 23-97 0 0,2 1 0 0 0,-1 0 1 0 0,1 0-1 0 0,1 0 0 0 0,0 0 1 0 0,1 1-1 0 0,8-16 0 0 0,-11 25-26 0 0,-1-1 0 0 0,1 0-1 0 0,0 1 1 0 0,0-1 0 0 0,0 1-1 0 0,0-1 1 0 0,1 1 0 0 0,-1 0 0 0 0,1 0-1 0 0,-1 0 1 0 0,1 1 0 0 0,0-1 0 0 0,-1 0-1 0 0,1 1 1 0 0,0 0 0 0 0,0 0 0 0 0,0 0-1 0 0,0 0 1 0 0,1 0 0 0 0,-1 0 0 0 0,0 1-1 0 0,0-1 1 0 0,0 1 0 0 0,0 0-1 0 0,1 0 1 0 0,-1 1 0 0 0,0-1 0 0 0,0 0-1 0 0,0 1 1 0 0,0 0 0 0 0,0 0 0 0 0,0 0-1 0 0,5 2 1 0 0,4 3 178 0 0,0 0 0 0 0,0 1 1 0 0,-1 1-1 0 0,0 0 0 0 0,-1 0 0 0 0,1 1 0 0 0,-2 1 0 0 0,1-1 0 0 0,-1 2 1 0 0,11 15-1 0 0,-6-5 43 0 0,0 0-1 0 0,-2 1 1 0 0,0 0 0 0 0,14 42 0 0 0,-23-56-259 0 0,-1 0 1 0 0,0 0-1 0 0,-1 1 1 0 0,0-1-1 0 0,0 0 1 0 0,0 1-1 0 0,-2-1 1 0 0,1 1-1 0 0,-1-1 1 0 0,0 1-1 0 0,0-1 1 0 0,-5 15-1 0 0,1-9-250 0 0,-1 0-1 0 0,0-1 1 0 0,-1 1-1 0 0,0-1 1 0 0,-1-1-1 0 0,-13 17 1 0 0,14-21-959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3.6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99 7834 0 0,'-1'-1'143'0'0,"1"1"0"0"0,0-1 1 0 0,-1 0-1 0 0,1 0 0 0 0,0 1 1 0 0,0-1-1 0 0,-1 0 0 0 0,1 0 1 0 0,0 0-1 0 0,0 0 1 0 0,0 0-1 0 0,0 1 0 0 0,0-1 1 0 0,0 0-1 0 0,0 0 0 0 0,0 0 1 0 0,1 0-1 0 0,-1 0 0 0 0,0 1 1 0 0,0-1-1 0 0,1 0 0 0 0,-1 0 1 0 0,0 0-1 0 0,1 1 0 0 0,-1-1 1 0 0,1 0-1 0 0,0 0 1 0 0,16-30 2417 0 0,-14 26-1999 0 0,11-14 1539 0 0,4 2-5269 0 0,-18 17 2962 0 0,1-1 0 0 0,-1 1 0 0 0,1 0 0 0 0,0-1 0 0 0,-1 1 0 0 0,1 0 0 0 0,-1-1 1 0 0,1 1-1 0 0,-1 0 0 0 0,1 0 0 0 0,0 0 0 0 0,-1 0 0 0 0,1 0 0 0 0,0-1 0 0 0,-1 1 0 0 0,1 0 0 0 0,0 1 0 0 0,-1-1 0 0 0,1 0 1 0 0,-1 0-1 0 0,1 0 0 0 0,0 0 0 0 0,-1 0 0 0 0,1 1 0 0 0,0-1 0 0 0,0 1-42 0 0,0 0 1 0 0,0 0-1 0 0,0 1 1 0 0,0-1-1 0 0,-1 0 0 0 0,1 0 1 0 0,-1 1-1 0 0,1-1 0 0 0,-1 0 1 0 0,1 1-1 0 0,-1-1 1 0 0,1 1-1 0 0,-1-1 0 0 0,0 0 1 0 0,0 1-1 0 0,0-1 0 0 0,0 2 1 0 0,0 10 227 0 0,-1 2 20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3.7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0 115 2304 0 0,'3'-1'201'0'0,"0"-2"-201"0"0,-1 0 0 0 0,1 1 0 0 0,0-1 896 0 0,0 0 144 0 0,-1 0 24 0 0,4-3 8 0 0,3-5-135 0 0,2-3-25 0 0,3-2-8 0 0,0-4-2416 0 0,-2 4-489 0 0,-3 2-95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4.5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73 10594 0 0,'-14'-34'5588'0'0,"17"53"-4318"0"0,1 10-756 0 0,2 1 0 0 0,0-1 0 0 0,3 0 0 0 0,0-1 0 0 0,23 48 0 0 0,-27-67-497 0 0,0 0 1 0 0,1 0-1 0 0,0-1 0 0 0,0 0 0 0 0,1 0 0 0 0,0-1 0 0 0,0 0 0 0 0,17 12 0 0 0,-18-15-19 0 0,0 0 0 0 0,1-1 0 0 0,0 0 0 0 0,-1 0 0 0 0,1-1-1 0 0,0 0 1 0 0,0 0 0 0 0,0 0 0 0 0,1-1 0 0 0,-1 0 0 0 0,0 0 0 0 0,1-1 0 0 0,12-1-1 0 0,-14 0-2 0 0,0 0 0 0 0,0 0 0 0 0,-1 0 0 0 0,1-1 0 0 0,-1 0 0 0 0,1 0 0 0 0,-1 0 0 0 0,0-1 0 0 0,0 0 0 0 0,0 0 0 0 0,0 0 0 0 0,6-6 0 0 0,-10 8-8 0 0,0 0-1 0 0,1 0 0 0 0,-1 0 0 0 0,0-1 0 0 0,0 1 0 0 0,0-1 1 0 0,0 1-1 0 0,0-1 0 0 0,0 1 0 0 0,-1-1 0 0 0,1 1 0 0 0,-1-1 1 0 0,1 0-1 0 0,-1 1 0 0 0,1-1 0 0 0,-1 0 0 0 0,0 0 0 0 0,0 1 1 0 0,0-1-1 0 0,0 0 0 0 0,0 1 0 0 0,0-1 0 0 0,0 0 0 0 0,0 0 1 0 0,-1 1-1 0 0,1-1 0 0 0,-1 0 0 0 0,1 1 0 0 0,-1-1 1 0 0,0 1-1 0 0,0-1 0 0 0,1 1 0 0 0,-1-1 0 0 0,0 1 0 0 0,0-1 1 0 0,-1 1-1 0 0,1 0 0 0 0,0-1 0 0 0,0 1 0 0 0,-1 0 0 0 0,1 0 1 0 0,0 0-1 0 0,-3-1 0 0 0,-3-2-29 0 0,0 0 0 0 0,0 0 0 0 0,0 0 0 0 0,0 1 0 0 0,-1 0 0 0 0,1 1 0 0 0,-1 0 0 0 0,0 0 0 0 0,0 1 0 0 0,0 0 0 0 0,-13-1 0 0 0,11 2 0 0 0,1-1 0 0 0,0 0-1 0 0,-1-1 1 0 0,1 0-1 0 0,0-1 1 0 0,0 0 0 0 0,-12-5-1 0 0,19 7 47 0 0,0 0-1 0 0,0-1 0 0 0,0 1 1 0 0,1 0-1 0 0,-1-1 1 0 0,1 1-1 0 0,-1-1 1 0 0,1 1-1 0 0,-1-1 1 0 0,1 1-1 0 0,0-1 1 0 0,0 0-1 0 0,0 0 1 0 0,0 0-1 0 0,0 0 0 0 0,0 0 1 0 0,1 0-1 0 0,-1 0 1 0 0,0-3-1 0 0,0 1 10 0 0,1 0-1 0 0,0 0 0 0 0,0 0 0 0 0,1 0 1 0 0,-1 0-1 0 0,1 0 0 0 0,0 0 1 0 0,0 0-1 0 0,3-7 0 0 0,1 0 19 0 0,0 1-1 0 0,1 0 0 0 0,0 1 1 0 0,1-1-1 0 0,-1 1 1 0 0,13-12-1 0 0,-11 13 45 0 0,0 0 0 0 0,1 1 0 0 0,1 0 0 0 0,-1 0 0 0 0,1 1 0 0 0,0 0 0 0 0,0 1 0 0 0,1 0 1 0 0,-1 1-1 0 0,16-4 0 0 0,-21 6-42 0 0,0 1 0 0 0,0 0 1 0 0,-1 1-1 0 0,1 0 1 0 0,0-1-1 0 0,0 1 1 0 0,0 1-1 0 0,0-1 0 0 0,0 1 1 0 0,0 0-1 0 0,-1 0 1 0 0,1 0-1 0 0,0 1 0 0 0,-1-1 1 0 0,1 1-1 0 0,-1 1 1 0 0,1-1-1 0 0,-1 0 1 0 0,0 1-1 0 0,0 0 0 0 0,0 0 1 0 0,0 0-1 0 0,-1 0 1 0 0,1 1-1 0 0,-1 0 0 0 0,4 5 1 0 0,101 156 1246 0 0,-102-153-1734 0 0,13 20-2746 0 0,-18-31 3066 0 0,-1 1 0 0 0,1-1 0 0 0,0 0 1 0 0,0 0-1 0 0,0 0 0 0 0,0 0 0 0 0,0 0 1 0 0,0-1-1 0 0,1 1 0 0 0,-1 0 1 0 0,0 0-1 0 0,0-1 0 0 0,1 1 0 0 0,-1 0 1 0 0,0-1-1 0 0,1 0 0 0 0,-1 1 1 0 0,0-1-1 0 0,1 0 0 0 0,-1 0 0 0 0,2 1 1 0 0,5-3-1712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4.7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9674 0 0,'0'3'335'0'0,"1"1"-1"0"0,0-1 1 0 0,0 0-1 0 0,0 0 1 0 0,0 1-1 0 0,0-1 1 0 0,0 0-1 0 0,1 0 1 0 0,0 0 0 0 0,2 3-1 0 0,2 5 871 0 0,19 64 2613 0 0,-21-59-3830 0 0,1 0 1 0 0,0-1-1 0 0,1 0 1 0 0,1 0-1 0 0,11 19 1 0 0,-11-23-893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5.0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0 300 6913 0 0,'56'0'3274'0'0,"133"-3"2288"0"0,-160 1-5145 0 0,0-2-1 0 0,0 0 1 0 0,-1-2 0 0 0,43-14 0 0 0,-67 18-415 0 0,0 1-1 0 0,0-1 1 0 0,0 0-1 0 0,0 0 1 0 0,-1 0-1 0 0,1 0 1 0 0,-1-1-1 0 0,1 0 1 0 0,-1 1-1 0 0,0-1 1 0 0,0-1-1 0 0,0 1 1 0 0,0 0-1 0 0,0-1 1 0 0,3-5-1 0 0,-5 6 17 0 0,0 0 0 0 0,0 0 0 0 0,0-1 0 0 0,-1 1 0 0 0,1 0 0 0 0,-1 0 0 0 0,0 0 0 0 0,0-1 0 0 0,0 1 0 0 0,-1 0 0 0 0,1 0-1 0 0,0 0 1 0 0,-1-1 0 0 0,0 1 0 0 0,0 0 0 0 0,0 0 0 0 0,0 0 0 0 0,-1 0 0 0 0,1 1 0 0 0,-1-1 0 0 0,-3-5 0 0 0,-4-5-59 0 0,-1-1 0 0 0,-1 2 0 0 0,0-1 0 0 0,-1 2 0 0 0,0-1 0 0 0,-1 2 0 0 0,0-1 0 0 0,-1 2 0 0 0,-26-15 0 0 0,19 13-6359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5.2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9218 0 0,'5'0'566'0'0,"1"1"0"0"0,-1 0-1 0 0,1 1 1 0 0,-1-1 0 0 0,1 1 0 0 0,-1 0 0 0 0,0 1 0 0 0,0-1-1 0 0,0 1 1 0 0,0 0 0 0 0,0 0 0 0 0,-1 1 0 0 0,7 5-1 0 0,8 8 686 0 0,26 32-1 0 0,-37-41-1000 0 0,16 20-401 0 0,36 37 1136 0 0,-13-28-6950 0 0,-29-26-384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5.5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61 6449 0 0,'0'-1'124'0'0,"0"-1"0"0"0,0 1 0 0 0,0-1-1 0 0,0 1 1 0 0,0-1 0 0 0,0 1 0 0 0,1-1-1 0 0,-1 1 1 0 0,0-1 0 0 0,1 1 0 0 0,-1 0-1 0 0,1-1 1 0 0,-1 1 0 0 0,1 0-1 0 0,0-1 1 0 0,-1 1 0 0 0,1 0 0 0 0,0 0-1 0 0,0-1 1 0 0,0 1 0 0 0,2-2 0 0 0,0 1 206 0 0,1-1 1 0 0,-1 1 0 0 0,1 0 0 0 0,-1 0-1 0 0,1 0 1 0 0,0 0 0 0 0,0 1 0 0 0,4-2-1 0 0,1 1 385 0 0,0-1-1 0 0,0 2 0 0 0,1-1 1 0 0,-1 1-1 0 0,1 1 1 0 0,15 1-1 0 0,-19-1-504 0 0,1 1-1 0 0,-1 1 1 0 0,0-1 0 0 0,0 1-1 0 0,-1 0 1 0 0,1 1 0 0 0,0-1 0 0 0,-1 1-1 0 0,1 0 1 0 0,-1 1 0 0 0,0-1-1 0 0,0 1 1 0 0,7 7 0 0 0,-8-6-220 0 0,0 0 1 0 0,0 0 0 0 0,-1 0 0 0 0,0 0-1 0 0,0 1 1 0 0,0-1 0 0 0,-1 1-1 0 0,1 0 1 0 0,-1 0 0 0 0,-1 0 0 0 0,1 0-1 0 0,-1 0 1 0 0,0 0 0 0 0,-1 0-1 0 0,1 1 1 0 0,-1-1 0 0 0,-1 0-1 0 0,1 0 1 0 0,-1 1 0 0 0,-2 10 0 0 0,-8 24-2125 0 0,4-20-4308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5.8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93 10138 0 0,'-12'9'1175'0'0,"20"-15"1545"0"0,15-14-9 0 0,-2-13-3265 0 0,-20 30 84 0 0,1-1 0 0 0,-1 1 1 0 0,1 0-1 0 0,0-1 0 0 0,0 1 0 0 0,1 0 0 0 0,-1 0 0 0 0,1 1 1 0 0,-1-1-1 0 0,1 0 0 0 0,0 1 0 0 0,4-4 0 0 0,-4 5 470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5.9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40 2761 0 0,'1'2'190'0'0,"-1"0"-1"0"0,0 0 1 0 0,1 0 0 0 0,-1 0 0 0 0,1 1 0 0 0,0-1 0 0 0,0 0 0 0 0,0 0 0 0 0,0 0 0 0 0,0-1 0 0 0,3 5 0 0 0,-4-6-46 0 0,1 0 0 0 0,-1 1 1 0 0,1-1-1 0 0,-1 0 0 0 0,1 1 0 0 0,-1-1 1 0 0,1 0-1 0 0,-1 0 0 0 0,1 1 0 0 0,0-1 0 0 0,-1 0 1 0 0,1 0-1 0 0,-1 0 0 0 0,1 0 0 0 0,0 0 1 0 0,-1 0-1 0 0,1 0 0 0 0,-1 0 0 0 0,1 0 0 0 0,0 0 1 0 0,-1 0-1 0 0,1 0 0 0 0,0 0 0 0 0,-1 0 1 0 0,1-1-1 0 0,0 1 0 0 0,2-2 206 0 0,-1 1 0 0 0,1-1 1 0 0,-1 0-1 0 0,0 0 0 0 0,0 0 0 0 0,0 0 1 0 0,0 0-1 0 0,2-3 0 0 0,9-14-1246 0 0,-5 4 956 0 0,-1-1 12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6.2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 21 3681 0 0,'-1'-1'152'0'0,"0"1"0"0"0,-1 0-1 0 0,1 0 1 0 0,0 0 0 0 0,-1 0 0 0 0,1 0 0 0 0,0 1 0 0 0,0-1 0 0 0,-1 0 0 0 0,1 0 0 0 0,0 1 0 0 0,0-1 0 0 0,-1 1-1 0 0,1-1 1 0 0,0 1 0 0 0,0 0 0 0 0,0-1 0 0 0,0 1 0 0 0,0 0 0 0 0,0 0 0 0 0,0 0 0 0 0,0-1 0 0 0,0 1-1 0 0,-1 2 1 0 0,-19 27 3022 0 0,19-26-2736 0 0,-3 5-3 0 0,1 0 1 0 0,0 0-1 0 0,0 0 0 0 0,1 1 0 0 0,0-1 0 0 0,1 1 0 0 0,0 0 0 0 0,1 0 0 0 0,0 0 0 0 0,0-1 1 0 0,1 1-1 0 0,0 0 0 0 0,1 0 0 0 0,0 0 0 0 0,1 0 0 0 0,0 0 0 0 0,6 18 0 0 0,-5-20-396 0 0,0 0-1 0 0,0-1 0 0 0,1 1 1 0 0,0-1-1 0 0,0 0 1 0 0,1 0-1 0 0,0 0 0 0 0,0 0 1 0 0,0-1-1 0 0,1 0 1 0 0,0 0-1 0 0,0 0 0 0 0,1-1 1 0 0,0 0-1 0 0,0-1 1 0 0,0 1-1 0 0,0-1 0 0 0,1 0 1 0 0,-1-1-1 0 0,1 0 1 0 0,11 3-1 0 0,-12-5 8 0 0,0 1 0 0 0,0-2 1 0 0,0 1-1 0 0,-1-1 0 0 0,1 0 0 0 0,0 0 1 0 0,0-1-1 0 0,0 0 0 0 0,0 0 1 0 0,-1-1-1 0 0,1 0 0 0 0,-1 0 0 0 0,1-1 1 0 0,-1 1-1 0 0,0-1 0 0 0,0-1 0 0 0,0 1 1 0 0,0-1-1 0 0,0 0 0 0 0,-1 0 0 0 0,0-1 1 0 0,0 1-1 0 0,6-8 0 0 0,-6 6-4 0 0,0 0 1 0 0,-1-1-1 0 0,0 1 0 0 0,0 0 0 0 0,-1-1 0 0 0,0 0 0 0 0,0 0 0 0 0,-1 0 1 0 0,1 0-1 0 0,-2-1 0 0 0,1 1 0 0 0,-1 0 0 0 0,0-1 0 0 0,0 1 1 0 0,-1-1-1 0 0,0 1 0 0 0,-1-1 0 0 0,1 1 0 0 0,-1-1 0 0 0,-1 1 1 0 0,-2-10-1 0 0,1 8-13 0 0,-1 0 1 0 0,1 0-1 0 0,-1 1 1 0 0,-1-1 0 0 0,1 1-1 0 0,-2 0 1 0 0,1 1 0 0 0,-1-1-1 0 0,0 1 1 0 0,0 0-1 0 0,-1 1 1 0 0,0-1 0 0 0,0 1-1 0 0,-16-9 1 0 0,10 8-48 0 0,0 1 0 0 0,-1 0 0 0 0,0 1-1 0 0,0 0 1 0 0,0 1 0 0 0,0 1 0 0 0,0 1 0 0 0,-28-2 0 0 0,10 2-646 0 0,2-1-202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16.7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6 375 12443 0 0,'0'0'49'0'0,"-1"0"1"0"0,1-1 0 0 0,0 1 0 0 0,-1 0 0 0 0,1 0 0 0 0,0 0-1 0 0,-1-1 1 0 0,1 1 0 0 0,0 0 0 0 0,0 0 0 0 0,-1-1-1 0 0,1 1 1 0 0,0 0 0 0 0,0-1 0 0 0,-1 1 0 0 0,1 0-1 0 0,0-1 1 0 0,0 1 0 0 0,0-1 0 0 0,0 1 0 0 0,0 0-1 0 0,-1-1 1 0 0,1 1 0 0 0,0 0 0 0 0,0-1 0 0 0,0 1 0 0 0,0-1-1 0 0,0 1 1 0 0,0 0 0 0 0,0-1 0 0 0,0 1 0 0 0,1-1-1 0 0,-1 1 1 0 0,0 0 0 0 0,0-1 0 0 0,0 0 0 0 0,15-11 2174 0 0,-10 10-1765 0 0,-1 0 1 0 0,1 0 0 0 0,0 0 0 0 0,0 0-1 0 0,9-1 1 0 0,11 4 103 0 0,0 1-1 0 0,-1 0 1 0 0,1 2 0 0 0,44 14-1 0 0,-7-3-160 0 0,-43-11-304 0 0,89 16 229 0 0,-96-18-308 0 0,1-2 0 0 0,-1 1 0 0 0,0-1 1 0 0,0-1-1 0 0,1 0 0 0 0,20-5 0 0 0,-31 5-10 0 0,0 1 0 0 0,0-1 0 0 0,0 0 0 0 0,0 0 0 0 0,0 0 0 0 0,0 0 0 0 0,0 0 0 0 0,0-1 0 0 0,-1 1 0 0 0,1 0 0 0 0,0-1 0 0 0,-1 1 0 0 0,1-1 0 0 0,-1 0 0 0 0,0 1 0 0 0,1-1 0 0 0,-1 0 0 0 0,0 0 0 0 0,0 0-1 0 0,0 0 1 0 0,0 0 0 0 0,-1 0 0 0 0,1 0 0 0 0,0 0 0 0 0,-1 0 0 0 0,1 0 0 0 0,-1-1 0 0 0,0 1 0 0 0,0 0 0 0 0,0 0 0 0 0,0 0 0 0 0,0 0 0 0 0,0-1 0 0 0,-1 1 0 0 0,1 0 0 0 0,-2-3 0 0 0,-2-10 132 0 0,0 0 0 0 0,-2 0 1 0 0,0 1-1 0 0,-9-17 0 0 0,4 9-8 0 0,-4-15-20 0 0,1 0 0 0 0,-15-66 0 0 0,21 61-220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1.3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195 7733 3681 0 0,'-195'127'2718'0'0,"349"-250"1035"0"0,-40 27-2880 0 0,209-176 689 0 0,-120 95-653 0 0,20-24-521 0 0,71-57-238 0 0,-41 39 172 0 0,46-34 336 0 0,-9 3 64 0 0,-34 25-303 0 0,-144 132-289 0 0,116-123-1 0 0,19 2-51 0 0,-16 17-22 0 0,-199 165-56 0 0,223-200 0 0 0,37-31 35 0 0,-44 37-6 0 0,-44 42 187 0 0,68-52 152 0 0,65-50 448 0 0,-140 115-777 0 0,-18 16-25 0 0,120-109-104 0 0,-164 148 71 0 0,42-50 32 0 0,88-71 46 0 0,-186 174-115 0 0,109-111 0 0 0,-96 86 21 0 0,195-142 0 0 0,-271 218 31 0 0,188-160-14 0 0,-129 104 20 0 0,115-79 0 0 0,-57 51 52 0 0,120-115 1 0 0,-175 144-59 0 0,267-210 51 0 0,15-13 773 0 0,-249 203-643 0 0,236-167 1106 0 0,-297 220-1313 0 0,-2-2-1 0 0,74-72 1 0 0,-37 24-5029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2.9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3 3225 0 0,'-1'0'246'0'0,"-1"-1"1"0"0,1 1-1 0 0,-1-1 1 0 0,1 1-1 0 0,-1 0 1 0 0,1 0 0 0 0,-1 0-1 0 0,0 0 1 0 0,1 0-1 0 0,-1 0 1 0 0,1 0-1 0 0,-1 1 1 0 0,0-1-1 0 0,1 1 1 0 0,-1-1-1 0 0,1 1 1 0 0,-1-1 0 0 0,1 1-1 0 0,0 0 1 0 0,-1 0-1 0 0,-1 1 1 0 0,0 1 82 0 0,0-1 0 0 0,1 1 0 0 0,-1 0 1 0 0,0 0-1 0 0,1 0 0 0 0,0 1 0 0 0,0-1 1 0 0,-3 6-1 0 0,0 4 157 0 0,1-1 0 0 0,0 1 1 0 0,0-1-1 0 0,-1 20 0 0 0,2-15 103 0 0,2 1 0 0 0,1 31 0 0 0,0-43-505 0 0,0-1 1 0 0,1 0 0 0 0,0 1 0 0 0,0-1-1 0 0,0 0 1 0 0,1 0 0 0 0,-1 0-1 0 0,1 0 1 0 0,1 0 0 0 0,-1 0-1 0 0,1-1 1 0 0,-1 1 0 0 0,7 7 0 0 0,-6-10-81 0 0,0 0 0 0 0,0 0 0 0 0,1 0 0 0 0,-1 0-1 0 0,1 0 1 0 0,-1-1 0 0 0,1 1 0 0 0,0-1 0 0 0,-1 0 0 0 0,1 0 0 0 0,0-1 0 0 0,0 1 0 0 0,0-1 0 0 0,0 0 0 0 0,0 0 0 0 0,4 0 0 0 0,11-2 229 0 0,36-7-1 0 0,-50 8-164 0 0,75-20 709 0 0,-60 14-697 0 0,0 1 0 0 0,1 1 1 0 0,-1 1-1 0 0,1 1 0 0 0,0 1 0 0 0,27 0 1 0 0,-45 2-78 0 0,1 0 0 0 0,-1 0 0 0 0,0 1 0 0 0,1 0 1 0 0,-1-1-1 0 0,0 1 0 0 0,1 0 0 0 0,-1 1 0 0 0,0-1 0 0 0,0 1 1 0 0,0-1-1 0 0,0 1 0 0 0,0 0 0 0 0,-1 0 0 0 0,1 0 0 0 0,0 0 1 0 0,-1 1-1 0 0,5 4 0 0 0,-5-3 57 0 0,0 0 0 0 0,0 0 0 0 0,0 0 0 0 0,-1 0 0 0 0,0 0 0 0 0,1 0 0 0 0,-1 1 0 0 0,-1-1 0 0 0,1 0 0 0 0,-1 0 0 0 0,1 1 0 0 0,-2 8 0 0 0,-1 2 179 0 0,0-1 1 0 0,-1 1 0 0 0,-1 0-1 0 0,0-1 1 0 0,-1 0-1 0 0,0 0 1 0 0,-12 19-1 0 0,12-24-166 0 0,-1 0-1 0 0,0-1 0 0 0,0 1 1 0 0,-1-2-1 0 0,0 1 0 0 0,0-1 1 0 0,-1 0-1 0 0,0 0 0 0 0,0-1 1 0 0,-1 0-1 0 0,0-1 0 0 0,0 1 1 0 0,0-2-1 0 0,0 1 0 0 0,-17 4 1 0 0,18-7-828 0 0,0 0 1 0 0,1-1 0 0 0,-1 0-1 0 0,0 0 1 0 0,1-1 0 0 0,-1 0-1 0 0,0 0 1 0 0,-8-2-1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3.5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42 175 6913 0 0,'-2'0'12'0'0,"1"0"-1"0"0,-1 0 0 0 0,1 0 1 0 0,-1 0-1 0 0,1 0 0 0 0,-1-1 1 0 0,1 1-1 0 0,-1-1 0 0 0,1 1 0 0 0,-1-1 1 0 0,1 1-1 0 0,-1-1 0 0 0,1 0 1 0 0,0 0-1 0 0,-1 0 0 0 0,1 0 1 0 0,0 0-1 0 0,0 0 0 0 0,-1 0 0 0 0,1 0 1 0 0,0 0-1 0 0,-1-3 0 0 0,0 1 197 0 0,1 1 0 0 0,0-1 0 0 0,0 0-1 0 0,0 0 1 0 0,0 0 0 0 0,1 0 0 0 0,-1 0-1 0 0,1 0 1 0 0,0 0 0 0 0,0 0 0 0 0,0-4 0 0 0,1-1 440 0 0,0 0 0 0 0,0 1 0 0 0,1-1 0 0 0,0 1 0 0 0,0 0 0 0 0,0-1 0 0 0,1 1 0 0 0,0 0 0 0 0,5-6 0 0 0,-7 12-612 0 0,0 0-1 0 0,0-1 1 0 0,1 1-1 0 0,-1 0 0 0 0,0 0 1 0 0,1 0-1 0 0,-1 1 0 0 0,1-1 1 0 0,-1 0-1 0 0,1 1 0 0 0,0-1 1 0 0,-1 1-1 0 0,1-1 0 0 0,-1 1 1 0 0,1-1-1 0 0,0 1 0 0 0,-1 0 1 0 0,1 0-1 0 0,0 0 1 0 0,0 0-1 0 0,-1 0 0 0 0,1 1 1 0 0,0-1-1 0 0,-1 0 0 0 0,1 1 1 0 0,-1-1-1 0 0,1 1 0 0 0,-1 0 1 0 0,1-1-1 0 0,-1 1 0 0 0,1 0 1 0 0,-1 0-1 0 0,3 1 1 0 0,7 5 221 0 0,0 0 0 0 0,-1 1 0 0 0,11 10 0 0 0,-16-14-239 0 0,4 5 48 0 0,0 1 1 0 0,-1 1-1 0 0,0-1 0 0 0,-1 1 0 0 0,0 1 1 0 0,-1-1-1 0 0,0 1 0 0 0,-1 0 1 0 0,0 1-1 0 0,-1-1 0 0 0,0 1 1 0 0,-1 0-1 0 0,3 22 0 0 0,-1-43 602 0 0,0-1 0 0 0,0 0 1 0 0,5-15-1 0 0,-5 8-630 0 0,5-20-316 0 0,3 2 0 0 0,0 0 0 0 0,20-34 0 0 0,-18 43-7218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6.7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0 10594 0 0,'-4'3'2057'0'0,"4"-3"-1998"0"0,0 0 0 0 0,0 0-1 0 0,0 0 1 0 0,0 0 0 0 0,0 0 0 0 0,0 1 0 0 0,0-1-1 0 0,0 0 1 0 0,0 0 0 0 0,1 1 352 0 0,-1-1-352 0 0,3 15 1174 0 0,9 14-278 0 0,67 140 480 0 0,-10-21-3501 0 0,-54-117-3462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7.3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23 106 3225 0 0,'6'-56'-265'0'0,"-6"7"9846"0"0,-12 74-7119 0 0,8-7-2057 0 0,0 1 0 0 0,0-1-1 0 0,2 1 1 0 0,0 32 0 0 0,2-43-337 0 0,1 0-1 0 0,-1-1 1 0 0,1 1-1 0 0,1 0 1 0 0,0-1-1 0 0,0 1 1 0 0,0-1-1 0 0,1 0 1 0 0,0 0-1 0 0,0 0 1 0 0,1 0-1 0 0,0 0 1 0 0,0-1-1 0 0,7 8 1 0 0,-8-11-67 0 0,-1-1-1 0 0,1 0 1 0 0,0-1 0 0 0,-1 1 0 0 0,1 0-1 0 0,0-1 1 0 0,0 1 0 0 0,0-1 0 0 0,0 0 0 0 0,0 0-1 0 0,1 0 1 0 0,-1-1 0 0 0,0 1 0 0 0,0-1-1 0 0,1 0 1 0 0,-1 1 0 0 0,0-2 0 0 0,4 1-1 0 0,9-2 0 0 0,1 0-1 0 0,22-7 1 0 0,-8 3-1 0 0,-26 5 0 0 0,8-2-15 0 0,0 1 0 0 0,-1 1 0 0 0,1 0 0 0 0,22 2 0 0 0,-33-1 15 0 0,0 0-1 0 0,0 0 0 0 0,0 0 0 0 0,0 1 0 0 0,0-1 1 0 0,0 1-1 0 0,0-1 0 0 0,-1 1 0 0 0,1 0 0 0 0,0 0 1 0 0,0 0-1 0 0,-1 0 0 0 0,1 0 0 0 0,0 0 1 0 0,-1 0-1 0 0,1 0 0 0 0,-1 1 0 0 0,0-1 0 0 0,1 0 1 0 0,-1 1-1 0 0,0-1 0 0 0,0 1 0 0 0,0 0 0 0 0,0-1 1 0 0,0 1-1 0 0,0 0 0 0 0,0 0 0 0 0,-1 0 0 0 0,1 0 1 0 0,-1-1-1 0 0,1 1 0 0 0,-1 0 0 0 0,0 0 1 0 0,0 0-1 0 0,1 0 0 0 0,-1 0 0 0 0,-1 0 0 0 0,1 0 1 0 0,-1 3-1 0 0,-1 6 29 0 0,-1 1 0 0 0,0-1 1 0 0,-1 0-1 0 0,0-1 0 0 0,-1 1 1 0 0,0-1-1 0 0,0 0 0 0 0,-1 0 1 0 0,-1 0-1 0 0,0-1 0 0 0,-14 15 1 0 0,0-2-414 0 0,-1-2 0 0 0,-1 0 1 0 0,-33 21-1 0 0,41-31-481 0 0,2-4-12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7.9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57 1376 0 0,'-1'-5'611'0'0,"0"0"1"0"0,1 0-1 0 0,-1 0 0 0 0,1 0 0 0 0,0 0 0 0 0,12-21 10520 0 0,10 85-8760 0 0,-17-41-2161 0 0,1 0-1 0 0,0-1 1 0 0,1 0-1 0 0,2 0 1 0 0,-1-1-1 0 0,12 16 0 0 0,-18-28-172 0 0,1-1 0 0 0,-1 0 0 0 0,1 0-1 0 0,0 1 1 0 0,-1-2 0 0 0,1 1 0 0 0,1 0-1 0 0,-1-1 1 0 0,0 1 0 0 0,1-1 0 0 0,-1 0-1 0 0,1 0 1 0 0,0 0 0 0 0,-1-1 0 0 0,1 1-1 0 0,0-1 1 0 0,0 0 0 0 0,0 0-1 0 0,0 0 1 0 0,0-1 0 0 0,0 1 0 0 0,0-1-1 0 0,0 0 1 0 0,1 0 0 0 0,-1-1 0 0 0,0 1-1 0 0,0-1 1 0 0,0 0 0 0 0,0 0 0 0 0,0 0-1 0 0,0 0 1 0 0,-1-1 0 0 0,6-2 0 0 0,-2 0-63 0 0,0-1 1 0 0,0 0 0 0 0,0-1 0 0 0,-1 1 0 0 0,0-1 0 0 0,0 0 0 0 0,-1-1 0 0 0,0 1 0 0 0,8-13 0 0 0,36-72-2333 0 0,-40 74 1482 0 0,5-12-4735 0 0,-7 16 359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8.2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 1 3225 0 0,'-24'6'5451'0'0,"21"-5"-4806"0"0,1-1-1 0 0,0 0 1 0 0,0 1 0 0 0,0-1-1 0 0,0 1 1 0 0,0 0-1 0 0,0-1 1 0 0,0 1 0 0 0,0 0-1 0 0,-2 2 1 0 0,4-3-501 0 0,-1 1 0 0 0,1 0 1 0 0,0 0-1 0 0,-1 0 0 0 0,1 0 1 0 0,0-1-1 0 0,0 1 0 0 0,0 0 1 0 0,-1 0-1 0 0,1 0 0 0 0,0 0 1 0 0,0 0-1 0 0,0 0 0 0 0,0 0 0 0 0,0-1 1 0 0,1 1-1 0 0,-1 0 0 0 0,0 0 1 0 0,0 0-1 0 0,1 0 0 0 0,-1 0 1 0 0,0-1-1 0 0,1 1 0 0 0,-1 0 0 0 0,1 0 1 0 0,-1 0-1 0 0,1-1 0 0 0,-1 1 1 0 0,1 0-1 0 0,0 0 0 0 0,93 141 2301 0 0,-60-97-3054 0 0,-17-28-5117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48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49 114 3225 0 0,'-48'41'12978'0'0,"79"-82"-10837"0"0,-22 27-1866 0 0,1 0 1 0 0,1 1-1 0 0,0 1 1 0 0,0 0-1 0 0,1 0 1 0 0,21-15-1 0 0,-6 18-3243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3.3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139 178 2304 0 0,'-7'-11'79'0'0,"-55"-83"3719"0"0,51 79-2046 0 0,0 1 0 0 0,-1 0 0 0 0,-1 0 0 0 0,-9-2 4201 0 0,36 46-4743 0 0,2 2-975 0 0,10 17 83 0 0,51 86 314 0 0,-66-118-628 0 0,1-1-1 0 0,1 0 0 0 0,1-1 0 0 0,0-1 0 0 0,25 21 1 0 0,-25-27-173 0 0,-1 0 1 0 0,1-1 0 0 0,1-1 0 0 0,-1-1 0 0 0,1 0 0 0 0,0-1-1 0 0,30 5 1 0 0,-5 0-1776 0 0,-21-5 921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7.2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5 3281 0 0,'-3'-2'288'0'0,"1"1"-224"0"0,0 1-64 0 0,2 1 0 0 0,-1 1 0 0 0,-2-2 0 0 0,2 0 0 0 0,-1-2 0 0 0,2 0 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7.9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10 134 2761 0 0,'0'0'79'0'0,"0"0"0"0"0,-1 0 0 0 0,1 0 1 0 0,-1 0-1 0 0,1 0 0 0 0,0 0 0 0 0,-1 0 1 0 0,1 0-1 0 0,0 0 0 0 0,-1 0 0 0 0,1 0 1 0 0,0-1-1 0 0,-1 1 0 0 0,1 0 0 0 0,0 0 1 0 0,-1 0-1 0 0,1-1 0 0 0,0 1 0 0 0,-1 0 1 0 0,1 0-1 0 0,0-1 0 0 0,0 1 0 0 0,-1 0 1 0 0,1 0-1 0 0,0-1 0 0 0,0 1 0 0 0,0 0 1 0 0,-1-1-1 0 0,1 1 0 0 0,0 0 0 0 0,0-1 1 0 0,0 1-1 0 0,0-1 0 0 0,2-16 1202 0 0,14-13-31 0 0,-8 21-759 0 0,0 2 1 0 0,1-1 0 0 0,0 1 0 0 0,1 1-1 0 0,-1-1 1 0 0,1 2 0 0 0,1-1 0 0 0,12-4 0 0 0,-16 7-440 0 0,0 1 1 0 0,0-1 0 0 0,0 1 0 0 0,1 1 0 0 0,-1-1 0 0 0,1 1 0 0 0,-1 1 0 0 0,1-1 0 0 0,0 1 0 0 0,-1 1-1 0 0,1-1 1 0 0,-1 1 0 0 0,11 3 0 0 0,-16-3-50 0 0,1-1-1 0 0,-1 1 0 0 0,0 0 1 0 0,0 0-1 0 0,0 1 1 0 0,0-1-1 0 0,0 0 1 0 0,-1 1-1 0 0,1-1 1 0 0,0 1-1 0 0,-1-1 1 0 0,1 1-1 0 0,-1 0 0 0 0,1 0 1 0 0,-1 0-1 0 0,0 0 1 0 0,2 3-1 0 0,-2-1 62 0 0,1 1 0 0 0,-1-1 0 0 0,0 1 0 0 0,0 0 0 0 0,0-1 0 0 0,-1 1 0 0 0,1 0-1 0 0,-1 5 1 0 0,-2 9 229 0 0,-1 0 0 0 0,0-1-1 0 0,-8 25 1 0 0,8-34-265 0 0,-17 54 44 0 0,11-40 27 0 0,2 0 0 0 0,-7 35 0 0 0,14-58-59 0 0,0 0 0 0 0,0 1-1 0 0,0-1 1 0 0,0 0-1 0 0,0 1 1 0 0,0-1 0 0 0,0 0-1 0 0,0 0 1 0 0,0 1 0 0 0,0-1-1 0 0,0 0 1 0 0,0 1-1 0 0,0-1 1 0 0,0 0 0 0 0,0 0-1 0 0,0 1 1 0 0,1-1 0 0 0,-1 0-1 0 0,0 1 1 0 0,0-1 0 0 0,0 0-1 0 0,0 0 1 0 0,1 0-1 0 0,-1 1 1 0 0,0-1 0 0 0,0 0-1 0 0,1 0 1 0 0,-1 0 0 0 0,0 1-1 0 0,0-1 1 0 0,1 0-1 0 0,-1 0 1 0 0,0 0 0 0 0,0 0-1 0 0,1 0 1 0 0,-1 0 0 0 0,0 1-1 0 0,1-1 1 0 0,-1 0-1 0 0,18-3 706 0 0,17-11-183 0 0,-34 14-485 0 0,38-18 390 0 0,1 3 1 0 0,70-17 0 0 0,-25 14-6088 0 0,-67 15-437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8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209 324 2593 0 0,'-6'-59'2292'0'0,"6"56"-2033"0"0,-1-1 1 0 0,1 1 0 0 0,-1 0-1 0 0,0 0 1 0 0,0-1-1 0 0,-1 1 1 0 0,1 0 0 0 0,-1 0-1 0 0,0 0 1 0 0,1 0 0 0 0,-1 0-1 0 0,-1 1 1 0 0,1-1 0 0 0,-5-4-1 0 0,7 7-173 0 0,0 0-1 0 0,0 0 0 0 0,-1-1 1 0 0,1 1-1 0 0,-1 0 0 0 0,1 0 0 0 0,0-1 1 0 0,-1 1-1 0 0,1 0 0 0 0,0 0 1 0 0,-1 0-1 0 0,1 0 0 0 0,-1 0 1 0 0,1 0-1 0 0,0 0 0 0 0,-1-1 1 0 0,1 1-1 0 0,-1 0 0 0 0,1 1 1 0 0,-1-1-1 0 0,1 0 0 0 0,0 0 1 0 0,-1 0-1 0 0,1 0 0 0 0,-1 0 1 0 0,1 0-1 0 0,0 0 0 0 0,-1 1 1 0 0,1-1-1 0 0,-1 0 0 0 0,1 0 1 0 0,0 0-1 0 0,-1 1 0 0 0,1-1 1 0 0,0 0-1 0 0,-1 1 0 0 0,-5 17 1489 0 0,5 22-362 0 0,2-28-911 0 0,9 76 284 0 0,-9-81-590 0 0,1 0-1 0 0,0 1 1 0 0,0-2 0 0 0,0 1 0 0 0,1 0-1 0 0,0 0 1 0 0,1-1 0 0 0,-1 0 0 0 0,9 11-1 0 0,-11-15-2 0 0,0-1-1 0 0,0 0 0 0 0,0 0 1 0 0,0 1-1 0 0,1-1 0 0 0,-1 0 1 0 0,0 0-1 0 0,1 0 0 0 0,-1 0 1 0 0,1-1-1 0 0,-1 1 0 0 0,1 0 1 0 0,-1-1-1 0 0,1 1 0 0 0,-1-1 0 0 0,4 1 1 0 0,-4-1-1 0 0,0 0-1 0 0,0 0 1 0 0,0 0 0 0 0,-1 0 0 0 0,1-1 0 0 0,0 1 0 0 0,0 0-1 0 0,0-1 1 0 0,-1 1 0 0 0,1-1 0 0 0,0 1 0 0 0,0-1-1 0 0,-1 1 1 0 0,1-1 0 0 0,0 1 0 0 0,-1-1 0 0 0,1 0 0 0 0,-1 1-1 0 0,1-1 1 0 0,-1 0 0 0 0,1 0 0 0 0,0-1 0 0 0,1-2-57 0 0,-1 0 1 0 0,1 0-1 0 0,-1-1 1 0 0,0 1-1 0 0,0-1 1 0 0,-1 1-1 0 0,1-1 1 0 0,-1 1-1 0 0,0-1 1 0 0,-1-7-1 0 0,-3-11-325 0 0,-1 0 0 0 0,-1 1 0 0 0,-1-1 0 0 0,-1 1-1 0 0,-1 0 1 0 0,-21-36 0 0 0,9 22 363 0 0,-3 1-1 0 0,-53-62 1 0 0,77 97 60 0 0,-26-27-91 0 0,25 26 154 0 0,0 0-1 0 0,0 0 0 0 0,-1 0 1 0 0,1 0-1 0 0,0 0 1 0 0,0 1-1 0 0,0-1 1 0 0,-1 0-1 0 0,1 0 1 0 0,0 1-1 0 0,-1-1 1 0 0,1 1-1 0 0,0-1 1 0 0,-1 1-1 0 0,1 0 0 0 0,-1-1 1 0 0,1 1-1 0 0,-1 0 1 0 0,1 0-1 0 0,-1 0 1 0 0,-1 0-1 0 0,3 1 42 0 0,-1 0 1 0 0,1 0-1 0 0,-1-1 0 0 0,1 1 0 0 0,0 0 1 0 0,-1 0-1 0 0,1 0 0 0 0,0 0 0 0 0,0 0 0 0 0,0-1 1 0 0,-1 1-1 0 0,1 0 0 0 0,0 0 0 0 0,0 0 1 0 0,0 0-1 0 0,0 0 0 0 0,1 0 0 0 0,-1 0 0 0 0,0 0 1 0 0,0-1-1 0 0,0 1 0 0 0,1 0 0 0 0,0 1 1 0 0,8 24 940 0 0,-8-23-852 0 0,4 8-67 0 0,1 0 0 0 0,0 0 1 0 0,1-1-1 0 0,0 0 0 0 0,1 0 0 0 0,0 0 0 0 0,0-1 1 0 0,1 0-1 0 0,0-1 0 0 0,21 14 0 0 0,2 0 321 0 0,1-2 0 0 0,42 19 0 0 0,-63-33-1237 0 0,0-1 0 0 0,0 0 0 0 0,1-1 0 0 0,-1 0 0 0 0,1-1 1 0 0,0 0-1 0 0,21 1 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9.1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15 242 9674 0 0,'-15'8'875'0'0,"18"-10"-578"0"0,30-10 301 0 0,-24 11-430 0 0,1 0 0 0 0,-1 1 1 0 0,1 1-1 0 0,-1-1 1 0 0,1 2-1 0 0,-1-1 0 0 0,0 1 1 0 0,0 1-1 0 0,16 5 0 0 0,8 2 92 0 0,-33-10-256 0 0,0 0 0 0 0,0 1 0 0 0,0-1 0 0 0,0 0 0 0 0,0 0 0 0 0,0 0 0 0 0,1 0 0 0 0,-1 0 0 0 0,0 0 0 0 0,0 0 0 0 0,0 0 0 0 0,0 0 0 0 0,0 0 0 0 0,0 0 0 0 0,0 0 0 0 0,1-1 0 0 0,-1 1 0 0 0,0 0 0 0 0,0 0 0 0 0,0 0 0 0 0,0 0 0 0 0,0 0 0 0 0,0 0 0 0 0,0 0 0 0 0,1 0 0 0 0,-1 0 0 0 0,0 0 0 0 0,0 0 0 0 0,0 0 0 0 0,0-1 0 0 0,0 1 0 0 0,0 0 0 0 0,0 0 0 0 0,0 0 0 0 0,0 0 0 0 0,0 0 1 0 0,0 0-1 0 0,0 0 0 0 0,0 0 0 0 0,0-1 0 0 0,0 1 0 0 0,0 0 0 0 0,0 0 0 0 0,0 0 0 0 0,0 0 0 0 0,0 0 0 0 0,0 0 0 0 0,0-1 0 0 0,0 1 0 0 0,0 0 0 0 0,0 0 0 0 0,0 0 0 0 0,0 0 0 0 0,0 0 0 0 0,0 0 0 0 0,0 0 0 0 0,0-1 0 0 0,-5-12 292 0 0,-9-14 318 0 0,13 26-553 0 0,-7-14 142 0 0,0-1-1 0 0,1 1 1 0 0,1-2-1 0 0,0 1 1 0 0,-3-20 0 0 0,6 20-1176 0 0,0-1 0 0 0,0-31 0 0 0,3 28-96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9.5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0 5985 0 0,'-16'29'5017'0'0,"12"-16"-4554"0"0,2-1 0 0 0,-1 1 0 0 0,1 0 0 0 0,1-1 0 0 0,1 1 0 0 0,-1 0-1 0 0,4 22 1 0 0,-2-27-362 0 0,0 0 0 0 0,0 0-1 0 0,1-1 1 0 0,0 1 0 0 0,1 0 0 0 0,-1-1-1 0 0,1 1 1 0 0,1-1 0 0 0,0 0 0 0 0,0 0-1 0 0,0 0 1 0 0,1-1 0 0 0,8 10-1 0 0,-12-15-49 0 0,0 0 0 0 0,0 1-1 0 0,0-1 1 0 0,0 0 0 0 0,0 0 0 0 0,1 0-1 0 0,-1 0 1 0 0,0 0 0 0 0,1 0-1 0 0,-1 0 1 0 0,1-1 0 0 0,-1 1-1 0 0,1 0 1 0 0,-1-1 0 0 0,1 1-1 0 0,-1-1 1 0 0,1 0 0 0 0,0 1-1 0 0,-1-1 1 0 0,1 0 0 0 0,0 0-1 0 0,-1 0 1 0 0,1 0 0 0 0,-1 0-1 0 0,1-1 1 0 0,0 1 0 0 0,-1 0 0 0 0,1-1-1 0 0,-1 1 1 0 0,1-1 0 0 0,0 0-1 0 0,-1 1 1 0 0,0-1 0 0 0,3-2-1 0 0,-1 1 48 0 0,-1-1 1 0 0,0 1-1 0 0,0-1 0 0 0,0 0 0 0 0,-1 0 0 0 0,1 0 1 0 0,-1 0-1 0 0,1 0 0 0 0,-1 0 0 0 0,0-1 0 0 0,0 1 0 0 0,0 0 1 0 0,-1-1-1 0 0,1 1 0 0 0,-1-7 0 0 0,0-3-77 0 0,0 0-1 0 0,-2-1 1 0 0,0 1-1 0 0,0 0 1 0 0,-1 0-1 0 0,-1 0 1 0 0,-7-19-1 0 0,9 27-16 0 0,0-1 0 0 0,-1 1 0 0 0,1-1-1 0 0,-1 1 1 0 0,0 0 0 0 0,-1 0 0 0 0,1 0 0 0 0,-1 1-1 0 0,0-1 1 0 0,0 1 0 0 0,-1 0 0 0 0,1 0 0 0 0,-1 0-1 0 0,0 1 1 0 0,0-1 0 0 0,0 1 0 0 0,0 1 0 0 0,0-1-1 0 0,-7-2 1 0 0,10 5-288 0 0,0-1 0 0 0,0 1 0 0 0,0-1 0 0 0,0 1 0 0 0,0 0 0 0 0,0 0-1 0 0,-1 0 1 0 0,1 0 0 0 0,0 1 0 0 0,0-1 0 0 0,0 0 0 0 0,0 1 0 0 0,0-1 0 0 0,0 1-1 0 0,0 0 1 0 0,0 0 0 0 0,0 0 0 0 0,0 0 0 0 0,0 0 0 0 0,1 0 0 0 0,-1 0 0 0 0,0 1 0 0 0,1-1-1 0 0,-3 3 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0:59.7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23 2288 0 0,'1'-22'5582'0'0,"-1"22"-5511"0"0,19 21 7802 0 0,0 2-8204 0 0,-2-8 950 0 0,37 27-1 0 0,-43-36-1688 0 0,-1 0 0 0 0,22 9 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00.0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76 152 1376 0 0,'-3'1'153'0'0,"0"-1"0"0"0,0 0 0 0 0,0 0 0 0 0,0-1-1 0 0,1 1 1 0 0,-1-1 0 0 0,0 1 0 0 0,0-1 0 0 0,0 0 0 0 0,0 0-1 0 0,0 0 1 0 0,1 0 0 0 0,-1-1 0 0 0,1 1 0 0 0,-1-1 0 0 0,1 1-1 0 0,-1-1 1 0 0,1 0 0 0 0,0 0 0 0 0,0 0 0 0 0,0 0 0 0 0,0-1-1 0 0,0 1 1 0 0,0-1 0 0 0,1 1 0 0 0,-1-1 0 0 0,1 1-1 0 0,0-1 1 0 0,-1 0 0 0 0,1 1 0 0 0,1-1 0 0 0,-1 0 0 0 0,0 0-1 0 0,1 0 1 0 0,-1 0 0 0 0,1 0 0 0 0,0 0 0 0 0,0 0 0 0 0,0 0-1 0 0,0 0 1 0 0,1 0 0 0 0,-1 0 0 0 0,1 0 0 0 0,0 1 0 0 0,-1-1-1 0 0,1 0 1 0 0,1 0 0 0 0,-1 1 0 0 0,0-1 0 0 0,1 0-1 0 0,2-3 1 0 0,-2 3 26 0 0,1-1-1 0 0,-1 1 1 0 0,1 0-1 0 0,-1 0 1 0 0,1 1-1 0 0,0-1 0 0 0,0 0 1 0 0,1 1-1 0 0,-1 0 1 0 0,0 0-1 0 0,1 0 1 0 0,-1 0-1 0 0,1 0 1 0 0,0 1-1 0 0,0 0 0 0 0,-1-1 1 0 0,1 1-1 0 0,0 1 1 0 0,0-1-1 0 0,0 1 1 0 0,0-1-1 0 0,0 1 1 0 0,0 0-1 0 0,7 1 0 0 0,-8 0-119 0 0,1 0 0 0 0,-1 0 0 0 0,1 0 0 0 0,-1 1 0 0 0,0-1 0 0 0,0 1 0 0 0,0 0 0 0 0,0 0 0 0 0,0 0 0 0 0,0 0 0 0 0,0 0 0 0 0,-1 1 0 0 0,1-1 0 0 0,-1 1 0 0 0,0-1 0 0 0,0 1 0 0 0,0 0 0 0 0,0 0 0 0 0,0 0 0 0 0,0 0 0 0 0,-1 1 0 0 0,1-1 0 0 0,-1 0-1 0 0,0 1 1 0 0,0-1 0 0 0,-1 1 0 0 0,2 6 0 0 0,-2 23 573 0 0,-1-28-588 0 0,1 1-1 0 0,0-1 0 0 0,0 0 1 0 0,0 1-1 0 0,1-1 0 0 0,0 0 1 0 0,0 1-1 0 0,0-1 1 0 0,3 6-1 0 0,-4-10-106 0 0,0-1 0 0 0,0 0 0 0 0,0 1 0 0 0,1-1 0 0 0,-1 0 0 0 0,0 1 0 0 0,0-1 0 0 0,1 0 0 0 0,-1 0 0 0 0,0 0 0 0 0,1 1 0 0 0,-1-1 0 0 0,0 0 0 0 0,1 0 0 0 0,-1 0 0 0 0,0 0 0 0 0,1 0 0 0 0,-1 1 0 0 0,0-1 0 0 0,1 0 0 0 0,-1 0 0 0 0,1 0 0 0 0,-1 0 0 0 0,0 0 0 0 0,1 0 0 0 0,-1 0 0 0 0,0 0 0 0 0,1 0 0 0 0,-1-1 0 0 0,0 1 0 0 0,1 0 0 0 0,-1 0 0 0 0,1 0 0 0 0,-1 0 0 0 0,0 0 0 0 0,1-1 0 0 0,-1 1 0 0 0,0 0 1 0 0,0 0-1 0 0,1 0 0 0 0,-1-1 0 0 0,0 1 0 0 0,1-1 0 0 0,7-6-888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05.8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1189 0 3225 0 0,'-248'195'-1543'0'0,"17"17"1677"0"0,192-175-152 0 0,-606 637 180 0 0,619-645-34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07.4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9139 3225 0 0,'5'-10'-28'0'0,"1"1"0"0"0,0 0 0 0 0,0 0 0 0 0,11-11 0 0 0,53-62 154 0 0,255-283 2178 0 0,-100 116-734 0 0,85-83 52 0 0,-150 177-872 0 0,201-175 147 0 0,-94 107-774 0 0,37-30 66 0 0,-220 183 235 0 0,92-101-1 0 0,-103 96 661 0 0,130-102-1 0 0,-119 112-1061 0 0,105-104-1 0 0,-110 94-137 0 0,171-120 0 0 0,-174 135 227 0 0,116-118 0 0 0,21-17-237 0 0,-112 107 189 0 0,129-146 0 0 0,-138 136-45 0 0,-24 33-48 0 0,77-58 1 0 0,12-9-31 0 0,248-226-18 0 0,-255 229 306 0 0,53-41-291 0 0,21-15 185 0 0,20-14 71 0 0,-116 114-238 0 0,-79 54-14 0 0,67-54 0 0 0,-116 85 59 0 0,106-93-36 0 0,186-122 0 0 0,-26 19 23 0 0,-173 123 114 0 0,104-63-1 0 0,42-24-130 0 0,-61 38 173 0 0,221-164 48 0 0,-326 231-179 0 0,66-41 363 0 0,-78 57 46 0 0,108-94-1 0 0,112-93 360 0 0,-128 110-442 0 0,6-23-102 0 0,-101 85-70 0 0,2 2 0 0 0,98-63 1 0 0,275-197 1045 0 0,-303 211-1188 0 0,-126 98-24 0 0,309-245 144 0 0,-154 132 456 0 0,-107 82-212 0 0,78-68 0 0 0,139-145 573 0 0,-225 211-602 0 0,59-38 0 0 0,8-6 67 0 0,-73 59-2195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3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9431 6913 0 0,'-25'23'465'0'0,"11"-10"-1266"0"0,26-28-99 0 0,81-94 5613 0 0,63-71-1431 0 0,-112 135-2740 0 0,86-71 0 0 0,-63 64-357 0 0,116-118 0 0 0,-115 96 742 0 0,3 4 1 0 0,124-97-1 0 0,-125 110-902 0 0,-1-4 0 0 0,92-106 0 0 0,-85 85 277 0 0,90-75 0 0 0,-72 72-159 0 0,91-108 1 0 0,84-75 58 0 0,-203 207 166 0 0,97-118-1 0 0,31-30 237 0 0,-178 194-612 0 0,290-279 413 0 0,-272 259-385 0 0,44-48 86 0 0,123-100 0 0 0,-86 87 67 0 0,125-134-1 0 0,-165 159-65 0 0,85-63 0 0 0,-3 4-9 0 0,73-52-98 0 0,-155 125 0 0 0,10-7 0 0 0,71-55 0 0 0,108-103 13 0 0,-7-11 185 0 0,50-39 31 0 0,-263 237-229 0 0,-1-2 0 0 0,68-77 0 0 0,-57 55 96 0 0,3 2 0 0 0,3 3 0 0 0,1 2 0 0 0,70-43 0 0 0,-84 60-71 0 0,-2-2-1 0 0,71-75 1 0 0,-27 24-11 0 0,-26 24-14 0 0,-39 38 0 0 0,1 1 0 0 0,47-36 0 0 0,-45 42 6 0 0,29-19 69 0 0,-2-3 1 0 0,77-74-1 0 0,-51 34-75 0 0,4 5 0 0 0,104-75 0 0 0,-18 5 186 0 0,-36 28-127 0 0,107-52-132 0 0,-30 22 205 0 0,-145 102-158 0 0,82-43 0 0 0,-69 43 11 0 0,180-138 16 0 0,-10 5 244 0 0,-176 130-229 0 0,-2-2 1 0 0,-2-4 0 0 0,76-80-1 0 0,-74 73-36 0 0,144-97 0 0 0,-27 24-9 0 0,114-85 84 0 0,-59 45-1 0 0,-170 125 53 0 0,101-53 0 0 0,-112 68-86 0 0,-15 7 11 0 0,-1-3 0 0 0,-2-2 0 0 0,-1-1 0 0 0,-1-3 0 0 0,48-55 0 0 0,-63 66-32 0 0,1 0 0 0 0,2 2 0 0 0,0 2 0 0 0,37-22 0 0 0,-36 25 0 0 0,23-21 109 0 0,-1-2 1 0 0,59-62-1 0 0,-18 17 11 0 0,-76 74 0 0 0,-15 12-160 0 0,-13 9-94 0 0,1 0 19 0 0,-4 2-164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7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55 3225 0 0,'-7'-15'445'0'0,"6"11"27"0"0,0-1 1 0 0,-1 1-1 0 0,0 1 1 0 0,0-1-1 0 0,0 0 0 0 0,-1 0 1 0 0,1 1-1 0 0,-5-5 1 0 0,6 8-354 0 0,1 0 0 0 0,-1 0 0 0 0,0 0 0 0 0,0 0 0 0 0,0 0 1 0 0,0 0-1 0 0,0 0 0 0 0,0 1 0 0 0,1-1 0 0 0,-1 0 0 0 0,0 1 0 0 0,0-1 1 0 0,0 1-1 0 0,1-1 0 0 0,-1 0 0 0 0,0 1 0 0 0,1 0 0 0 0,-1-1 1 0 0,0 1-1 0 0,1-1 0 0 0,-1 1 0 0 0,1 0 0 0 0,-1 0 0 0 0,1-1 0 0 0,-1 1 1 0 0,1 0-1 0 0,-1 0 0 0 0,1-1 0 0 0,0 1 0 0 0,0 0 0 0 0,-1 1 0 0 0,-13 29 1410 0 0,2 0-894 0 0,2 1 0 0 0,1 0 1 0 0,2 1-1 0 0,1 0 0 0 0,2 0 1 0 0,1 0-1 0 0,2 52 0 0 0,1-83-621 0 0,0-1 1 0 0,0 1-1 0 0,0-1 0 0 0,0 1 0 0 0,0-1 0 0 0,0 0 0 0 0,1 1 0 0 0,-1-1 1 0 0,0 1-1 0 0,1-1 0 0 0,-1 0 0 0 0,1 1 0 0 0,0-1 0 0 0,-1 0 0 0 0,1 1 1 0 0,0-1-1 0 0,0 0 0 0 0,0 0 0 0 0,0 0 0 0 0,0 0 0 0 0,0 0 0 0 0,1 1 1 0 0,0-1-10 0 0,-1-1 0 0 0,1 0 0 0 0,-1 1 0 0 0,0-1 0 0 0,1 0 0 0 0,-1 0 0 0 0,1 0 0 0 0,-1 0 0 0 0,0 0 0 0 0,1-1 0 0 0,-1 1 0 0 0,1 0 0 0 0,-1-1 0 0 0,0 1 0 0 0,1 0 0 0 0,-1-1 0 0 0,0 0 0 0 0,2 0 0 0 0,8-6-8 0 0,-1 0-1 0 0,0-1 0 0 0,18-17 0 0 0,-23 21 22 0 0,25-26 102 0 0,-20 19-102 0 0,0 1 0 0 0,0 0 0 0 0,1 0 0 0 0,0 1 1 0 0,0 1-1 0 0,1 0 0 0 0,1 0 0 0 0,19-8 0 0 0,-31 15-18 0 0,0 1 0 0 0,0 0-1 0 0,0-1 1 0 0,0 1 0 0 0,1 0 0 0 0,-1-1-1 0 0,0 1 1 0 0,0 0 0 0 0,0 0-1 0 0,0 0 1 0 0,1 0 0 0 0,-1 0 0 0 0,0 1-1 0 0,0-1 1 0 0,0 0 0 0 0,0 0 0 0 0,0 1-1 0 0,0-1 1 0 0,1 1 0 0 0,-1-1 0 0 0,0 1-1 0 0,0-1 1 0 0,0 1 0 0 0,0 0 0 0 0,-1-1-1 0 0,3 3 1 0 0,-2-1-4 0 0,0 0 1 0 0,0 0-1 0 0,0 0 1 0 0,0 0-1 0 0,0 1 1 0 0,0-1-1 0 0,0 0 0 0 0,-1 1 1 0 0,1-1-1 0 0,-1 0 1 0 0,0 1-1 0 0,0 3 0 0 0,0 7 22 0 0,-1 0 0 0 0,-1 0 0 0 0,-5 21-1 0 0,-5 4 291 0 0,-1-1-1 0 0,-2-1 0 0 0,-2 0 1 0 0,-21 35-1 0 0,5-11-2073 0 0,3 3-3418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7.6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41 6913 0 0,'-12'9'512'0'0,"0"-1"0"0"0,0 0 0 0 0,0-2 0 0 0,-1 1 0 0 0,0-1 0 0 0,-17 5 0 0 0,30-11-472 0 0,-1 0 0 0 0,1 0-1 0 0,-1 1 1 0 0,1-1 0 0 0,-1 0 0 0 0,1 0 0 0 0,0 0-1 0 0,-1 0 1 0 0,1 0 0 0 0,-1 0 0 0 0,1 0 0 0 0,-1 0 0 0 0,1 0-1 0 0,-1 0 1 0 0,1 0 0 0 0,-1 0 0 0 0,1 0 0 0 0,0 0-1 0 0,-1 0 1 0 0,1 0 0 0 0,-1 0 0 0 0,1-1 0 0 0,-1 1-1 0 0,1 0 1 0 0,0 0 0 0 0,-1-1 0 0 0,1 1 0 0 0,0 0 0 0 0,-1 0-1 0 0,1-1 1 0 0,0 1 0 0 0,-1 0 0 0 0,1-1 0 0 0,0 1-1 0 0,-1-1 1 0 0,1 1 0 0 0,0-1 0 0 0,4-19 1265 0 0,21-19 437 0 0,-23 36-1617 0 0,1 1 1 0 0,-1-1-1 0 0,1 1 1 0 0,0-1-1 0 0,0 1 1 0 0,0 0-1 0 0,0 0 1 0 0,0 0-1 0 0,1 0 1 0 0,-1 1-1 0 0,0-1 1 0 0,1 1-1 0 0,-1 0 1 0 0,1 0-1 0 0,0 0 1 0 0,-1 1-1 0 0,1-1 1 0 0,0 1-1 0 0,6 0 1 0 0,-6 0-64 0 0,-1 1 1 0 0,0 0-1 0 0,1 0 1 0 0,-1 0-1 0 0,0 1 0 0 0,0-1 1 0 0,0 1-1 0 0,0-1 1 0 0,0 1-1 0 0,0 0 0 0 0,0 0 1 0 0,-1 1-1 0 0,1-1 1 0 0,-1 0-1 0 0,1 1 1 0 0,-1 0-1 0 0,0-1 0 0 0,0 1 1 0 0,0 0-1 0 0,0 0 1 0 0,1 4-1 0 0,-2-4 7 0 0,1 1 111 0 0,0 0-1 0 0,0 0 1 0 0,1 0 0 0 0,-1 0 0 0 0,1 0 0 0 0,0 0 0 0 0,4 4 0 0 0,-5-7-157 0 0,-1 0 1 0 0,0 0-1 0 0,1-1 1 0 0,-1 1 0 0 0,1 0-1 0 0,-1-1 1 0 0,1 1-1 0 0,-1-1 1 0 0,1 0 0 0 0,-1 0-1 0 0,1 1 1 0 0,-1-1-1 0 0,1 0 1 0 0,-1 0 0 0 0,1 0-1 0 0,-1-1 1 0 0,1 1-1 0 0,-1 0 1 0 0,1-1 0 0 0,-1 1-1 0 0,1-1 1 0 0,-1 1 0 0 0,1-1-1 0 0,-1 1 1 0 0,0-1-1 0 0,1 0 1 0 0,0-1 0 0 0,16-8-24 0 0,-13 7 28 0 0,0-1 0 0 0,1 2 0 0 0,-1-1-1 0 0,1 0 1 0 0,0 1 0 0 0,-1 0 0 0 0,7-1-1 0 0,-9 3-25 0 0,-1 0 0 0 0,1 0 0 0 0,-1 0-1 0 0,0 1 1 0 0,1-1 0 0 0,-1 0 0 0 0,0 1 0 0 0,1 0-1 0 0,-1-1 1 0 0,0 1 0 0 0,0 0 0 0 0,0 0 0 0 0,1 1-1 0 0,-1-1 1 0 0,0 0 0 0 0,-1 1 0 0 0,1-1 0 0 0,0 1-1 0 0,0-1 1 0 0,-1 1 0 0 0,1 0 0 0 0,2 3 0 0 0,1 3 25 0 0,1 1 1 0 0,-1 0 0 0 0,0 0 0 0 0,-1 1 0 0 0,0-1 0 0 0,0 1 0 0 0,-1 0 0 0 0,0 0 0 0 0,2 19 0 0 0,-2-7-865 0 0,-1 1 1 0 0,-1-1 0 0 0,-3 35 0 0 0,2-50-219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7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10138 0 0,'-1'2'219'0'0,"-1"0"0"0"0,1-1 1 0 0,-1 1-1 0 0,1 0 0 0 0,-1 0 0 0 0,1 0 0 0 0,0 0 0 0 0,0 0 0 0 0,0 0 1 0 0,0 0-1 0 0,1 1 0 0 0,-1-1 0 0 0,0 0 0 0 0,1 0 0 0 0,0 1 0 0 0,-1-1 0 0 0,1 0 1 0 0,0 1-1 0 0,0-1 0 0 0,0 0 0 0 0,1 4 0 0 0,10 52 2243 0 0,-10-52-2167 0 0,8 24-210 0 0,0-1 1 0 0,2 0-1 0 0,1 0 1 0 0,1-1 0 0 0,2-1-1 0 0,17 27 1 0 0,-14-27-477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9.1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0 1376 0 0,'-7'6'7875'0'0,"2"3"-7453"0"0,1 1 0 0 0,0-1 0 0 0,0 1-1 0 0,1 0 1 0 0,1 0 0 0 0,-1 1 0 0 0,2-1 0 0 0,-1 0-1 0 0,2 1 1 0 0,-1-1 0 0 0,1 1 0 0 0,1-1 0 0 0,0 0-1 0 0,0 1 1 0 0,1-1 0 0 0,1 0 0 0 0,6 19 0 0 0,-8-27-375 0 0,0-1 1 0 0,0 1-1 0 0,0-1 1 0 0,0 0 0 0 0,0 1-1 0 0,0-1 1 0 0,0 0 0 0 0,0 0-1 0 0,1 0 1 0 0,-1 0 0 0 0,0 0-1 0 0,1 0 1 0 0,-1 0-1 0 0,1 0 1 0 0,-1 0 0 0 0,1-1-1 0 0,-1 1 1 0 0,1-1 0 0 0,0 1-1 0 0,-1-1 1 0 0,1 0-1 0 0,-1 1 1 0 0,1-1 0 0 0,0 0-1 0 0,0 0 1 0 0,-1 0 0 0 0,1 0-1 0 0,0 0 1 0 0,2-1 0 0 0,6-1 47 0 0,1-1 0 0 0,0 0 0 0 0,16-8 0 0 0,3 0 331 0 0,-27 11-415 0 0,-1-1 0 0 0,0 0 1 0 0,1 1-1 0 0,-1-1 0 0 0,1 1 0 0 0,-1 0 1 0 0,1 0-1 0 0,-1 0 0 0 0,1 0 0 0 0,-1 0 1 0 0,1 0-1 0 0,-1 1 0 0 0,1 0 0 0 0,-1-1 1 0 0,1 1-1 0 0,-1 0 0 0 0,0 0 0 0 0,0 0 1 0 0,1 0-1 0 0,-1 0 0 0 0,0 1 0 0 0,0-1 1 0 0,0 1-1 0 0,0-1 0 0 0,2 4 0 0 0,-2-2 4 0 0,0 1-1 0 0,0-1 0 0 0,0 1 0 0 0,-1-1 0 0 0,0 1 0 0 0,1 0 0 0 0,-1 0 0 0 0,-1 0 0 0 0,1 0 0 0 0,-1 0 0 0 0,1 0 0 0 0,-1 0 0 0 0,0 0 0 0 0,0 0 0 0 0,-2 5 0 0 0,0 5-271 0 0,-1 0 0 0 0,-1 0 0 0 0,0-1 0 0 0,-1 0 0 0 0,-1 0 0 0 0,0 0 0 0 0,0-1 0 0 0,-12 17 0 0 0,-13 26-1064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9.5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86 7834 0 0,'2'-3'5472'0'0,"3"-5"-3701"0"0,3-2-3583 0 0,-1 0 0 0 0,2 1-1 0 0,-1 0 1 0 0,13-10 0 0 0,-1 7 1685 0 0,-10 6 127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19.8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3 152 2304 0 0,'-3'-5'3309'0'0,"4"5"-3259"0"0,3-18 1562 0 0,10-18-105 0 0,-7 21-1364 0 0,15-31 774 0 0,-21 44-1190 0 0,1-1-1 0 0,-1 0 0 0 0,1 1 0 0 0,0-1 0 0 0,0 1 0 0 0,1-1 1 0 0,-1 1-1 0 0,0 0 0 0 0,1 0 0 0 0,-1 0 0 0 0,1 0 1 0 0,4-2-1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0.1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0 456 0 0,'-20'41'1826'0'0,"14"-32"-949"0"0,1 0 0 0 0,0 0-1 0 0,1 0 1 0 0,0 1 0 0 0,1-1 0 0 0,0 1 0 0 0,0 0 0 0 0,1 0 0 0 0,0 0-1 0 0,1 0 1 0 0,-1 12 0 0 0,3-20-662 0 0,-1-1 1 0 0,0 1-1 0 0,1-1 0 0 0,-1 1 0 0 0,1-1 0 0 0,0 1 1 0 0,-1-1-1 0 0,1 0 0 0 0,0 1 0 0 0,0-1 0 0 0,0 0 1 0 0,0 0-1 0 0,0 0 0 0 0,0 1 0 0 0,0-1 1 0 0,0 0-1 0 0,0 0 0 0 0,2 1 0 0 0,31 15 1580 0 0,1 2-760 0 0,-31-14-982 0 0,0-1 0 0 0,0 1 1 0 0,0 0-1 0 0,-1 0 0 0 0,0 0 0 0 0,0 0 0 0 0,0 0 1 0 0,-1 1-1 0 0,0 0 0 0 0,0-1 0 0 0,0 1 1 0 0,-1 0-1 0 0,0 0 0 0 0,0 0 0 0 0,0 0 1 0 0,-1 0-1 0 0,0 7 0 0 0,-1 12-565 0 0,-2 0 0 0 0,-9 45 0 0 0,6-43-1135 0 0,3-10 577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0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6913 0 0,'1'4'6072'0'0,"5"13"-2999"0"0,1 3-1614 0 0,5 21 134 0 0,6 46 0 0 0,-4-17-4059 0 0,-9-54-4137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1.3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0 2304 0 0,'-4'3'632'0'0,"1"1"-1"0"0,0-1 1 0 0,0 1-1 0 0,0 0 1 0 0,1 0-1 0 0,-1 0 1 0 0,1 0-1 0 0,-4 9 1 0 0,4-9-354 0 0,-5 11 362 0 0,1 1 1 0 0,0 0 0 0 0,1 0-1 0 0,1 0 1 0 0,0 1 0 0 0,1-1-1 0 0,1 1 1 0 0,1 0-1 0 0,0 0 1 0 0,3 28 0 0 0,-2-42-562 0 0,1 1 1 0 0,-1-1-1 0 0,1 0 1 0 0,0 0-1 0 0,0 0 1 0 0,0 0-1 0 0,0-1 1 0 0,1 1-1 0 0,-1 0 1 0 0,1 0 0 0 0,0-1-1 0 0,0 1 1 0 0,0-1-1 0 0,0 1 1 0 0,0-1-1 0 0,0 0 1 0 0,0 0-1 0 0,1 0 1 0 0,0 0-1 0 0,-1 0 1 0 0,5 1-1 0 0,3 2 150 0 0,1-2-1 0 0,-1 1 1 0 0,1-2-1 0 0,21 4 1 0 0,-24-6-144 0 0,-1 1 1 0 0,1 1 0 0 0,0-1 0 0 0,0 1-1 0 0,-1 0 1 0 0,0 1 0 0 0,1 0 0 0 0,-1 0-1 0 0,0 1 1 0 0,0 0 0 0 0,7 5-1 0 0,-10-5-30 0 0,0 1-1 0 0,0 0 0 0 0,0 1 1 0 0,0-1-1 0 0,-1 1 0 0 0,0-1 1 0 0,0 1-1 0 0,-1 0 0 0 0,1 0 1 0 0,-1 0-1 0 0,0 1 0 0 0,-1-1 1 0 0,0 0-1 0 0,0 1 0 0 0,0-1 1 0 0,-1 0-1 0 0,0 1 0 0 0,0-1 1 0 0,0 1-1 0 0,-1-1 0 0 0,0 1 1 0 0,-3 7-1 0 0,0 3-268 0 0,-1-1 1 0 0,0-1-1 0 0,-2 1 1 0 0,0-1-1 0 0,0 0 1 0 0,-2-1-1 0 0,-14 21 1 0 0,12-25-2534 0 0,13-45-4899 0 0,-1 30 8125 0 0,4-19-642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1.6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16 6913 0 0,'-16'13'524'0'0,"13"-10"-239"0"0,1-1 1 0 0,0 0-1 0 0,0 0 0 0 0,-1 0 0 0 0,0 0 0 0 0,1 0 0 0 0,-1 0 0 0 0,0-1 0 0 0,0 1 1 0 0,0-1-1 0 0,0 0 0 0 0,-7-3 3408 0 0,18-8-2258 0 0,9-7 36 0 0,-13 14-1287 0 0,0 0 0 0 0,1 1 0 0 0,-1-1-1 0 0,1 1 1 0 0,0 1 0 0 0,-1-1 0 0 0,1 1-1 0 0,0-1 1 0 0,0 1 0 0 0,0 1-1 0 0,0-1 1 0 0,0 1 0 0 0,0-1 0 0 0,0 2-1 0 0,8 0 1 0 0,-6 0-105 0 0,-1 1 0 0 0,0 0-1 0 0,0 1 1 0 0,1-1 0 0 0,-1 1-1 0 0,-1 0 1 0 0,1 1 0 0 0,0-1-1 0 0,-1 1 1 0 0,8 7 0 0 0,6 9-17 0 0,-1 0 0 0 0,-1 2 0 0 0,0 0 0 0 0,21 38 1 0 0,-25-39 317 0 0,-5-7-388 0 0,28 38 102 0 0,-33-48-468 0 0,0-1 0 0 0,0 0 0 0 0,1-1 0 0 0,-1 1 0 0 0,0 0 0 0 0,1-1 0 0 0,5 3 0 0 0,-2-2-1407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1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34 200 3681 0 0,'-1'1'304'0'0,"0"-1"1"0"0,0 1-1 0 0,-1-1 1 0 0,1 0-1 0 0,0 1 1 0 0,0-1-1 0 0,0 0 1 0 0,0 0-1 0 0,0 0 1 0 0,-1 0-1 0 0,1 0 1 0 0,0 0-1 0 0,0 0 1 0 0,0 0-1 0 0,0 0 0 0 0,-1-1 1 0 0,1 1-1 0 0,0 0 1 0 0,0-1-1 0 0,0 1 1 0 0,0-1-1 0 0,0 1 1 0 0,0-1-1 0 0,0 0 1 0 0,-2-1-1 0 0,3 1-105 0 0,-1 0 0 0 0,1-1 0 0 0,0 1-1 0 0,-1 0 1 0 0,1-1 0 0 0,0 1 0 0 0,0-1 0 0 0,0 1-1 0 0,0 0 1 0 0,0-1 0 0 0,0 1 0 0 0,0-1 0 0 0,0 1-1 0 0,1 0 1 0 0,-1-1 0 0 0,1 1 0 0 0,0-2 0 0 0,4-8 205 0 0,0 0 1 0 0,0 1 0 0 0,11-16-1 0 0,48-65-1105 0 0,-47 71-5054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2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0 222 14283 0 0,'0'0'1103'0'0,"18"-20"-1278"0"0,14-23 1969 0 0,-22 28-1783 0 0,-1 1 1 0 0,2 1-1 0 0,0 0 1 0 0,0 1-1 0 0,1 0 0 0 0,1 0 1 0 0,0 1-1 0 0,28-17 1 0 0,-10 11-516 0 0,-16 5 488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3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16 138 7834 0 0,'-1'-1'137'0'0,"0"1"1"0"0,0-1-1 0 0,0 0 1 0 0,0 0-1 0 0,0 1 1 0 0,0-1-1 0 0,1 0 1 0 0,-1 0-1 0 0,0 0 1 0 0,0 0-1 0 0,1 0 1 0 0,-1 0-1 0 0,0 0 1 0 0,1 0-1 0 0,-1-1 1 0 0,1 1-1 0 0,-1 0 1 0 0,1 0-1 0 0,0 0 1 0 0,0 0-1 0 0,-1-2 1 0 0,1-1 181 0 0,0 0-1 0 0,0 0 1 0 0,0 1 0 0 0,1-1 0 0 0,-1 0-1 0 0,1 0 1 0 0,1-4 0 0 0,1 0 73 0 0,0 1 0 0 0,0 0 0 0 0,0 0 0 0 0,1 0 0 0 0,0 0 0 0 0,0 1 0 0 0,6-7 0 0 0,-9 11-331 0 0,0 1 0 0 0,0 0 1 0 0,1-1-1 0 0,-1 1 0 0 0,1 0 0 0 0,-1 0 0 0 0,1 0 1 0 0,-1 0-1 0 0,1 0 0 0 0,0 0 0 0 0,-1 0 1 0 0,1 1-1 0 0,0-1 0 0 0,0 0 0 0 0,0 1 0 0 0,-1 0 1 0 0,1-1-1 0 0,0 1 0 0 0,0 0 0 0 0,0 0 1 0 0,0 0-1 0 0,0 0 0 0 0,3 1 0 0 0,-2 0 7 0 0,1 0 0 0 0,-1 1 0 0 0,0-1 0 0 0,1 1-1 0 0,-1 0 1 0 0,0 0 0 0 0,0 0 0 0 0,-1 1 0 0 0,1-1 0 0 0,0 0-1 0 0,3 5 1 0 0,3 5 76 0 0,0 0 0 0 0,-1 1 0 0 0,0-1 0 0 0,11 28 0 0 0,-8-11 70 0 0,-2 0 1 0 0,5 33-1 0 0,-7-30 525 0 0,16 46 0 0 0,-22-78-702 0 0,-1 1 0 0 0,0 0 0 0 0,1 0 0 0 0,-1 0 0 0 0,1 0 0 0 0,-1 0 0 0 0,1 0 0 0 0,-1 0 0 0 0,1 0 0 0 0,0-1 0 0 0,-1 1 0 0 0,1 0 0 0 0,0 0 0 0 0,-1-1 0 0 0,1 1 0 0 0,0-1 0 0 0,0 1 0 0 0,0 0 0 0 0,0-1 0 0 0,0 0 0 0 0,0 1 0 0 0,0-1 0 0 0,0 0 0 0 0,0 1 0 0 0,0-1 0 0 0,0 0 0 0 0,1 0 0 0 0,0 0-12 0 0,0 0 0 0 0,1-1 0 0 0,-1 1 0 0 0,0-1 0 0 0,1 1 0 0 0,-1-1 0 0 0,0 0 0 0 0,0 0 0 0 0,0 0 0 0 0,0 0 0 0 0,3-3 0 0 0,4-2-30 0 0,-1-1 0 0 0,0 0 0 0 0,0-1 1 0 0,7-8-1 0 0,55-75-1184 0 0,-26 28-3162 0 0,-27 38-2128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3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0 3681 0 0,'-2'1'297'0'0,"0"1"0"0"0,-1-1-1 0 0,1 0 1 0 0,0 1 0 0 0,0-1 0 0 0,1 1 0 0 0,-1-1 0 0 0,0 1 0 0 0,0 0 0 0 0,1 0 0 0 0,-1 0 0 0 0,1 0-1 0 0,0 0 1 0 0,-1 0 0 0 0,1 0 0 0 0,0 1 0 0 0,0-1 0 0 0,1 0 0 0 0,-1 1 0 0 0,0-1 0 0 0,1 1-1 0 0,-1-1 1 0 0,1 0 0 0 0,0 1 0 0 0,0-1 0 0 0,0 1 0 0 0,0-1 0 0 0,0 1 0 0 0,1-1 0 0 0,-1 1-1 0 0,1-1 1 0 0,-1 0 0 0 0,1 1 0 0 0,0-1 0 0 0,0 0 0 0 0,0 1 0 0 0,0-1 0 0 0,1 0 0 0 0,-1 0 0 0 0,0 0-1 0 0,1 0 1 0 0,0 0 0 0 0,-1 0 0 0 0,3 1 0 0 0,123 143 3528 0 0,30 31-5656 0 0,-137-162-1766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3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33 192 5065 0 0,'-3'-4'287'0'0,"-1"0"-1"0"0,1-1 0 0 0,0 1 1 0 0,0-1-1 0 0,0 0 1 0 0,1 0-1 0 0,0 0 0 0 0,0 0 1 0 0,0-1-1 0 0,0 1 1 0 0,1 0-1 0 0,0-1 1 0 0,0 1-1 0 0,1-1 0 0 0,-1 1 1 0 0,1-1-1 0 0,0 0 1 0 0,2-10-1 0 0,-1 12-80 0 0,-1 0-1 0 0,1 0 1 0 0,0 0 0 0 0,0 0-1 0 0,1 0 1 0 0,-1 0 0 0 0,1 1-1 0 0,0-1 1 0 0,0 0 0 0 0,0 1-1 0 0,1-1 1 0 0,-1 1-1 0 0,1 0 1 0 0,-1 0 0 0 0,1 0-1 0 0,0 0 1 0 0,1 0 0 0 0,-1 1-1 0 0,0-1 1 0 0,1 1 0 0 0,-1 0-1 0 0,1 0 1 0 0,0 0 0 0 0,-1 1-1 0 0,1-1 1 0 0,5 0-1 0 0,-6 1-109 0 0,0 1 0 0 0,0-1-1 0 0,0 1 1 0 0,-1 0 0 0 0,1 0-1 0 0,0 0 1 0 0,0 1-1 0 0,0-1 1 0 0,-1 1 0 0 0,1-1-1 0 0,0 1 1 0 0,0 0 0 0 0,-1 0-1 0 0,1 0 1 0 0,-1 0 0 0 0,5 3-1 0 0,-2 0-18 0 0,-1-1 1 0 0,1 1-1 0 0,-1 0 0 0 0,0 0 0 0 0,0 1 0 0 0,-1-1 1 0 0,7 10-1 0 0,-4-3 49 0 0,0 0-1 0 0,-1 0 1 0 0,0 0 0 0 0,-1 1-1 0 0,0 0 1 0 0,-1 0-1 0 0,2 14 1 0 0,-4-15 158 0 0,0 0 0 0 0,-1 0 0 0 0,0 0 0 0 0,-1 0 0 0 0,0 0 0 0 0,-1 0 1 0 0,-1 0-1 0 0,-6 20 0 0 0,13-37-158 0 0,0 0 1 0 0,1-1-1 0 0,0 2 1 0 0,0-1-1 0 0,8-6 1 0 0,-1 0-18 0 0,8-7-1614 0 0,1 0 0 0 0,1 1 0 0 0,0 2 0 0 0,26-15 1 0 0,-26 18-5047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4.2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337 367 656 0 0,'-4'-6'582'0'0,"-1"0"0"0"0,-1 1 1 0 0,1-1-1 0 0,-1 1 0 0 0,0 0 0 0 0,0 0 0 0 0,0 1 0 0 0,-1 0 0 0 0,-11-6 0 0 0,14 9-306 0 0,1 0 0 0 0,0 0 0 0 0,0 0 0 0 0,-1 0 0 0 0,1 1 0 0 0,-1-1 0 0 0,1 1 0 0 0,0 0 0 0 0,-1 0-1 0 0,1 0 1 0 0,0 1 0 0 0,-1-1 0 0 0,1 1 0 0 0,0 0 0 0 0,-1 0 0 0 0,1 0 0 0 0,0 0 0 0 0,0 1-1 0 0,0-1 1 0 0,0 1 0 0 0,0 0 0 0 0,0-1 0 0 0,0 1 0 0 0,-3 4 0 0 0,0 0 79 0 0,0 0-1 0 0,0 1 1 0 0,0 0 0 0 0,1 1-1 0 0,0-1 1 0 0,1 1 0 0 0,-1 0-1 0 0,2 0 1 0 0,-1 1 0 0 0,1-1 0 0 0,0 1-1 0 0,1-1 1 0 0,-3 16 0 0 0,4-18-310 0 0,0 1 0 0 0,0-1 0 0 0,1 1 0 0 0,0 0 1 0 0,0-1-1 0 0,1 1 0 0 0,-1-1 0 0 0,1 1 0 0 0,1-1 0 0 0,-1 1 1 0 0,1-1-1 0 0,0 0 0 0 0,1 0 0 0 0,0 0 0 0 0,0 0 0 0 0,0 0 1 0 0,0 0-1 0 0,1-1 0 0 0,6 7 0 0 0,-9-10-47 0 0,0 0-1 0 0,0-1 1 0 0,1 0 0 0 0,-1 1 0 0 0,1-1-1 0 0,-1 0 1 0 0,1 0 0 0 0,0 1-1 0 0,-1-1 1 0 0,1 0 0 0 0,0-1-1 0 0,0 1 1 0 0,0 0 0 0 0,0 0-1 0 0,0-1 1 0 0,-1 0 0 0 0,1 1-1 0 0,0-1 1 0 0,0 0 0 0 0,0 0 0 0 0,0 0-1 0 0,0 0 1 0 0,0 0 0 0 0,0 0-1 0 0,0 0 1 0 0,0-1 0 0 0,0 1-1 0 0,0-1 1 0 0,0 1 0 0 0,0-1-1 0 0,0 0 1 0 0,-1 0 0 0 0,1 0-1 0 0,0 0 1 0 0,0 0 0 0 0,-1 0-1 0 0,1-1 1 0 0,-1 1 0 0 0,1 0 0 0 0,-1-1-1 0 0,0 1 1 0 0,0-1 0 0 0,3-3-1 0 0,1-2-63 0 0,0-1 0 0 0,-1 0 0 0 0,0 0 0 0 0,0 0 0 0 0,-1 0 0 0 0,0-1 0 0 0,0 1 0 0 0,2-13 0 0 0,-3 5-111 0 0,-1 0 0 0 0,0 0 0 0 0,-2 0 0 0 0,0 0 1 0 0,0 0-1 0 0,-1 1 0 0 0,-1-1 0 0 0,-1 1 0 0 0,0-1 0 0 0,-1 1 0 0 0,-1 0 0 0 0,0 1 1 0 0,-1-1-1 0 0,-15-22 0 0 0,-9-9 37 0 0,-3 2 0 0 0,-71-73 0 0 0,94 106 248 0 0,-12-8 1694 0 0,23 19-1735 0 0,0 0-1 0 0,0 0 1 0 0,0 0-1 0 0,0 0 1 0 0,-1 0 0 0 0,1 0-1 0 0,0-1 1 0 0,0 1-1 0 0,0 0 1 0 0,-1 0-1 0 0,1 0 1 0 0,0 0 0 0 0,0 0-1 0 0,0 0 1 0 0,-1 0-1 0 0,1 1 1 0 0,0-1-1 0 0,0 0 1 0 0,0 0 0 0 0,-1 0-1 0 0,1 0 1 0 0,0 0-1 0 0,0 0 1 0 0,0 0-1 0 0,-1 0 1 0 0,0 1 333 0 0,1-1-334 0 0,0 0 1 0 0,0 1-1 0 0,0-1 1 0 0,0 0-1 0 0,0 0 1 0 0,0 0 0 0 0,1 18 1468 0 0,2-6-1354 0 0,2 0-1 0 0,0 0 1 0 0,0 0 0 0 0,1 0 0 0 0,0-1 0 0 0,1 0 0 0 0,0-1 0 0 0,15 17 0 0 0,79 74-22 0 0,-67-69-31 0 0,-26-25-205 0 0,21 20 120 0 0,57 43-1 0 0,-78-64-410 0 0,0 0-1 0 0,0-1 1 0 0,1-1 0 0 0,0 1 0 0 0,0-1-1 0 0,0-1 1 0 0,0 0 0 0 0,1 0-1 0 0,-1-1 1 0 0,1 0 0 0 0,-1 0-1 0 0,1-1 1 0 0,10 0 0 0 0,-1-5-1547 0 0,0-4-19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4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77 3225 0 0,'-11'-9'306'0'0,"-23"-17"2085"0"0,33 25-2173 0 0,0 0 0 0 0,0 0 0 0 0,-1 1 0 0 0,1-1 0 0 0,0 0 0 0 0,0 1 0 0 0,-1-1 0 0 0,1 1 0 0 0,-1-1 0 0 0,1 1 0 0 0,0 0 0 0 0,-1 0 0 0 0,1 0 0 0 0,-1-1 0 0 0,1 1 0 0 0,0 1 0 0 0,-1-1 0 0 0,1 0 0 0 0,-1 0 0 0 0,1 0 0 0 0,0 1 0 0 0,-1-1 0 0 0,-2 2 0 0 0,3-1 53 0 0,0 1 0 0 0,-1 0-1 0 0,1-1 1 0 0,0 1 0 0 0,0 0-1 0 0,0 0 1 0 0,1 0 0 0 0,-1 0-1 0 0,0 0 1 0 0,1 0 0 0 0,-1 0-1 0 0,1 0 1 0 0,0 0 0 0 0,-1 0-1 0 0,1 0 1 0 0,0 0-1 0 0,0 0 1 0 0,1 0 0 0 0,-1 0-1 0 0,0 0 1 0 0,1 0 0 0 0,-1 0-1 0 0,2 3 1 0 0,0 3 178 0 0,0 0 0 0 0,0 0 0 0 0,1 0 0 0 0,6 10 0 0 0,-4-11-311 0 0,-1 0 0 0 0,1-1 0 0 0,1 0 0 0 0,-1 0 1 0 0,1-1-1 0 0,0 1 0 0 0,0-1 0 0 0,1 0 0 0 0,0-1 0 0 0,-1 0 0 0 0,10 4 1 0 0,-13-6-127 0 0,0 0 0 0 0,1-1 1 0 0,-1 1-1 0 0,1-1 1 0 0,-1 0-1 0 0,1 0 1 0 0,-1-1-1 0 0,1 1 0 0 0,-1-1 1 0 0,1 1-1 0 0,0-1 1 0 0,-1 0-1 0 0,1-1 1 0 0,0 1-1 0 0,-1 0 0 0 0,1-1 1 0 0,-1 0-1 0 0,1 0 1 0 0,-1 0-1 0 0,1 0 1 0 0,-1-1-1 0 0,0 1 0 0 0,0-1 1 0 0,1 0-1 0 0,-1 0 1 0 0,0 0-1 0 0,2-3 1 0 0,-3 3-2 0 0,0-1-1 0 0,0 1 1 0 0,0-1 0 0 0,-1 0 0 0 0,1 0 0 0 0,-1 0 0 0 0,0 0 0 0 0,1 0 0 0 0,-1 0 0 0 0,-1 0-1 0 0,1 0 1 0 0,0 0 0 0 0,-1 0 0 0 0,0 0 0 0 0,0-1 0 0 0,0 1 0 0 0,0 0 0 0 0,0 0 0 0 0,0 0-1 0 0,-1 0 1 0 0,0-1 0 0 0,1 1 0 0 0,-1 0 0 0 0,-1 0 0 0 0,1 0 0 0 0,0 0 0 0 0,-1 1 0 0 0,1-1-1 0 0,-4-4 1 0 0,-2-4 27 0 0,-1 0 0 0 0,0 0 0 0 0,0 1 0 0 0,-1 0 0 0 0,-18-15 0 0 0,23 22-73 0 0,0 0 0 0 0,0 0-1 0 0,-1 1 1 0 0,1-1 0 0 0,-1 1-1 0 0,1 0 1 0 0,-1 1-1 0 0,0-1 1 0 0,-7 0 0 0 0,11 1-109 0 0,-1 1 1 0 0,1 0-1 0 0,-1-1 1 0 0,1 1-1 0 0,0 0 1 0 0,-1 0-1 0 0,1 0 1 0 0,-1 0-1 0 0,1 0 1 0 0,0 1 0 0 0,-1-1-1 0 0,1 0 1 0 0,-1 1-1 0 0,1-1 1 0 0,0 1-1 0 0,0-1 1 0 0,-1 1-1 0 0,1-1 1 0 0,0 1-1 0 0,0 0 1 0 0,-1 0 0 0 0,1 0-1 0 0,0 0 1 0 0,0 0-1 0 0,0 0 1 0 0,0 0-1 0 0,1 0 1 0 0,-1 0-1 0 0,0 0 1 0 0,0 0-1 0 0,0 0 1 0 0,1 1-1 0 0,-1-1 1 0 0,1 0 0 0 0,-1 1-1 0 0,1-1 1 0 0,-1 2-1 0 0,0 9-1327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5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19 3681 0 0,'-1'0'22'0'0,"1"-1"-1"0"0,-1 1 1 0 0,1-1 0 0 0,-1 1 0 0 0,1-1 0 0 0,-1 1 0 0 0,1-1 0 0 0,-1 0-1 0 0,1 1 1 0 0,0-1 0 0 0,-1 1 0 0 0,1-1 0 0 0,0 0 0 0 0,0 0 0 0 0,0 1-1 0 0,-1-1 1 0 0,1 0 0 0 0,0 1 0 0 0,0-1 0 0 0,0 0 0 0 0,0 0-1 0 0,0 1 1 0 0,0-1 0 0 0,0 0 0 0 0,1-1 0 0 0,4 1-214 0 0,5 11 120 0 0,-3 13 72 0 0,-6-15 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5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25 189 10138 0 0,'-2'1'109'0'0,"1"-1"0"0"0,0 1 0 0 0,-1-1 0 0 0,1 1 0 0 0,0 0 1 0 0,-1 0-1 0 0,1-1 0 0 0,0 1 0 0 0,0 0 0 0 0,0 0 0 0 0,0 0 0 0 0,0 0 0 0 0,0 0 0 0 0,0 1 0 0 0,0-1 0 0 0,0 0 0 0 0,1 0 0 0 0,-1 1 0 0 0,0-1 0 0 0,1 0 1 0 0,-1 1-1 0 0,1-1 0 0 0,0 0 0 0 0,-1 1 0 0 0,1 2 0 0 0,0-2 65 0 0,1-1 0 0 0,-1 0 0 0 0,1 1 1 0 0,0-1-1 0 0,0 0 0 0 0,-1 1 0 0 0,1-1 0 0 0,0 0 0 0 0,0 0 0 0 0,0 0 1 0 0,0 1-1 0 0,1-1 0 0 0,-1 0 0 0 0,0-1 0 0 0,0 1 0 0 0,1 0 0 0 0,-1 0 1 0 0,0 0-1 0 0,1-1 0 0 0,-1 1 0 0 0,1-1 0 0 0,-1 1 0 0 0,1-1 1 0 0,2 1-1 0 0,73 16 1073 0 0,21 6 1260 0 0,-87-20-2280 0 0,1 1 0 0 0,-1 1 0 0 0,0 0 0 0 0,0 0 1 0 0,19 14-1 0 0,-29-19-222 0 0,0 0 1 0 0,-1 1-1 0 0,1-1 1 0 0,0 0-1 0 0,-1 1 0 0 0,1-1 1 0 0,0 1-1 0 0,-1-1 1 0 0,1 1-1 0 0,0-1 1 0 0,-1 1-1 0 0,1 0 1 0 0,-1-1-1 0 0,1 1 0 0 0,-1 0 1 0 0,1-1-1 0 0,-1 1 1 0 0,0 0-1 0 0,1 0 1 0 0,-1-1-1 0 0,0 1 1 0 0,0 0-1 0 0,1 0 1 0 0,-1 0-1 0 0,0-1 0 0 0,0 1 1 0 0,0 0-1 0 0,0 0 1 0 0,0 0-1 0 0,0-1 1 0 0,0 1-1 0 0,-1 1 1 0 0,0-1 4 0 0,0-1 0 0 0,0 1 0 0 0,1-1 0 0 0,-1 1 0 0 0,0-1 0 0 0,0 0 0 0 0,0 0 0 0 0,0 0 0 0 0,-1 1 0 0 0,1-1 0 0 0,0 0 0 0 0,0 0 0 0 0,0-1 0 0 0,0 1 1 0 0,0 0-1 0 0,0 0 0 0 0,0 0 0 0 0,0-1 0 0 0,0 1 0 0 0,0 0 0 0 0,0-1 0 0 0,0 1 0 0 0,1-1 0 0 0,-1 1 0 0 0,-2-2 0 0 0,-6-4 52 0 0,0 0 0 0 0,0-1 0 0 0,1 0 0 0 0,0 0-1 0 0,0-1 1 0 0,0 0 0 0 0,1 0 0 0 0,1-1 0 0 0,-1 0 0 0 0,1 0 0 0 0,1 0-1 0 0,0-1 1 0 0,0 0 0 0 0,-6-19 0 0 0,7 18-226 0 0,1 0-1 0 0,0 0 1 0 0,1 0-1 0 0,0-1 1 0 0,1 1-1 0 0,0 0 1 0 0,1-1-1 0 0,0 1 1 0 0,1-1-1 0 0,0 1 1 0 0,0 0 0 0 0,2-1-1 0 0,-1 1 1 0 0,6-13-1 0 0,1 4-1314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5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0 3681 0 0,'-6'6'646'0'0,"1"1"0"0"0,-1-1 1 0 0,1 1-1 0 0,0 0 1 0 0,1 0-1 0 0,-1 1 0 0 0,1 0 1 0 0,1-1-1 0 0,0 1 0 0 0,0 0 1 0 0,-3 15-1 0 0,5-20-469 0 0,1 1 0 0 0,-1 0 1 0 0,1-1-1 0 0,0 1 0 0 0,0 0 0 0 0,1-1 0 0 0,-1 1 1 0 0,1 0-1 0 0,0-1 0 0 0,0 1 0 0 0,0-1 0 0 0,0 1 1 0 0,0-1-1 0 0,1 0 0 0 0,0 1 0 0 0,0-1 0 0 0,0 0 1 0 0,0 0-1 0 0,0 0 0 0 0,0 0 0 0 0,1-1 0 0 0,-1 1 1 0 0,1-1-1 0 0,0 1 0 0 0,0-1 0 0 0,0 0 0 0 0,0 0 1 0 0,0 0-1 0 0,0-1 0 0 0,5 3 0 0 0,-5-3-85 0 0,-1 1 1 0 0,1-1-1 0 0,0 0 0 0 0,0 0 0 0 0,0 0 0 0 0,1 0 1 0 0,-1 0-1 0 0,0 0 0 0 0,0-1 0 0 0,0 0 0 0 0,0 0 1 0 0,1 0-1 0 0,-1 0 0 0 0,0 0 0 0 0,0 0 0 0 0,0-1 1 0 0,1 0-1 0 0,-1 1 0 0 0,0-1 0 0 0,0-1 0 0 0,0 1 1 0 0,0 0-1 0 0,0-1 0 0 0,4-2 0 0 0,-5 1-60 0 0,1 0-1 0 0,-1 0 0 0 0,1 0 0 0 0,-1 0 1 0 0,0 0-1 0 0,0 0 0 0 0,0-1 1 0 0,-1 1-1 0 0,1-1 0 0 0,-1 1 0 0 0,0-1 1 0 0,0 0-1 0 0,0 0 0 0 0,0 1 1 0 0,-1-1-1 0 0,0 0 0 0 0,1 0 0 0 0,-1 0 1 0 0,-1 0-1 0 0,0-5 0 0 0,0 2 23 0 0,0 1 0 0 0,0 0-1 0 0,-1-1 1 0 0,0 1 0 0 0,0 0-1 0 0,-1 0 1 0 0,1 0 0 0 0,-1 1-1 0 0,-1-1 1 0 0,1 0-1 0 0,-1 1 1 0 0,-5-6 0 0 0,7 8-217 0 0,0 1 0 0 0,0 0 0 0 0,-1 0 0 0 0,1 0 0 0 0,0 0 0 0 0,-1 0 0 0 0,0 1 0 0 0,1-1 0 0 0,-1 1 0 0 0,0-1 0 0 0,0 1 0 0 0,0 0 0 0 0,0 0 0 0 0,0 0 0 0 0,0 1 0 0 0,0-1 0 0 0,0 1 0 0 0,0 0 0 0 0,0-1 0 0 0,0 1 0 0 0,0 1 0 0 0,0-1 0 0 0,0 0 0 0 0,0 1 0 0 0,0 0 0 0 0,0-1 0 0 0,-5 3 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6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11979 0 0,'0'1'224'0'0,"0"0"1"0"0,0-1 0 0 0,0 1 0 0 0,0 0 0 0 0,0-1 0 0 0,0 1 0 0 0,0 0 0 0 0,1 0 0 0 0,-1-1 0 0 0,0 1 0 0 0,1 0 0 0 0,-1-1 0 0 0,0 1 0 0 0,1 0-1 0 0,-1-1 1 0 0,1 1 0 0 0,-1-1 0 0 0,1 1 0 0 0,-1-1 0 0 0,1 1 0 0 0,-1-1 0 0 0,1 1 0 0 0,0-1 0 0 0,0 1 0 0 0,19 19 1262 0 0,51 33 756 0 0,-52-41-2267 0 0,0 1 1 0 0,-1 1-1 0 0,-1 1 1 0 0,0 0-1 0 0,-1 2 1 0 0,22 28-1 0 0,-32-35-803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6.3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52 147 3201 0 0,'-12'-5'102'0'0,"8"4"-23"0"0,0-1-1 0 0,1 1 1 0 0,-1-1-1 0 0,0 0 0 0 0,1 0 1 0 0,0-1-1 0 0,-6-3 1 0 0,9 5 20 0 0,-1 0 0 0 0,1 0 0 0 0,-1 0 0 0 0,0 0 0 0 0,1 0 0 0 0,0 0 0 0 0,-1 0 0 0 0,1 0 0 0 0,0 0 0 0 0,-1 0 0 0 0,1 0 0 0 0,0 0 0 0 0,0 0 0 0 0,0 0 0 0 0,0-1 0 0 0,0 1-1 0 0,0 0 1 0 0,0 0 0 0 0,0 0 0 0 0,1 0 0 0 0,-1 0 0 0 0,0 0 0 0 0,1 0 0 0 0,-1 0 0 0 0,1 0 0 0 0,-1 0 0 0 0,1 0 0 0 0,-1 0 0 0 0,1 0 0 0 0,0 0 0 0 0,-1 0 0 0 0,1 0 0 0 0,1 0 0 0 0,5-8 911 0 0,0 1 0 0 0,1 1 0 0 0,0 0-1 0 0,0 0 1 0 0,0 0 0 0 0,1 1 0 0 0,0 0 0 0 0,15-7-1 0 0,-19 11-683 0 0,0-1 0 0 0,0 1 0 0 0,1-1 0 0 0,0 2 0 0 0,-1-1 0 0 0,1 1 0 0 0,0-1 0 0 0,0 1-1 0 0,-1 1 1 0 0,1-1 0 0 0,0 1 0 0 0,0 0 0 0 0,0 1 0 0 0,0-1 0 0 0,0 1 0 0 0,11 4 0 0 0,-15-4-283 0 0,1 0-1 0 0,-1 0 1 0 0,0 1 0 0 0,0-1 0 0 0,1 1 0 0 0,-1 0 0 0 0,0-1 0 0 0,-1 1 0 0 0,1 0 0 0 0,0 0-1 0 0,0 1 1 0 0,-1-1 0 0 0,1 0 0 0 0,-1 0 0 0 0,0 1 0 0 0,2 2 0 0 0,-1 1 4 0 0,-1 0 1 0 0,1 0-1 0 0,-1 0 1 0 0,0 1 0 0 0,0-1-1 0 0,0 11 1 0 0,-2 5-46 0 0,-1 0 0 0 0,-9 41 0 0 0,10-60-9 0 0,-4 17-1598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26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 5985 0 0,'-19'16'2990'0'0,"15"-13"-1927"0"0,0 0 1 0 0,1-1 0 0 0,0 1 0 0 0,0 0 0 0 0,0 1-1 0 0,-5 5 1 0 0,7-7-863 0 0,1-1 0 0 0,-1 1 0 0 0,0-1 0 0 0,1 1-1 0 0,0 0 1 0 0,-1-1 0 0 0,1 1 0 0 0,0-1 0 0 0,0 1 0 0 0,0-1 0 0 0,0 1 0 0 0,0 0-1 0 0,0-1 1 0 0,0 1 0 0 0,0-1 0 0 0,1 1 0 0 0,-1 0 0 0 0,1-1 0 0 0,-1 1-1 0 0,1-1 1 0 0,0 1 0 0 0,-1-1 0 0 0,3 2 0 0 0,18 36 607 0 0,45 58 0 0 0,-47-73-741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51.7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 25 3225 0 0,'-1'0'103'0'0,"0"0"1"0"0,0-1 0 0 0,0 1 0 0 0,0 0-1 0 0,-1-1 1 0 0,1 0 0 0 0,0 1 0 0 0,0-1-1 0 0,0 0 1 0 0,0 1 0 0 0,0-1 0 0 0,0 0-1 0 0,1 0 1 0 0,-1 0 0 0 0,0 0 0 0 0,0 0-1 0 0,0-1 1 0 0,1 2 3 0 0,-1-1 0 0 0,1 0 0 0 0,0 1 0 0 0,-1-1 0 0 0,1 0 0 0 0,0 1 0 0 0,-1-1-1 0 0,1 1 1 0 0,-1-1 0 0 0,1 1 0 0 0,-1-1 0 0 0,1 1 0 0 0,-1-1 0 0 0,1 1 0 0 0,-1-1 0 0 0,0 1 0 0 0,1 0 0 0 0,-1-1 0 0 0,0 1-1 0 0,1 0 1 0 0,-1-1 0 0 0,0 1 0 0 0,1 0 0 0 0,-1 0 0 0 0,0 0 0 0 0,0 0 0 0 0,1 0 0 0 0,-1 0 0 0 0,0 0 0 0 0,1 0-1 0 0,-1 0 1 0 0,0 0 0 0 0,0 0 0 0 0,1 0 0 0 0,-1 1 0 0 0,0-1 0 0 0,1 0 0 0 0,-1 0 0 0 0,0 1 0 0 0,1-1 0 0 0,-1 0-1 0 0,1 1 1 0 0,-1-1 0 0 0,0 1 0 0 0,1-1 0 0 0,-1 1 0 0 0,1-1 0 0 0,-1 1 0 0 0,1-1 0 0 0,-1 1 0 0 0,1-1 0 0 0,0 1 0 0 0,-1 0-1 0 0,1-1 1 0 0,0 1 0 0 0,-1 0 0 0 0,1 1 0 0 0,-8 13 588 0 0,1 0 0 0 0,0 1 0 0 0,2 0-1 0 0,-1 1 1 0 0,2-1 0 0 0,-3 23 0 0 0,-2 3 0 0 0,8-37-611 0 0,-4 11 114 0 0,1 1-1 0 0,0-1 1 0 0,2 1-1 0 0,0 0 1 0 0,0 0-1 0 0,2 0 0 0 0,2 24 1 0 0,-2-40-187 0 0,1 0 1 0 0,-1 1-1 0 0,0-1 1 0 0,1 0 0 0 0,-1 0-1 0 0,1 1 1 0 0,0-1-1 0 0,-1 0 1 0 0,1 0-1 0 0,0 0 1 0 0,0 0-1 0 0,0 0 1 0 0,-1 0-1 0 0,1 0 1 0 0,0 0-1 0 0,0 0 1 0 0,1 0-1 0 0,-1-1 1 0 0,0 1-1 0 0,0 0 1 0 0,0-1-1 0 0,0 1 1 0 0,1-1-1 0 0,-1 1 1 0 0,0-1-1 0 0,0 0 1 0 0,1 1-1 0 0,-1-1 1 0 0,0 0-1 0 0,1 0 1 0 0,-1 0-1 0 0,0 0 1 0 0,1 0-1 0 0,-1 0 1 0 0,0 0-1 0 0,1-1 1 0 0,-1 1-1 0 0,3-1 1 0 0,7-2 15 0 0,-1 0 0 0 0,1-1 0 0 0,17-9 0 0 0,-11 5 55 0 0,-15 7-70 0 0,16-6 88 0 0,1 0-1 0 0,0 1 0 0 0,30-5 1 0 0,-45 10-94 0 0,0 0 1 0 0,0 0 0 0 0,0 1 0 0 0,0 0-1 0 0,0 0 1 0 0,0 0 0 0 0,0 0 0 0 0,0 1-1 0 0,0-1 1 0 0,0 1 0 0 0,0 0 0 0 0,0 0-1 0 0,0 1 1 0 0,-1-1 0 0 0,1 1 0 0 0,0 0-1 0 0,-1 0 1 0 0,1 0 0 0 0,-1 0 0 0 0,0 0-1 0 0,0 1 1 0 0,0 0 0 0 0,0-1 0 0 0,0 1-1 0 0,2 4 1 0 0,-3-4 28 0 0,-1 1 0 0 0,0-1-1 0 0,1 1 1 0 0,-1-1 0 0 0,-1 1-1 0 0,1 0 1 0 0,0 0 0 0 0,-1-1 0 0 0,0 1-1 0 0,0 0 1 0 0,0 0 0 0 0,0-1-1 0 0,-1 1 1 0 0,0 0 0 0 0,1 0-1 0 0,-1-1 1 0 0,0 1 0 0 0,-1-1 0 0 0,1 1-1 0 0,-3 4 1 0 0,-4 8 230 0 0,0-1 1 0 0,-1 0 0 0 0,-11 13-1 0 0,5-7 67 0 0,-1-2-1 0 0,-32 31 0 0 0,43-45-405 0 0,-1 0 0 0 0,0 0 0 0 0,0-1 0 0 0,-1 1 0 0 0,1-1 0 0 0,-1 0-1 0 0,0-1 1 0 0,0 0 0 0 0,0 0 0 0 0,-1-1 0 0 0,1 1 0 0 0,-1-2-1 0 0,-9 2 1 0 0,4-4-5116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57.9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45 5985 0 0,'-7'-27'3483'0'0,"6"27"-3316"0"0,1-1 0 0 0,0 0 0 0 0,0 0-1 0 0,-1 0 1 0 0,1 0 0 0 0,0 0 0 0 0,-1 0-1 0 0,1 0 1 0 0,-1 1 0 0 0,1-1 0 0 0,-1 0 0 0 0,1 0-1 0 0,-1 1 1 0 0,0-1 0 0 0,1 0 0 0 0,-1 1-1 0 0,0-1 1 0 0,1 1 0 0 0,-1-1 0 0 0,0 1-1 0 0,0-1 1 0 0,0 1 0 0 0,0-1 0 0 0,1 1-1 0 0,-1 0 1 0 0,-2-1 0 0 0,3 2-81 0 0,-1-1-1 0 0,0 1 1 0 0,1 0-1 0 0,-1-1 1 0 0,0 1-1 0 0,1 0 1 0 0,-1-1 0 0 0,1 1-1 0 0,-1 0 1 0 0,1 0-1 0 0,0 0 1 0 0,-1-1 0 0 0,1 1-1 0 0,0 0 1 0 0,0 0-1 0 0,-1 0 1 0 0,1 0-1 0 0,0 0 1 0 0,0 0 0 0 0,0-1-1 0 0,0 1 1 0 0,0 0-1 0 0,0 0 1 0 0,0 0-1 0 0,0 0 1 0 0,1 1 0 0 0,5 30 245 0 0,-4-25-151 0 0,29 113 589 0 0,-26-105-672 0 0,0-1-1 0 0,1 0 0 0 0,1 0 0 0 0,0-1 0 0 0,1 0 1 0 0,10 14-1 0 0,-14-23-81 0 0,0-1 1 0 0,1 1-1 0 0,-1-1 0 0 0,1 0 1 0 0,-1 0-1 0 0,1 0 1 0 0,0-1-1 0 0,0 0 0 0 0,0 0 1 0 0,0 0-1 0 0,1 0 1 0 0,-1-1-1 0 0,0 0 0 0 0,1 0 1 0 0,-1 0-1 0 0,1-1 1 0 0,-1 1-1 0 0,1-2 0 0 0,-1 1 1 0 0,1 0-1 0 0,10-3 1 0 0,-12 2-2 0 0,1 0 1 0 0,0 0-1 0 0,-1 0 1 0 0,1-1-1 0 0,0 0 1 0 0,-1 0 0 0 0,0 0-1 0 0,1 0 1 0 0,-1 0-1 0 0,0-1 1 0 0,0 0-1 0 0,0 0 1 0 0,-1 0 0 0 0,1 0-1 0 0,-1-1 1 0 0,0 1-1 0 0,0-1 1 0 0,0 0-1 0 0,0 0 1 0 0,0 0 0 0 0,-1 0-1 0 0,0-1 1 0 0,0 1-1 0 0,0-1 1 0 0,1-5-1 0 0,-2 7-6 0 0,-1 1 0 0 0,0-1 0 0 0,1 1 0 0 0,-1 0 0 0 0,0-1 0 0 0,0 1 0 0 0,-1-1 0 0 0,1 1 0 0 0,-1-1 0 0 0,1 1 0 0 0,-1 0 0 0 0,1-1 0 0 0,-1 1-1 0 0,0 0 1 0 0,0 0 0 0 0,-1 0 0 0 0,1-1 0 0 0,0 1 0 0 0,-1 0 0 0 0,1 0 0 0 0,-1 1 0 0 0,1-1 0 0 0,-1 0 0 0 0,0 1 0 0 0,0-1 0 0 0,0 1 0 0 0,0-1 0 0 0,0 1-1 0 0,0 0 1 0 0,0 0 0 0 0,0 0 0 0 0,-1 0 0 0 0,1 0 0 0 0,0 0 0 0 0,-1 1 0 0 0,1-1 0 0 0,0 1 0 0 0,-6-1 0 0 0,3 0 6 0 0,0 1 0 0 0,0-1 0 0 0,0 1 0 0 0,0 0 1 0 0,0 1-1 0 0,0-1 0 0 0,0 1 0 0 0,0 0 0 0 0,0 0 1 0 0,0 1-1 0 0,1-1 0 0 0,-1 1 0 0 0,0 0 0 0 0,1 0 0 0 0,-1 1 1 0 0,1 0-1 0 0,0-1 0 0 0,-5 5 0 0 0,3 0-307 0 0,0 1-1 0 0,1 0 1 0 0,0 0 0 0 0,0 0-1 0 0,1 1 1 0 0,0-1-1 0 0,1 1 1 0 0,-1 0 0 0 0,2 0-1 0 0,-1 0 1 0 0,1 1-1 0 0,1-1 1 0 0,-1 13 0 0 0,2-4-5434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58.1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13363 0 0,'8'36'4424'0'0,"0"-6"-3847"0"0,0 20 152 0 0,-4-20-1030 0 0,2-1 1 0 0,0 0-1 0 0,15 37 0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0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38 1376 0 0,'-6'-12'441'0'0,"5"10"-84"0"0,0-1-1 0 0,1 1 1 0 0,-1 0-1 0 0,-1 0 0 0 0,1 0 1 0 0,0 0-1 0 0,0 0 1 0 0,-1 1-1 0 0,1-1 1 0 0,-3-2-1 0 0,3 4-125 0 0,0-1 1 0 0,0 1 0 0 0,0 0-1 0 0,0 0 1 0 0,0 0-1 0 0,0 0 1 0 0,0 0-1 0 0,0 0 1 0 0,0 0-1 0 0,0 0 1 0 0,0 1-1 0 0,0-1 1 0 0,0 0-1 0 0,0 1 1 0 0,0-1 0 0 0,0 0-1 0 0,0 1 1 0 0,0-1-1 0 0,0 1 1 0 0,1-1-1 0 0,-1 1 1 0 0,0 0-1 0 0,0-1 1 0 0,0 1-1 0 0,1 0 1 0 0,-1 0-1 0 0,1-1 1 0 0,-1 1 0 0 0,0 1-1 0 0,-2 1 211 0 0,0 0 0 0 0,0 0 0 0 0,0 0-1 0 0,1 0 1 0 0,0 0 0 0 0,-1 1 0 0 0,1-1 0 0 0,0 1-1 0 0,6 13 4850 0 0,-8-6-5298 0 0,0 0 0 0 0,0 1-1 0 0,1-1 1 0 0,1 1 0 0 0,0 0 0 0 0,-1 13-1 0 0,2-17 20 0 0,1 1 0 0 0,0-1-1 0 0,0 0 1 0 0,1 1 0 0 0,0-1-1 0 0,1 0 1 0 0,0 0 0 0 0,0 1-1 0 0,0-1 1 0 0,5 9 0 0 0,-6-15-10 0 0,1 0 0 0 0,-1-1 0 0 0,0 1 1 0 0,1-1-1 0 0,-1 0 0 0 0,1 1 0 0 0,-1-1 0 0 0,1 0 0 0 0,0 0 1 0 0,-1 0-1 0 0,1 0 0 0 0,0 0 0 0 0,0 0 0 0 0,-1-1 1 0 0,1 1-1 0 0,0-1 0 0 0,0 1 0 0 0,0-1 0 0 0,0 0 1 0 0,0 1-1 0 0,0-1 0 0 0,0 0 0 0 0,0 0 0 0 0,0-1 1 0 0,0 1-1 0 0,0 0 0 0 0,0-1 0 0 0,0 1 0 0 0,3-2 1 0 0,9-2-38 0 0,1-1 1 0 0,-2-1 0 0 0,15-7-1 0 0,-7 3 83 0 0,-3 2-56 0 0,0 1 0 0 0,0 0 0 0 0,1 2 0 0 0,0 0 0 0 0,0 1 0 0 0,0 1 0 0 0,0 1 0 0 0,34 0 0 0 0,-51 1 8 0 0,0 2 1 0 0,-1-1 0 0 0,1 0 0 0 0,-1 0-1 0 0,1 0 1 0 0,0 1 0 0 0,-1-1-1 0 0,1 1 1 0 0,-1-1 0 0 0,1 1 0 0 0,-1-1-1 0 0,0 1 1 0 0,1 0 0 0 0,-1 0-1 0 0,0 0 1 0 0,1 0 0 0 0,-1 0-1 0 0,0 0 1 0 0,0 0 0 0 0,0 0 0 0 0,0 0-1 0 0,0 1 1 0 0,0-1 0 0 0,0 0-1 0 0,0 1 1 0 0,-1-1 0 0 0,1 1 0 0 0,0-1-1 0 0,-1 1 1 0 0,1-1 0 0 0,-1 1-1 0 0,0-1 1 0 0,1 1 0 0 0,-1-1 0 0 0,0 1-1 0 0,0 0 1 0 0,0-1 0 0 0,0 1-1 0 0,0-1 1 0 0,0 1 0 0 0,-1-1 0 0 0,1 1-1 0 0,-1 0 1 0 0,1-1 0 0 0,-1 1-1 0 0,0 1 1 0 0,-4 10 41 0 0,0 0 0 0 0,-1-1-1 0 0,-1 1 1 0 0,-9 13 0 0 0,11-18-8 0 0,-6 9-100 0 0,-1 0 1 0 0,0 0 0 0 0,-28 27 0 0 0,0-13-6572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48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176 0 1840 0 0,'-15'14'160'0'0,"3"-3"-160"0"0,5-3 0 0 0,4-3 0 0 0,0 2 0 0 0,-4 1 0 0 0,-8 9 0 0 0,-8 7 0 0 0,-6 7 0 0 0,-3 0 0 0 0,3-2 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1:50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330 5594 1376 0 0,'-45'29'831'0'0,"2"3"0"0"0,-64 60 0 0 0,14-10 2982 0 0,78-69-2409 0 0,-11 9 3160 0 0,61-52-3702 0 0,-6 4-1131 0 0,43-35 716 0 0,-4-2 0 0 0,81-97 0 0 0,-82 85-403 0 0,133-117 1 0 0,66-60 840 0 0,-183 165-406 0 0,118-94 0 0 0,-114 107-270 0 0,96-105 1 0 0,-102 96-4 0 0,106-85 1 0 0,55-34-207 0 0,-46 37 0 0 0,19 8 90 0 0,17-13 12 0 0,-116 81 105 0 0,48-44 154 0 0,-67 42-355 0 0,-19 16 31 0 0,131-97 0 0 0,-147 130 138 0 0,-16 11-122 0 0,54-46-1 0 0,5-12 70 0 0,4 4 0 0 0,131-77 0 0 0,-199 133-100 0 0,-1-1 1 0 0,46-46 0 0 0,-14 13-9 0 0,64-50-14 0 0,112-97 0 0 0,-97 71 0 0 0,101-87 0 0 0,5-8 78 0 0,44-35 20 0 0,182-173 933 0 0,-221 191-221 0 0,-22 35-884 0 0,-220 195-196 0 0,-2-1 0 0 0,29-43 0 0 0,4-7-7275 0 0,-39 58 1715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4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108 247 3681 0 0,'-5'0'383'0'0,"1"0"0"0"0,-1 0 0 0 0,1-1 0 0 0,0 1 0 0 0,-1-1 0 0 0,1 0 0 0 0,0 0 0 0 0,0-1 0 0 0,0 1 0 0 0,0-1 0 0 0,0 0 0 0 0,0 0 0 0 0,0 0 0 0 0,0 0 0 0 0,1-1 0 0 0,-1 0 0 0 0,1 0 0 0 0,0 0 0 0 0,0 0 0 0 0,0 0 0 0 0,0 0 0 0 0,0-1 0 0 0,1 0 0 0 0,0 1 0 0 0,-3-6 0 0 0,3 4-221 0 0,0-1-1 0 0,0 1 1 0 0,1-1-1 0 0,0 1 1 0 0,0-1-1 0 0,0 0 1 0 0,1 1-1 0 0,0-1 1 0 0,0 0-1 0 0,0 0 1 0 0,1 1-1 0 0,0-1 1 0 0,0 0-1 0 0,0 1 1 0 0,1-1-1 0 0,-1 1 1 0 0,1-1-1 0 0,6-9 1 0 0,-4 6-123 0 0,1 0 0 0 0,1 0 1 0 0,0 0-1 0 0,0 1 0 0 0,8-9 1 0 0,-13 16-33 0 0,0 0 0 0 0,0 0 0 0 0,0 0 1 0 0,1 0-1 0 0,-1 0 0 0 0,0 0 0 0 0,1 1 1 0 0,-1-1-1 0 0,1 0 0 0 0,-1 1 1 0 0,1-1-1 0 0,-1 1 0 0 0,1-1 0 0 0,-1 1 1 0 0,1 0-1 0 0,-1 0 0 0 0,3 0 0 0 0,-2 0-4 0 0,-1 0 0 0 0,1 1 0 0 0,0 0 0 0 0,-1-1 0 0 0,1 1 0 0 0,-1 0-1 0 0,1 0 1 0 0,-1 0 0 0 0,1 0 0 0 0,-1 0 0 0 0,1 0 0 0 0,-1 0 0 0 0,0 1-1 0 0,0-1 1 0 0,1 0 0 0 0,-1 1 0 0 0,0-1 0 0 0,0 1 0 0 0,0 1 0 0 0,12 21 15 0 0,-1 0 0 0 0,13 38 0 0 0,-17-41 0 0 0,0 0 1 0 0,2-1-1 0 0,0 0 1 0 0,19 28-1 0 0,-25-42-22 0 0,0-1 0 0 0,1 0 0 0 0,0 0 0 0 0,0 0 0 0 0,0 0 0 0 0,0-1 0 0 0,12 7 0 0 0,-16-10 5 0 0,1 0 0 0 0,-1-1 1 0 0,0 1-1 0 0,1-1 0 0 0,-1 1 1 0 0,1-1-1 0 0,-1 0 0 0 0,1 0 0 0 0,-1 1 1 0 0,1-1-1 0 0,-1 0 0 0 0,1 0 1 0 0,-1 0-1 0 0,1-1 0 0 0,-1 1 0 0 0,0 0 1 0 0,3-1-1 0 0,-2 0 1 0 0,-1 0 1 0 0,1 0-1 0 0,0 0 0 0 0,-1-1 1 0 0,1 1-1 0 0,-1 0 1 0 0,0-1-1 0 0,1 1 0 0 0,-1-1 1 0 0,0 1-1 0 0,0-1 0 0 0,0 0 1 0 0,0 1-1 0 0,0-1 0 0 0,0 0 1 0 0,1-3-1 0 0,-1 0 64 0 0,1 0 1 0 0,-1 0-1 0 0,0 1 0 0 0,0-1 1 0 0,0 0-1 0 0,0 0 1 0 0,-1 0-1 0 0,0 0 0 0 0,0 0 1 0 0,-1 0-1 0 0,1 0 0 0 0,-1 0 1 0 0,0 0-1 0 0,0 0 0 0 0,-1 0 1 0 0,1 1-1 0 0,-1-1 1 0 0,0 1-1 0 0,-1-1 0 0 0,1 1 1 0 0,-1-1-1 0 0,1 1 0 0 0,-1 0 1 0 0,-1 0-1 0 0,1 1 0 0 0,0-1 1 0 0,-1 1-1 0 0,0 0 1 0 0,0-1-1 0 0,0 2 0 0 0,0-1 1 0 0,0 0-1 0 0,-1 1 0 0 0,1 0 1 0 0,-1 0-1 0 0,1 0 0 0 0,-1 0 1 0 0,0 1-1 0 0,0 0 0 0 0,0 0 1 0 0,0 0-1 0 0,0 1 1 0 0,0 0-1 0 0,0 0 0 0 0,0 0 1 0 0,0 0-1 0 0,0 1 0 0 0,1-1 1 0 0,-8 3-1 0 0,-36 17-546 0 0,20-2-5172 0 0,12-4-585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4.7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12 152 4609 0 0,'-12'-7'13964'0'0,"26"-8"-13378"0"0,53-64 534 0 0,-21 29-4038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5.5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11 117 4609 0 0,'-10'-11'8666'0'0,"10"10"-8418"0"0,6-10 363 0 0,1 1 0 0 0,1 0 1 0 0,-1 0-1 0 0,15-14 0 0 0,-18 21-468 0 0,-1-1 0 0 0,1 0-1 0 0,0 1 1 0 0,0 0 0 0 0,1 0-1 0 0,-1 0 1 0 0,0 0 0 0 0,1 1 0 0 0,0 0-1 0 0,0 0 1 0 0,0 0 0 0 0,0 0 0 0 0,0 1-1 0 0,8-2 1 0 0,-11 4-136 0 0,-1-1 0 0 0,1 0 0 0 0,-1 1 0 0 0,1-1-1 0 0,0 1 1 0 0,-1-1 0 0 0,1 1 0 0 0,-1 0 0 0 0,1-1 0 0 0,-1 1 0 0 0,0 0 0 0 0,1 0 0 0 0,-1 0-1 0 0,0 0 1 0 0,0 1 0 0 0,1-1 0 0 0,-1 0 0 0 0,0 0 0 0 0,0 1 0 0 0,0-1 0 0 0,-1 0 0 0 0,1 1 0 0 0,0-1-1 0 0,0 1 1 0 0,-1-1 0 0 0,2 4 0 0 0,1 7 128 0 0,0-1-1 0 0,3 23 0 0 0,0-4 305 0 0,-5-28-406 0 0,-1 1 0 0 0,1-1 0 0 0,0 0 0 0 0,0 1 0 0 0,1-1 0 0 0,-1 0 0 0 0,0 0 0 0 0,1 0 0 0 0,-1 0 0 0 0,1 0 0 0 0,-1-1 0 0 0,1 1-1 0 0,0 0 1 0 0,0-1 0 0 0,0 1 0 0 0,0-1 0 0 0,0 0 0 0 0,5 3 0 0 0,-1-2-13 0 0,1 0-1 0 0,0 0 1 0 0,0-1 0 0 0,0 0-1 0 0,7 0 1 0 0,-7 0-34 0 0,-1-1-1 0 0,0 1 1 0 0,1 0 0 0 0,-1 1 0 0 0,0-1-1 0 0,9 4 1 0 0,-13-3 16 0 0,0-1 0 0 0,1 1-1 0 0,-1-1 1 0 0,0 1 0 0 0,0 0-1 0 0,0 0 1 0 0,0 0 0 0 0,0 0 0 0 0,-1 0-1 0 0,1 0 1 0 0,-1 0 0 0 0,1 1 0 0 0,-1-1-1 0 0,0 1 1 0 0,0-1 0 0 0,0 1-1 0 0,0-1 1 0 0,0 1 0 0 0,-1-1 0 0 0,1 4-1 0 0,0 4 14 0 0,0 0-1 0 0,-1 1 1 0 0,0-1-1 0 0,-1 0 0 0 0,0 0 1 0 0,-1 1-1 0 0,0-1 1 0 0,-6 15-1 0 0,3-4-449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5.7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1376 0 0,'0'-2'15685'0'0,"19"22"-11868"0"0,27 34-3269 0 0,0 6 142 0 0,-33-41-756 0 0,0-1 1 0 0,1 0-1 0 0,1-1 0 0 0,1 0 0 0 0,1-1 0 0 0,24 18 0 0 0,-24-27-4147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6.0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27 162 1840 0 0,'-2'-1'167'0'0,"0"-1"0"0"0,1 1-1 0 0,-1 0 1 0 0,0 0 0 0 0,1-1-1 0 0,-1 1 1 0 0,1 0 0 0 0,0-1-1 0 0,-1 0 1 0 0,1 1 0 0 0,0-1-1 0 0,0 0 1 0 0,0 0-1 0 0,0 1 1 0 0,0-1 0 0 0,1 0-1 0 0,-1 0 1 0 0,1 0 0 0 0,-1 0-1 0 0,1 0 1 0 0,-1 0 0 0 0,1-4-1 0 0,-1 0 30 0 0,1 1 0 0 0,0-1 0 0 0,0 0 0 0 0,0 1 0 0 0,1-1-1 0 0,0 0 1 0 0,1-5 0 0 0,0 7 92 0 0,-1 0 1 0 0,1 0-1 0 0,0 0 0 0 0,0 0 0 0 0,0 0 0 0 0,1 0 0 0 0,0 1 1 0 0,-1-1-1 0 0,1 1 0 0 0,1-1 0 0 0,-1 1 0 0 0,0 0 0 0 0,1 1 1 0 0,-1-1-1 0 0,1 1 0 0 0,0-1 0 0 0,0 1 0 0 0,0 0 0 0 0,6-2 1 0 0,-8 3-184 0 0,1 1 1 0 0,-1-1-1 0 0,1 1 1 0 0,-1 0 0 0 0,1-1-1 0 0,-1 1 1 0 0,1 0-1 0 0,0 1 1 0 0,-1-1 0 0 0,1 0-1 0 0,-1 1 1 0 0,1-1-1 0 0,-1 1 1 0 0,0 0 0 0 0,1 0-1 0 0,-1 0 1 0 0,0 0-1 0 0,1 0 1 0 0,-1 0 0 0 0,0 1-1 0 0,0-1 1 0 0,0 1-1 0 0,0 0 1 0 0,0-1 0 0 0,0 1-1 0 0,-1 0 1 0 0,1 0-1 0 0,-1 0 1 0 0,1 0 0 0 0,-1 1-1 0 0,0-1 1 0 0,0 0-1 0 0,1 0 1 0 0,0 5 0 0 0,1 3 45 0 0,0-1 0 0 0,-1 1 0 0 0,0 0 0 0 0,-1 0 0 0 0,0 0 1 0 0,0 0-1 0 0,-1 0 0 0 0,-1 12 0 0 0,0-9 402 0 0,1 0-1 0 0,0-1 1 0 0,1 1 0 0 0,4 18-1 0 0,-5-31-514 0 0,0 1 0 0 0,0-1 0 0 0,0 0 0 0 0,0 1 0 0 0,0-1 0 0 0,0 1 0 0 0,1-1 0 0 0,-1 0-1 0 0,0 1 1 0 0,0-1 0 0 0,1 1 0 0 0,-1-1 0 0 0,0 0 0 0 0,0 1 0 0 0,1-1 0 0 0,-1 0 0 0 0,0 0 0 0 0,1 1 0 0 0,-1-1 0 0 0,1 0 0 0 0,-1 0 0 0 0,0 1-1 0 0,1-1 1 0 0,-1 0 0 0 0,1 0 0 0 0,-1 0 0 0 0,0 0 0 0 0,1 0 0 0 0,-1 0 0 0 0,1 1 0 0 0,16-6 403 0 0,17-20-473 0 0,-27 20 101 0 0,28-24-1040 0 0,40-39 0 0 0,-47 41-2267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7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232 340 3681 0 0,'-3'-4'398'0'0,"0"0"1"0"0,0 0-1 0 0,0 0 1 0 0,0 1-1 0 0,-1 0 1 0 0,0-1 0 0 0,1 1-1 0 0,-1 1 1 0 0,0-1-1 0 0,-1 0 1 0 0,1 1-1 0 0,0 0 1 0 0,-6-2-1 0 0,8 3-247 0 0,0 1 0 0 0,-1-1 0 0 0,1 1-1 0 0,0-1 1 0 0,-1 1 0 0 0,1 0 0 0 0,-1 0 0 0 0,1 0 0 0 0,-1 0-1 0 0,1 1 1 0 0,-1-1 0 0 0,1 1 0 0 0,0-1 0 0 0,-1 1-1 0 0,1 0 1 0 0,0 0 0 0 0,0 0 0 0 0,-1 0 0 0 0,1 0-1 0 0,0 0 1 0 0,0 1 0 0 0,0-1 0 0 0,0 1 0 0 0,1 0-1 0 0,-1-1 1 0 0,0 1 0 0 0,-1 3 0 0 0,-5 6 148 0 0,0 0 1 0 0,1 1-1 0 0,1 0 1 0 0,0 0 0 0 0,1 1-1 0 0,0 0 1 0 0,0 0-1 0 0,-3 21 1 0 0,6-27-237 0 0,1 0 1 0 0,0 1 0 0 0,0-1 0 0 0,1 0-1 0 0,0 1 1 0 0,0-1 0 0 0,0 0 0 0 0,1 1 0 0 0,0-1-1 0 0,1 0 1 0 0,0 0 0 0 0,0 0 0 0 0,0 0-1 0 0,1 0 1 0 0,0 0 0 0 0,0-1 0 0 0,7 10-1 0 0,-9-14-63 0 0,1 1-1 0 0,0-1 0 0 0,-1 0 0 0 0,1 0 0 0 0,0 0 1 0 0,1 0-1 0 0,-1 0 0 0 0,0 0 0 0 0,0-1 1 0 0,1 1-1 0 0,-1-1 0 0 0,1 0 0 0 0,0 1 0 0 0,-1-1 1 0 0,1 0-1 0 0,0-1 0 0 0,-1 1 0 0 0,1 0 0 0 0,0-1 1 0 0,0 1-1 0 0,0-1 0 0 0,0 0 0 0 0,-1 0 1 0 0,1 0-1 0 0,0-1 0 0 0,0 1 0 0 0,0-1 0 0 0,0 1 1 0 0,-1-1-1 0 0,1 0 0 0 0,4-2 0 0 0,-2 0-66 0 0,-1 0-1 0 0,1 0 1 0 0,-1 0-1 0 0,0-1 1 0 0,0 0 0 0 0,0 0-1 0 0,0 0 1 0 0,-1 0-1 0 0,1 0 1 0 0,-1-1-1 0 0,0 0 1 0 0,0 1-1 0 0,-1-1 1 0 0,0 0 0 0 0,3-8-1 0 0,-2 1-601 0 0,0 0-1 0 0,0 0 1 0 0,-1-1-1 0 0,-1 1 1 0 0,0-1-1 0 0,-1 0 1 0 0,-1 1-1 0 0,1-1 1 0 0,-2 1-1 0 0,0-1 1 0 0,0 1-1 0 0,-1 0 1 0 0,-1 0-1 0 0,-7-17 1 0 0,-8-12-920 0 0,-2 1 0 0 0,-45-65 0 0 0,4 6 2874 0 0,58 91-982 0 0,-14-21 1389 0 0,2 18 2402 0 0,15 12-3901 0 0,1-1 1 0 0,0 1-1 0 0,0-1 0 0 0,0 1 1 0 0,-1-1-1 0 0,1 1 0 0 0,0-1 0 0 0,0 1 1 0 0,0-1-1 0 0,0 1 0 0 0,0 0 0 0 0,0-1 1 0 0,0 1-1 0 0,0-1 0 0 0,0 1 0 0 0,0-1 1 0 0,0 1-1 0 0,0-1 0 0 0,0 1 1 0 0,1-1-1 0 0,-1 1 0 0 0,0-1 0 0 0,0 1 1 0 0,1-1-1 0 0,-1 1 0 0 0,0-1 0 0 0,1 1 1 0 0,7 18 1505 0 0,3 3-993 0 0,1 0 0 0 0,1-2 0 0 0,1 1 0 0 0,0-2 0 0 0,2 0 0 0 0,0-1 0 0 0,1 0 0 0 0,24 18-1 0 0,8 8-547 0 0,-32-27-350 0 0,1-2 1 0 0,0 0 0 0 0,1-1-1 0 0,0 0 1 0 0,28 13 0 0 0,-25-17-258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7.6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6913 0 0,'24'24'2630'0'0,"-6"-7"-672"0"0,0 1-1 0 0,24 34 0 0 0,3 20-2230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7.9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5 137 2304 0 0,'-1'-4'290'0'0,"0"1"0"0"0,0-1 0 0 0,0 0-1 0 0,1 0 1 0 0,-1 0 0 0 0,1 0 0 0 0,0 0-1 0 0,0 0 1 0 0,1 0 0 0 0,-1 0-1 0 0,1 1 1 0 0,0-1 0 0 0,0 0 0 0 0,0 0-1 0 0,0 1 1 0 0,1-1 0 0 0,0 0-1 0 0,-1 1 1 0 0,1-1 0 0 0,1 1 0 0 0,-1 0-1 0 0,0 0 1 0 0,1 0 0 0 0,-1 0-1 0 0,5-3 1 0 0,-4 2 6 0 0,0 1-1 0 0,1-1 1 0 0,-1 1-1 0 0,1 0 1 0 0,-1 0-1 0 0,1 1 1 0 0,0-1-1 0 0,0 1 1 0 0,0 0-1 0 0,1 0 1 0 0,-1 0-1 0 0,0 1 1 0 0,1-1-1 0 0,0 1 1 0 0,-1 0-1 0 0,1 0 1 0 0,-1 1-1 0 0,1-1 1 0 0,0 1-1 0 0,-1 0 1 0 0,7 1-1 0 0,-7 0-166 0 0,-1 0 0 0 0,0 0-1 0 0,1 0 1 0 0,-1 1 0 0 0,0-1 0 0 0,0 1-1 0 0,0 0 1 0 0,0 0 0 0 0,0 0 0 0 0,0 0-1 0 0,0 1 1 0 0,-1-1 0 0 0,1 1 0 0 0,-1-1-1 0 0,0 1 1 0 0,0 0 0 0 0,4 6 0 0 0,-4-4-23 0 0,0 1 1 0 0,0-1 0 0 0,-1 1-1 0 0,1-1 1 0 0,-1 1 0 0 0,0 0-1 0 0,-1 0 1 0 0,0-1 0 0 0,1 1-1 0 0,-2 6 1 0 0,-2 8-321 0 0,0-1 0 0 0,-1-1 0 0 0,-1 1 0 0 0,-1 0 0 0 0,-11 25 0 0 0,4-16-6424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8.8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 3225 0 0,'-3'0'538'0'0,"0"2"1"0"0,0-1 0 0 0,1 0-1 0 0,-1 1 1 0 0,0-1 0 0 0,1 1 0 0 0,-1 0-1 0 0,1-1 1 0 0,0 1 0 0 0,-1 1-1 0 0,1-1 1 0 0,0 0 0 0 0,0 0-1 0 0,-3 6 113 0 0,8-5-683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9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0 290 4145 0 0,'1'-2'727'0'0,"0"0"1"0"0,0-1-1 0 0,1 1 0 0 0,-1 0 1 0 0,1 0-1 0 0,-1 0 0 0 0,1 0 1 0 0,0 0-1 0 0,3-3 0 0 0,-2 3-466 0 0,1 1 0 0 0,-1-1-1 0 0,1 1 1 0 0,-1 0-1 0 0,1 1 1 0 0,0-1-1 0 0,-1 0 1 0 0,1 1 0 0 0,0 0-1 0 0,-1 0 1 0 0,1 0-1 0 0,0 0 1 0 0,-1 1 0 0 0,1-1-1 0 0,0 1 1 0 0,-1 0-1 0 0,1 0 1 0 0,-1 1-1 0 0,1-1 1 0 0,-1 1 0 0 0,1-1-1 0 0,-1 1 1 0 0,5 4-1 0 0,7 4 3 0 0,0 2-1 0 0,-1-1 0 0 0,17 19 1 0 0,-30-29-221 0 0,77 85 712 0 0,-78-85-636 0 0,0-6 58 0 0,-1 1 1 0 0,-1 0-1 0 0,1 0 0 0 0,0 0 0 0 0,-1 0 0 0 0,-4-6 0 0 0,-2-8 121 0 0,-8-24-499 0 0,3 0 1 0 0,2-1 0 0 0,1 0-1 0 0,3-1 1 0 0,-5-82 0 0 0,12 94-1081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09.9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41 4609 0 0,'-1'8'295'0'0,"0"1"0"0"0,1-1 0 0 0,0 0 1 0 0,1 0-1 0 0,-1 0 0 0 0,2 0 0 0 0,-1 0 0 0 0,1-1 0 0 0,0 1 1 0 0,3 8-1 0 0,0 1 775 0 0,-2-8-356 0 0,0 0 1 0 0,0 0-1 0 0,1 0 1 0 0,1-1-1 0 0,-1 1 1 0 0,1-1-1 0 0,9 12 1 0 0,-13-19-610 0 0,0 1 1 0 0,0-1 0 0 0,1 1 0 0 0,-1-1-1 0 0,0 1 1 0 0,1-1 0 0 0,-1 0-1 0 0,1 1 1 0 0,0-1 0 0 0,-1 0 0 0 0,1 0-1 0 0,0 0 1 0 0,0-1 0 0 0,0 1 0 0 0,-1 0-1 0 0,1-1 1 0 0,0 1 0 0 0,0-1 0 0 0,0 1-1 0 0,0-1 1 0 0,0 0 0 0 0,0 0-1 0 0,0 0 1 0 0,0 0 0 0 0,0 0 0 0 0,0 0-1 0 0,0-1 1 0 0,0 1 0 0 0,0-1 0 0 0,0 1-1 0 0,0-1 1 0 0,0 0 0 0 0,-1 0 0 0 0,1 0-1 0 0,0 0 1 0 0,0 0 0 0 0,-1 0-1 0 0,1 0 1 0 0,-1-1 0 0 0,1 1 0 0 0,-1 0-1 0 0,2-3 1 0 0,1-1-34 0 0,0 1 1 0 0,-1-2-1 0 0,0 1 0 0 0,0 0 1 0 0,0-1-1 0 0,0 1 0 0 0,-1-1 1 0 0,0 0-1 0 0,0 0 1 0 0,-1 0-1 0 0,0 0 0 0 0,0 0 1 0 0,0 0-1 0 0,0 0 0 0 0,-1 0 1 0 0,0 0-1 0 0,-1 0 0 0 0,1 0 1 0 0,-1 0-1 0 0,-3-12 0 0 0,3 12-78 0 0,-1 0-1 0 0,1 1 1 0 0,-1-1-1 0 0,-1 1 1 0 0,1-1-1 0 0,-1 1 0 0 0,0-1 1 0 0,0 1-1 0 0,0 0 1 0 0,-1 1-1 0 0,0-1 1 0 0,0 1-1 0 0,0-1 1 0 0,0 1-1 0 0,-1 0 0 0 0,1 0 1 0 0,-1 1-1 0 0,0 0 1 0 0,0 0-1 0 0,0 0 1 0 0,-10-3-1 0 0,-10 4-1453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0.1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14747 0 0,'1'-1'155'0'0,"0"0"0"0"0,0 1 0 0 0,0-1-1 0 0,0 0 1 0 0,0 1 0 0 0,0-1 0 0 0,0 1 0 0 0,0-1 0 0 0,0 1-1 0 0,0-1 1 0 0,0 1 0 0 0,0-1 0 0 0,0 1 0 0 0,1 0-1 0 0,-1 0 1 0 0,0 0 0 0 0,0 0 0 0 0,0 0 0 0 0,0 0-1 0 0,1 0 1 0 0,-1 0 0 0 0,2 1 0 0 0,0 0 49 0 0,0 0 1 0 0,0 0 0 0 0,0 1-1 0 0,0-1 1 0 0,0 1-1 0 0,0 0 1 0 0,0 0-1 0 0,3 2 1 0 0,2 4 182 0 0,0-1 0 0 0,-1 2 0 0 0,0-1-1 0 0,7 11 1 0 0,2 8 56 0 0,-1 1-1 0 0,20 56 1 0 0,-22-52-530 0 0,0-1-1 0 0,22 36 1 0 0,-31-61-272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0.3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0 100 1840 0 0,'1'-3'326'0'0,"-1"0"0"0"0,1 0-1 0 0,0 1 1 0 0,0-1-1 0 0,0 1 1 0 0,1-1 0 0 0,-1 1-1 0 0,1-1 1 0 0,-1 1 0 0 0,1-1-1 0 0,0 1 1 0 0,3-4-1 0 0,27-24 2855 0 0,-27 27-2689 0 0,-1-1 0 0 0,1 1 0 0 0,0 0 0 0 0,0 0 0 0 0,0 0 0 0 0,1 1 0 0 0,-1 0 1 0 0,0 0-1 0 0,1 0 0 0 0,-1 0 0 0 0,1 1 0 0 0,0 0 0 0 0,-1 0 0 0 0,1 1 0 0 0,9 0 0 0 0,-12 0-327 0 0,0 1-1 0 0,0-1 0 0 0,0 1 0 0 0,0 0 0 0 0,-1 0 0 0 0,1 0 1 0 0,0 0-1 0 0,0 1 0 0 0,-1-1 0 0 0,1 1 0 0 0,0 0 0 0 0,-1-1 1 0 0,0 1-1 0 0,1 0 0 0 0,-1 0 0 0 0,0 1 0 0 0,0-1 1 0 0,0 0-1 0 0,0 1 0 0 0,-1-1 0 0 0,1 1 0 0 0,-1 0 0 0 0,0 0 1 0 0,1-1-1 0 0,-1 1 0 0 0,0 0 0 0 0,0 0 0 0 0,-1 0 0 0 0,1 0 1 0 0,0 5-1 0 0,-1 3-262 0 0,0 0-1 0 0,0 0 1 0 0,-1 0 0 0 0,-1 0 0 0 0,1-1 0 0 0,-2 1 0 0 0,0 0 0 0 0,0-1 0 0 0,-1 0-1 0 0,0 0 1 0 0,0 0 0 0 0,-1 0 0 0 0,-1-1 0 0 0,-8 13 0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1.3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1 423 456 0 0,'0'-23'16316'0'0,"1"22"-15945"0"0,16-7 6449 0 0,-6 6-9226 0 0,3 0 2458 0 0,-1 1 0 0 0,1 1 0 0 0,-1 1 1 0 0,1 0-1 0 0,-1 0 0 0 0,0 1 1 0 0,0 1-1 0 0,18 6 0 0 0,5 4 281 0 0,53 29 1 0 0,26 10-39 0 0,-99-45-295 0 0,-16-7 0 0 0,0 0 0 0 0,0 0 0 0 0,0 0 0 0 0,0 0 0 0 0,0 0 0 0 0,0 0 0 0 0,0 0 0 0 0,0 0 0 0 0,0 0 0 0 0,-1 0 0 0 0,1 0 0 0 0,0 0 0 0 0,0 0 0 0 0,0 0 0 0 0,0 0 0 0 0,0 0 0 0 0,0 0 0 0 0,0 0 0 0 0,0 0 0 0 0,0 0 0 0 0,0 0 0 0 0,0 0 0 0 0,0 0 0 0 0,0 0 0 0 0,0 0 0 0 0,0 0 0 0 0,0 0 0 0 0,-1 0 0 0 0,1 0 0 0 0,0 0 0 0 0,0 0 0 0 0,0 1 0 0 0,0-1 0 0 0,0 0 0 0 0,0 0 0 0 0,0 0 0 0 0,0 0 0 0 0,0 0 0 0 0,0 0 0 0 0,0 0 0 0 0,0 0 0 0 0,0 0 0 0 0,0 0 0 0 0,0 0 0 0 0,0 0 0 0 0,-30-12 0 0 0,18 3 0 0 0,1-1 1 0 0,0 1-1 0 0,1-2 1 0 0,0 1-1 0 0,0-2 1 0 0,1 1-1 0 0,-14-25 1 0 0,9 10-6 0 0,1 0 0 0 0,1 0 0 0 0,-9-30 0 0 0,18 44-7 0 0,0 0 0 0 0,0 0 1 0 0,1 0-1 0 0,1 0 0 0 0,0-1 0 0 0,0 1 1 0 0,2-14-1 0 0,0 20 13 0 0,-1-1 1 0 0,1 1-1 0 0,1 0 0 0 0,-1 0 0 0 0,1 0 1 0 0,0 1-1 0 0,0-1 0 0 0,1 0 1 0 0,-1 1-1 0 0,1-1 0 0 0,1 1 0 0 0,-1 0 1 0 0,1 0-1 0 0,0 0 0 0 0,0 1 1 0 0,6-6-1 0 0,-9 9-2 0 0,0 0 1 0 0,0 0-1 0 0,1-1 1 0 0,-1 1-1 0 0,0 1 1 0 0,1-1-1 0 0,-1 0 1 0 0,1 0-1 0 0,-1 0 0 0 0,1 1 1 0 0,0-1-1 0 0,-1 1 1 0 0,1 0-1 0 0,0-1 1 0 0,-1 1-1 0 0,1 0 1 0 0,0 0-1 0 0,-1 0 0 0 0,1 0 1 0 0,0 0-1 0 0,0 0 1 0 0,-1 0-1 0 0,1 1 1 0 0,0-1-1 0 0,-1 1 1 0 0,1-1-1 0 0,-1 1 1 0 0,1 0-1 0 0,-1-1 0 0 0,1 1 1 0 0,-1 0-1 0 0,1 0 1 0 0,-1 0-1 0 0,0 0 1 0 0,1 0-1 0 0,-1 1 1 0 0,0-1-1 0 0,0 0 0 0 0,0 0 1 0 0,0 1-1 0 0,0-1 1 0 0,0 1-1 0 0,0-1 1 0 0,0 1-1 0 0,-1-1 1 0 0,1 3-1 0 0,2 1-1 0 0,-1 0-1 0 0,0 1 1 0 0,0-1 0 0 0,0 1-1 0 0,-1-1 1 0 0,0 1 0 0 0,0 0-1 0 0,0-1 1 0 0,-1 1 0 0 0,0 0 0 0 0,0 0-1 0 0,-1 9 1 0 0,-1-11 4 0 0,1 0 1 0 0,0-1-1 0 0,-1 0 1 0 0,0 1-1 0 0,0-1 1 0 0,0 0-1 0 0,0 0 1 0 0,0 0-1 0 0,-1 0 1 0 0,1 0-1 0 0,-1-1 1 0 0,0 1-1 0 0,0-1 1 0 0,0 1-1 0 0,-6 2 1 0 0,8-4-2 0 0,-1 0 0 0 0,1-1 0 0 0,0 1 0 0 0,-1-1 0 0 0,1 1 0 0 0,-1-1 0 0 0,1 0 0 0 0,-1 1-1 0 0,1-1 1 0 0,0 0 0 0 0,-1 0 0 0 0,1 0 0 0 0,-1 0 0 0 0,1 0 0 0 0,-1 0 0 0 0,1-1 0 0 0,-1 1 0 0 0,1 0 0 0 0,-1-1 0 0 0,1 1 0 0 0,0-1 0 0 0,-1 0 0 0 0,1 1 0 0 0,0-1 0 0 0,-1 0 0 0 0,1 0 0 0 0,0 0 0 0 0,0 0 0 0 0,0 0-1 0 0,0 0 1 0 0,0 0 0 0 0,0 0 0 0 0,0 0 0 0 0,0 0 0 0 0,0-1 0 0 0,0 1 0 0 0,1 0 0 0 0,-1-1 0 0 0,1 1 0 0 0,-1 0 0 0 0,0-3 0 0 0,-2-2-99 0 0,1-1 0 0 0,-1 1 0 0 0,2 0-1 0 0,-1-1 1 0 0,0 1 0 0 0,1-1 0 0 0,0 0 0 0 0,1 1 0 0 0,0-1 0 0 0,0 0 0 0 0,0 0 0 0 0,1 1-1 0 0,0-1 1 0 0,0 1 0 0 0,0-1 0 0 0,1 1 0 0 0,0-1 0 0 0,0 1 0 0 0,1 0 0 0 0,0 0-1 0 0,0 0 1 0 0,0 0 0 0 0,1 0 0 0 0,0 1 0 0 0,0-1 0 0 0,0 1 0 0 0,7-5 0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6.0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11058 0 0,'3'-3'7189'0'0,"2"18"-5209"0"0,6 24-1776 0 0,34 286 1256 0 0,-35-222-1372 0 0,5 0 1 0 0,45 167 0 0 0,47 4-744 0 0,-86-226-59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6.7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57 4609 0 0,'-38'-11'8508'0'0,"77"1"-7055"0"0,172-22 247 0 0,-185 30-1503 0 0,0 1 1 0 0,0 1-1 0 0,0 1 1 0 0,0 1-1 0 0,-1 2 0 0 0,31 7 1 0 0,-53-10-203 0 0,0-1 1 0 0,-1 1 0 0 0,1 0-1 0 0,-1 0 1 0 0,1 0-1 0 0,-1 0 1 0 0,1 0 0 0 0,-1 0-1 0 0,1 1 1 0 0,-1-1 0 0 0,0 1-1 0 0,0 0 1 0 0,0 0-1 0 0,0-1 1 0 0,0 1 0 0 0,0 1-1 0 0,-1-1 1 0 0,1 0-1 0 0,2 5 1 0 0,-4-5-4 0 0,0 0-1 0 0,1 1 1 0 0,-2-1-1 0 0,1 1 1 0 0,0-1 0 0 0,0 0-1 0 0,-1 1 1 0 0,1-1-1 0 0,-1 0 1 0 0,0 0-1 0 0,0 1 1 0 0,0-1 0 0 0,0 0-1 0 0,0 0 1 0 0,0 0-1 0 0,0 0 1 0 0,-1 0-1 0 0,1 0 1 0 0,-1 0 0 0 0,0 0-1 0 0,1-1 1 0 0,-5 4-1 0 0,-28 25-291 0 0,-2-1 0 0 0,-2-2-1 0 0,-54 31 1 0 0,-29 21 497 0 0,104-68 5 0 0,-26 21 555 0 0,40-29-693 0 0,0-1-1 0 0,1 1 0 0 0,-1-1 0 0 0,1 1 0 0 0,-1 0 1 0 0,1 0-1 0 0,0 0 0 0 0,0 0 0 0 0,1 0 0 0 0,-1 0 1 0 0,-1 5-1 0 0,3-7-56 0 0,-1 0 1 0 0,1-1-1 0 0,0 1 0 0 0,0 0 1 0 0,0 0-1 0 0,0 0 1 0 0,0 0-1 0 0,0-1 0 0 0,0 1 1 0 0,0 0-1 0 0,0 0 0 0 0,1 0 1 0 0,-1 0-1 0 0,0-1 1 0 0,0 1-1 0 0,1 0 0 0 0,-1 0 1 0 0,0-1-1 0 0,1 1 0 0 0,-1 0 1 0 0,1 0-1 0 0,-1-1 1 0 0,1 1-1 0 0,0-1 0 0 0,0 2 1 0 0,23 8 39 0 0,27-7-183 0 0,8-9 26 0 0,-46 4 119 0 0,0 0-1 0 0,0 0 1 0 0,1 2-1 0 0,-1-1 1 0 0,0 2-1 0 0,0 0 1 0 0,24 5-1 0 0,-36-6-6 0 0,0 0 0 0 0,0 1-1 0 0,0-1 1 0 0,0 1 0 0 0,0-1-1 0 0,0 1 1 0 0,-1-1 0 0 0,1 1-1 0 0,0-1 1 0 0,0 1 0 0 0,-1 0 0 0 0,1-1-1 0 0,0 1 1 0 0,-1 0 0 0 0,1 0-1 0 0,-1-1 1 0 0,1 1 0 0 0,-1 0-1 0 0,1 0 1 0 0,-1 0 0 0 0,0 0 0 0 0,1 0-1 0 0,-1 0 1 0 0,0 0 0 0 0,0-1-1 0 0,1 1 1 0 0,-1 0 0 0 0,0 0-1 0 0,0 0 1 0 0,0 0 0 0 0,0 0-1 0 0,-1 0 1 0 0,1 0 0 0 0,0 0 0 0 0,0 0-1 0 0,0 0 1 0 0,-1 0 0 0 0,1 0-1 0 0,0 0 1 0 0,-1 0 0 0 0,1-1-1 0 0,-1 1 1 0 0,1 0 0 0 0,-1 0 0 0 0,0-1-1 0 0,0 2 1 0 0,-5 7 19 0 0,0-1 1 0 0,0 1-1 0 0,-12 10 1 0 0,11-12-17 0 0,-41 43 245 0 0,34-38-107 0 0,0 2 0 0 0,1 0 1 0 0,0 0-1 0 0,1 1 0 0 0,1 1 1 0 0,0 0-1 0 0,-13 28 0 0 0,24-43-139 0 0,-1 1 0 0 0,0 0 1 0 0,1 0-1 0 0,-1 0 0 0 0,1 0 0 0 0,0 0 0 0 0,0 0 0 0 0,0 0 0 0 0,0 0 1 0 0,0 0-1 0 0,0 0 0 0 0,0 0 0 0 0,0 0 0 0 0,1 0 0 0 0,-1-1 0 0 0,1 1 0 0 0,0 0 1 0 0,-1 0-1 0 0,1 0 0 0 0,2 3 0 0 0,-1-2 4 0 0,1-1 0 0 0,-1 1 0 0 0,1 0 0 0 0,0-1 0 0 0,0 1-1 0 0,0-1 1 0 0,0 0 0 0 0,0 0 0 0 0,0 0 0 0 0,6 1 0 0 0,6 3-685 0 0,1-1-1 0 0,0-1 0 0 0,31 5 1 0 0,-46-9 529 0 0,17 3-4099 0 0,-3-2-1268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7.0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3681 0 0,'3'16'9722'0'0,"8"40"-6118"0"0,7 110 0 0 0,-13 64-3161 0 0,-4-99 50 0 0,12 130-152 0 0,-1 130-8 0 0,-16-317-810 0 0,1-42-5245 0 0,1-10-1162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7.6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119 0 7370 0 0,'-48'6'2563'0'0,"41"-4"-1668"0"0,1 0-1 0 0,-1 0 1 0 0,1 0-1 0 0,0 1 1 0 0,0 0-1 0 0,0 0 1 0 0,0 0-1 0 0,-10 9 1 0 0,16-12-847 0 0,0 0-1 0 0,-1 0 1 0 0,1 0 0 0 0,0 0 0 0 0,0 0 0 0 0,-1 1 0 0 0,1-1-1 0 0,0 0 1 0 0,0 0 0 0 0,-1 0 0 0 0,1 1 0 0 0,0-1-1 0 0,0 0 1 0 0,0 0 0 0 0,0 1 0 0 0,-1-1 0 0 0,1 0-1 0 0,0 1 1 0 0,0-1 0 0 0,0 0 0 0 0,0 0 0 0 0,0 1-1 0 0,0-1 1 0 0,0 0 0 0 0,0 1 0 0 0,0-1 0 0 0,0 0 0 0 0,0 1-1 0 0,0-1 1 0 0,0 0 0 0 0,0 1 0 0 0,0-1 0 0 0,0 0-1 0 0,0 0 1 0 0,0 1 0 0 0,0-1 0 0 0,0 0 0 0 0,1 1-1 0 0,-1-1 1 0 0,0 0 0 0 0,0 0 0 0 0,0 1 0 0 0,16 5 541 0 0,20-3-459 0 0,22-8 57 0 0,-42 2-114 0 0,-1 2-1 0 0,1-1 0 0 0,0 2 0 0 0,0 0 1 0 0,-1 1-1 0 0,1 1 0 0 0,20 5 1 0 0,-35-7-74 0 0,0 0 0 0 0,0 0 0 0 0,0 0 1 0 0,-1 1-1 0 0,1-1 0 0 0,0 0 0 0 0,0 0 0 0 0,0 1 1 0 0,0-1-1 0 0,-1 1 0 0 0,1-1 0 0 0,0 1 1 0 0,0-1-1 0 0,-1 1 0 0 0,1 0 0 0 0,0-1 1 0 0,-1 1-1 0 0,1 0 0 0 0,-1-1 0 0 0,1 1 1 0 0,-1 0-1 0 0,1 0 0 0 0,-1 0 0 0 0,1-1 0 0 0,-1 1 1 0 0,0 0-1 0 0,1 0 0 0 0,-1 0 0 0 0,0 1 1 0 0,0 0-5 0 0,-1 0 1 0 0,1 0 0 0 0,-1-1 0 0 0,1 1 0 0 0,-1 0-1 0 0,0-1 1 0 0,0 1 0 0 0,0 0 0 0 0,0-1 0 0 0,0 1-1 0 0,0-1 1 0 0,0 0 0 0 0,-3 3 0 0 0,-7 5-52 0 0,1 0 1 0 0,-24 14-1 0 0,32-22 45 0 0,-53 29-375 0 0,42-24 337 0 0,0 1 1 0 0,0 0-1 0 0,1 0 0 0 0,0 1 1 0 0,0 1-1 0 0,1 0 0 0 0,-19 20 1 0 0,30-29 48 0 0,-1 0 0 0 0,1 1 0 0 0,0-1 1 0 0,0 0-1 0 0,0 0 0 0 0,0 0 0 0 0,0 0 1 0 0,0 0-1 0 0,-1 1 0 0 0,1-1 0 0 0,0 0 1 0 0,0 0-1 0 0,0 0 0 0 0,0 1 0 0 0,0-1 0 0 0,0 0 1 0 0,0 0-1 0 0,0 0 0 0 0,0 1 0 0 0,0-1 1 0 0,0 0-1 0 0,0 0 0 0 0,0 0 0 0 0,0 1 1 0 0,0-1-1 0 0,0 0 0 0 0,0 0 0 0 0,0 0 1 0 0,0 1-1 0 0,0-1 0 0 0,0 0 0 0 0,0 0 1 0 0,0 0-1 0 0,0 1 0 0 0,1-1 0 0 0,-1 0 0 0 0,0 0 1 0 0,0 0-1 0 0,0 0 0 0 0,0 1 0 0 0,0-1 1 0 0,1 0-1 0 0,-1 0 0 0 0,13 2 3 0 0,16-5-6 0 0,-27 3 3 0 0,10-2-44 0 0,2-1-192 0 0,-1 1 0 0 0,0 0 1 0 0,1 1-1 0 0,0 1 0 0 0,-1 0 1 0 0,1 1-1 0 0,-1 0 0 0 0,20 5 1 0 0,-32-6 230 0 0,-1 0 1 0 0,1 0 0 0 0,-1 0 0 0 0,1 0 0 0 0,0 1 0 0 0,-1-1-1 0 0,1 0 1 0 0,-1 1 0 0 0,1-1 0 0 0,-1 0 0 0 0,1 1 0 0 0,-1-1-1 0 0,1 0 1 0 0,-1 1 0 0 0,1-1 0 0 0,-1 1 0 0 0,0-1 0 0 0,1 1-1 0 0,-1-1 1 0 0,0 1 0 0 0,1-1 0 0 0,-1 1 0 0 0,0-1 0 0 0,0 1-1 0 0,1 0 1 0 0,-1-1 0 0 0,0 1 0 0 0,0-1 0 0 0,0 1 0 0 0,0 0-1 0 0,-9 19-42 0 0,-27 13 46 0 0,35-32 0 0 0,-39 29 27 0 0,-30 24 185 0 0,63-48-80 0 0,0 1 0 0 0,1 0-1 0 0,0 0 1 0 0,0 0 0 0 0,0 1-1 0 0,-8 16 1 0 0,13-23-92 0 0,1 1 1 0 0,-1 0-1 0 0,0 0 0 0 0,1 0 1 0 0,-1-1-1 0 0,1 1 0 0 0,0 0 1 0 0,0 0-1 0 0,-1 0 0 0 0,1 0 1 0 0,0 0-1 0 0,1 0 0 0 0,-1 0 1 0 0,0 0-1 0 0,0-1 0 0 0,1 1 0 0 0,-1 0 1 0 0,1 0-1 0 0,0 0 0 0 0,0-1 1 0 0,-1 1-1 0 0,1 0 0 0 0,0-1 1 0 0,0 1-1 0 0,1 0 0 0 0,-1-1 1 0 0,0 0-1 0 0,2 3 0 0 0,5 2-242 0 0,0 1-1 0 0,0-1 0 0 0,0-1 1 0 0,14 7-1 0 0,8 6-3231 0 0,-20-10 866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7.9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0 9674 0 0,'-8'54'3588'0'0,"-2"79"0"0"0,11 56 54 0 0,1-67-2505 0 0,2 26-125 0 0,33 201 0 0 0,-28-283-1303 0 0,-2 0 1 0 0,-3 1-1 0 0,-8 106 0 0 0,-4-61-2368 0 0,7-37-4425 0 0,2-42 1571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8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44 920 0 0,'-14'-3'5184'0'0,"42"-4"5831"0"0,-15 4-9350 0 0,-4 1-3497 0 0,9-4 2108 0 0,47-14 1251 0 0,-61 19-1454 0 0,1 1 0 0 0,-1-1 1 0 0,1 1-1 0 0,-1 0 0 0 0,1 0 1 0 0,-1 0-1 0 0,0 0 0 0 0,1 1 1 0 0,-1 0-1 0 0,1 0 0 0 0,-1 0 1 0 0,7 3-1 0 0,-10-4-76 0 0,-1 1 0 0 0,1-1-1 0 0,0 1 1 0 0,0-1 0 0 0,0 1 0 0 0,-1-1-1 0 0,1 1 1 0 0,0 0 0 0 0,0-1 0 0 0,-1 1-1 0 0,1 0 1 0 0,-1-1 0 0 0,1 1 0 0 0,-1 0-1 0 0,1 0 1 0 0,-1 0 0 0 0,1-1 0 0 0,-1 1-1 0 0,1 0 1 0 0,-1 0 0 0 0,0 0 0 0 0,0 0-1 0 0,0 0 1 0 0,1 0 0 0 0,-1 1 0 0 0,0 0-14 0 0,-1 0 1 0 0,1 0-1 0 0,-1 0 1 0 0,1 0-1 0 0,-1 0 0 0 0,1 0 1 0 0,-1 0-1 0 0,0 0 1 0 0,0 0-1 0 0,0-1 1 0 0,-2 3-1 0 0,-2 3-65 0 0,0-1 1 0 0,-1 1-1 0 0,0-1 0 0 0,-11 9 0 0 0,-54 31-748 0 0,52-34 726 0 0,0 0 1 0 0,1 1-1 0 0,0 0 0 0 0,-20 22 1 0 0,37-35 104 0 0,1 1 1 0 0,-1-1-1 0 0,1 1 1 0 0,-1 0-1 0 0,1-1 0 0 0,0 1 1 0 0,-1 0-1 0 0,1-1 1 0 0,0 1-1 0 0,-1 0 1 0 0,1 0-1 0 0,0-1 1 0 0,0 1-1 0 0,0 0 0 0 0,-1 0 1 0 0,1-1-1 0 0,0 1 1 0 0,0 0-1 0 0,0 0 1 0 0,0 0-1 0 0,1-1 1 0 0,-1 1-1 0 0,0 0 1 0 0,0 0-1 0 0,0-1 0 0 0,1 1 1 0 0,-1 0-1 0 0,0 0 1 0 0,1-1-1 0 0,-1 1 1 0 0,0 0-1 0 0,1-1 1 0 0,-1 1-1 0 0,1-1 0 0 0,-1 1 1 0 0,1 0-1 0 0,-1-1 1 0 0,1 1-1 0 0,0-1 1 0 0,-1 1-1 0 0,1-1 1 0 0,0 0-1 0 0,-1 1 0 0 0,1-1 1 0 0,0 0-1 0 0,0 1 1 0 0,-1-1-1 0 0,2 0 1 0 0,48 17 64 0 0,-35-12 7 0 0,-8-3-73 0 0,-1 1-1 0 0,1-1 0 0 0,-1 1 0 0 0,0 1 0 0 0,0-1 0 0 0,0 1 0 0 0,0 0 0 0 0,6 6 0 0 0,-11-8 1 0 0,1 0 0 0 0,-1-1 0 0 0,0 1-1 0 0,1 0 1 0 0,-1 0 0 0 0,0 0 0 0 0,0 0 0 0 0,-1 0 0 0 0,1 0-1 0 0,0 0 1 0 0,-1 1 0 0 0,1-1 0 0 0,-1 0 0 0 0,0 0 0 0 0,0 0-1 0 0,0 1 1 0 0,0-1 0 0 0,0 0 0 0 0,0 0 0 0 0,0 0 0 0 0,-1 1-1 0 0,1-1 1 0 0,-1 0 0 0 0,0 0 0 0 0,1 0 0 0 0,-1 0 0 0 0,0 0-1 0 0,0 0 1 0 0,-2 3 0 0 0,-4 5 132 0 0,0 0 0 0 0,-1 0-1 0 0,0-1 1 0 0,0 0 0 0 0,-13 10 0 0 0,11-11 129 0 0,1 1 0 0 0,0 0-1 0 0,1 1 1 0 0,-13 18 0 0 0,21-27-248 0 0,-1 1-1 0 0,0-1 1 0 0,1 1-1 0 0,0 0 1 0 0,-1-1-1 0 0,1 1 1 0 0,0-1-1 0 0,0 1 1 0 0,0 0-1 0 0,0 0 1 0 0,0-1-1 0 0,0 1 1 0 0,0-1-1 0 0,0 1 1 0 0,1 0-1 0 0,-1-1 0 0 0,1 1 1 0 0,-1 0-1 0 0,1-1 1 0 0,0 1-1 0 0,0-1 1 0 0,-1 0-1 0 0,1 1 1 0 0,0-1-1 0 0,0 1 1 0 0,2 0-1 0 0,38 39-159 0 0,-18-20-412 0 0,-14-12 126 0 0,11 15-5414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8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 11522 0 0,'-2'3'350'0'0,"1"1"0"0"0,-1 0 0 0 0,1 0 0 0 0,0 0-1 0 0,0 0 1 0 0,1 0 0 0 0,-1 0 0 0 0,1 0 0 0 0,-1 0-1 0 0,1 1 1 0 0,1-1 0 0 0,0 5 0 0 0,11 55 3297 0 0,-6-38-2410 0 0,7 45 55 0 0,6 144 0 0 0,-24 73-582 0 0,4-264-642 0 0,1 0 0 0 0,4 32 0 0 0,7-14-7383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9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38 14283 0 0,'-1'-2'968'0'0,"1"2"-907"0"0,0 0-1 0 0,-1-1 1 0 0,1 1-1 0 0,0 0 1 0 0,0 0-1 0 0,0 0 1 0 0,1-3 1331 0 0,0 2-1332 0 0,9-7 957 0 0,12-3-717 0 0,-7 7-204 0 0,0 1 0 0 0,0 1 0 0 0,0 1 0 0 0,0 0 0 0 0,0 0 0 0 0,18 3 0 0 0,-33-2-96 0 0,0 0 0 0 0,1 0 1 0 0,-1 0-1 0 0,1 0 0 0 0,-1 0 0 0 0,1 1 0 0 0,-1-1 1 0 0,0 0-1 0 0,1 0 0 0 0,-1 0 0 0 0,1 1 0 0 0,-1-1 1 0 0,0 0-1 0 0,1 0 0 0 0,-1 1 0 0 0,0-1 1 0 0,1 0-1 0 0,-1 1 0 0 0,0-1 0 0 0,0 0 0 0 0,1 1 1 0 0,-1-1-1 0 0,0 0 0 0 0,0 1 0 0 0,1-1 0 0 0,-1 1 1 0 0,0-1-1 0 0,0 1 0 0 0,0-1 0 0 0,0 0 0 0 0,0 1 1 0 0,0-1-1 0 0,0 1 0 0 0,0-1 0 0 0,0 1 0 0 0,-9 19-29 0 0,-24 17-76 0 0,30-34 91 0 0,-17 16 12 0 0,-29 32-82 0 0,45-47 104 0 0,1 0 1 0 0,0 1-1 0 0,0-1 1 0 0,1 1-1 0 0,-1 0 1 0 0,1-1 0 0 0,0 1-1 0 0,0 0 1 0 0,0 1-1 0 0,-1 7 1 0 0,3-10-11 0 0,0 0 1 0 0,1 0 0 0 0,-1 0-1 0 0,0 0 1 0 0,1 0 0 0 0,0-1-1 0 0,-1 1 1 0 0,1 0-1 0 0,0 0 1 0 0,1-1 0 0 0,-1 1-1 0 0,0 0 1 0 0,1-1 0 0 0,-1 1-1 0 0,1-1 1 0 0,0 0-1 0 0,0 0 1 0 0,0 1 0 0 0,0-1-1 0 0,0 0 1 0 0,4 2 0 0 0,7 5-15 0 0,0 0 1 0 0,27 13-1 0 0,-9-5 81 0 0,-29-16-67 0 0,4 3 15 0 0,1 0 0 0 0,-1 0 0 0 0,0 1-1 0 0,-1 0 1 0 0,10 9 0 0 0,-14-12 5 0 0,0-1-1 0 0,0 0 1 0 0,0 1 0 0 0,0-1-1 0 0,-1 1 1 0 0,1-1-1 0 0,-1 0 1 0 0,1 1-1 0 0,-1 0 1 0 0,1-1-1 0 0,-1 1 1 0 0,0-1 0 0 0,0 1-1 0 0,0-1 1 0 0,0 1-1 0 0,0 0 1 0 0,0-1-1 0 0,0 1 1 0 0,0-1-1 0 0,0 1 1 0 0,-1-1 0 0 0,1 1-1 0 0,-1-1 1 0 0,1 1-1 0 0,-1-1 1 0 0,0 1-1 0 0,0-1 1 0 0,1 1 0 0 0,-1-1-1 0 0,0 0 1 0 0,0 0-1 0 0,-3 3 1 0 0,-25 24 515 0 0,-8 8-240 0 0,34-34-296 0 0,1 1-1 0 0,0-1 0 0 0,1 1 1 0 0,-1 0-1 0 0,0-1 0 0 0,1 1 1 0 0,-1 0-1 0 0,1 0 0 0 0,0 0 1 0 0,0 0-1 0 0,0 0 0 0 0,0 5 1 0 0,1-6-14 0 0,0 0 0 0 0,0 1 1 0 0,1-1-1 0 0,-1 0 1 0 0,1 1-1 0 0,-1-1 1 0 0,1 0-1 0 0,0 1 0 0 0,0-1 1 0 0,0 0-1 0 0,0 0 1 0 0,0 0-1 0 0,1 0 1 0 0,-1 0-1 0 0,1 0 0 0 0,-1-1 1 0 0,3 4-1 0 0,37 27-1706 0 0,-22-18-324 0 0,-8-6 478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19.9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3681 0 0,'1'8'1093'0'0,"0"-1"0"0"0,1 0 0 0 0,0 1 1 0 0,0-1-1 0 0,0 0 0 0 0,1 0 0 0 0,5 9 0 0 0,9 24 2003 0 0,-7-2-1897 0 0,-3 0 1 0 0,-1 1-1 0 0,-1-1 1 0 0,-2 1-1 0 0,-3 39 1 0 0,-25 190-766 0 0,13-168 129 0 0,9-80-488 0 0,2 0 1 0 0,0 0-1 0 0,1 0 1 0 0,2 1-1 0 0,0-1 1 0 0,0 0-1 0 0,2 0 1 0 0,9 26-1 0 0,-7-28-1535 0 0,1-1-1 0 0,18 31 1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0.5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17 1376 0 0,'-1'1'15'0'0,"0"-1"0"0"0,0 1 0 0 0,0 0 0 0 0,0-1 0 0 0,0 1 0 0 0,0-1-1 0 0,0 1 1 0 0,0-1 0 0 0,0 0 0 0 0,0 1 0 0 0,-1-1 0 0 0,1 0 0 0 0,0 0 0 0 0,0 0 0 0 0,0 1-1 0 0,0-1 1 0 0,0 0 0 0 0,-1-1 0 0 0,1 1 0 0 0,0 0 0 0 0,0 0 0 0 0,0 0 0 0 0,0-1-1 0 0,-2 0 1 0 0,3 1-8 0 0,0 0 0 0 0,0 0 0 0 0,-1 0 0 0 0,1 0 0 0 0,0-1 0 0 0,-1 1 0 0 0,1 0 0 0 0,0 0-1 0 0,0 0 1 0 0,-1-1 0 0 0,1 1 0 0 0,0 0 0 0 0,0 0 0 0 0,0 0 0 0 0,-1-1 0 0 0,1 1 0 0 0,0 0 0 0 0,0-1-1 0 0,0 1 1 0 0,0 0 0 0 0,0 0 0 0 0,0-1 0 0 0,0 1 0 0 0,-1 0 0 0 0,1-1 0 0 0,0 1 0 0 0,0 0-1 0 0,0-1 1 0 0,0 1 0 0 0,0-1 0 0 0,1 0-1 0 0,-1 1-1 0 0,1-1 1 0 0,-1 0-1 0 0,1 0 1 0 0,-1 0-1 0 0,1 1 1 0 0,0-1 0 0 0,-1 0-1 0 0,1 1 1 0 0,0-1-1 0 0,0 1 1 0 0,-1-1-1 0 0,1 1 1 0 0,0-1-1 0 0,0 1 1 0 0,1-1-1 0 0,1-1-5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0.9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57 118 6913 0 0,'-36'6'1406'0'0,"16"-9"3398"0"0,22 4-4455 0 0,-1 0 0 0 0,1 0 0 0 0,0 0 0 0 0,0 0 1 0 0,0 0-1 0 0,0-1 0 0 0,0 1 0 0 0,0-1 0 0 0,0 0 1 0 0,0 1-1 0 0,0-1 0 0 0,1 0 0 0 0,-1 0 0 0 0,0 0 0 0 0,0-1 1 0 0,2 1-1 0 0,41-9 148 0 0,-34 7-5 0 0,156-43 927 0 0,-102 25-994 0 0,106-17 0 0 0,-70 28-357 0 0,0 4 0 0 0,0 5 1 0 0,166 20-1 0 0,-198-17-290 0 0,-6 0-2961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1.2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17508 0 0,'0'1'94'0'0,"0"0"0"0"0,0 0 0 0 0,0 1 0 0 0,0-1 0 0 0,0 0 0 0 0,1 0 0 0 0,-1 0 0 0 0,0 0 0 0 0,1 0 0 0 0,-1 0 1 0 0,0 0-1 0 0,1 0 0 0 0,0 1 0 0 0,-1-1 0 0 0,1-1 0 0 0,0 1 0 0 0,-1 0 0 0 0,1 0 0 0 0,0 0 0 0 0,0 0 0 0 0,0 0 0 0 0,-1-1 0 0 0,1 1 1 0 0,2 1-1 0 0,31 15 619 0 0,-16-9-272 0 0,8 8-63 0 0,-1 1-1 0 0,0 1 1 0 0,36 36 0 0 0,55 71-249 0 0,-59-62-114 0 0,-41-45-773 0 0,30 25 0 0 0,-26-29-6824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1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240 0 10138 0 0,'-21'44'8033'0'0,"2"0"-4776"0"0,-29 60-1893 0 0,5-27-1092 0 0,21-41-570 0 0,2 2 0 0 0,1 0-1 0 0,-24 72 1 0 0,39-91-7530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2.7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0 4609 0 0,'28'11'3085'0'0,"-23"-10"-2349"0"0,0 1-1 0 0,0 0 1 0 0,-1 0-1 0 0,1 0 1 0 0,-1 0-1 0 0,7 5 1 0 0,-6-4-680 0 0,0 0 0 0 0,0 0 0 0 0,1 0 1 0 0,-1-1-1 0 0,1 0 0 0 0,10 3 0 0 0,-14-5-42 0 0,-1 1-1 0 0,1-1 1 0 0,-1 1-1 0 0,1-1 1 0 0,-1 0-1 0 0,1 0 1 0 0,-1 0 0 0 0,1 0-1 0 0,-1 0 1 0 0,1 0-1 0 0,-1 0 1 0 0,1 0-1 0 0,-1 0 1 0 0,1-1-1 0 0,-1 1 1 0 0,1-1-1 0 0,-1 1 1 0 0,1-1 0 0 0,-1 0-1 0 0,0 1 1 0 0,1-1-1 0 0,-1 0 1 0 0,0 0-1 0 0,1 0 1 0 0,-1 0-1 0 0,0 0 1 0 0,0 0-1 0 0,0 0 1 0 0,0 0-1 0 0,0-1 1 0 0,1-1 0 0 0,-2 3-4 0 0,0-1 1 0 0,0 1-1 0 0,1-1 1 0 0,-1 1 0 0 0,0-1-1 0 0,0 1 1 0 0,0-1-1 0 0,0 1 1 0 0,0-1-1 0 0,0 1 1 0 0,0-1 0 0 0,0 1-1 0 0,0-1 1 0 0,0 1-1 0 0,0-1 1 0 0,0 1 0 0 0,0-1-1 0 0,-1 1 1 0 0,1-1-1 0 0,0 1 1 0 0,0-1-1 0 0,0 1 1 0 0,-1-1 0 0 0,1 1-1 0 0,0-1 1 0 0,-1 1-1 0 0,1 0 1 0 0,0-1 0 0 0,-1 0-1 0 0,-18-6 254 0 0,15 7-227 0 0,-1-1 0 0 0,1 1 1 0 0,-1 0-1 0 0,0 0 0 0 0,1 0 0 0 0,-8 2 0 0 0,-1 4-42 0 0,-1 1 0 0 0,0 1 0 0 0,1 0 0 0 0,1 0 0 0 0,-1 2-1 0 0,2-1 1 0 0,-1 1 0 0 0,1 1 0 0 0,1 0 0 0 0,0 1 0 0 0,-10 14 0 0 0,20-26 3 0 0,-1 1-1 0 0,1-1 1 0 0,-1 0 0 0 0,1 1 0 0 0,0-1-1 0 0,-1 0 1 0 0,1 1 0 0 0,0-1 0 0 0,0 1-1 0 0,-1-1 1 0 0,1 0 0 0 0,0 1 0 0 0,0-1-1 0 0,0 1 1 0 0,-1-1 0 0 0,1 1 0 0 0,0-1-1 0 0,0 1 1 0 0,0-1 0 0 0,0 1 0 0 0,0-1-1 0 0,0 1 1 0 0,0-1 0 0 0,0 1 0 0 0,0-1-1 0 0,0 0 1 0 0,0 1 0 0 0,0-1 0 0 0,1 1-1 0 0,-1-1 1 0 0,0 1 0 0 0,0-1 0 0 0,0 1-1 0 0,1 0 1 0 0,17-3-18 0 0,21-16 80 0 0,-37 17-31 0 0,56-35 1281 0 0,-54 34-1160 0 0,-1-1-1 0 0,0 1 1 0 0,0-1 0 0 0,-1 1-1 0 0,1-1 1 0 0,-1 0 0 0 0,1 0 0 0 0,-1 0-1 0 0,0 0 1 0 0,0-1 0 0 0,0 1-1 0 0,0 0 1 0 0,-1-1 0 0 0,0 0-1 0 0,2-5 1 0 0,-3 9-134 0 0,0 0-1 0 0,0-1 0 0 0,0 1 0 0 0,1 0 1 0 0,-1-1-1 0 0,0 1 0 0 0,0 0 1 0 0,0 0-1 0 0,0-1 0 0 0,0 1 1 0 0,0 0-1 0 0,0-1 0 0 0,-1 1 0 0 0,1 0 1 0 0,0 0-1 0 0,0-1 0 0 0,0 1 1 0 0,0 0-1 0 0,0 0 0 0 0,0-1 1 0 0,0 1-1 0 0,-1 0 0 0 0,1 0 1 0 0,0-1-1 0 0,0 1 0 0 0,0 0 0 0 0,0 0 1 0 0,-1 0-1 0 0,1-1 0 0 0,0 1 1 0 0,0 0-1 0 0,-1 0 0 0 0,1 0 1 0 0,0 0-1 0 0,0 0 0 0 0,-1-1 0 0 0,1 1 1 0 0,0 0-1 0 0,-1 0 0 0 0,1 0 1 0 0,-1 0-1 0 0,-14 5 246 0 0,-13 13-150 0 0,-1 5-100 0 0,13-10-15 0 0,-1 0 0 0 0,-32 19 0 0 0,49-32-6 0 0,-1 0-1 0 0,1 1 1 0 0,0-1 0 0 0,0 0 0 0 0,0 0 0 0 0,0 0-1 0 0,0 0 1 0 0,0 0 0 0 0,0 1 0 0 0,0-1 0 0 0,0 0-1 0 0,-1 0 1 0 0,1 0 0 0 0,0 0 0 0 0,0 0 0 0 0,0 0-1 0 0,0 0 1 0 0,0 1 0 0 0,-1-1 0 0 0,1 0 0 0 0,0 0 0 0 0,0 0-1 0 0,0 0 1 0 0,0 0 0 0 0,0 0 0 0 0,-1 0 0 0 0,1 0-1 0 0,0 0 1 0 0,0 0 0 0 0,0 0 0 0 0,0 0 0 0 0,-1 0-1 0 0,1 0 1 0 0,0 0 0 0 0,0 0 0 0 0,0 0 0 0 0,0 0-1 0 0,-1 0 1 0 0,1 0 0 0 0,0 0 0 0 0,0-1 0 0 0,0 1-1 0 0,0 0 1 0 0,-1 0 0 0 0,1 0 0 0 0,0 0 0 0 0,0 0-1 0 0,0 0 1 0 0,0 0 0 0 0,0-1 0 0 0,0 1 0 0 0,0 0 0 0 0,-1 0-1 0 0,1 0 1 0 0,0 0 0 0 0,0 0 0 0 0,0-1 0 0 0,0 1-1 0 0,7-12-907 0 0,17-15-1143 0 0,-20 24 1440 0 0,-1 1 0 0 0,1-1 1 0 0,0 0-1 0 0,1 1 0 0 0,7-4 0 0 0,0 3-3822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5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78 1376 0 0,'-2'-2'242'0'0,"1"1"-1"0"0,0-1 1 0 0,1 0-1 0 0,-1 0 0 0 0,0 0 1 0 0,0 0-1 0 0,1 0 1 0 0,-1 1-1 0 0,1-1 1 0 0,-1 0-1 0 0,1-3 0 0 0,-7-16 4423 0 0,6 25-4238 0 0,1 0 0 0 0,-1 1 1 0 0,1-1-1 0 0,-1 1 0 0 0,1-1 1 0 0,1 6-1 0 0,0-7-330 0 0,0 0-1 0 0,1 0 1 0 0,-1 0-1 0 0,1 0 1 0 0,0-1 0 0 0,-1 1-1 0 0,1 0 1 0 0,0-1-1 0 0,0 0 1 0 0,1 1-1 0 0,-1-1 1 0 0,1 0 0 0 0,-1 0-1 0 0,1 0 1 0 0,-1-1-1 0 0,1 1 1 0 0,0-1-1 0 0,0 1 1 0 0,0-1 0 0 0,4 1-1 0 0,-5-1-59 0 0,0 0 1 0 0,0-1-1 0 0,0 1 1 0 0,0-1-1 0 0,0 0 0 0 0,0 0 1 0 0,0 1-1 0 0,1-2 0 0 0,-1 1 1 0 0,0 0-1 0 0,0 0 0 0 0,0-1 1 0 0,0 1-1 0 0,0-1 0 0 0,0 1 1 0 0,0-1-1 0 0,0 0 1 0 0,0 0-1 0 0,0 0 0 0 0,0 0 1 0 0,0 0-1 0 0,0 0 0 0 0,-1-1 1 0 0,1 1-1 0 0,-1 0 0 0 0,1-1 1 0 0,-1 0-1 0 0,1 1 0 0 0,-1-1 1 0 0,2-3-1 0 0,-2 2-3 0 0,0 1 0 0 0,0-1-1 0 0,-1 0 1 0 0,1 0 0 0 0,-1 1 0 0 0,1-1 0 0 0,-1 0-1 0 0,0 0 1 0 0,0 0 0 0 0,-1 0 0 0 0,1 1-1 0 0,0-1 1 0 0,-1 0 0 0 0,0 0 0 0 0,0 1-1 0 0,0-1 1 0 0,0 0 0 0 0,0 1 0 0 0,0-1-1 0 0,-1 1 1 0 0,1 0 0 0 0,-1-1 0 0 0,-2-2-1 0 0,3 3 27 0 0,-1 0 0 0 0,1 0-1 0 0,-1 0 1 0 0,1 1-1 0 0,-1-1 1 0 0,0 0 0 0 0,1 1-1 0 0,-1-1 1 0 0,0 1 0 0 0,0 0-1 0 0,0 0 1 0 0,0 0-1 0 0,0 0 1 0 0,0 0 0 0 0,0 0-1 0 0,-1 0 1 0 0,1 1-1 0 0,0-1 1 0 0,0 1 0 0 0,-1 0-1 0 0,1-1 1 0 0,0 1-1 0 0,-1 0 1 0 0,1 0 0 0 0,0 1-1 0 0,0-1 1 0 0,-1 0-1 0 0,-3 2 1 0 0,-1 2 134 0 0,0 0-1 0 0,1 0 1 0 0,-1 1 0 0 0,1 0-1 0 0,0 0 1 0 0,-7 9 0 0 0,10-12-192 0 0,1 1 1 0 0,-1 0 0 0 0,1 0-1 0 0,0 0 1 0 0,0 0 0 0 0,0 0-1 0 0,0 1 1 0 0,0-1 0 0 0,1 0-1 0 0,-1 1 1 0 0,1 0-1 0 0,0-1 1 0 0,0 1 0 0 0,1 0-1 0 0,-1 4 1 0 0,4 2-481 0 0,3-2-138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9.2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203 11 6913 0 0,'8'-11'7739'0'0,"-16"15"-7621"0"0,0 0 0 0 0,0 0 0 0 0,0 0 0 0 0,1 1 0 0 0,0 1 0 0 0,0-1-1 0 0,0 1 1 0 0,-8 9 0 0 0,-51 64 827 0 0,47-55-447 0 0,12-16-333 0 0,1 0 0 0 0,0 1 1 0 0,0-1-1 0 0,1 1 0 0 0,0 0 0 0 0,1 1 1 0 0,-4 12-1 0 0,7-19-140 0 0,0 0 0 0 0,0 0 0 0 0,1 0 0 0 0,0 0 0 0 0,-1 0-1 0 0,1 0 1 0 0,0 0 0 0 0,1 0 0 0 0,-1 0 0 0 0,0 0 0 0 0,1 0 0 0 0,0 0 0 0 0,0 0 0 0 0,0 0 0 0 0,0-1-1 0 0,0 1 1 0 0,0 0 0 0 0,1 0 0 0 0,-1-1 0 0 0,1 1 0 0 0,0-1 0 0 0,0 1 0 0 0,0-1 0 0 0,0 0 0 0 0,0 0-1 0 0,0 0 1 0 0,1 0 0 0 0,4 3 0 0 0,9 4 28 0 0,1 0 0 0 0,0-2 0 0 0,0 0-1 0 0,25 7 1 0 0,-21-8 53 0 0,1 1 0 0 0,-1 2-1 0 0,22 12 1 0 0,-37-18-93 0 0,-1 0 0 0 0,0 0 0 0 0,0 1 0 0 0,-1 0 0 0 0,1 0 0 0 0,-1 0 0 0 0,1 1 0 0 0,-2 0 0 0 0,1 0 0 0 0,0 0 0 0 0,-1 0 0 0 0,0 0 0 0 0,0 0 0 0 0,0 1 0 0 0,-1 0 0 0 0,2 5 0 0 0,-3-7 3 0 0,0 0-1 0 0,0 0 1 0 0,-1 0 0 0 0,1-1-1 0 0,-1 1 1 0 0,0 0-1 0 0,0 0 1 0 0,0 0 0 0 0,-1 0-1 0 0,1 0 1 0 0,-1 0-1 0 0,0 0 1 0 0,0-1 0 0 0,-1 1-1 0 0,1 0 1 0 0,-3 3-1 0 0,0-1 50 0 0,1 0 0 0 0,-2 0 0 0 0,1-1 0 0 0,0 0-1 0 0,-1 0 1 0 0,0 0 0 0 0,0 0 0 0 0,-10 5-1 0 0,0 0 58 0 0,0-2-1 0 0,0 0 0 0 0,0-1 0 0 0,-1-1 0 0 0,-1 0 0 0 0,-26 6 1 0 0,39-11-231 0 0,-48 7 403 0 0,48-7-568 0 0,0-1 1 0 0,-1 1-1 0 0,1-1 0 0 0,0-1 1 0 0,0 1-1 0 0,-1 0 0 0 0,1-1 1 0 0,0 0-1 0 0,-7-2 0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29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49 2304 0 0,'-4'-14'1139'0'0,"7"-9"4940"0"0,-3 22-5897 0 0,1 1 0 0 0,-1-1 0 0 0,0 0 0 0 0,1 1 0 0 0,-1-1 0 0 0,0 1 0 0 0,1-1 0 0 0,-1 1 0 0 0,0-1 0 0 0,1 1 0 0 0,-1-1 0 0 0,1 1 0 0 0,-1-1 0 0 0,1 1 0 0 0,-1-1 0 0 0,1 1 0 0 0,-1 0 0 0 0,1-1 0 0 0,0 1 0 0 0,-1 0 0 0 0,1 0 0 0 0,0-1 0 0 0,-1 1 0 0 0,1 0 0 0 0,-1 0 0 0 0,1 0 0 0 0,0 0 0 0 0,-1 0 0 0 0,1 0 0 0 0,0 0 0 0 0,-1 0 0 0 0,1 0 0 0 0,0 0 0 0 0,-1 0 0 0 0,1 0 0 0 0,0 0 0 0 0,-1 1 0 0 0,1-1 0 0 0,0 0 0 0 0,-1 0 0 0 0,1 1-1 0 0,-1-1 1 0 0,1 0 0 0 0,-1 1 0 0 0,1-1 0 0 0,-1 1 0 0 0,1-1 0 0 0,-1 1 0 0 0,1-1 0 0 0,-1 1 0 0 0,1 0 0 0 0,1 2 33 0 0,0-1 0 0 0,-1 0 0 0 0,0 1-1 0 0,1-1 1 0 0,-1 1 0 0 0,0 0 0 0 0,0-1-1 0 0,0 1 1 0 0,-1 0 0 0 0,1-1 0 0 0,-1 1 0 0 0,1 0-1 0 0,-1 0 1 0 0,0 4 0 0 0,-4 46 137 0 0,2-38-185 0 0,0 4-235 0 0,0 0-1 0 0,1 0 1 0 0,1 0-1 0 0,1 0 1 0 0,1 0-1 0 0,0 0 1 0 0,1 0-1 0 0,2-1 1 0 0,-1 1-1 0 0,11 23 1 0 0,-3-19-748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1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21 1376 0 0,'0'-1'141'0'0,"-1"1"0"0"0,0-2 703 0 0,0 2-703 0 0,1 0 0 0 0,0-1-1 0 0,-1 1 1 0 0,1 0 0 0 0,-1 0-1 0 0,1 0 1 0 0,0-1 0 0 0,-1 1 0 0 0,1 0-1 0 0,-1 0 1 0 0,1 0 0 0 0,-1 0-1 0 0,1 0 1 0 0,0 0 0 0 0,-1 0 0 0 0,1 0-1 0 0,-1 0 1 0 0,1 0 0 0 0,-1 0 0 0 0,1 0-1 0 0,0 0 1 0 0,-1 0 0 0 0,1 0-1 0 0,-1 0 1 0 0,1 1 0 0 0,0-1 0 0 0,-1 0-1 0 0,1 0 1 0 0,-1 0 0 0 0,0 2 703 0 0,0-1-703 0 0,1-1 0 0 0,0 0-1 0 0,-1 1 1 0 0,1-1 0 0 0,0 0-1 0 0,0 1 1 0 0,0-1 0 0 0,0 1 0 0 0,-1-1-1 0 0,1 0 1 0 0,0 1 0 0 0,0-1 0 0 0,0 1-1 0 0,0-1 1 0 0,0 1 0 0 0,0 0-1 0 0,0 1 239 0 0,-1 1-1 0 0,1-1 1 0 0,-1 1-1 0 0,1-1 0 0 0,0 1 1 0 0,0-1-1 0 0,0 1 1 0 0,1-1-1 0 0,0 5 0 0 0,1-3-255 0 0,-1 0 0 0 0,1-1-1 0 0,0 0 1 0 0,1 1 0 0 0,-1-1-1 0 0,1 0 1 0 0,-1 0 0 0 0,1 0-1 0 0,0-1 1 0 0,0 1-1 0 0,0-1 1 0 0,0 1 0 0 0,0-1-1 0 0,1 0 1 0 0,-1 0 0 0 0,1-1-1 0 0,5 3 1 0 0,-7-3-70 0 0,0-1 0 0 0,-1 1 0 0 0,1-1 0 0 0,0 0 0 0 0,0 1 1 0 0,0-1-1 0 0,0 0 0 0 0,0 0 0 0 0,0 0 0 0 0,0-1 0 0 0,0 1 0 0 0,0 0 0 0 0,0-1 0 0 0,0 1 0 0 0,-1-1 0 0 0,1 0 0 0 0,0 1 0 0 0,0-1 0 0 0,-1 0 1 0 0,1 0-1 0 0,0 0 0 0 0,-1 0 0 0 0,1-1 0 0 0,-1 1 0 0 0,1 0 0 0 0,-1-1 0 0 0,0 1 0 0 0,1-1 0 0 0,-1 1 0 0 0,0-1 0 0 0,0 0 0 0 0,0 1 1 0 0,0-1-1 0 0,-1 0 0 0 0,1 0 0 0 0,0-1 0 0 0,0 0-62 0 0,0 0 1 0 0,0 0-1 0 0,0 1 0 0 0,0-1 1 0 0,0 0-1 0 0,-1 0 1 0 0,0 0-1 0 0,0 0 0 0 0,1 0 1 0 0,-2 0-1 0 0,1 0 0 0 0,0 0 1 0 0,0 0-1 0 0,-1 1 1 0 0,0-1-1 0 0,0 0 0 0 0,0 0 1 0 0,-2-5-1 0 0,2 7 3 0 0,0-1-1 0 0,-1 1 1 0 0,1 0 0 0 0,0-1-1 0 0,-1 1 1 0 0,1 0-1 0 0,-1 0 1 0 0,0 0 0 0 0,1 0-1 0 0,-1 0 1 0 0,0 1 0 0 0,1-1-1 0 0,-1 0 1 0 0,0 1-1 0 0,0-1 1 0 0,0 1 0 0 0,1 0-1 0 0,-1 0 1 0 0,0-1 0 0 0,0 1-1 0 0,0 0 1 0 0,0 1-1 0 0,0-1 1 0 0,0 0 0 0 0,1 0-1 0 0,-1 1 1 0 0,0-1 0 0 0,0 1-1 0 0,1 0 1 0 0,-4 1-1 0 0,-4 2-18 0 0,0 0 1 0 0,0 1-1 0 0,0 0 0 0 0,1 0 0 0 0,0 1 0 0 0,0 1 0 0 0,0-1 0 0 0,-11 14 0 0 0,16-17 17 0 0,0 0-1 0 0,0 0 1 0 0,0 0 0 0 0,1 0 0 0 0,-1 1-1 0 0,1 0 1 0 0,0-1 0 0 0,0 1 0 0 0,1 0-1 0 0,-1 0 1 0 0,1 0 0 0 0,-1 0-1 0 0,1 0 1 0 0,1 0 0 0 0,-1 0 0 0 0,0 1-1 0 0,1-1 1 0 0,0 0 0 0 0,0 0-1 0 0,0 0 1 0 0,1 1 0 0 0,1 7 0 0 0,0-8 16 0 0,0-1 0 0 0,0 1 1 0 0,1-1-1 0 0,-1 0 1 0 0,1 0-1 0 0,0 0 0 0 0,0 0 1 0 0,0-1-1 0 0,0 1 0 0 0,1-1 1 0 0,-1 1-1 0 0,0-1 1 0 0,1 0-1 0 0,0-1 0 0 0,-1 1 1 0 0,1-1-1 0 0,7 3 0 0 0,-8-4-2 0 0,-1 1 0 0 0,0 0 0 0 0,1 0-1 0 0,-1-1 1 0 0,1 1 0 0 0,-1-1 0 0 0,1 0-1 0 0,0 0 1 0 0,-1 0 0 0 0,1 0 0 0 0,-1 0-1 0 0,1-1 1 0 0,-1 1 0 0 0,1-1 0 0 0,-1 0-1 0 0,1 0 1 0 0,-1 1 0 0 0,0-1 0 0 0,1-1-1 0 0,-1 1 1 0 0,0 0 0 0 0,0-1 0 0 0,0 1-1 0 0,0-1 1 0 0,0 1 0 0 0,0-1 0 0 0,0 0-1 0 0,2-4 1 0 0,-3 5-1 0 0,0-1 0 0 0,0 0 0 0 0,-1 0 1 0 0,1 0-1 0 0,-1 0 0 0 0,0 0 0 0 0,1 0 0 0 0,-1 0 0 0 0,0 0 0 0 0,0 0 1 0 0,0 0-1 0 0,0 0 0 0 0,-1 0 0 0 0,1 0 0 0 0,0 1 0 0 0,-1-1 0 0 0,1 0 1 0 0,-1 0-1 0 0,0 0 0 0 0,0 0 0 0 0,0 1 0 0 0,0-1 0 0 0,0 0 0 0 0,0 1 1 0 0,0-1-1 0 0,0 0 0 0 0,-1 1 0 0 0,1 0 0 0 0,-1-1 0 0 0,1 1 0 0 0,-1 0 1 0 0,-3-2-1 0 0,4 1 7 0 0,-1 1 1 0 0,0 0 0 0 0,0 0-1 0 0,0 0 1 0 0,0 0-1 0 0,1 0 1 0 0,-1 1 0 0 0,-1-1-1 0 0,1 0 1 0 0,0 1 0 0 0,0-1-1 0 0,0 1 1 0 0,0 0-1 0 0,0 0 1 0 0,0 0 0 0 0,0 0-1 0 0,0 0 1 0 0,-1 0-1 0 0,1 1 1 0 0,0-1 0 0 0,0 1-1 0 0,0-1 1 0 0,0 1 0 0 0,0 0-1 0 0,0 0 1 0 0,0 0-1 0 0,1 0 1 0 0,-1 0 0 0 0,0 0-1 0 0,0 1 1 0 0,-2 2 0 0 0,2-3 3 0 0,1 1 1 0 0,0 0 0 0 0,-1 0 0 0 0,1 0 0 0 0,0 0 0 0 0,0 0 0 0 0,0 0-1 0 0,0 0 1 0 0,0 1 0 0 0,1-1 0 0 0,-1 0 0 0 0,1 0 0 0 0,0 1 0 0 0,-1-1-1 0 0,1 0 1 0 0,0 1 0 0 0,0-1 0 0 0,0 0 0 0 0,1 1 0 0 0,-1-1 0 0 0,0 0 0 0 0,1 0-1 0 0,1 3 1 0 0,-2-3 0 0 0,1-1 1 0 0,0 1-1 0 0,-1-1 0 0 0,1 0 0 0 0,0 1 0 0 0,0-1 1 0 0,0 0-1 0 0,0 0 0 0 0,0 1 0 0 0,1-1 0 0 0,-1 0 1 0 0,0 0-1 0 0,0 0 0 0 0,1-1 0 0 0,-1 1 0 0 0,1 0 1 0 0,-1 0-1 0 0,1-1 0 0 0,-1 1 0 0 0,1-1 0 0 0,-1 1 1 0 0,1-1-1 0 0,-1 0 0 0 0,1 1 0 0 0,-1-1 0 0 0,1 0 1 0 0,0 0-1 0 0,-1 0 0 0 0,1 0 0 0 0,0 0 0 0 0,-1-1 1 0 0,1 1-1 0 0,1-1 0 0 0,-3 1 5 0 0,1-1-1 0 0,-1 1 1 0 0,0-1-1 0 0,0 1 1 0 0,1 0-1 0 0,-1-1 1 0 0,0 1-1 0 0,0-1 1 0 0,0 1-1 0 0,0 0 1 0 0,0-1-1 0 0,0 1 1 0 0,0-1-1 0 0,1 1 1 0 0,-1-1-1 0 0,0 1 1 0 0,-1-1-1 0 0,1 1 1 0 0,0 0-1 0 0,0-1 1 0 0,0 1-1 0 0,0-1 1 0 0,0 1-1 0 0,0-1 0 0 0,0 1 1 0 0,-1 0-1 0 0,1-1 1 0 0,0 1-1 0 0,0-1 1 0 0,-1 1-1 0 0,1 0 1 0 0,0-1-1 0 0,0 1 1 0 0,-1 0-1 0 0,1-1 1 0 0,0 1-1 0 0,-1 0 1 0 0,1 0-1 0 0,-1-1 1 0 0,1 1-1 0 0,-1 0 1 0 0,-15-16 27 0 0,15 15-105 0 0,1 0 0 0 0,-1 1 0 0 0,0-1-1 0 0,0 1 1 0 0,1-1 0 0 0,-1 1 0 0 0,0-1-1 0 0,0 1 1 0 0,0-1 0 0 0,1 1 0 0 0,-1 0-1 0 0,0 0 1 0 0,0-1 0 0 0,0 1 0 0 0,0 0 0 0 0,0 0-1 0 0,0 0 1 0 0,1 0 0 0 0,-1 0 0 0 0,0 0-1 0 0,0 0 1 0 0,0 0 0 0 0,0 0 0 0 0,0 1-1 0 0,0-1 1 0 0,0 0 0 0 0,1 0 0 0 0,-1 1-1 0 0,-1 0 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2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142 49 4609 0 0,'2'-3'639'0'0,"0"0"-1"0"0,0 0 1 0 0,0-1-1 0 0,-1 1 1 0 0,0-1-1 0 0,1 0 1 0 0,-1 1 0 0 0,-1-1-1 0 0,1 0 1 0 0,0 0-1 0 0,-1-5 1 0 0,-1 9-527 0 0,1 0 1 0 0,-1-1-1 0 0,0 1 1 0 0,0 0-1 0 0,1 0 1 0 0,-1 0-1 0 0,0 0 1 0 0,0 0-1 0 0,1 1 1 0 0,-1-1-1 0 0,0 0 1 0 0,0 0-1 0 0,1 0 1 0 0,-1 1-1 0 0,0-1 1 0 0,1 0-1 0 0,-1 1 0 0 0,0-1 1 0 0,1 1-1 0 0,-1-1 1 0 0,0 0-1 0 0,0 2 1 0 0,-17 10 694 0 0,17-12-715 0 0,-66 55 2075 0 0,61-49-1965 0 0,-1 0-1 0 0,1 1 1 0 0,1 0-1 0 0,-1 0 1 0 0,1 0-1 0 0,1 0 1 0 0,-8 15 0 0 0,12-19-194 0 0,-1-1 0 0 0,1 1 0 0 0,-1 0 0 0 0,1 0 0 0 0,0 0 0 0 0,0 0 0 0 0,0 0 0 0 0,0 0 0 0 0,0-1 0 0 0,1 1 0 0 0,0 0 1 0 0,-1 0-1 0 0,1 0 0 0 0,0-1 0 0 0,0 1 0 0 0,0 0 0 0 0,1-1 0 0 0,-1 1 0 0 0,1-1 0 0 0,-1 1 0 0 0,1-1 0 0 0,0 0 0 0 0,3 3 1 0 0,6 7 28 0 0,1-1 0 0 0,1 0 1 0 0,13 9-1 0 0,-10-8-26 0 0,-2-2-9 0 0,2 2 10 0 0,0 1 0 0 0,15 17 0 0 0,-28-27-11 0 0,0 0 1 0 0,-1 0-1 0 0,1 0 1 0 0,-1 0-1 0 0,1 1 1 0 0,-1-1 0 0 0,0 1-1 0 0,0 0 1 0 0,-1 0-1 0 0,1-1 1 0 0,-1 1-1 0 0,0 0 1 0 0,0 0 0 0 0,0 1-1 0 0,0-1 1 0 0,0 7-1 0 0,-2-7 2 0 0,-1-1 0 0 0,1 1 0 0 0,0 0 0 0 0,-1 0 0 0 0,0-1 0 0 0,0 1 0 0 0,0-1 0 0 0,0 1 0 0 0,0-1 0 0 0,-1 0 0 0 0,1 0 0 0 0,-1 0 0 0 0,0 0 0 0 0,0-1 0 0 0,0 1 0 0 0,0-1 0 0 0,-5 3 0 0 0,-8 5 9 0 0,-1 0 1 0 0,-18 8-1 0 0,14-8-440 0 0,6-4-4755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2.9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5849 0 0,'1'0'520'0'0,"0"-1"-416"0"0,1 1-104 0 0,-1 0 0 0 0,0 0 0 0 0,-1-2 0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3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2761 0 0,'0'0'206'0'0,"3"-8"2315"0"0,4 12-2459 0 0,-6-3-279 0 0,0 0 1 0 0,-1 0-1 0 0,1 0 0 0 0,0-1 1 0 0,0 1-1 0 0,0 0 0 0 0,0-1 1 0 0,0 1-1 0 0,0-1 0 0 0,0 1 0 0 0,0-1 1 0 0,0 0-1 0 0,0 1 0 0 0,0-1 1 0 0,0 0-1 0 0,0 0 0 0 0,0 0 1 0 0,0 0-1 0 0,1 1 0 0 0,0-2 852 0 0,1 1 1 0 0,-1 0-1 0 0,0 0 0 0 0,0 0 0 0 0,0 0 0 0 0,0 0 1 0 0,0 0-1 0 0,0 1 0 0 0,0-1 0 0 0,0 1 0 0 0,0-1 1 0 0,0 1-1 0 0,0 0 0 0 0,-1 0 0 0 0,1 0 0 0 0,0 0 1 0 0,0 0-1 0 0,-1 0 0 0 0,3 2 0 0 0,31 33 5812 0 0,-16-15-6050 0 0,-9-2 650 0 0,-10-19-1037 0 0,0 0 0 0 0,0 1 1 0 0,0-1-1 0 0,1 0 0 0 0,-1 1 0 0 0,0-1 0 0 0,0 1 0 0 0,0-1 0 0 0,0 0 1 0 0,0 1-1 0 0,0-1 0 0 0,0 1 0 0 0,0-1 0 0 0,0 1 0 0 0,0-1 0 0 0,0 0 1 0 0,0 1-1 0 0,0-1 0 0 0,0 1 0 0 0,0-1 0 0 0,0 0 0 0 0,0 1 0 0 0,0-1 0 0 0,-1 1 1 0 0,1-1-1 0 0,0 0 0 0 0,0 1 0 0 0,-1-1 0 0 0,1 0 0 0 0,0 1 0 0 0,0-1 1 0 0,-1 0-1 0 0,1 0 0 0 0,0 1 0 0 0,-1-1 0 0 0,1 0 0 0 0,0 0 0 0 0,-1 1 1 0 0,1-1-1 0 0,0 0 0 0 0,-1 0 0 0 0,1 0 0 0 0,-1 0 0 0 0,1 1 0 0 0,0-1 1 0 0,-1 0-1 0 0,1 0 0 0 0,-1 0 0 0 0,0 0 129 0 0,-2-1-345 0 0,2 0 203 0 0,0 1 0 0 0,0-1 0 0 0,0 1 0 0 0,0-1 0 0 0,0 1 0 0 0,0-1 0 0 0,0 1 0 0 0,0-1 0 0 0,0 0 0 0 0,0 1-1 0 0,0-1 1 0 0,1 0 0 0 0,-1 0 0 0 0,0 0 0 0 0,1 0 0 0 0,-1 0 0 0 0,0 0 0 0 0,1 0 0 0 0,-1-1 0 0 0,-4-26-141 0 0,4 16 110 0 0,-6-7-224 0 0,6 18 245 0 0,0 1-1 0 0,1-1 1 0 0,-1 1-1 0 0,1-1 1 0 0,0 0 0 0 0,-1 1-1 0 0,1-1 1 0 0,-1 0-1 0 0,1 1 1 0 0,0-1 0 0 0,0 0-1 0 0,-1 1 1 0 0,1-1-1 0 0,0 0 1 0 0,0 0 0 0 0,0 1-1 0 0,0-1 1 0 0,0 0-1 0 0,0 0 1 0 0,0 1 0 0 0,0-1-1 0 0,0 0 1 0 0,0 0-1 0 0,0 1 1 0 0,0-1 0 0 0,1 0-1 0 0,-1 0 1 0 0,0 1-1 0 0,0-1 1 0 0,1 0 0 0 0,-1 1-1 0 0,1-1 1 0 0,-1 0-1 0 0,0 1 1 0 0,1-1 0 0 0,-1 1-1 0 0,1-1 1 0 0,-1 1-1 0 0,1-1 1 0 0,0 1 0 0 0,-1-1-1 0 0,1 1 1 0 0,0-1-1 0 0,-1 1 1 0 0,1 0 0 0 0,0-1-1 0 0,-1 1 1 0 0,1 0-1 0 0,0 0 1 0 0,1-1 0 0 0,1 0 38 0 0,1-1 1 0 0,-1 1 0 0 0,1-1 0 0 0,-1 1-1 0 0,1 0 1 0 0,0 1 0 0 0,-1-1 0 0 0,1 0 0 0 0,0 1-1 0 0,0 0 1 0 0,0 0 0 0 0,-1 0 0 0 0,1 1-1 0 0,0-1 1 0 0,0 1 0 0 0,-1 0 0 0 0,1 0 0 0 0,0 0-1 0 0,-1 0 1 0 0,1 1 0 0 0,-1-1 0 0 0,1 1 0 0 0,-1 0-1 0 0,0 0 1 0 0,0 0 0 0 0,0 1 0 0 0,0-1-1 0 0,0 1 1 0 0,-1-1 0 0 0,1 1 0 0 0,-1 0 0 0 0,1 0-1 0 0,-1 0 1 0 0,0 1 0 0 0,0-1 0 0 0,-1 0-1 0 0,1 1 1 0 0,-1-1 0 0 0,1 1 0 0 0,-1 0 0 0 0,0-1-1 0 0,0 1 1 0 0,-1 0 0 0 0,1 4 0 0 0,1 9 22 0 0,-1 0 0 0 0,-1 0-1 0 0,0 0 1 0 0,-1 1 0 0 0,-1-1 0 0 0,-1 0 0 0 0,-8 29 0 0 0,1-15 100 0 0,-2-1 0 0 0,0 0 1 0 0,-20 32-1 0 0,31-62-146 0 0,1 0 1 0 0,0 1-1 0 0,0-1 1 0 0,0 0-1 0 0,0 0 1 0 0,0 0-1 0 0,-1 0 1 0 0,1 0-1 0 0,0 1 0 0 0,0-1 1 0 0,0 0-1 0 0,0 0 1 0 0,0 0-1 0 0,0 1 1 0 0,0-1-1 0 0,0 0 1 0 0,0 0-1 0 0,0 0 0 0 0,0 1 1 0 0,0-1-1 0 0,0 0 1 0 0,0 0-1 0 0,0 0 1 0 0,0 1-1 0 0,0-1 1 0 0,0 0-1 0 0,0 0 1 0 0,0 1-1 0 0,0-1 0 0 0,0 0 1 0 0,0 0-1 0 0,0 0 1 0 0,0 0-1 0 0,0 1 1 0 0,0-1-1 0 0,1 0 1 0 0,-1 0-1 0 0,0 0 0 0 0,0 0 1 0 0,0 1-1 0 0,0-1 1 0 0,0 0-1 0 0,1 0 1 0 0,-1 0-1 0 0,0 0 1 0 0,0 0-1 0 0,0 0 1 0 0,1 0-1 0 0,-1 1 0 0 0,0-1 1 0 0,17-2 32 0 0,27-14-77 0 0,-37 13 37 0 0,33-12-1960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4.4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0 2761 0 0,'-2'0'17068'0'0,"15"7"-18099"0"0,-11 1 4000 0 0,-2 12-2276 0 0,1 9-387 0 0,-7 55 0 0 0,-21 60-1367 0 0,25-128 607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6.0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7 4609 0 0,'3'-6'8748'0'0,"-22"18"-6772"0"0,-29 23-1322 0 0,43-30-455 0 0,-1 0 0 0 0,1 0-1 0 0,0 0 1 0 0,0 1-1 0 0,1 0 1 0 0,-1 0 0 0 0,1 0-1 0 0,1 1 1 0 0,-1-1-1 0 0,-2 8 1 0 0,5-11-177 0 0,1 0 0 0 0,-1 0 0 0 0,0 1 1 0 0,1-1-1 0 0,0 0 0 0 0,0 0 0 0 0,0 0 0 0 0,0 0 0 0 0,1 1 0 0 0,-1-1 1 0 0,1 0-1 0 0,-1 0 0 0 0,1 0 0 0 0,0 0 0 0 0,0 0 0 0 0,1 0 1 0 0,-1 0-1 0 0,1-1 0 0 0,-1 1 0 0 0,1 0 0 0 0,0-1 0 0 0,0 1 1 0 0,0-1-1 0 0,0 0 0 0 0,5 4 0 0 0,49 38-25 0 0,-45-37 20 0 0,0 0 1 0 0,0 1-1 0 0,-1 1 1 0 0,0 0 0 0 0,-1 0-1 0 0,0 1 1 0 0,0 0-1 0 0,12 18 1 0 0,-21-26-17 0 0,1-1 1 0 0,0 1 0 0 0,-1-1 0 0 0,1 0-1 0 0,-1 1 1 0 0,1 0 0 0 0,-1-1 0 0 0,0 1-1 0 0,0-1 1 0 0,0 1 0 0 0,0-1 0 0 0,0 1-1 0 0,0 0 1 0 0,0-1 0 0 0,0 1 0 0 0,0-1-1 0 0,-1 1 1 0 0,1-1 0 0 0,-1 1-1 0 0,0 2 1 0 0,-1-2 4 0 0,0 1 0 0 0,0-1-1 0 0,1 0 1 0 0,-2 1 0 0 0,1-1 0 0 0,0 0-1 0 0,0 0 1 0 0,0 0 0 0 0,-1-1-1 0 0,-3 3 1 0 0,-7 3 20 0 0,-1-1 0 0 0,0-1-1 0 0,-23 7 1 0 0,28-10-23 0 0,-57 15-819 0 0,47-13-64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7.0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99 920 0 0,'6'-30'852'0'0,"-7"16"-1055"0"0,1 14 201 0 0,-1 0 0 0 0,1-1-1 0 0,0 1 1 0 0,0 0 0 0 0,0 0 0 0 0,-1 0-1 0 0,1-1 1 0 0,0 1 0 0 0,0 0 0 0 0,0 0-1 0 0,-1 0 1 0 0,1 0 0 0 0,0 0-1 0 0,0 0 1 0 0,-1 0 0 0 0,1 0 0 0 0,0-1-1 0 0,-1 1 1 0 0,1 0 0 0 0,0 0 0 0 0,0 0-1 0 0,-1 0 1 0 0,1 0 0 0 0,0 0 0 0 0,0 0-1 0 0,-1 1 1 0 0,1-1 0 0 0,0 0 0 0 0,0 0-1 0 0,-1 0 1 0 0,1 0 0 0 0,0 0-1 0 0,0 0 1 0 0,-1 0 0 0 0,1 1 0 0 0,0-1-1 0 0,0 0 1 0 0,0 0 0 0 0,-1 0 0 0 0,1 1-1 0 0,-2 0 165 0 0,6-57 19101 0 0,-4 89-17752 0 0,-1 5-1698 0 0,1-19 228 0 0,1-1 1 0 0,1 1-1 0 0,1-1 0 0 0,7 26 1 0 0,-8-35-10 0 0,1 0 0 0 0,1 0 0 0 0,-1 0 0 0 0,2 0 0 0 0,-1-1 0 0 0,1 0 0 0 0,0 0 0 0 0,1 0 0 0 0,0-1 0 0 0,10 11 0 0 0,-14-16-38 0 0,1-1 0 0 0,-1 1 0 0 0,1-1 1 0 0,-1 0-1 0 0,1 1 0 0 0,-1-1 1 0 0,1 0-1 0 0,0-1 0 0 0,0 1 1 0 0,-1 0-1 0 0,1-1 0 0 0,0 0 0 0 0,0 1 1 0 0,0-1-1 0 0,-1 0 0 0 0,1 0 1 0 0,0-1-1 0 0,0 1 0 0 0,0-1 1 0 0,-1 1-1 0 0,1-1 0 0 0,0 0 1 0 0,-1 0-1 0 0,1 0 0 0 0,0 0 0 0 0,3-3 1 0 0,1 0-641 0 0,0 0 1 0 0,0-1-1 0 0,0 0 1 0 0,-1 0 0 0 0,1 0-1 0 0,-2-1 1 0 0,1 0-1 0 0,5-8 1 0 0,-4 4-1221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7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27 920 0 0,'0'-1'262'0'0,"0"0"-1"0"0,0 0 0 0 0,0 0 0 0 0,0 0 1 0 0,0 0-1 0 0,0 0 0 0 0,0 0 1 0 0,-1 0-1 0 0,1 0 0 0 0,0 0 1 0 0,-1 0-1 0 0,1 0 0 0 0,-1 0 0 0 0,1 0 1 0 0,-1 0-1 0 0,1 0 0 0 0,-1 0 1 0 0,0 0-1 0 0,1 1 0 0 0,-1-1 1 0 0,0 0-1 0 0,0 0 0 0 0,0 1 1 0 0,1-1-1 0 0,-1 1 0 0 0,0-1 0 0 0,0 1 1 0 0,0-1-1 0 0,0 1 0 0 0,0-1 1 0 0,0 1-1 0 0,0 0 0 0 0,0 0 1 0 0,0-1-1 0 0,0 1 0 0 0,0 0 1 0 0,0 0-1 0 0,0 0 0 0 0,-1 0 0 0 0,1 0 1 0 0,0 0-1 0 0,0 1 0 0 0,0-1 1 0 0,0 0-1 0 0,0 0 0 0 0,0 1 1 0 0,0-1-1 0 0,0 1 0 0 0,0-1 0 0 0,0 1 1 0 0,1-1-1 0 0,-1 1 0 0 0,0-1 1 0 0,0 1-1 0 0,0 0 0 0 0,1 0 1 0 0,-1-1-1 0 0,0 1 0 0 0,0 0 1 0 0,1 0-1 0 0,-1 0 0 0 0,1 0 0 0 0,-1 1 1 0 0,-7 19 1001 0 0,1-1 1 0 0,1 1-1 0 0,-4 30 1 0 0,5-10-1058 0 0,2 1 1 0 0,2 53-1 0 0,8-33-1969 0 0,-4-42-5964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38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26 5065 0 0,'7'6'5737'0'0,"9"10"-875"0"0,-12-12-4442 0 0,0 0 0 0 0,-1 0 0 0 0,1 0-1 0 0,-1 0 1 0 0,0 1 0 0 0,0-1 0 0 0,-1 1 0 0 0,1 0 0 0 0,1 5 0 0 0,-7-19-457 0 0,0 0 0 0 0,-1 0 0 0 0,0 0 0 0 0,0 0 0 0 0,-1 1 0 0 0,-10-14-1 0 0,14 20 29 0 0,-1 0 0 0 0,1 0 0 0 0,-1 1-1 0 0,0-1 1 0 0,1 1 0 0 0,-1-1 0 0 0,0 1-1 0 0,0 0 1 0 0,0 0 0 0 0,0-1 0 0 0,0 1-1 0 0,0 1 1 0 0,0-1 0 0 0,0 0 0 0 0,0 0-1 0 0,-3 0 1 0 0,3 2-19 0 0,0-1 1 0 0,0 0-1 0 0,0 1 0 0 0,0-1 0 0 0,0 1 1 0 0,0-1-1 0 0,0 1 0 0 0,0 0 1 0 0,0 0-1 0 0,0 0 0 0 0,1 0 0 0 0,-1 0 1 0 0,0 0-1 0 0,1 1 0 0 0,-1-1 0 0 0,1 0 1 0 0,-1 1-1 0 0,1-1 0 0 0,0 1 0 0 0,-1 0 1 0 0,-1 3-1 0 0,2-4 10 0 0,0 1 0 0 0,0 0 0 0 0,0 0-1 0 0,0 0 1 0 0,0-1 0 0 0,0 1 0 0 0,1 0 0 0 0,-1 0 0 0 0,1 1-1 0 0,-1-1 1 0 0,1 0 0 0 0,0 0 0 0 0,0 0 0 0 0,0 0 0 0 0,0 0 0 0 0,0 0-1 0 0,0 0 1 0 0,1 0 0 0 0,-1 0 0 0 0,1 0 0 0 0,-1 0 0 0 0,1 0-1 0 0,0 0 1 0 0,-1 0 0 0 0,1 0 0 0 0,0 0 0 0 0,3 3 0 0 0,-3-4 56 0 0,0 1 1 0 0,0-1 0 0 0,0 0 0 0 0,0 0-1 0 0,1 0 1 0 0,-1-1 0 0 0,0 1-1 0 0,0 0 1 0 0,1 0 0 0 0,-1-1 0 0 0,0 1-1 0 0,1 0 1 0 0,-1-1 0 0 0,1 0-1 0 0,-1 1 1 0 0,1-1 0 0 0,-1 0 0 0 0,1 0-1 0 0,-1 1 1 0 0,1-1 0 0 0,-1-1-1 0 0,1 1 1 0 0,-1 0 0 0 0,1 0 0 0 0,-1 0-1 0 0,1-1 1 0 0,-1 1 0 0 0,1-1-1 0 0,-1 1 1 0 0,1-1 0 0 0,-1 0 0 0 0,0 1-1 0 0,1-1 1 0 0,-1 0 0 0 0,0 0-1 0 0,0 0 1 0 0,0 0 0 0 0,2-1 0 0 0,2-4 105 0 0,1 1 1 0 0,-1-1 0 0 0,0 1 0 0 0,5-10 0 0 0,-9 13-116 0 0,1 1-1 0 0,-1-1 1 0 0,0 0 0 0 0,0 0 0 0 0,0 0-1 0 0,-1 0 1 0 0,1 0 0 0 0,0 0-1 0 0,-1 0 1 0 0,1 0 0 0 0,-1 0-1 0 0,0 0 1 0 0,1 0 0 0 0,-1 0-1 0 0,0 0 1 0 0,0 0 0 0 0,-1 0-1 0 0,1 0 1 0 0,0 0 0 0 0,-2-4 0 0 0,2 5-29 0 0,-1 1 1 0 0,0-1 0 0 0,0 1 0 0 0,1 0 0 0 0,-1-1 0 0 0,0 1 0 0 0,0 0 0 0 0,0 0 0 0 0,0-1 0 0 0,1 1 0 0 0,-1 0 0 0 0,0 0 0 0 0,0 0 0 0 0,0 0 0 0 0,0 0 0 0 0,0 0 0 0 0,0 0-1 0 0,1 0 1 0 0,-1 1 0 0 0,0-1 0 0 0,0 0 0 0 0,0 0 0 0 0,0 1 0 0 0,1-1 0 0 0,-1 1 0 0 0,0-1 0 0 0,0 0 0 0 0,1 1 0 0 0,-1-1 0 0 0,0 1 0 0 0,1 0 0 0 0,-1-1 0 0 0,0 2 0 0 0,-25 20 31 0 0,25-21-32 0 0,0 0 0 0 0,0 0 0 0 0,0 1 0 0 0,1-1 0 0 0,-1 0 0 0 0,0 0 0 0 0,1 1 0 0 0,-1-1 0 0 0,1 1 0 0 0,-1-1 0 0 0,1 0 0 0 0,-1 1 0 0 0,1-1 0 0 0,0 1 0 0 0,0-1 0 0 0,0 1 0 0 0,0-1 0 0 0,0 1 0 0 0,0-1 0 0 0,0 1 0 0 0,1-1 0 0 0,-1 0 0 0 0,1 3 0 0 0,0-3 0 0 0,0 0 0 0 0,0-1 0 0 0,0 1 0 0 0,0 0 0 0 0,0 0 0 0 0,1-1 0 0 0,-1 1 0 0 0,0-1 0 0 0,0 1 0 0 0,1-1 0 0 0,-1 1 0 0 0,0-1 0 0 0,0 0 0 0 0,1 0 0 0 0,-1 1 0 0 0,0-1 0 0 0,1 0 0 0 0,-1 0 0 0 0,1 0 0 0 0,-1-1 0 0 0,0 1 0 0 0,1 0 0 0 0,-1 0 0 0 0,0-1 0 0 0,0 1 0 0 0,2-1 0 0 0,-2 0 0 0 0,-1 1 0 0 0,1 0 0 0 0,-1-1 0 0 0,0 1 0 0 0,1-1 0 0 0,-1 1 0 0 0,1-1 0 0 0,-1 1 0 0 0,0-1 0 0 0,1 1 0 0 0,-1-1 0 0 0,0 1 0 0 0,0-1 0 0 0,1 1 0 0 0,-1-1 0 0 0,0 1 0 0 0,0-1 0 0 0,0 1 0 0 0,0-1 0 0 0,0 0 0 0 0,0 1 0 0 0,0-1 0 0 0,0 1 0 0 0,0-1 0 0 0,0 1 0 0 0,0-1 0 0 0,0 0 0 0 0,0 1 0 0 0,0-1 0 0 0,-1 1 0 0 0,1-1 0 0 0,0 1 0 0 0,0-1 0 0 0,-1 1 0 0 0,1-1 0 0 0,0 1 0 0 0,-1-1 0 0 0,1 1 0 0 0,0-1 0 0 0,-1 1 0 0 0,1 0 0 0 0,-1-1 0 0 0,-20-28 0 0 0,18 25 0 0 0,3 4-2 0 0,0-1 0 0 0,0 1 1 0 0,-1 0-1 0 0,1-1 0 0 0,0 1 1 0 0,0 0-1 0 0,-1 0 0 0 0,1-1 1 0 0,0 1-1 0 0,-1 0 0 0 0,1 0 1 0 0,0-1-1 0 0,-1 1 1 0 0,1 0-1 0 0,-1 0 0 0 0,1 0 1 0 0,0 0-1 0 0,-1 0 0 0 0,1-1 1 0 0,0 1-1 0 0,-1 0 0 0 0,1 0 1 0 0,-1 0-1 0 0,1 0 1 0 0,0 0-1 0 0,-1 0 0 0 0,1 0 1 0 0,-1 0-1 0 0,1 0 0 0 0,0 1 1 0 0,-1-1-1 0 0,1 0 0 0 0,-1 0 1 0 0,0 0-1 0 0,-9 14-151 0 0,9-13 138 0 0,1 0 0 0 0,-1 0 0 0 0,1 0 1 0 0,0 0-1 0 0,-1 0 0 0 0,1 1 0 0 0,0-1 0 0 0,0 0 0 0 0,-1 0 0 0 0,1 0 0 0 0,0 0 0 0 0,0 1 1 0 0,0-1-1 0 0,0 0 0 0 0,1 0 0 0 0,-1 0 0 0 0,0 0 0 0 0,0 0 0 0 0,1 1 0 0 0,-1-1 1 0 0,1 0-1 0 0,-1 0 0 0 0,1 0 0 0 0,-1 0 0 0 0,1 0 0 0 0,0 0 0 0 0,-1 0 0 0 0,1 0 0 0 0,0-1 1 0 0,0 1-1 0 0,1 1 0 0 0,-1-2-531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2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20 1376 0 0,'-8'-19'11987'0'0,"7"19"-11664"0"0,-20 8 5391 0 0,11-1-7540 0 0,1 3 2024 0 0,1 0 0 0 0,0 0 0 0 0,0 1 0 0 0,1 0 0 0 0,0 0 0 0 0,1 1 0 0 0,0 0 0 0 0,1 0 0 0 0,0 0 0 0 0,1 1 0 0 0,1-1 0 0 0,0 1 0 0 0,1 0 0 0 0,-2 26 0 0 0,4-35-197 0 0,0 0-1 0 0,1 0 0 0 0,-1 0 0 0 0,1-1 1 0 0,0 1-1 0 0,0 0 0 0 0,1 0 1 0 0,-1-1-1 0 0,1 1 0 0 0,0-1 0 0 0,0 1 1 0 0,0-1-1 0 0,0 0 0 0 0,1 0 0 0 0,-1 1 1 0 0,6 3-1 0 0,4 4 13 0 0,1-1 1 0 0,28 17-1 0 0,-32-22-9 0 0,0 1 0 0 0,0 0 0 0 0,0 0 0 0 0,-1 0 0 0 0,0 1 0 0 0,-1 1 0 0 0,12 12-1 0 0,-18-18 0 0 0,0-1-1 0 0,0 1 0 0 0,0-1 0 0 0,-1 1 0 0 0,1-1 0 0 0,-1 1 0 0 0,1 0 0 0 0,-1-1 0 0 0,1 1 1 0 0,-1 0-1 0 0,0-1 0 0 0,0 1 0 0 0,1 0 0 0 0,-1-1 0 0 0,-1 1 0 0 0,1 0 0 0 0,0-1 0 0 0,0 1 1 0 0,-1 0-1 0 0,1 0 0 0 0,-2 2 0 0 0,1-1 6 0 0,-1 0 0 0 0,0 0 0 0 0,0-1 0 0 0,0 1 0 0 0,0 0 0 0 0,0-1 0 0 0,-1 1 1 0 0,1-1-1 0 0,-1 0 0 0 0,-4 3 0 0 0,-6 3-11 0 0,-2 0 1 0 0,1-1 0 0 0,-26 8-1 0 0,33-12-40 0 0,3-1-565 0 0,0-1-203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2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50 3681 0 0,'8'-7'1215'0'0,"1"-1"0"0"0,0 1 1 0 0,11-7-1 0 0,-18 12-908 0 0,0 1 1 0 0,0 0 0 0 0,0-1-1 0 0,0 1 1 0 0,0 0 0 0 0,0 0-1 0 0,1 0 1 0 0,-1 0 0 0 0,0 1-1 0 0,1-1 1 0 0,-1 1 0 0 0,0-1-1 0 0,1 1 1 0 0,-1 0-1 0 0,1 0 1 0 0,-1 0 0 0 0,1 0-1 0 0,-1 0 1 0 0,0 1 0 0 0,1-1-1 0 0,2 2 1 0 0,-4-1-244 0 0,0-1 0 0 0,0 1-1 0 0,-1 0 1 0 0,1 0 0 0 0,0 0 0 0 0,-1 0-1 0 0,1 0 1 0 0,-1 0 0 0 0,0 0 0 0 0,1 0 0 0 0,-1 0-1 0 0,0 0 1 0 0,1 0 0 0 0,-1 0 0 0 0,0 0 0 0 0,0 0-1 0 0,0 0 1 0 0,0 1 0 0 0,0-1 0 0 0,0 0-1 0 0,0 0 1 0 0,0 0 0 0 0,-1 0 0 0 0,1 1 0 0 0,-10 34 269 0 0,7-25-54 0 0,2-8-261 0 0,0 0-1 0 0,0 0 1 0 0,0 0-1 0 0,1 0 1 0 0,0 0-1 0 0,-1 0 1 0 0,1 0 0 0 0,0 1-1 0 0,0-1 1 0 0,1 0-1 0 0,-1 0 1 0 0,1 0-1 0 0,-1 0 1 0 0,1 0 0 0 0,0 0-1 0 0,0 0 1 0 0,1 0-1 0 0,1 4 1 0 0,0-4 11 0 0,0 1 1 0 0,0-1 0 0 0,1 0-1 0 0,-1 0 1 0 0,1-1 0 0 0,-1 1-1 0 0,1-1 1 0 0,0 0-1 0 0,0 1 1 0 0,0-2 0 0 0,0 1-1 0 0,8 2 1 0 0,-8-3 35 0 0,0 0 0 0 0,0 0-1 0 0,0 1 1 0 0,0 0 0 0 0,0 0 0 0 0,-1 0 0 0 0,1 0-1 0 0,-1 0 1 0 0,1 1 0 0 0,-1 0 0 0 0,0-1 0 0 0,0 1-1 0 0,3 4 1 0 0,-5-4-35 0 0,1-1-1 0 0,-2 1 0 0 0,1-1 1 0 0,0 1-1 0 0,0-1 0 0 0,-1 1 0 0 0,1 0 1 0 0,-1-1-1 0 0,0 1 0 0 0,0 0 1 0 0,0-1-1 0 0,0 1 0 0 0,0 0 1 0 0,-1-1-1 0 0,1 1 0 0 0,-1 0 1 0 0,1-1-1 0 0,-1 1 0 0 0,0-1 1 0 0,0 1-1 0 0,-2 3 0 0 0,-4 6-16 0 0,0 0 0 0 0,0 0 1 0 0,-13 15-1 0 0,5-6-1446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3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2304 0 0,'2'0'471'0'0,"0"0"-1"0"0,0 0 0 0 0,0 0 0 0 0,0 0 0 0 0,-1 0 0 0 0,1 1 0 0 0,0-1 0 0 0,0 1 0 0 0,0-1 0 0 0,-1 1 0 0 0,1 0 0 0 0,0-1 0 0 0,-1 1 0 0 0,1 0 0 0 0,0 0 0 0 0,-1 0 0 0 0,0 1 1 0 0,1-1-1 0 0,-1 0 0 0 0,1 1 0 0 0,0 1 0 0 0,0 0-141 0 0,-1-1 0 0 0,1 1 0 0 0,-1 0 0 0 0,0 0 0 0 0,0 0 0 0 0,-1 0 1 0 0,1 0-1 0 0,-1 0 0 0 0,1 0 0 0 0,-1 0 0 0 0,0 6 0 0 0,-2 6-242 0 0,0 1-1 0 0,-1-1 1 0 0,0 0-1 0 0,-7 15 1 0 0,8-23 110 0 0,-13 51-1887 0 0,11-41-3907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4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139 8 2304 0 0,'-4'-8'7416'0'0,"-10"11"-4679"0"0,-11 14-2055 0 0,19-12-291 0 0,-10 7 468 0 0,1 1 0 0 0,-17 19 0 0 0,29-30-755 0 0,1 1 0 0 0,0-1-1 0 0,-1 1 1 0 0,1 0 0 0 0,0 0-1 0 0,0 0 1 0 0,1 0-1 0 0,-1 0 1 0 0,0 1 0 0 0,1-1-1 0 0,0 0 1 0 0,0 1 0 0 0,0-1-1 0 0,0 1 1 0 0,1-1 0 0 0,-1 1-1 0 0,1 0 1 0 0,0-1 0 0 0,0 1-1 0 0,1 3 1 0 0,1-3-37 0 0,0-1 0 0 0,1 1 0 0 0,0 0 0 0 0,-1-1 1 0 0,1 0-1 0 0,0 0 0 0 0,1 0 0 0 0,-1 0 0 0 0,1 0 0 0 0,-1 0 0 0 0,1-1 1 0 0,0 0-1 0 0,0 0 0 0 0,6 3 0 0 0,28 20 238 0 0,-30-18-295 0 0,0 2 0 0 0,-1-1-1 0 0,0 1 1 0 0,-1 0 0 0 0,0 0 0 0 0,0 1-1 0 0,-1-1 1 0 0,0 1 0 0 0,4 13 0 0 0,-8-19-5 0 0,0 1 0 0 0,0 0 0 0 0,0-1 0 0 0,0 1 0 0 0,-1 0 0 0 0,0 0 0 0 0,0 0 0 0 0,0 0 1 0 0,-1-1-1 0 0,1 1 0 0 0,-1 0 0 0 0,0 0 0 0 0,-1-1 0 0 0,1 1 0 0 0,-1 0 0 0 0,0-1 0 0 0,0 0 1 0 0,0 1-1 0 0,-1-1 0 0 0,1 0 0 0 0,-1 0 0 0 0,0 0 0 0 0,-4 3 0 0 0,-42 40 615 0 0,29-29-1855 0 0,1 0-3687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4.3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82 11522 0 0,'19'-4'975'0'0,"0"0"-1"0"0,-1-2 0 0 0,1 0 0 0 0,32-16 1 0 0,2-1-1483 0 0,2 6-5541 0 0,-66 19 1661 0 0,4-3 4404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4.5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 6449 0 0,'-4'6'726'0'0,"-1"1"-1"0"0,1-1 1 0 0,1 1-1 0 0,-1 0 0 0 0,1 1 1 0 0,0-1-1 0 0,1 0 0 0 0,0 1 1 0 0,0-1-1 0 0,0 1 1 0 0,1 0-1 0 0,0 13 0 0 0,13 48 916 0 0,-9-54-1591 0 0,1 0-1 0 0,-2 0 1 0 0,1 21-1 0 0,-2 26 229 0 0,1 0-3551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4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1 5985 0 0,'9'10'4447'0'0,"-8"-9"-4212"0"0,-1-1 1 0 0,0 1 0 0 0,0-1-1 0 0,0 1 1 0 0,1 0-1 0 0,-1-1 1 0 0,0 1-1 0 0,0-1 1 0 0,0 1-1 0 0,0 0 1 0 0,0-1-1 0 0,0 1 1 0 0,0 0 0 0 0,-1 6 270 0 0,0 0 1 0 0,-1 0-1 0 0,0 0 1 0 0,-5 12-1 0 0,-29 50-1056 0 0,25-53 199 0 0,2 2 0 0 0,-9 19 0 0 0,12-21 351 0 0,-1-3 0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5.2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20 456 0 0,'15'-20'7949'0'0,"-27"26"-6048"0"0,7-3-1773 0 0,1-1 0 0 0,0 1 0 0 0,0 1 0 0 0,0-1 0 0 0,1 1 0 0 0,-1-1-1 0 0,1 1 1 0 0,0 0 0 0 0,0 0 0 0 0,0 0 0 0 0,1 1 0 0 0,-1-1 0 0 0,1 1 0 0 0,0-1-1 0 0,0 1 1 0 0,1 0 0 0 0,-1 0 0 0 0,1-1 0 0 0,0 1 0 0 0,1 0 0 0 0,-1 0 0 0 0,1 0 0 0 0,0 0-1 0 0,0 0 1 0 0,0 0 0 0 0,2 9 0 0 0,3 10 744 0 0,2 0-1 0 0,0 0 1 0 0,1 0-1 0 0,14 28 1 0 0,-3-7-385 0 0,-16-37-449 0 0,0 1 1 0 0,-1-1-1 0 0,0 0 0 0 0,0 1 1 0 0,-1-1-1 0 0,0 1 1 0 0,-1 0-1 0 0,0-1 0 0 0,0 1 1 0 0,-2 8-1 0 0,2-14-91 0 0,-1 1 0 0 0,0-1 0 0 0,0 0-1 0 0,0 1 1 0 0,0-1 0 0 0,0 0 0 0 0,-1 0 0 0 0,1 0-1 0 0,-1 0 1 0 0,0 0 0 0 0,0-1 0 0 0,0 1 0 0 0,0-1-1 0 0,-1 1 1 0 0,1-1 0 0 0,-1 1 0 0 0,1-1 0 0 0,-1 0 0 0 0,0 0-1 0 0,0-1 1 0 0,0 1 0 0 0,0-1 0 0 0,0 1 0 0 0,0-1-1 0 0,0 0 1 0 0,-1 0 0 0 0,1 0 0 0 0,-4 0 0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5.7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47 1840 0 0,'-3'-10'5719'0'0,"3"9"-5592"0"0,17-13 3419 0 0,-11 10-2541 0 0,0 1-1 0 0,0 0 1 0 0,0 0 0 0 0,0 1-1 0 0,7-2 1 0 0,-10 3-747 0 0,0 0 0 0 0,0 1 0 0 0,0 0 1 0 0,0 0-1 0 0,0 0 0 0 0,0 0 0 0 0,-1 0 0 0 0,1 1 1 0 0,0-1-1 0 0,0 1 0 0 0,0 0 0 0 0,4 1 0 0 0,-6-1-236 0 0,0 0-1 0 0,0 0 1 0 0,0 0-1 0 0,0 0 1 0 0,0 0-1 0 0,0 0 1 0 0,-1 0 0 0 0,1 0-1 0 0,0 0 1 0 0,-1 0-1 0 0,1 0 1 0 0,-1 1-1 0 0,1-1 1 0 0,-1 0-1 0 0,0 0 1 0 0,1 1-1 0 0,-1-1 1 0 0,0 0-1 0 0,0 1 1 0 0,0-1-1 0 0,0 0 1 0 0,0 1-1 0 0,0-1 1 0 0,0 0-1 0 0,-1 0 1 0 0,1 1-1 0 0,0-1 1 0 0,-1 0-1 0 0,0 3 1 0 0,-9 31 48 0 0,1 1 1 0 0,3 1-1 0 0,1 0 1 0 0,1 0-1 0 0,2 0 1 0 0,2 0-1 0 0,6 52 1 0 0,-1-71-1175 0 0,-5-14 514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5.8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1 112 2761 0 0,'0'-1'213'0'0,"0"0"1"0"0,1 0-1 0 0,-1 0 1 0 0,1-1-1 0 0,-1 1 1 0 0,1 0-1 0 0,0 0 1 0 0,-1 0-1 0 0,1 0 0 0 0,0 0 1 0 0,0 0-1 0 0,0 0 1 0 0,0 0-1 0 0,-1 1 1 0 0,1-1-1 0 0,1 0 1 0 0,-1 0-1 0 0,0 1 1 0 0,1-2-1 0 0,29-13 4587 0 0,-20 9-3747 0 0,36-21 1961 0 0,20-11-3117 0 0,-56 32-272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1:52:46.9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35 20487,'0'-1'0,"-1"1"0,1 0 0,-1-1 0,0 1 0,1-1 0,-1 0 0,1 0 0,-1 1 0,-1 0 0,1-1 0,0 0 0,0 0 0,-1 1 0,1-1 0,-1 1 0,1 0 0,-1-1 0,0 1 0,1 0 0,-1 0 0,1 0 0,-2 0 0,2 0 0,-1 1 0,0-1 0,1 0 0,-2 1 0,2 0 0,0 0 0,-1 0 0,1-1 0,-1 2 0,1-1 0,1 0 0,-1 1 0,0 0 0,0-1 0,0 1 0,1-1 0,0 1 0,0 0 0,0 0 0,0 0 0,1 0 0,0 0 0,0 0 0,0 0 0,0 0 0,0 0 0,1 0 0,-1 0 0,1 0 0,0 0 0,0-1 0,0 1 0,0-1 0,0 1 0,1 0 0,-1-1 0,0 1 0,1-1 0,-1 0 0,1 1 0,0-1 0,-1 0 0,1 0 0,-1 0 0,0 0 0,1-1 0,-2 1 0,2 0 0,-1 0 0,0-1 0,0 1 0,0-1 0,-1 0 0,1 1 0,0-1 0,-2 0 0,2 1 0,-1-1 0,0 0 0,0 1 0,0-1 0,0 0 0,-1 1 0,1-1 0,-1 0 0,1 0 0,-1 0 0,0 0 0,0-1 0,1 1 0,-1-1 0,0 0 0,0 0 0,1 1 0,-1-1 0,1 0 0,-1 0 0,0 0 0,1 0 0,0-1 0,0 1 0,0-1 0,-1 0 0,1 1 0,0-1 0,0 0 0,0 0 0,-1 0 0,1-1 0,0 1 0,0 0 0,0-1 0,-1 1 0,1-1 0,0 0 0,-1 0 0,1 1 0,0-1 0,-1 0 0,0 1 0,0-2 0,0 2 0,0-1 0,0 0 0,0 1 0,0 0 0,-1-2 0,1 3 0,-1-2 0,0 1 0,0 0 0,1 0 0,-2 0 0,1 1 0,0-1 0,0 1 0,-1 0 0,1-1 0,-1 1 0,0 1 0,1 0 0,-1-1 0,1 1 0,-1 0 0,0 0 0,0 0 0,0 0 0,1 1 0,-1-1 0,1 1 0,-1 0 0,0 0 0,1 0 0,-1 0 0,1 1 0,0-1 0,0 0 0,0 1 0,0-1 0,0 0 0,0 1 0,0-1 0,1 1 0,-1 0 0,1-2 0,0 2 0,0 0 0,-1-2 0,1 2 0,0-1 0,0 0 0,0 0 0,0 0 0,0 0 0,0 0 0,1-1 0,-1 1 0,0-1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8.2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10 2761 0 0,'0'-10'5479'0'0,"0"10"-5371"0"0,-16 6 3250 0 0,-18 16-877 0 0,28-18-2300 0 0,1 1 0 0 0,0 0 0 0 0,0 1 0 0 0,0-1 0 0 0,1 1 0 0 0,-1 0 0 0 0,1 0 0 0 0,1 0 0 0 0,-1 1 0 0 0,1-1 0 0 0,0 1 0 0 0,1 0 0 0 0,0 0 0 0 0,0 0 0 0 0,0 0 0 0 0,1 0 0 0 0,-1 8 0 0 0,2-6-175 0 0,0 0 0 0 0,1 0 0 0 0,0-1 0 0 0,1 1 1 0 0,0 0-1 0 0,0-1 0 0 0,1 0 0 0 0,0 1 1 0 0,0-1-1 0 0,1 0 0 0 0,0 0 0 0 0,1-1 1 0 0,9 13-1 0 0,-3-6 6 0 0,1-2 0 0 0,0 1 1 0 0,22 16-1 0 0,-20-18 254 0 0,-1 1-1 0 0,24 27 0 0 0,-36-39-207 0 0,-1 1 0 0 0,1-1-1 0 0,-1 1 1 0 0,0-1 0 0 0,1 1-1 0 0,-1-1 1 0 0,0 1-1 0 0,1-1 1 0 0,-1 1 0 0 0,0 0-1 0 0,0-1 1 0 0,0 1 0 0 0,0-1-1 0 0,1 1 1 0 0,-1 0 0 0 0,0-1-1 0 0,0 1 1 0 0,0 0 0 0 0,0-1-1 0 0,0 1 1 0 0,-1-1 0 0 0,1 1-1 0 0,0 0 1 0 0,0-1-1 0 0,0 1 1 0 0,0-1 0 0 0,-1 1-1 0 0,1 0 1 0 0,0-1 0 0 0,-1 1-1 0 0,1-1 1 0 0,0 1 0 0 0,-1 0-1 0 0,-2 1 29 0 0,1 0 0 0 0,0-1 0 0 0,0 1 0 0 0,-1-1 0 0 0,1 1 0 0 0,0-1 0 0 0,-1 0 0 0 0,-3 2 0 0 0,-51 11 336 0 0,44-13-469 0 0,1 0 1 0 0,-1-1-1 0 0,0 0 1 0 0,-14-3-1 0 0,12 2-538 0 0,8 1-1146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8.6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1 9218 0 0,'-2'1'479'0'0,"-1"0"-1"0"0,0 1 1 0 0,1 0 0 0 0,-1-1-1 0 0,1 1 1 0 0,0 0 0 0 0,-1 0 0 0 0,1 1-1 0 0,0-1 1 0 0,0 0 0 0 0,0 1-1 0 0,-2 4 1 0 0,0 0-46 0 0,0 0 1 0 0,1 1-1 0 0,0 0 0 0 0,-3 11 1 0 0,2 2-228 0 0,0-1 0 0 0,-1 42 1 0 0,4-39-171 0 0,2 1-1 0 0,0 0 1 0 0,2-1 0 0 0,8 35 0 0 0,-10-52-30 0 0,0 0 0 0 0,1 0 1 0 0,0 0-1 0 0,0 0 0 0 0,1 0 0 0 0,0 0 0 0 0,0-1 0 0 0,0 1 0 0 0,0-1 0 0 0,1 0 0 0 0,0 0 0 0 0,0 0 0 0 0,0-1 0 0 0,1 1 0 0 0,0-1 1 0 0,0 0-1 0 0,0 0 0 0 0,0-1 0 0 0,0 0 0 0 0,1 1 0 0 0,10 3 0 0 0,-13-7 23 0 0,0 1-1 0 0,1-1 1 0 0,-1 1 0 0 0,0-1-1 0 0,0 0 1 0 0,1 0-1 0 0,-1-1 1 0 0,0 1 0 0 0,0-1-1 0 0,1 1 1 0 0,-1-1 0 0 0,0 0-1 0 0,0 0 1 0 0,0 0 0 0 0,0-1-1 0 0,0 1 1 0 0,0-1 0 0 0,0 0-1 0 0,-1 0 1 0 0,1 0-1 0 0,-1 0 1 0 0,4-3 0 0 0,-4 3-11 0 0,-1 1 1 0 0,0-1 0 0 0,1 1-1 0 0,-1-1 1 0 0,0 1 0 0 0,0-1-1 0 0,0 0 1 0 0,0 0 0 0 0,0 0-1 0 0,-1 1 1 0 0,1-1 0 0 0,0 0 0 0 0,-1 0-1 0 0,1 0 1 0 0,-1 0 0 0 0,0 0-1 0 0,0 0 1 0 0,0 0 0 0 0,0 0-1 0 0,0 0 1 0 0,0 0 0 0 0,0 0-1 0 0,-1 0 1 0 0,1 0 0 0 0,-1 0-1 0 0,1 0 1 0 0,-1 0 0 0 0,0 0-1 0 0,0 1 1 0 0,0-1 0 0 0,0 0-1 0 0,0 0 1 0 0,0 1 0 0 0,0-1-1 0 0,-1 1 1 0 0,-1-3 0 0 0,0 2 3 0 0,0 0 0 0 0,0 1 0 0 0,0-1 0 0 0,0 1 1 0 0,0-1-1 0 0,0 1 0 0 0,-1 0 0 0 0,1 0 0 0 0,0 0 0 0 0,-1 1 1 0 0,1-1-1 0 0,0 1 0 0 0,-1 0 0 0 0,1 0 0 0 0,-1 0 1 0 0,1 0-1 0 0,0 1 0 0 0,-1-1 0 0 0,1 1 0 0 0,-4 1 0 0 0,-4 1-179 0 0,0 0 0 0 0,0 0 0 0 0,1 2 0 0 0,-19 9 0 0 0,13-4-1485 0 0,1 1-4852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48.9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15667 0 0,'2'0'402'0'0,"-1"0"-1"0"0,1 0 1 0 0,-1 0-1 0 0,1 0 0 0 0,-1 0 1 0 0,1 0-1 0 0,-1 0 1 0 0,1 1-1 0 0,-1-1 1 0 0,1 1-1 0 0,-1-1 1 0 0,1 1-1 0 0,-1-1 0 0 0,2 2 1 0 0,-3-1-437 0 0,0-1 1 0 0,0 1-1 0 0,0-1 1 0 0,-1 1 0 0 0,1 0-1 0 0,0-1 1 0 0,0 1-1 0 0,0-1 1 0 0,-1 1-1 0 0,1 0 1 0 0,0-1 0 0 0,-1 1-1 0 0,1-1 1 0 0,0 1-1 0 0,-1-1 1 0 0,1 1-1 0 0,-1-1 1 0 0,1 1 0 0 0,-1-1-1 0 0,1 0 1 0 0,-1 1-1 0 0,1-1 1 0 0,-1 0-1 0 0,1 1 1 0 0,-1-1-1 0 0,1 0 1 0 0,-1 0 0 0 0,0 1-1 0 0,1-1 1 0 0,-1 0-1 0 0,1 0 1 0 0,-2 0-1 0 0,-1 2-929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2.4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225 21 6009 0 0,'-7'-1'7210'0'0,"6"1"-7175"0"0,1 0 1 0 0,0-1 0 0 0,-1 1-1 0 0,1 0 1 0 0,0 0 0 0 0,-1 0-1 0 0,1-1 1 0 0,-1 1 0 0 0,1 0-1 0 0,0-1 1 0 0,0 1 0 0 0,-1 0-1 0 0,1-1 1 0 0,0 1-1 0 0,0 0 1 0 0,-1-1 0 0 0,1 1-1 0 0,0 0 1 0 0,0-1 0 0 0,0 1-1 0 0,-1-1 1 0 0,1 1 0 0 0,0 0-1 0 0,0-1 1 0 0,0 1-1 0 0,0-1 1 0 0,0 0 12 0 0,0 1-1 0 0,0-1 0 0 0,0 1 1 0 0,0 0-1 0 0,0-1 1 0 0,0 1-1 0 0,0-1 0 0 0,-1 1 1 0 0,1-1-1 0 0,0 1 1 0 0,0 0-1 0 0,0-1 1 0 0,-1 1-1 0 0,1 0 0 0 0,0-1 1 0 0,0 1-1 0 0,-1-1 1 0 0,1 1-1 0 0,0 0 0 0 0,-1 0 1 0 0,1-1-1 0 0,0 1 1 0 0,-1 0-1 0 0,1 0 1 0 0,-1-1-1 0 0,1 1 0 0 0,0 0 1 0 0,-1 0-1 0 0,1 0 1 0 0,-1 0-1 0 0,1 0 0 0 0,0-1 1 0 0,-1 1-1 0 0,1 0 1 0 0,-1 0-1 0 0,1 0 1 0 0,-1 0-1 0 0,1 0 0 0 0,-1 0 1 0 0,1 0-1 0 0,0 1 1 0 0,-1-1-1 0 0,0 0 0 0 0,-5 2 143 0 0,0 1 0 0 0,1 0 0 0 0,-1 0 0 0 0,0 0 0 0 0,1 0 0 0 0,0 1-1 0 0,0 0 1 0 0,0 0 0 0 0,0 1 0 0 0,-6 6 0 0 0,-3 6 774 0 0,-21 30 0 0 0,32-44-964 0 0,1 0 0 0 0,0 0 0 0 0,1 0 0 0 0,-1 1 0 0 0,1-1 0 0 0,-1 0 0 0 0,1 1 0 0 0,0-1 0 0 0,0 0 0 0 0,0 1 0 0 0,1-1 0 0 0,-1 1 0 0 0,1 0 0 0 0,0-1 0 0 0,0 1 0 0 0,0-1 0 0 0,0 1 0 0 0,1 0 0 0 0,0-1 0 0 0,-1 1 0 0 0,1-1 0 0 0,2 5 0 0 0,0-3 0 0 0,0 0 0 0 0,1 1 0 0 0,-1-1 0 0 0,1 0 0 0 0,0-1 0 0 0,1 1 0 0 0,-1-1 0 0 0,1 0 0 0 0,0 0 0 0 0,0 0 0 0 0,0-1 0 0 0,6 4 0 0 0,6 2-1 0 0,-4-2-6 0 0,-1 0 1 0 0,0 1-1 0 0,0 0 0 0 0,-1 1 1 0 0,18 16-1 0 0,-27-23 6 0 0,-1 0 0 0 0,1 1-1 0 0,-1-1 1 0 0,1 0 0 0 0,-1 0-1 0 0,0 1 1 0 0,0-1 0 0 0,0 1-1 0 0,0-1 1 0 0,0 1 0 0 0,-1-1-1 0 0,1 1 1 0 0,-1-1-1 0 0,1 1 1 0 0,-1 3 0 0 0,-1-3 0 0 0,1 0 1 0 0,-1 1-1 0 0,0-1 0 0 0,0 0 1 0 0,0 0-1 0 0,0 0 1 0 0,-1 0-1 0 0,1-1 0 0 0,-1 1 1 0 0,0 0-1 0 0,1-1 1 0 0,-1 1-1 0 0,-1-1 1 0 0,1 1-1 0 0,-4 2 0 0 0,-10 8 24 0 0,0-1-1 0 0,-1 0 1 0 0,0-1 0 0 0,-1-1-1 0 0,0-1 1 0 0,-1-1-1 0 0,0 0 1 0 0,0-1-1 0 0,-1-1 1 0 0,-23 4-1 0 0,39-10-1405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3.0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21 230 7370 0 0,'-2'-2'169'0'0,"0"1"1"0"0,1 0 0 0 0,-1-1 0 0 0,1 1-1 0 0,0-1 1 0 0,-1 1 0 0 0,1-1 0 0 0,0 0-1 0 0,0 1 1 0 0,0-1 0 0 0,0 0 0 0 0,0 0-1 0 0,1 0 1 0 0,-1 0 0 0 0,0 0 0 0 0,1 0-1 0 0,-1 0 1 0 0,1 0 0 0 0,0 0 0 0 0,0 0-1 0 0,0 0 1 0 0,0 0 0 0 0,0 0 0 0 0,1-3-1 0 0,-1-6 594 0 0,1 1-1 0 0,0 0 0 0 0,5-17 0 0 0,-4 20-442 0 0,1 0 0 0 0,0 0 1 0 0,0 0-1 0 0,0 0 0 0 0,1 0 1 0 0,0 1-1 0 0,1 0 0 0 0,-1 0 0 0 0,1 0 1 0 0,1 0-1 0 0,7-6 0 0 0,-8 7-268 0 0,0 1 1 0 0,0 0-1 0 0,1 1 0 0 0,0-1 1 0 0,0 1-1 0 0,0 0 0 0 0,0 1 0 0 0,0-1 1 0 0,0 1-1 0 0,1 1 0 0 0,-1-1 0 0 0,1 1 1 0 0,-1 0-1 0 0,1 0 0 0 0,0 1 0 0 0,-1 0 1 0 0,1 0-1 0 0,-1 1 0 0 0,1-1 0 0 0,0 1 1 0 0,7 3-1 0 0,-12-4-42 0 0,-1 1-1 0 0,1 0 1 0 0,-1-1 0 0 0,1 1 0 0 0,-1 0-1 0 0,0 0 1 0 0,1 0 0 0 0,-1 0 0 0 0,0 0-1 0 0,0 0 1 0 0,0 1 0 0 0,1-1 0 0 0,-1 0-1 0 0,0 1 1 0 0,-1-1 0 0 0,1 0 0 0 0,0 1 0 0 0,0-1-1 0 0,-1 1 1 0 0,1-1 0 0 0,0 1 0 0 0,-1 0-1 0 0,0-1 1 0 0,1 1 0 0 0,-1 0 0 0 0,0-1-1 0 0,0 1 1 0 0,0 0 0 0 0,0-1 0 0 0,0 1-1 0 0,0 0 1 0 0,0-1 0 0 0,-1 1 0 0 0,1-1-1 0 0,-1 1 1 0 0,1 0 0 0 0,-2 1 0 0 0,-2 10 26 0 0,-1-1 1 0 0,0 1 0 0 0,-11 18-1 0 0,9-19-52 0 0,-2 6 11 0 0,1 0 0 0 0,1 0 0 0 0,1 1 0 0 0,0 0-1 0 0,2 0 1 0 0,-4 24 0 0 0,7-33 3 0 0,0 0 0 0 0,0 1 0 0 0,1-1 0 0 0,1 1 0 0 0,0-1 0 0 0,0 1 0 0 0,1-1 0 0 0,0 0 0 0 0,1 1 0 0 0,0-1 0 0 0,1-1 0 0 0,0 1 0 0 0,7 12 0 0 0,-9-19 47 0 0,-1-1-1 0 0,1 0 1 0 0,0 0-1 0 0,0 0 1 0 0,0 0-1 0 0,0 0 1 0 0,0 0-1 0 0,0-1 1 0 0,0 1-1 0 0,1-1 1 0 0,-1 1-1 0 0,0-1 1 0 0,1 0-1 0 0,-1 0 1 0 0,1 0-1 0 0,0 0 1 0 0,-1-1-1 0 0,4 1 1 0 0,-5-1-3 0 0,0 0 0 0 0,0 0-1 0 0,1 0 1 0 0,-1 0 0 0 0,0 0 0 0 0,0 0 0 0 0,0-1 0 0 0,0 1-1 0 0,0 0 1 0 0,1-1 0 0 0,-1 1 0 0 0,0-1 0 0 0,0 1-1 0 0,0-1 1 0 0,0 0 0 0 0,0 1 0 0 0,-1-1 0 0 0,1 0 0 0 0,0 0-1 0 0,0 0 1 0 0,0 0 0 0 0,-1 1 0 0 0,1-1 0 0 0,0 0 0 0 0,-1 0-1 0 0,1 0 1 0 0,-1-1 0 0 0,1 1 0 0 0,-1 0 0 0 0,1 0-1 0 0,-1 0 1 0 0,0 0 0 0 0,0 0 0 0 0,0 0 0 0 0,1-1 0 0 0,-1 1-1 0 0,0 0 1 0 0,0 0 0 0 0,0 0 0 0 0,-1 0 0 0 0,1-1 0 0 0,0 1-1 0 0,-1-1 1 0 0,-1-11 1 0 0,0 1-1 0 0,-1-1 0 0 0,-1 1 1 0 0,0 0-1 0 0,-1 0 1 0 0,0 0-1 0 0,-1 1 1 0 0,0 0-1 0 0,0 0 0 0 0,-2 0 1 0 0,1 1-1 0 0,-1 0 1 0 0,-1 0-1 0 0,0 1 1 0 0,-17-14-1 0 0,11 13-254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4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 6913 0 0,'-6'1'681'0'0,"0"0"0"0"0,0 1 0 0 0,0 0-1 0 0,0 1 1 0 0,1-1 0 0 0,-1 1-1 0 0,1 0 1 0 0,0 0 0 0 0,0 1-1 0 0,-8 6 1 0 0,11-8-553 0 0,0 1-1 0 0,-1 0 1 0 0,1 0 0 0 0,1 1-1 0 0,-1-1 1 0 0,0 0 0 0 0,1 1-1 0 0,-1-1 1 0 0,1 0 0 0 0,0 1-1 0 0,0 0 1 0 0,1-1 0 0 0,-1 1-1 0 0,1-1 1 0 0,0 1 0 0 0,0 0-1 0 0,0-1 1 0 0,0 1 0 0 0,1 5-1 0 0,3 22 264 0 0,5 52 395 0 0,40 160-1 0 0,-45-230-785 0 0,0 0 0 0 0,1-1 0 0 0,1 0 0 0 0,0 0 0 0 0,14 19 0 0 0,-17-27 0 0 0,-1 0 0 0 0,1 0 0 0 0,1-1 0 0 0,-1 1 0 0 0,0-1 0 0 0,1 0 0 0 0,0 0 0 0 0,-1 0 0 0 0,1 0 0 0 0,0-1 0 0 0,1 0 0 0 0,-1 0 0 0 0,0 0 0 0 0,1 0 0 0 0,-1 0 0 0 0,1-1 0 0 0,-1 0 0 0 0,1 0 0 0 0,7 0 0 0 0,-9-1 17 0 0,1-1-1 0 0,-1 1 1 0 0,0-1 0 0 0,0 0-1 0 0,0 0 1 0 0,0 0 0 0 0,0-1-1 0 0,-1 1 1 0 0,1-1 0 0 0,0 0-1 0 0,-1 1 1 0 0,1-1 0 0 0,-1 0-1 0 0,1-1 1 0 0,-1 1 0 0 0,0 0-1 0 0,0-1 1 0 0,0 1-1 0 0,0-1 1 0 0,0 1 0 0 0,-1-1-1 0 0,3-5 1 0 0,1-2 188 0 0,0-2 0 0 0,0 1 0 0 0,-1 0 0 0 0,4-20 0 0 0,-5 13-34 0 0,-1 1-1 0 0,0-1 1 0 0,-1 0 0 0 0,-1 0-1 0 0,-1 0 1 0 0,0 0-1 0 0,-1 0 1 0 0,-1 0-1 0 0,-1 0 1 0 0,0 1 0 0 0,-2 0-1 0 0,0 0 1 0 0,-12-24-1 0 0,9 24-316 0 0,-1 0 0 0 0,0 1 0 0 0,-1 1 0 0 0,-1 0 0 0 0,0 1 0 0 0,-1 0 1 0 0,-27-22-1 0 0,25 23-5082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6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0 113 2761 0 0,'1'-3'270'0'0,"-1"0"0"0"0,1 0 0 0 0,0 0 1 0 0,0 0-1 0 0,0 0 0 0 0,0 0 1 0 0,1 0-1 0 0,-1 0 0 0 0,1 1 1 0 0,0-1-1 0 0,0 0 0 0 0,0 1 0 0 0,0 0 1 0 0,0-1-1 0 0,0 1 0 0 0,0 0 1 0 0,6-3-1 0 0,52-34 2086 0 0,-39 27-598 0 0,-20 11-1663 0 0,0 0 0 0 0,0 0 0 0 0,0 0 1 0 0,0 0-1 0 0,1 0 0 0 0,-1 1 0 0 0,0-1 1 0 0,0 1-1 0 0,1-1 0 0 0,-1 1 0 0 0,0-1 0 0 0,1 1 1 0 0,-1 0-1 0 0,1-1 0 0 0,-1 1 0 0 0,1 0 0 0 0,-1 0 1 0 0,0 0-1 0 0,1 0 0 0 0,-1 0 0 0 0,1 0 0 0 0,-1 1 1 0 0,1-1-1 0 0,-1 0 0 0 0,0 1 0 0 0,1-1 0 0 0,-1 1 1 0 0,0 0-1 0 0,3 1 0 0 0,-3 0-87 0 0,0-1 1 0 0,0 1-1 0 0,0 0 1 0 0,0 0-1 0 0,-1 0 0 0 0,1 0 1 0 0,0 0-1 0 0,-1 0 0 0 0,1 0 1 0 0,-1 0-1 0 0,0 0 0 0 0,0 0 1 0 0,0 0-1 0 0,0 0 0 0 0,0 0 1 0 0,0 0-1 0 0,-1 0 0 0 0,1 0 1 0 0,-2 4-1 0 0,-5 18-63 0 0,0-1-1 0 0,-15 28 1 0 0,12-29 39 0 0,1 0 1 0 0,-9 31-1 0 0,18-51 25 0 0,-1 0 0 0 0,1-1 1 0 0,0 1-1 0 0,-1 0 0 0 0,1-1 0 0 0,0 1 1 0 0,0 0-1 0 0,0-1 0 0 0,1 1 0 0 0,-1 0 1 0 0,1 2-1 0 0,-1-3-6 0 0,0 0 0 0 0,1-1 1 0 0,-1 1-1 0 0,0-1 0 0 0,1 1 1 0 0,-1-1-1 0 0,1 1 0 0 0,-1-1 1 0 0,1 1-1 0 0,-1-1 0 0 0,1 0 1 0 0,-1 1-1 0 0,1-1 0 0 0,-1 0 1 0 0,1 1-1 0 0,-1-1 0 0 0,1 0 1 0 0,-1 1-1 0 0,1-1 0 0 0,0 0 1 0 0,0 0-1 0 0,4 0 1 0 0,-1 0 1 0 0,1 0-1 0 0,-1 0 0 0 0,0-1 1 0 0,1 0-1 0 0,-1 0 0 0 0,5-1 0 0 0,3-1-20 0 0,1 0 8 0 0,0 1-1 0 0,1 0 0 0 0,-1 1 0 0 0,1 0 0 0 0,-1 2 0 0 0,1-1 0 0 0,17 4 1 0 0,-25-3 15 0 0,-1 0 1 0 0,0 0-1 0 0,0 1 0 0 0,0-1 1 0 0,0 1-1 0 0,0 0 1 0 0,0 0-1 0 0,-1 1 1 0 0,1-1-1 0 0,-1 1 1 0 0,0 0-1 0 0,1 1 1 0 0,-1-1-1 0 0,-1 1 1 0 0,1-1-1 0 0,0 1 1 0 0,-1 0-1 0 0,0 1 0 0 0,0-1 1 0 0,0 0-1 0 0,4 10 1 0 0,-6-10 4 0 0,0 0 1 0 0,-1 0-1 0 0,1 0 1 0 0,-1-1-1 0 0,0 1 1 0 0,0 0-1 0 0,0 0 1 0 0,-1 0-1 0 0,1 0 1 0 0,-1 0-1 0 0,0 0 0 0 0,0-1 1 0 0,0 1-1 0 0,-1 0 1 0 0,1-1-1 0 0,-1 1 1 0 0,0-1-1 0 0,0 1 1 0 0,-3 3-1 0 0,2-2-116 0 0,-1-1 1 0 0,1 1-1 0 0,-1-1 0 0 0,0 0 0 0 0,0 0 0 0 0,-1 0 1 0 0,1 0-1 0 0,-1-1 0 0 0,0 0 0 0 0,0 0 0 0 0,0 0 0 0 0,-8 3 1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6.3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0 9218 0 0,'-1'0'816'0'0,"-1"0"-656"0"0,1 0-160 0 0,-1 0 136 0 0,1 2-8 0 0,-2-2 0 0 0,-2 1 0 0 0,-2 1-128 0 0,0-1 0 0 0,-1 2 0 0 0,1-3-72 0 0,2 2-664 0 0,-1 0-128 0 0,4 0-24 0 0,-3 0-8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6.9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73 456 0 0,'9'-1'866'0'0,"0"-1"0"0"0,0 0 0 0 0,0 0 0 0 0,-1 0 0 0 0,1-1 1 0 0,-1-1-1 0 0,0 1 0 0 0,0-1 0 0 0,15-10 0 0 0,33-14 2075 0 0,-52 26-2829 0 0,0 1 0 0 0,0 0 0 0 0,1 0 0 0 0,-1 0 1 0 0,1 0-1 0 0,-1 1 0 0 0,1 0 0 0 0,-1 0 1 0 0,1 0-1 0 0,-1 0 0 0 0,7 2 0 0 0,-9-1-99 0 0,0-1-1 0 0,0 1 1 0 0,0 0-1 0 0,-1 0 1 0 0,1 0-1 0 0,0 0 1 0 0,0 1 0 0 0,-1-1-1 0 0,1 0 1 0 0,-1 1-1 0 0,1-1 1 0 0,-1 1-1 0 0,1-1 1 0 0,-1 1-1 0 0,0 0 1 0 0,0-1-1 0 0,0 1 1 0 0,0 0 0 0 0,0 0-1 0 0,0 0 1 0 0,0 0-1 0 0,-1 0 1 0 0,1 0-1 0 0,-1 0 1 0 0,1 0-1 0 0,-1 0 1 0 0,0 0-1 0 0,0 0 1 0 0,0 0 0 0 0,0 0-1 0 0,-1 4 1 0 0,0 8-29 0 0,-1 0 1 0 0,0 0-1 0 0,-7 20 1 0 0,6-23 42 0 0,2-8-27 0 0,0 0 1 0 0,0 1 0 0 0,1-1-1 0 0,-1 1 1 0 0,1-1-1 0 0,-1 1 1 0 0,1-1-1 0 0,0 1 1 0 0,1 4-1 0 0,-1-7 0 0 0,1 0-1 0 0,-1-1 1 0 0,0 1 0 0 0,0-1-1 0 0,1 1 1 0 0,-1-1-1 0 0,0 1 1 0 0,1-1 0 0 0,-1 1-1 0 0,1-1 1 0 0,-1 1-1 0 0,1-1 1 0 0,-1 0 0 0 0,0 1-1 0 0,1-1 1 0 0,0 1-1 0 0,-1-1 1 0 0,1 0 0 0 0,-1 0-1 0 0,1 1 1 0 0,0-1-1 0 0,23-1-55 0 0,13-10 66 0 0,-22 7 42 0 0,-1 0 0 0 0,1 0 0 0 0,0 1-1 0 0,0 1 1 0 0,17 0 0 0 0,-27 2-12 0 0,0 0 0 0 0,0 1-1 0 0,0 0 1 0 0,0 0 0 0 0,0 0 0 0 0,0 1 0 0 0,-1 0 0 0 0,1 0 0 0 0,0 0 0 0 0,-1 0 0 0 0,0 0 0 0 0,1 1 0 0 0,-1 0-1 0 0,0 0 1 0 0,-1 0 0 0 0,1 1 0 0 0,0-1 0 0 0,-1 1 0 0 0,0 0 0 0 0,4 5 0 0 0,-5-7 24 0 0,0 1 1 0 0,0-1-1 0 0,-1 1 1 0 0,1 0-1 0 0,-1 0 0 0 0,1 0 1 0 0,-1 0-1 0 0,0 0 1 0 0,0 0-1 0 0,0 0 0 0 0,0 0 1 0 0,-1 0-1 0 0,1 0 1 0 0,-1 0-1 0 0,0 1 1 0 0,0-1-1 0 0,0 0 0 0 0,0 0 1 0 0,-1 0-1 0 0,1 1 1 0 0,-1-1-1 0 0,0 0 0 0 0,0 0 1 0 0,0 0-1 0 0,0 0 1 0 0,0 0-1 0 0,-1 0 1 0 0,0 0-1 0 0,1-1 0 0 0,-1 1 1 0 0,0-1-1 0 0,-3 4 1 0 0,-3 0 7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8.4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1 111 5529 0 0,'4'-8'744'0'0,"0"1"1"0"0,1 0-1 0 0,0 0 0 0 0,0 0 0 0 0,1 1 0 0 0,0 0 0 0 0,0 0 1 0 0,0 0-1 0 0,1 1 0 0 0,0 0 0 0 0,10-6 0 0 0,-8 7-344 0 0,-1-1 0 0 0,1 1 1 0 0,0 1-1 0 0,1 0 0 0 0,-1 0 0 0 0,0 1 0 0 0,1 0 0 0 0,0 0 0 0 0,17 1 0 0 0,-26 1-386 0 0,1 0-1 0 0,0 0 1 0 0,-1 0 0 0 0,1 0 0 0 0,-1 1-1 0 0,1-1 1 0 0,-1 0 0 0 0,1 1 0 0 0,-1 0-1 0 0,1-1 1 0 0,-1 1 0 0 0,1 0 0 0 0,-1 0-1 0 0,0 0 1 0 0,1 0 0 0 0,-1 0 0 0 0,0 0 0 0 0,0 0-1 0 0,0 0 1 0 0,0 0 0 0 0,0 0 0 0 0,0 1-1 0 0,0-1 1 0 0,0 1 0 0 0,0-1 0 0 0,-1 0-1 0 0,1 1 1 0 0,-1-1 0 0 0,1 1 0 0 0,-1-1-1 0 0,1 1 1 0 0,-1 0 0 0 0,0-1 0 0 0,0 1-1 0 0,0-1 1 0 0,0 1 0 0 0,0 2 0 0 0,0 7-46 0 0,-1 1 1 0 0,0 0 0 0 0,0-1-1 0 0,-4 13 1 0 0,2-14 44 0 0,-9 43-69 0 0,7-36 27 0 0,0 0 1 0 0,2 1-1 0 0,0-1 1 0 0,1 1-1 0 0,0 33 1 0 0,2-50 28 0 0,0 1 0 0 0,0 0-1 0 0,1 0 1 0 0,-1 0 0 0 0,1 0 0 0 0,-1 0 0 0 0,1 0-1 0 0,0 0 1 0 0,-1-1 0 0 0,1 1 0 0 0,0 0 0 0 0,0-1-1 0 0,3 4 1 0 0,-4-5 0 0 0,1 1 0 0 0,0 0-1 0 0,0-1 1 0 0,0 1 0 0 0,0-1-1 0 0,0 1 1 0 0,0-1 0 0 0,0 1-1 0 0,0-1 1 0 0,0 1 0 0 0,0-1-1 0 0,0 0 1 0 0,0 0 0 0 0,0 0-1 0 0,1 0 1 0 0,-1 0 0 0 0,0 0-1 0 0,1 0 1 0 0,5-1-1 0 0,0-1-1 0 0,-1 0 1 0 0,1 0 0 0 0,-1-1 0 0 0,0 0-1 0 0,9-5 1 0 0,16-6 8 0 0,-30 14-6 0 0,0 0-1 0 0,0 1 0 0 0,0-1 0 0 0,0 0 1 0 0,0 0-1 0 0,-1 1 0 0 0,1-1 0 0 0,0 1 1 0 0,0-1-1 0 0,0 1 0 0 0,0-1 0 0 0,0 1 0 0 0,-1-1 1 0 0,1 1-1 0 0,0 0 0 0 0,0-1 0 0 0,-1 1 1 0 0,1 0-1 0 0,0 0 0 0 0,-1 0 0 0 0,1 0 1 0 0,-1-1-1 0 0,1 1 0 0 0,-1 0 0 0 0,0 0 1 0 0,1 0-1 0 0,-1 0 0 0 0,0 0 0 0 0,0 0 1 0 0,1 0-1 0 0,-1 0 0 0 0,0 1 0 0 0,6 35 56 0 0,-6-27-34 0 0,-1 1-1 0 0,0-1 0 0 0,0 0 0 0 0,-1 0 0 0 0,0 0 0 0 0,-1 0 1 0 0,0 0-1 0 0,-1 0 0 0 0,0-1 0 0 0,0 0 0 0 0,-11 16 1 0 0,-1-1-984 0 0,-1 0 1 0 0,-38 38-1 0 0,41-48-4871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8.9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27 6073 0 0,'0'0'33'0'0,"-1"0"-1"0"0,1 0 1 0 0,0 0 0 0 0,0 0-1 0 0,0 0 1 0 0,0 0-1 0 0,-1 0 1 0 0,1 0 0 0 0,0-1-1 0 0,0 1 1 0 0,0 0-1 0 0,0 0 1 0 0,0 0 0 0 0,0 0-1 0 0,-1 0 1 0 0,1-1-1 0 0,0 1 1 0 0,0 0 0 0 0,0 0-1 0 0,0 0 1 0 0,0 0-1 0 0,0-1 1 0 0,0 1 0 0 0,0 0-1 0 0,0 0 1 0 0,0 0-1 0 0,0-1 1 0 0,0 1 0 0 0,0 0-1 0 0,0 0 1 0 0,0 0-1 0 0,0 0 1 0 0,0-1 0 0 0,0 1-1 0 0,0 0 1 0 0,0 0-1 0 0,0 0 1 0 0,0-1-1 0 0,0 1 1 0 0,1 0 0 0 0,-1 0-1 0 0,0 0 1 0 0,0 0-1 0 0,0 0 1 0 0,0-1 0 0 0,0 1-1 0 0,0 0 1 0 0,1 0-1 0 0,12-10 2137 0 0,-11 9-2084 0 0,1-1 0 0 0,0 1 0 0 0,0 0 0 0 0,0 0 0 0 0,0 0 1 0 0,0 0-1 0 0,0 0 0 0 0,5 0 0 0 0,-3 2-697 0 0,0 1-11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9.3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56 6913 0 0,'5'-6'512'0'0,"0"1"-1"0"0,0 0 0 0 0,1 0 0 0 0,-1 0 1 0 0,1 1-1 0 0,0-1 0 0 0,1 2 0 0 0,-1-1 1 0 0,1 1-1 0 0,10-5 0 0 0,-15 8-340 0 0,0-1 1 0 0,0 1-1 0 0,0-1 1 0 0,0 1-1 0 0,0 0 0 0 0,0-1 1 0 0,0 1-1 0 0,0 0 1 0 0,0 0-1 0 0,0 1 0 0 0,0-1 1 0 0,0 0-1 0 0,0 0 1 0 0,0 1-1 0 0,-1 0 0 0 0,1-1 1 0 0,3 2-1 0 0,-3 0-65 0 0,-1-1 0 0 0,1 1 0 0 0,-1-1 0 0 0,0 1 0 0 0,0-1 0 0 0,1 1 0 0 0,-1 0 0 0 0,0 0 0 0 0,0-1 0 0 0,-1 1 0 0 0,1 0 0 0 0,0 0 0 0 0,-1 0 0 0 0,1 0 0 0 0,-1 0 0 0 0,0 0 0 0 0,1 0 0 0 0,-1 0 0 0 0,0 0 0 0 0,0 0 0 0 0,-1 3 1 0 0,0 10-3 0 0,-1 0 1 0 0,0 1-1 0 0,-1-1 1 0 0,-6 15 0 0 0,-8 40 327 0 0,17-63-410 0 0,-1-1 0 0 0,1 0 0 0 0,-1 0 0 0 0,2 0 0 0 0,-1 0 0 0 0,1 1 0 0 0,0-1 0 0 0,3 11 0 0 0,-3-15-20 0 0,0 0-1 0 0,0 0 1 0 0,0 0-1 0 0,0 0 1 0 0,0 0-1 0 0,1 0 1 0 0,-1 0-1 0 0,0-1 1 0 0,1 1-1 0 0,-1-1 1 0 0,1 1-1 0 0,0-1 1 0 0,0 0-1 0 0,-1 1 1 0 0,1-1-1 0 0,0 0 1 0 0,0 0 0 0 0,0 0-1 0 0,0 0 1 0 0,0-1-1 0 0,0 1 1 0 0,1 0-1 0 0,2 0 1 0 0,6 0 16 0 0,0-1 1 0 0,0 1-1 0 0,21-4 1 0 0,-25 3-10 0 0,1-1 1 0 0,0 1-1 0 0,0 0 1 0 0,0 0 0 0 0,9 2-1 0 0,-16-2 1 0 0,0 1 0 0 0,0-1 0 0 0,0 1 0 0 0,0-1 0 0 0,-1 1 0 0 0,1-1 0 0 0,0 1 0 0 0,0-1 0 0 0,0 1 0 0 0,-1 0 0 0 0,1-1 0 0 0,0 1 0 0 0,-1 0 0 0 0,1 0 0 0 0,-1 0 0 0 0,1-1 0 0 0,-1 1 0 0 0,1 0 0 0 0,-1 0 0 0 0,1 0 0 0 0,-1 0 0 0 0,0 0 0 0 0,0 0 0 0 0,1 0 0 0 0,-1 0 0 0 0,0 0 0 0 0,0 0 0 0 0,0 0 0 0 0,0 0 0 0 0,0 0 0 0 0,0 0 0 0 0,0 0 0 0 0,-1 0 0 0 0,1 0 0 0 0,0 0 0 0 0,0 0 0 0 0,-1-1 0 0 0,1 1 0 0 0,-1 0 0 0 0,0 1 0 0 0,-21 42 251 0 0,18-37-196 0 0,-2 4-302 0 0,-51 90 1161 0 0,23-30-7225 0 0,26-52 105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2:59.6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42 9218 0 0,'3'-25'1967'0'0,"2"8"2413"0"0,-13 51 238 0 0,0 25-3524 0 0,1-6-806 0 0,-5 18-122 0 0,-12 64-452 0 0,-12 214 0 0 0,39-279-2766 0 0,-1-44-3613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07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27 156 3225 0 0,'-1'-1'93'0'0,"-1"1"1"0"0,1 0-1 0 0,0-1 1 0 0,0 1-1 0 0,0-1 1 0 0,0 0-1 0 0,0 1 0 0 0,0-1 1 0 0,-1 0-1 0 0,2 0 1 0 0,-1 1-1 0 0,0-1 1 0 0,0 0-1 0 0,0 0 1 0 0,0 0-1 0 0,0 0 1 0 0,1 0-1 0 0,-1 0 1 0 0,1-1-1 0 0,-1 1 1 0 0,0-2-1 0 0,0 0 198 0 0,-1-1 0 0 0,1 0 0 0 0,1 0 1 0 0,-1 0-1 0 0,1-1 0 0 0,-1 1 0 0 0,1-4 0 0 0,0 2 175 0 0,1 0 1 0 0,-1 0-1 0 0,1 1 0 0 0,0-1 1 0 0,0 0-1 0 0,1 0 1 0 0,0 1-1 0 0,0-1 0 0 0,0 1 1 0 0,5-8-1 0 0,-5 11-328 0 0,-1 0 0 0 0,1-1 0 0 0,0 1 0 0 0,1 0-1 0 0,-1 0 1 0 0,0 0 0 0 0,0 0 0 0 0,1 1 0 0 0,-1-1 0 0 0,1 1 0 0 0,0-1 0 0 0,-1 1 0 0 0,1 0-1 0 0,0 0 1 0 0,0 0 0 0 0,0 1 0 0 0,0-1 0 0 0,0 0 0 0 0,-1 1 0 0 0,1 0 0 0 0,0 0-1 0 0,0 0 1 0 0,0 0 0 0 0,4 1 0 0 0,-5 0-29 0 0,1-1-1 0 0,-1 1 0 0 0,0 0 1 0 0,1 0-1 0 0,-1 1 1 0 0,0-1-1 0 0,0 0 1 0 0,0 1-1 0 0,0-1 1 0 0,0 1-1 0 0,0 0 1 0 0,-1 0-1 0 0,1 0 0 0 0,-1-1 1 0 0,1 2-1 0 0,-1-1 1 0 0,1 0-1 0 0,-1 0 1 0 0,0 0-1 0 0,0 0 1 0 0,0 1-1 0 0,0-1 0 0 0,-1 1 1 0 0,1-1-1 0 0,-1 0 1 0 0,1 1-1 0 0,-1-1 1 0 0,0 5-1 0 0,-1 17-116 0 0,0 0-1 0 0,-2 0 1 0 0,-1 0-1 0 0,-1 0 1 0 0,-10 31-1 0 0,-6 29 19 0 0,19-76 67 0 0,1 1 0 0 0,0-1 1 0 0,0 0-1 0 0,1 1 0 0 0,0-1 0 0 0,0 0 1 0 0,2 10-1 0 0,-1-16-40 0 0,-1-1 0 0 0,1 1 0 0 0,-1-1 1 0 0,1 1-1 0 0,-1-1 0 0 0,1 1 0 0 0,0-1 1 0 0,0 1-1 0 0,0-1 0 0 0,0 1 0 0 0,0-1 1 0 0,0 0-1 0 0,0 0 0 0 0,0 0 0 0 0,0 1 0 0 0,1-1 1 0 0,1 1-1 0 0,-1-2 22 0 0,0 1 0 0 0,0 0 0 0 0,0-1 0 0 0,0 1 0 0 0,0-1 0 0 0,0 0 0 0 0,1 1 0 0 0,-1-1 0 0 0,0 0 0 0 0,0-1 0 0 0,0 1 0 0 0,0 0 0 0 0,1 0 0 0 0,-1-1 0 0 0,0 0 0 0 0,4-1 0 0 0,11-5 171 0 0,0-1-1 0 0,-1-1 1 0 0,1 0-1 0 0,-2-1 1 0 0,30-24-1 0 0,4-3-1954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2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 3449 0 0,'0'-1'0'0'0,"0"-1"0"0"0,0 1 0 0 0,-2 0 0 0 0,2-1 0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6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8 136 4033 0 0,'-3'-15'645'0'0,"1"1"-1"0"0,0-1 1 0 0,1 0 0 0 0,1 0-1 0 0,0 0 1 0 0,3-18 0 0 0,-3 33-502 0 0,0-1 1 0 0,0 0-1 0 0,0 1 1 0 0,0-1 0 0 0,0 1-1 0 0,1-1 1 0 0,-1 0-1 0 0,0 1 1 0 0,0-1-1 0 0,0 1 1 0 0,1-1-1 0 0,-1 1 1 0 0,0-1-1 0 0,0 1 1 0 0,1-1-1 0 0,-1 1 1 0 0,0-1-1 0 0,1 1 1 0 0,-1-1 0 0 0,1 1-1 0 0,-1-1 1 0 0,1 1-1 0 0,-1 0 1 0 0,1-1-1 0 0,0 1 1 0 0,10 6 2310 0 0,6 23-610 0 0,1 37-848 0 0,-3 0 0 0 0,-2 1 1 0 0,3 70-1 0 0,-5-38-1535 0 0,-9-88 306 0 0,5 46-1379 0 0,0-19-3083 0 0,-1-6-1113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6.5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1 112 6593 0 0,'43'-11'1812'0'0,"-8"-1"-118"0"0,51-4-369 0 0,-7 1-2116 0 0,95-30 0 0 0,-140 32 287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7.1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 3225 0 0,'0'0'-29'0'0,"0"-1"0"0"0,0 1-1 0 0,0-1 1 0 0,0 1 0 0 0,0-1 0 0 0,0 1 0 0 0,0-1 0 0 0,1 1 0 0 0,-1-1 0 0 0,0 1 0 0 0,0-1 0 0 0,0 1 0 0 0,1-1 0 0 0,-1 1 0 0 0,0-1 0 0 0,1 1-1 0 0,-1 0 1 0 0,0-1 0 0 0,1 1 0 0 0,-1-1 0 0 0,0 1 0 0 0,2-1 0 0 0,-2 1 273 0 0,1 0 0 0 0,0-1 0 0 0,0 1 0 0 0,0 0-1 0 0,0 0 1 0 0,0-1 0 0 0,0 1 0 0 0,0 0 0 0 0,0 0 0 0 0,-1 0 0 0 0,1 0 0 0 0,0 0 0 0 0,0 0-1 0 0,0 1 1 0 0,0-1 0 0 0,0 0 0 0 0,0 0 0 0 0,0 1 0 0 0,0-1 0 0 0,-1 0 0 0 0,1 1 0 0 0,0-1-1 0 0,0 1 1 0 0,0-1 0 0 0,-1 1 0 0 0,1 0 0 0 0,0-1 0 0 0,1 2 0 0 0,1 5 511 0 0,0-1 0 0 0,0 0 1 0 0,0 1-1 0 0,-1 0 1 0 0,2 10-1 0 0,8 68 1293 0 0,-10-64-1536 0 0,3 53 395 0 0,6 51-310 0 0,-9-111-568 0 0,1 0 0 0 0,1 0 0 0 0,0 0 0 0 0,0-1 0 0 0,2 0 0 0 0,8 18 0 0 0,-12-28-27 0 0,-1-1 0 0 0,0 0 0 0 0,1 1 1 0 0,-1-1-1 0 0,1 0 0 0 0,0 0 0 0 0,0 0 0 0 0,0 0 1 0 0,0 0-1 0 0,0 0 0 0 0,0 0 0 0 0,0-1 0 0 0,1 1 1 0 0,-1-1-1 0 0,1 1 0 0 0,-1-1 0 0 0,1 0 0 0 0,-1 0 0 0 0,1 0 1 0 0,0-1-1 0 0,-1 1 0 0 0,1-1 0 0 0,0 1 0 0 0,0-1 1 0 0,-1 0-1 0 0,1 0 0 0 0,0 0 0 0 0,0 0 0 0 0,3-1 1 0 0,-1-1-220 0 0,0 1 0 0 0,-1-1 0 0 0,1-1 0 0 0,0 1 0 0 0,-1-1 0 0 0,1 1 0 0 0,-1-1 0 0 0,0 0 0 0 0,0-1 0 0 0,0 1 0 0 0,-1-1 0 0 0,1 0 0 0 0,-1 0 0 0 0,6-8 0 0 0,2-5-5364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7.3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0 2761 0 0,'-26'10'5117'0'0,"26"-10"-4844"0"0,0 1 0 0 0,-1 0 0 0 0,1 0 0 0 0,-1 18 5256 0 0,3-2-5412 0 0,19 82 4336 0 0,10 69-1941 0 0,-24-107-2145 0 0,0 6-836 0 0,0-23-5152 0 0,-2-15-1195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7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0 3681 0 0,'-9'4'14575'0'0,"5"7"-11124"0"0,6 15-6268 0 0,-2-24 3170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9.0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1840 0 0,'-1'0'240'0'0,"20"8"7347"0"0,8 16-4357 0 0,-4 4-1872 0 0,-2 1 0 0 0,0 1 0 0 0,22 45-1 0 0,28 41-1033 0 0,-71-115-346 0 0,10 12-429 0 0,-1 0 1 0 0,23 22-1 0 0,-15-22-5737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9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0 5905 0 0,'2'8'128'0'0,"-6"7"24"0"0,1 2 8 0 0,-1-5 8 0 0,1-2-168 0 0,2-4 0 0 0,-2 4 0 0 0,-3 8 0 0 0,-3 11 0 0 0,-3 6 0 0 0,1 2-80 0 0,1-4 80 0 0,3-5-64 0 0,2-4 64 0 0,1-8 0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9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 4145 0 0,'0'0'168'0'0,"-1"0"0"0"0,1 0 0 0 0,-1 0-1 0 0,1 0 1 0 0,-1 0 0 0 0,1 0 0 0 0,-1 0 0 0 0,1 0 0 0 0,-1 0 0 0 0,1 0 0 0 0,0 0 0 0 0,-1 0 0 0 0,1 0-1 0 0,-7 4 2520 0 0,7-4-2519 0 0,0 1 0 0 0,0-1-1 0 0,-1 1 1 0 0,1-1 0 0 0,0 0 0 0 0,0 1 0 0 0,0-1 0 0 0,0 1 0 0 0,0-1 0 0 0,-1 1 0 0 0,1-1 0 0 0,0 1-1 0 0,0 0-102 0 0,-1 0 0 0 0,1 0 0 0 0,0-1 0 0 0,0 1 0 0 0,-1 0 0 0 0,1 0 0 0 0,0-1 0 0 0,0 1 0 0 0,0 0 0 0 0,0 0 0 0 0,-1 0 0 0 0,1-1 0 0 0,0 1 0 0 0,1 0 0 0 0,-1 0 0 0 0,0 0 0 0 0,0-1 0 0 0,0 1 0 0 0,0 0 0 0 0,1 0 0 0 0,-1-1 0 0 0,0 1 0 0 0,1 0 0 0 0,-1-1 0 0 0,0 1 0 0 0,1 0 0 0 0,-1-1 0 0 0,1 1 0 0 0,-1 0 0 0 0,1-1 0 0 0,-1 1 0 0 0,1-1 0 0 0,0 1 0 0 0,-1-1 0 0 0,1 1 0 0 0,0-1 0 0 0,1 1 0 0 0,3 1 6 0 0,0-1 1 0 0,0 0 0 0 0,0 0 0 0 0,0 0 0 0 0,0-1 0 0 0,1 0 0 0 0,-1 0-1 0 0,0 0 1 0 0,0 0 0 0 0,0-1 0 0 0,7-2 0 0 0,-6 2 47 0 0,0 0 1 0 0,0 1-1 0 0,-1-1 1 0 0,1 1-1 0 0,0 0 1 0 0,0 0-1 0 0,0 1 1 0 0,6 1-1 0 0,-10-2-86 0 0,-1 1-1 0 0,0 0 0 0 0,1 0 0 0 0,-1 0 0 0 0,0 0 1 0 0,0 0-1 0 0,0 0 0 0 0,0 0 0 0 0,0 0 0 0 0,0 0 0 0 0,0 0 1 0 0,0 1-1 0 0,0-1 0 0 0,-1 0 0 0 0,1 1 0 0 0,0-1 1 0 0,-1 1-1 0 0,1-1 0 0 0,-1 1 0 0 0,1-1 0 0 0,-1 1 1 0 0,0-1-1 0 0,0 1 0 0 0,0-1 0 0 0,0 1 0 0 0,0-1 1 0 0,0 1-1 0 0,0 1 0 0 0,-7 48 1039 0 0,5-45-802 0 0,-4 24 259 0 0,-7 37 1513 0 0,12-62-1946 0 0,1-1 0 0 0,0 1 1 0 0,0-1-1 0 0,0 1 0 0 0,1-1 1 0 0,-1 0-1 0 0,1 1 0 0 0,0-1 0 0 0,1 0 1 0 0,-1 0-1 0 0,1 1 0 0 0,3 5 1 0 0,-4-9-100 0 0,1 1 1 0 0,-1-1-1 0 0,1 0 0 0 0,-1 1 1 0 0,1-1-1 0 0,0 0 1 0 0,-1 0-1 0 0,1 0 1 0 0,0-1-1 0 0,0 1 1 0 0,0 0-1 0 0,0-1 0 0 0,0 1 1 0 0,-1-1-1 0 0,1 0 1 0 0,0 1-1 0 0,0-1 1 0 0,0 0-1 0 0,3 0 1 0 0,-3-1-1 0 0,-1 1 0 0 0,1 0 0 0 0,0 0 0 0 0,-1 0 0 0 0,1 0 0 0 0,-1 1 1 0 0,1-1-1 0 0,0 0 0 0 0,-1 1 0 0 0,1-1 0 0 0,-1 1 0 0 0,1 0 0 0 0,-1-1 1 0 0,1 1-1 0 0,-1 0 0 0 0,0 0 0 0 0,1 0 0 0 0,-1 0 0 0 0,0 0 0 0 0,0 0 1 0 0,2 1-1 0 0,-3 0 0 0 0,0-1 0 0 0,1 1 1 0 0,-1-1-1 0 0,0 1 0 0 0,0-1 1 0 0,0 1-1 0 0,0-1 0 0 0,0 1 1 0 0,-1-1-1 0 0,1 0 0 0 0,0 1 1 0 0,-1-1-1 0 0,1 1 0 0 0,-1-1 0 0 0,1 0 1 0 0,-2 3-1 0 0,-15 25-29 0 0,12-21-54 0 0,-2 5-58 0 0,-4 5-1626 0 0,-13 33 1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29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 12443 0 0,'-1'0'-176'0'0,"-6"1"3502"0"0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0.2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 7834 0 0,'3'-1'84'0'0,"5"-3"1021"0"0,1 1 1 0 0,0 0-1 0 0,0 0 1 0 0,0 1 0 0 0,19-3-1 0 0,-26 5-975 0 0,-1 0-1 0 0,1 0 0 0 0,0 0 0 0 0,0 1 0 0 0,0-1 1 0 0,0 1-1 0 0,0-1 0 0 0,0 1 0 0 0,0-1 0 0 0,-1 1 1 0 0,1 0-1 0 0,0 0 0 0 0,0 0 0 0 0,-1 0 0 0 0,1 0 1 0 0,-1 0-1 0 0,1 0 0 0 0,-1 1 0 0 0,1-1 0 0 0,-1 1 1 0 0,0-1-1 0 0,0 1 0 0 0,0-1 0 0 0,0 1 1 0 0,0 0-1 0 0,0-1 0 0 0,0 1 0 0 0,0 0 0 0 0,-1 0 1 0 0,1 0-1 0 0,-1 0 0 0 0,1-1 0 0 0,-1 1 0 0 0,0 0 1 0 0,1 3-1 0 0,2 21-18 0 0,-3-23-84 0 0,-1 1 0 0 0,2 0 0 0 0,-1-1 0 0 0,0 1 0 0 0,1-1-1 0 0,0 1 1 0 0,0-1 0 0 0,0 1 0 0 0,0-1 0 0 0,0 1 0 0 0,1-1-1 0 0,-1 0 1 0 0,1 1 0 0 0,0-1 0 0 0,0 0 0 0 0,0 0 0 0 0,1-1 0 0 0,-1 1-1 0 0,1 0 1 0 0,-1-1 0 0 0,1 1 0 0 0,0-1 0 0 0,0 0 0 0 0,0 0-1 0 0,5 2 1 0 0,0 0-2 0 0,-3-1 72 0 0,-1-1 0 0 0,1 1 0 0 0,-1 0 0 0 0,1 0 0 0 0,-1 0 0 0 0,0 0 0 0 0,5 5 0 0 0,-8-6-70 0 0,0-1 0 0 0,-1 0 0 0 0,1 1 0 0 0,0-1 0 0 0,-1 1 0 0 0,1-1 0 0 0,-1 1 0 0 0,1-1 0 0 0,-1 1 0 0 0,0-1 0 0 0,0 1 0 0 0,0 0 0 0 0,0-1 0 0 0,0 1 0 0 0,0-1 0 0 0,0 1 0 0 0,0-1 0 0 0,0 1-1 0 0,-1-1 1 0 0,1 1 0 0 0,-1-1 0 0 0,1 1 0 0 0,-1-1 0 0 0,0 1 0 0 0,1-1 0 0 0,-1 1 0 0 0,0-1 0 0 0,0 0 0 0 0,-2 2 0 0 0,-5 9-87 0 0,-1-1 1 0 0,-1 0-1 0 0,0-1 0 0 0,-1 0 1 0 0,0-1-1 0 0,0 0 0 0 0,-24 14 1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2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99 456 0 0,'-21'1'-568'0'0,"20"-1"695"0"0,0 1 1 0 0,1-1 0 0 0,-1 0 0 0 0,0 0 0 0 0,1 0 0 0 0,-1 0 0 0 0,0 1 0 0 0,1-1 0 0 0,-1 0 0 0 0,0 0 0 0 0,1 0 0 0 0,-1-1 0 0 0,0 1 0 0 0,1 0 0 0 0,-1 0 0 0 0,1 0 0 0 0,-1 0-1 0 0,0-1 1 0 0,1 1 0 0 0,-1 0 0 0 0,0 0 0 0 0,1-1 0 0 0,-1 1 0 0 0,1-1 0 0 0,-1 1 0 0 0,1 0 0 0 0,-1-1 0 0 0,1 1 0 0 0,-1-1 0 0 0,1 1 0 0 0,0-1 0 0 0,-1 0 0 0 0,1 1 0 0 0,0-1 0 0 0,-1 1 0 0 0,1-1 0 0 0,0 0 0 0 0,0 1 0 0 0,-1-1 0 0 0,1 1 0 0 0,0-1-1 0 0,0 0 1 0 0,0 1 0 0 0,0-1 0 0 0,0 0 0 0 0,0-1 0 0 0,0 0 79 0 0,-1 0 0 0 0,1-1-1 0 0,0 1 1 0 0,0-1 0 0 0,1 1-1 0 0,-1 0 1 0 0,0-1 0 0 0,1 1-1 0 0,0-1 1 0 0,-1 1-1 0 0,1 0 1 0 0,0 0 0 0 0,0-1-1 0 0,0 1 1 0 0,0 0 0 0 0,1 0-1 0 0,-1 0 1 0 0,1 0 0 0 0,-1 0-1 0 0,1 1 1 0 0,0-1 0 0 0,-1 0-1 0 0,1 1 1 0 0,0-1 0 0 0,0 1-1 0 0,0 0 1 0 0,0-1 0 0 0,0 1-1 0 0,1 0 1 0 0,2-1 0 0 0,3-2-57 0 0,0 1 1 0 0,1-1 0 0 0,-1 1 0 0 0,1 1-1 0 0,0 0 1 0 0,17-2 0 0 0,-23 4-98 0 0,1-1 0 0 0,-1 1 0 0 0,1 1 0 0 0,0-1 0 0 0,-1 0 0 0 0,1 1 0 0 0,0 0 0 0 0,-1 0 0 0 0,1 0 0 0 0,-1 0 0 0 0,0 0 0 0 0,1 1 0 0 0,-1 0 0 0 0,0 0 0 0 0,0-1 1 0 0,0 2-1 0 0,0-1 0 0 0,0 0 0 0 0,0 1 0 0 0,-1-1 0 0 0,1 1 0 0 0,-1 0 0 0 0,0 0 0 0 0,3 5 0 0 0,-1-1-49 0 0,-1 1 1 0 0,0-1 0 0 0,0 1-1 0 0,0 0 1 0 0,-1 0-1 0 0,-1 0 1 0 0,1 0-1 0 0,-1 1 1 0 0,-1-1 0 0 0,0 9-1 0 0,-3 18 84 0 0,2-29 6 0 0,0 0 0 0 0,0 1-1 0 0,0-1 1 0 0,1 1 0 0 0,0-1 0 0 0,1 0 0 0 0,1 13 0 0 0,-1-18-84 0 0,0 0 1 0 0,-1-1-1 0 0,1 1 0 0 0,0 0 0 0 0,0 0 1 0 0,0 0-1 0 0,-1 0 0 0 0,1-1 1 0 0,0 1-1 0 0,0 0 0 0 0,0-1 0 0 0,0 1 1 0 0,1-1-1 0 0,-1 1 0 0 0,0-1 1 0 0,0 0-1 0 0,0 1 0 0 0,0-1 0 0 0,0 0 1 0 0,0 0-1 0 0,1 0 0 0 0,-1 0 0 0 0,0 0 1 0 0,0 0-1 0 0,0 0 0 0 0,0 0 1 0 0,1 0-1 0 0,0-1 0 0 0,0 1 0 0 0,-1 0 1 0 0,1-1-1 0 0,-1 1 0 0 0,1 0 0 0 0,0 0 0 0 0,-1 0 1 0 0,1 0-1 0 0,-1 1 0 0 0,1-1 0 0 0,-1 0 1 0 0,1 1-1 0 0,-1-1 0 0 0,1 1 0 0 0,-1-1 0 0 0,1 1 1 0 0,-1 0-1 0 0,0 0 0 0 0,1-1 0 0 0,-1 1 0 0 0,0 0 1 0 0,1 0-1 0 0,-1 0 0 0 0,0 0 0 0 0,2 3 0 0 0,-1 3-20 0 0,1-1 0 0 0,-1 1 0 0 0,-1 0 0 0 0,1 0 0 0 0,-1 0-1 0 0,-1 0 1 0 0,1 0 0 0 0,-1 0 0 0 0,0 0 0 0 0,-1 1 0 0 0,-1 7-1 0 0,-1 2-84 0 0,0 1-1 0 0,-2-1 1 0 0,-8 23-1 0 0,6-24-440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2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241 19 2761 0 0,'13'-19'1448'0'0,"-20"33"3669"0"0,-64 100-308 0 0,34-60-4559 0 0,3 2 0 0 0,2 1 0 0 0,-31 79 0 0 0,53-108-1158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2.7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5065 0 0,'0'-1'3127'0'0,"7"4"-1296"0"0,5 3-1292 0 0,-7-2-390 0 0,0 0-1 0 0,0-1 0 0 0,0 1 1 0 0,1-1-1 0 0,-1-1 0 0 0,1 1 1 0 0,-1-1-1 0 0,1 0 0 0 0,0 0 1 0 0,0-1-1 0 0,0 1 0 0 0,0-1 1 0 0,0-1-1 0 0,0 1 0 0 0,0-1 1 0 0,1 0-1 0 0,-1-1 0 0 0,0 1 1 0 0,0-1-1 0 0,0 0 0 0 0,0-1 1 0 0,0 1-1 0 0,6-4 0 0 0,-5 2-470 0 0,-1 0-1 0 0,0 0 1 0 0,0-1-1 0 0,-1 0 1 0 0,1 0-1 0 0,-1 0 1 0 0,1-1-1 0 0,-1 0 1 0 0,-1 0-1 0 0,1 0 1 0 0,-1 0-1 0 0,0-1 1 0 0,0 0-1 0 0,-1 0 1 0 0,1 0-1 0 0,-1 0 1 0 0,0 0-1 0 0,-1-1 1 0 0,0 1-1 0 0,2-9 1 0 0,-4 12 153 0 0,1-1 0 0 0,-1 1 1 0 0,0-1-1 0 0,0 1 1 0 0,0-1-1 0 0,0 1 0 0 0,-1 0 1 0 0,0-1-1 0 0,1 1 1 0 0,-3-5-1 0 0,3 7 168 0 0,-1-1-1 0 0,0 0 1 0 0,1 1-1 0 0,-1-1 1 0 0,0 1 0 0 0,0 0-1 0 0,0-1 1 0 0,0 1-1 0 0,0 0 1 0 0,0-1 0 0 0,0 1-1 0 0,0 0 1 0 0,0 0-1 0 0,-1 0 1 0 0,1 0-1 0 0,0 0 1 0 0,-1 0 0 0 0,1 0-1 0 0,-1 1 1 0 0,1-1-1 0 0,-1 0 1 0 0,-2 0 0 0 0,2 1 53 0 0,1 1 1 0 0,0-1-1 0 0,0 0 1 0 0,0 1 0 0 0,0-1-1 0 0,0 1 1 0 0,0-1 0 0 0,0 1-1 0 0,0 0 1 0 0,0-1 0 0 0,0 1-1 0 0,0 0 1 0 0,0 0-1 0 0,0 0 1 0 0,0-1 0 0 0,1 1-1 0 0,-1 0 1 0 0,0 0 0 0 0,1 0-1 0 0,-1 0 1 0 0,0 1 0 0 0,1-1-1 0 0,-1 0 1 0 0,1 0 0 0 0,0 0-1 0 0,-1 0 1 0 0,1 0-1 0 0,0 1 1 0 0,0 0 0 0 0,-8 38 2854 0 0,8-39-2762 0 0,-1 15 795 0 0,0 0 0 0 0,2 1-1 0 0,0-1 1 0 0,3 18 0 0 0,16 67-488 0 0,0-5-2542 0 0,-17-78-2687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3.0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6 6913 0 0,'-1'-3'305'0'0,"0"2"63"0"0,1-1-296 0 0,-2 2-72 0 0,1 0 0 0 0,1 2 0 0 0,-3 0-112 0 0,0 4 24 0 0,1 4 8 0 0,-2 2 80 0 0,-1-3 72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3.5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47 6913 0 0,'-1'-2'83'0'0,"1"1"-1"0"0,-1 0 0 0 0,1 0 0 0 0,0 0 0 0 0,-1 0 0 0 0,1 0 0 0 0,0-1 0 0 0,0 1 1 0 0,0 0-1 0 0,0 0 0 0 0,0-1 0 0 0,0 1 0 0 0,0 0 0 0 0,0 0 0 0 0,0 0 0 0 0,0-1 1 0 0,1 1-1 0 0,-1 0 0 0 0,1 0 0 0 0,-1 0 0 0 0,1 0 0 0 0,-1 0 0 0 0,1 0 0 0 0,0 0 1 0 0,-1 0-1 0 0,1 0 0 0 0,0 0 0 0 0,0 0 0 0 0,0 0 0 0 0,-1 0 0 0 0,1 0 0 0 0,0 1 1 0 0,0-1-1 0 0,0 0 0 0 0,0 1 0 0 0,1-1 0 0 0,0 0 0 0 0,0 0 9 0 0,-1 0 0 0 0,1 1 0 0 0,-1-1 0 0 0,1 0-1 0 0,-1 1 1 0 0,1-1 0 0 0,-1 1 0 0 0,1-1 0 0 0,0 1 0 0 0,-1 0 0 0 0,1 0-1 0 0,-1 0 1 0 0,1 0 0 0 0,0 0 0 0 0,-1 0 0 0 0,1 0 0 0 0,-1 0 0 0 0,1 1-1 0 0,0-1 1 0 0,-1 1 0 0 0,1-1 0 0 0,-1 1 0 0 0,1-1 0 0 0,-1 1 0 0 0,1 0-1 0 0,-1 0 1 0 0,0 0 0 0 0,1 0 0 0 0,-1 0 0 0 0,2 2 0 0 0,-1 0-66 0 0,1 1 0 0 0,-1 0 0 0 0,0 0 0 0 0,0 0 0 0 0,0 0 1 0 0,0 0-1 0 0,-1 1 0 0 0,0-1 0 0 0,0 1 0 0 0,0-1 0 0 0,0 0 0 0 0,-1 6 1 0 0,-4 55 577 0 0,-1-15-301 0 0,5-49-249 0 0,0 0-1 0 0,0 0 1 0 0,0 0-1 0 0,0 0 1 0 0,0 0-1 0 0,1 0 1 0 0,-1 0-1 0 0,0 0 1 0 0,0 0 0 0 0,1 0-1 0 0,-1 0 1 0 0,0 0-1 0 0,1 0 1 0 0,-1 0-1 0 0,1 0 1 0 0,0 0 0 0 0,-1-1-1 0 0,1 1 1 0 0,0 0-1 0 0,-1 0 1 0 0,1-1-1 0 0,0 1 1 0 0,0 0-1 0 0,-1-1 1 0 0,3 2 0 0 0,25 3 1020 0 0,2 0-82 0 0,-29-4-947 0 0,0-1 0 0 0,0 1 0 0 0,0 0 0 0 0,0-1 0 0 0,0 1 0 0 0,-1 0 0 0 0,1 0 0 0 0,0 0 0 0 0,0-1 0 0 0,0 1 0 0 0,-1 0 0 0 0,1 0 0 0 0,-1 0 0 0 0,1 0 0 0 0,-1 0 0 0 0,1 1 0 0 0,-1-1 0 0 0,1 0 0 0 0,-1 0 0 0 0,0 0 1 0 0,0 0-1 0 0,1 0 0 0 0,-1 1 0 0 0,0 0 0 0 0,-1 18-99 0 0,0-1-1 0 0,-2 1 1 0 0,0-1 0 0 0,-1 0 0 0 0,-1 0 0 0 0,-1 0 0 0 0,0-1 0 0 0,-15 29 0 0 0,14-31-788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3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 8290 0 0,'21'-15'2143'0'0,"-4"4"-2348"0"0,-11 7 131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3:34.1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44 2304 0 0,'1'-2'227'0'0,"0"0"0"0"0,-1 0-1 0 0,1 0 1 0 0,0-1 0 0 0,0 1-1 0 0,0 0 1 0 0,1 0-1 0 0,-1 0 1 0 0,0 0 0 0 0,1 1-1 0 0,-1-1 1 0 0,1 0 0 0 0,0 1-1 0 0,-1-1 1 0 0,1 1-1 0 0,0-1 1 0 0,0 1 0 0 0,0 0-1 0 0,0 0 1 0 0,0 0 0 0 0,0 0-1 0 0,0 0 1 0 0,1 0-1 0 0,-1 1 1 0 0,0-1 0 0 0,0 1-1 0 0,4-1 1 0 0,-4 0-70 0 0,-1 1 1 0 0,1 0-1 0 0,0-1 1 0 0,-1 1-1 0 0,1 0 0 0 0,0 0 1 0 0,-1 0-1 0 0,1 0 1 0 0,0 0-1 0 0,0 0 1 0 0,-1 0-1 0 0,1 0 0 0 0,0 1 1 0 0,-1-1-1 0 0,1 1 1 0 0,-1-1-1 0 0,1 1 1 0 0,-1 0-1 0 0,1 0 1 0 0,-1-1-1 0 0,1 1 0 0 0,-1 0 1 0 0,0 0-1 0 0,1 1 1 0 0,-1-1-1 0 0,0 0 1 0 0,0 0-1 0 0,0 0 0 0 0,0 1 1 0 0,0-1-1 0 0,0 1 1 0 0,0-1-1 0 0,0 1 1 0 0,-1-1-1 0 0,1 1 0 0 0,0-1 1 0 0,-1 1-1 0 0,0 0 1 0 0,1 2-1 0 0,-1 5-117 0 0,-1-1-1 0 0,0 1 1 0 0,0-1-1 0 0,-3 11 0 0 0,2-14-6 0 0,0 0-1 0 0,1 0 0 0 0,0 0 1 0 0,0 0-1 0 0,0 0 0 0 0,1 1 0 0 0,0-1 1 0 0,0 0-1 0 0,0 1 0 0 0,0-1 1 0 0,1 0-1 0 0,0 0 0 0 0,0 0 0 0 0,3 9 1 0 0,-2-12 27 0 0,0 0 1 0 0,1 0 0 0 0,-1 0 0 0 0,0-1-1 0 0,0 1 1 0 0,1-1 0 0 0,-1 0 0 0 0,1 0-1 0 0,-1 1 1 0 0,1-1 0 0 0,0-1 0 0 0,-1 1-1 0 0,1 0 1 0 0,0-1 0 0 0,0 1 0 0 0,-1-1-1 0 0,5 0 1 0 0,-3 0 110 0 0,0 1 1 0 0,0-1-1 0 0,-1 1 0 0 0,1 0 0 0 0,0 0 0 0 0,-1 0 0 0 0,1 0 1 0 0,5 4-1 0 0,-8-4-126 0 0,0 0 0 0 0,0 0 0 0 0,0 0 0 0 0,0 0 0 0 0,0 1 0 0 0,0-1 0 0 0,-1 0 0 0 0,1 0 0 0 0,0 1 0 0 0,-1-1 0 0 0,1 1 0 0 0,-1-1 0 0 0,0 1 0 0 0,1-1 0 0 0,-1 1 0 0 0,0-1 0 0 0,0 1 0 0 0,0-1 0 0 0,0 1 0 0 0,0-1 0 0 0,0 1 0 0 0,0-1 0 0 0,-1 1 0 0 0,1-1 0 0 0,0 1 0 0 0,-1-1 0 0 0,0 2 0 0 0,-8 24-162 0 0,-1-2 0 0 0,-2 1 0 0 0,0-2 1 0 0,-20 31-1 0 0,22-38-6675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18.9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51 5985 0 0,'-15'-20'1389'0'0,"12"16"-780"0"0,1 1-1 0 0,-1-1 1 0 0,0 0-1 0 0,0 1 0 0 0,0 0 1 0 0,0 0-1 0 0,-4-3 0 0 0,6 6-527 0 0,1 0-1 0 0,-1 0 0 0 0,1 0 0 0 0,-1 0 0 0 0,1 0 1 0 0,-1 0-1 0 0,1 0 0 0 0,-1 0 0 0 0,1 0 1 0 0,-1 0-1 0 0,1 1 0 0 0,-1-1 0 0 0,1 0 1 0 0,0 0-1 0 0,-1 0 0 0 0,1 1 0 0 0,-1-1 1 0 0,1 0-1 0 0,0 1 0 0 0,-1-1 0 0 0,1 0 0 0 0,0 1 1 0 0,-1-1-1 0 0,1 0 0 0 0,0 1 0 0 0,-1-1 1 0 0,1 1-1 0 0,0-1 0 0 0,0 1 0 0 0,0-1 1 0 0,-1 1-1 0 0,1-1 0 0 0,0 0 0 0 0,0 1 1 0 0,0-1-1 0 0,0 1 0 0 0,0-1 0 0 0,0 1 0 0 0,0-1 1 0 0,0 2-1 0 0,-3 20 576 0 0,-5 483 973 0 0,-3 44-1553 0 0,-42 266 1678 0 0,48-737-1266 0 0,0-22 24 0 0,3 0-1 0 0,7 97 1 0 0,2-134-462 0 0,-7-19-109 0 0,1 0 1 0 0,-1 0-1 0 0,0 0 0 0 0,1 1 1 0 0,-1-1-1 0 0,1 0 0 0 0,-1 0 0 0 0,0 0 1 0 0,1 0-1 0 0,-1 0 0 0 0,1 0 0 0 0,-1 1 1 0 0,0-1-1 0 0,1 0 0 0 0,-1 0 0 0 0,1 0 1 0 0,-1 0-1 0 0,1-1 0 0 0,-1 1 0 0 0,0 0 1 0 0,1 0-1 0 0,-1 0 0 0 0,1 0 0 0 0,-1 0 1 0 0,0 0-1 0 0,1-1 0 0 0,-1 1 1 0 0,0 0-1 0 0,1 0 0 0 0,-1-1 0 0 0,0 1 1 0 0,1 0-1 0 0,-1-1 0 0 0,0 1 0 0 0,1 0 1 0 0,-1 0-1 0 0,0-1 0 0 0,0 1 0 0 0,0-1 1 0 0,1 1-1 0 0,-1 0 0 0 0,0-2 0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19.3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63 356 4145 0 0,'-18'4'1424'0'0,"-27"1"8277"0"0,74 16-6415 0 0,-17-10-3024 0 0,-1-1 0 0 0,0 2 0 0 0,-1-1 0 0 0,15 23 0 0 0,-19-25-242 0 0,0 0 1 0 0,0 0 0 0 0,1-1 0 0 0,0 0 0 0 0,1 0 0 0 0,0-1 0 0 0,0 0-1 0 0,0 0 1 0 0,1-1 0 0 0,13 8 0 0 0,-14-10-3 0 0,1-1 1 0 0,0 1-1 0 0,-1-2 1 0 0,1 1-1 0 0,0-1 1 0 0,0 0-1 0 0,0-1 1 0 0,1 0-1 0 0,-1-1 1 0 0,0 0-1 0 0,0 0 1 0 0,0-1-1 0 0,1 0 1 0 0,-1 0-1 0 0,13-5 1 0 0,-11 2 113 0 0,-1 0 0 0 0,-1-1 0 0 0,1 0 0 0 0,-1-1 0 0 0,0 0 0 0 0,0 0 0 0 0,0-1 0 0 0,-1 0 0 0 0,0 0 0 0 0,-1-1 0 0 0,1 0 0 0 0,11-18 0 0 0,11-22 208 0 0,-3-2-1 0 0,-1-1 1 0 0,23-68-1 0 0,9-17-332 0 0,-33 88-729 0 0,-10 30-5438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0.1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21 216 456 0 0,'-2'1'254'0'0,"1"-1"-1"0"0,0 1 1 0 0,0-1-1 0 0,0 1 1 0 0,0 0 0 0 0,0-1-1 0 0,0 1 1 0 0,0 0-1 0 0,0 0 1 0 0,0 0-1 0 0,0 0 1 0 0,0 0 0 0 0,0 0-1 0 0,1 0 1 0 0,-1 0-1 0 0,0 0 1 0 0,1 0-1 0 0,-1 0 1 0 0,1 0 0 0 0,-1 0-1 0 0,1 1 1 0 0,0-1-1 0 0,-1 0 1 0 0,1 0-1 0 0,0 0 1 0 0,0 1 0 0 0,0-1-1 0 0,0 0 1 0 0,0 2-1 0 0,1-2-181 0 0,0 1-1 0 0,0-1 1 0 0,1 0-1 0 0,-1 0 1 0 0,1 0-1 0 0,-1 0 0 0 0,1 0 1 0 0,-1 0-1 0 0,1 0 1 0 0,-1 0-1 0 0,1-1 1 0 0,0 1-1 0 0,-1-1 0 0 0,1 1 1 0 0,0-1-1 0 0,0 0 1 0 0,0 1-1 0 0,-1-1 1 0 0,1 0-1 0 0,3-1 0 0 0,48 1 1597 0 0,94-13 0 0 0,-63 3-889 0 0,152-25 905 0 0,-16 2-86 0 0,168-20-34 0 0,58-7-435 0 0,-402 55-1026 0 0,471-25 895 0 0,-370 25-854 0 0,-106 4-105 0 0,245-14 733 0 0,-255 15-1050 0 0,-28 0 260 0 0,0 0 0 0 0,0 0 0 0 0,0 0 0 0 0,0 0 0 0 0,-1 0 0 0 0,1 0 0 0 0,0 1 0 0 0,0-1 0 0 0,0 0 0 0 0,0 0 0 0 0,0 1 0 0 0,0-1 0 0 0,0 1 0 0 0,0-1 0 0 0,0 0 0 0 0,0 1 0 0 0,-1 0 0 0 0,1-1 0 0 0,0 1 0 0 0,0-1 0 0 0,-1 1 0 0 0,1 0 0 0 0,0 0 0 0 0,0 0-1 0 0,-4 3-1277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0.7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300 79 2761 0 0,'-81'-25'1533'0'0,"20"5"1573"0"0,-73-14 0 0 0,112 38 686 0 0,22-4-3654 0 0,-1 1-1 0 0,1-1 1 0 0,0 0 0 0 0,0 1-1 0 0,0-1 1 0 0,0 0 0 0 0,0 1-1 0 0,-1-1 1 0 0,1 1 0 0 0,0-1-1 0 0,0 0 1 0 0,0 1 0 0 0,1 0 13 0 0,-1 1 0 0 0,0-1 0 0 0,1 0 0 0 0,-1 0 0 0 0,1 1 0 0 0,0-1 0 0 0,-1 0 1 0 0,1 0-1 0 0,0 0 0 0 0,0 0 0 0 0,-1 0 0 0 0,1 0 0 0 0,0 0 0 0 0,0 0 0 0 0,0 0 0 0 0,0-1 1 0 0,0 1-1 0 0,1 0 0 0 0,-1-1 0 0 0,0 1 0 0 0,2 0 0 0 0,230 116 1049 0 0,-148-86-1065 0 0,-58-23-12 0 0,-1 1 1 0 0,31 16-1 0 0,-49-20-101 0 0,0 0 0 0 0,0 0 0 0 0,-1 0-1 0 0,1 1 1 0 0,-1 0 0 0 0,0 1 0 0 0,-1-1-1 0 0,1 1 1 0 0,-1 1 0 0 0,7 12 0 0 0,-11-18 15 0 0,-1-1 1 0 0,0 1 0 0 0,0 0-1 0 0,0 0 1 0 0,0 0 0 0 0,0 1-1 0 0,0-1 1 0 0,-1 0 0 0 0,1 0-1 0 0,-1 0 1 0 0,1 0 0 0 0,-1 1-1 0 0,0-1 1 0 0,0 0 0 0 0,0 0-1 0 0,0 1 1 0 0,0-1 0 0 0,-1 0-1 0 0,1 0 1 0 0,-1 0 0 0 0,1 1-1 0 0,-1-1 1 0 0,0 0 0 0 0,0 0-1 0 0,0 0 1 0 0,0 0 0 0 0,0 0-1 0 0,0 0 1 0 0,-1-1 0 0 0,1 1-1 0 0,-2 2 1 0 0,-5 3 136 0 0,-1 0 0 0 0,1-1 0 0 0,-1 0 0 0 0,0-1 0 0 0,-16 7 0 0 0,-13 10-16 0 0,15-7-403 0 0,0 1 1 0 0,2 1-1 0 0,0 1 1 0 0,0 1-1 0 0,-32 40 1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4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0 9674 0 0,'-1'1'129'0'0,"-1"-1"-1"0"0,1 1 1 0 0,0 0-1 0 0,0-1 1 0 0,0 1-1 0 0,0 0 1 0 0,0 0-1 0 0,0 0 1 0 0,0-1 0 0 0,0 1-1 0 0,1 0 1 0 0,-1 0-1 0 0,0 0 1 0 0,0 0-1 0 0,1 1 1 0 0,-1-1-1 0 0,1 0 1 0 0,-1 0 0 0 0,1 0-1 0 0,-1 0 1 0 0,1 2-1 0 0,-10 28 285 0 0,6-10-224 0 0,1 0 0 0 0,1 0 0 0 0,0 1 0 0 0,3 24 0 0 0,11 89 654 0 0,-4-59-349 0 0,13 736 2098 0 0,-22-642-2080 0 0,5 83 585 0 0,-2 145 862 0 0,-2-380-3425 0 0,0 1 0 0 0,5 31 1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5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88 541 3225 0 0,'-6'-3'297'0'0,"1"0"0"0"0,0-1 0 0 0,1 0 0 0 0,-1 0 1 0 0,0 0-1 0 0,1-1 0 0 0,0 1 0 0 0,0-1 0 0 0,1 0 1 0 0,-1 0-1 0 0,-3-8 0 0 0,2 4 1166 0 0,0 1 0 0 0,-1 0 0 0 0,-9-10 0 0 0,17 16-916 0 0,0 0 1 0 0,1 1 0 0 0,-1-1 0 0 0,1 1-1 0 0,-1-1 1 0 0,1 1 0 0 0,0 0 0 0 0,-1 0-1 0 0,1 0 1 0 0,4 0 0 0 0,-5 1-412 0 0,1 0 0 0 0,-1 0 0 0 0,1 1 0 0 0,-1-1 0 0 0,1 1 0 0 0,-1-1 0 0 0,0 1 0 0 0,1 0 0 0 0,-1 0 0 0 0,0 0 0 0 0,0 0 0 0 0,0 0 0 0 0,0 1 0 0 0,0-1 1 0 0,3 3-1 0 0,31 30 370 0 0,-23-19-356 0 0,-4-7-135 0 0,-1-1 0 0 0,1 1 0 0 0,0-1 0 0 0,0-1 0 0 0,1 0 0 0 0,0 0 0 0 0,0-1 0 0 0,15 6 0 0 0,-21-10-2 0 0,-1 0 0 0 0,1-1 0 0 0,-1 1 0 0 0,1-1 0 0 0,0 1 0 0 0,0-1 1 0 0,-1 0-1 0 0,1 0 0 0 0,0-1 0 0 0,-1 1 0 0 0,1-1 0 0 0,0 0 1 0 0,-1 0-1 0 0,1 0 0 0 0,-1 0 0 0 0,1-1 0 0 0,-1 1 0 0 0,0-1 0 0 0,0 0 1 0 0,1 0-1 0 0,-1 0 0 0 0,-1 0 0 0 0,1-1 0 0 0,0 1 0 0 0,0-1 0 0 0,-1 0 1 0 0,0 0-1 0 0,1 0 0 0 0,1-4 0 0 0,22-36 355 0 0,-2-1-1 0 0,-2-1 1 0 0,28-84-1 0 0,-47 120-329 0 0,22-69 71 0 0,-18 52-614 0 0,0 1 0 0 0,3-1 0 0 0,19-38 0 0 0,-15 40-182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47 6913 0 0,'-46'-11'4077'0'0,"79"7"-1432"0"0,137 23-168 0 0,-15-1-2290 0 0,386 3-31 0 0,-329-16 146 0 0,-111-5 162 0 0,164-20 1 0 0,95-41 1308 0 0,-331 56-1544 0 0,1 1 0 0 0,-1 1 0 0 0,1 1 0 0 0,57 5 0 0 0,-79-3-541 0 0,3 0 537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6.3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187 132 920 0 0,'-6'-11'935'0'0,"-1"1"0"0"0,-1 1 0 0 0,0-1 0 0 0,0 1 0 0 0,0 0-1 0 0,-1 1 1 0 0,-1 0 0 0 0,1 1 0 0 0,-1 0 0 0 0,-1 0 0 0 0,1 1 0 0 0,-1 0-1 0 0,0 1 1 0 0,0 0 0 0 0,-1 1 0 0 0,0 0 0 0 0,-14-3 0 0 0,88 23 2929 0 0,-11-1-3730 0 0,61 28-1 0 0,-103-40-120 0 0,-1 2-1 0 0,0-1 1 0 0,0 1-1 0 0,0 0 1 0 0,0 1-1 0 0,-1 0 1 0 0,0 0-1 0 0,0 0 1 0 0,-1 1-1 0 0,1 0 1 0 0,4 9-1 0 0,-8-12 7 0 0,-1-1 0 0 0,0 1 0 0 0,0 1 0 0 0,-1-1 0 0 0,1 0-1 0 0,-1 0 1 0 0,0 1 0 0 0,0-1 0 0 0,0 0 0 0 0,0 1 0 0 0,-1-1 0 0 0,0 1-1 0 0,0-1 1 0 0,0 1 0 0 0,-1-1 0 0 0,1 1 0 0 0,-1-1 0 0 0,0 0 0 0 0,0 1-1 0 0,-1-1 1 0 0,1 0 0 0 0,-1 0 0 0 0,0 0 0 0 0,0 0 0 0 0,-3 5-1 0 0,-10 11 128 0 0,0 0 0 0 0,-2-1 0 0 0,-25 25 0 0 0,-14 15-2242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7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74 3225 0 0,'0'-3'227'0'0,"-1"0"1"0"0,0 1-1 0 0,1-1 1 0 0,0 0 0 0 0,0 1-1 0 0,-1-1 1 0 0,2 0-1 0 0,-1 1 1 0 0,0-1 0 0 0,0 0-1 0 0,1 0 1 0 0,0 1 0 0 0,-1-1-1 0 0,3-4 1 0 0,1-15 4069 0 0,-4 15-3613 0 0,-1 11 636 0 0,-3 25 2330 0 0,-2 43 1421 0 0,5-62-5013 0 0,-4-11 77 0 0,-7-19 138 0 0,8 15-246 0 0,2-3-93 0 0,-6-8-515 0 0,8 16 468 0 0,0-1-1 0 0,0 1 1 0 0,0 0 0 0 0,0 0 0 0 0,-1-1-1 0 0,1 1 1 0 0,-2-2-1020 0 0,1 2 1020 0 0,1 0 0 0 0,0 0-1 0 0,-1-1 1 0 0,1 1 0 0 0,0 0 0 0 0,-1 0-1 0 0,1 0 1 0 0,0 0 0 0 0,-1 0-1 0 0,1 0 1 0 0,0 0 0 0 0,-1 0 0 0 0,1 0-1 0 0,0 0 1 0 0,-1 0 0 0 0,1 0-1 0 0,0 1 1 0 0,-1-1 0 0 0,1 0 0 0 0,0 0-1 0 0,-1 0 1 0 0,1 0 0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8.0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10594 0 0,'-1'1'41'0'0,"0"-1"-1"0"0,0 0 1 0 0,1 1-1 0 0,-1-1 1 0 0,0 1 0 0 0,0-1-1 0 0,0 1 1 0 0,1-1-1 0 0,-1 1 1 0 0,0-1-1 0 0,0 1 1 0 0,1 0-1 0 0,-1 0 1 0 0,1-1-1 0 0,-1 1 1 0 0,1 0-1 0 0,-1 0 1 0 0,1 0 0 0 0,-1 0-1 0 0,1-1 1 0 0,-1 3-1 0 0,-7 22 892 0 0,7-22-754 0 0,-2 10-66 0 0,0 1 0 0 0,1-1 0 0 0,0 1 0 0 0,1 0 0 0 0,2 19 0 0 0,10 72 769 0 0,-3-38-363 0 0,57 830 1435 0 0,-64-842-1780 0 0,-3-1 0 0 0,-3 1 1 0 0,-1-1-1 0 0,-4 0 0 0 0,-23 80 1 0 0,30-122-192 0 0,-7 19-236 0 0,3 1 1 0 0,0-1-1 0 0,-2 36 1 0 0,9-55-684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8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91 2304 0 0,'-40'-74'11370'0'0,"52"99"-6882"0"0,-9-15-4329 0 0,2-1 0 0 0,-1 0 0 0 0,1 0 0 0 0,0-1 1 0 0,1 1-1 0 0,8 8 0 0 0,-3-6 8 0 0,0 0-1 0 0,1-1 1 0 0,0 0 0 0 0,1-1-1 0 0,0 0 1 0 0,1-1-1 0 0,17 7 1 0 0,-25-12-84 0 0,1 0-1 0 0,-1-1 1 0 0,1 0 0 0 0,0 0-1 0 0,0 0 1 0 0,-1-1 0 0 0,1 0-1 0 0,0-1 1 0 0,0 1 0 0 0,0-1-1 0 0,0-1 1 0 0,0 1 0 0 0,0-1-1 0 0,0 0 1 0 0,0-1-1 0 0,0 0 1 0 0,-1 0 0 0 0,11-5-1 0 0,-12 4-26 0 0,0 0-1 0 0,-1 0 1 0 0,0-1-1 0 0,1 0 1 0 0,-1 0-1 0 0,-1 0 1 0 0,1 0-1 0 0,0-1 1 0 0,-1 1-1 0 0,0-1 1 0 0,0 0-1 0 0,-1 0 1 0 0,1 0-1 0 0,2-7 1 0 0,2-9-489 0 0,-1-1 1 0 0,5-26 0 0 0,-10 40 19 0 0,5-19-7214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8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135 460 6449 0 0,'-28'-5'452'0'0,"6"1"188"0"0,0 0 0 0 0,-32-12 0 0 0,54 15-589 0 0,-1 1 0 0 0,1 0 0 0 0,0 0 0 0 0,-1 0 0 0 0,1 0 0 0 0,-1 0 0 0 0,1 0 0 0 0,0 0 0 0 0,-1-1 0 0 0,1 1 1 0 0,0 0-1 0 0,-1 0 0 0 0,1-1 0 0 0,0 1 0 0 0,-1 0 0 0 0,1 0 0 0 0,0-1 0 0 0,0 1 0 0 0,-1 0 0 0 0,1-1 1 0 0,0 1-1 0 0,0 0 0 0 0,0-1 0 0 0,-1 1 0 0 0,1-1 0 0 0,0 1 0 0 0,0 0 0 0 0,0-1 0 0 0,0 1 0 0 0,0-1 0 0 0,0 0 1 0 0,10-8 830 0 0,27-5-140 0 0,-31 12-531 0 0,68-23 694 0 0,0 3 1 0 0,2 4 0 0 0,123-14 0 0 0,189-18 814 0 0,-192 20-1018 0 0,144-27 772 0 0,351-52-352 0 0,-630 102-1095 0 0,-2 1 52 0 0,0-3 0 0 0,71-19 1 0 0,-119 26-1824 0 0,-2 1-1251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29.3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60 3225 0 0,'-11'-4'1061'0'0,"-1"1"150"0"0,1-1 1 0 0,-1-1-1 0 0,1 0 1 0 0,1-1-1 0 0,-1 0 1 0 0,1 0-1 0 0,-17-15 1 0 0,55 42 4510 0 0,71 39-5594 0 0,-60-38-84 0 0,1-2 0 0 0,1-2 0 0 0,0-1 0 0 0,1-3 0 0 0,62 14 0 0 0,-99-27 103 0 0,-1 0-1 0 0,0 0 1 0 0,1 0 0 0 0,-1 0-1 0 0,0 1 1 0 0,0-1-1 0 0,0 1 1 0 0,0 0-1 0 0,0 1 1 0 0,-1-1 0 0 0,1 1-1 0 0,-1-1 1 0 0,1 1-1 0 0,3 5 1 0 0,-5-6-118 0 0,-1 0 0 0 0,0 0 0 0 0,0 1 0 0 0,0-1 0 0 0,-1 0-1 0 0,1 1 1 0 0,0-1 0 0 0,-1 1 0 0 0,1-1 0 0 0,-1 1 0 0 0,0 0 0 0 0,0-1 0 0 0,0 1 0 0 0,0-1 0 0 0,-1 1 0 0 0,1-1-1 0 0,-1 1 1 0 0,1-1 0 0 0,-1 1 0 0 0,0-1 0 0 0,0 0 0 0 0,0 1 0 0 0,0-1 0 0 0,0 0 0 0 0,-1 0 0 0 0,-1 3 0 0 0,-15 23 94 0 0,-24 28 0 0 0,7-11-1783 0 0,17-20-6075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4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225 75 4609 0 0,'-46'-1'2372'0'0,"-13"1"2701"0"0,-58 6 1 0 0,117-5-5045 0 0,0-1 0 0 0,0 0 0 0 0,0 0 0 0 0,0 0 0 0 0,0 0 0 0 0,0 0 0 0 0,0 0 0 0 0,0 0 0 0 0,0 0 0 0 0,0 0 0 0 0,0 1 0 0 0,0-1 0 0 0,0 0 0 0 0,0 0 0 0 0,0 0 0 0 0,0 0 0 0 0,0 0 0 0 0,0 0 0 0 0,0 0 0 0 0,0 0 0 0 0,0 0 0 0 0,0 0 0 0 0,0 1 0 0 0,0-1 0 0 0,0 0 0 0 0,0 0 0 0 0,0 0 0 0 0,-1 0 0 0 0,1 0 0 0 0,0 0 0 0 0,0 0 0 0 0,0 0 0 0 0,0 0 0 0 0,0 0 0 0 0,0 0 0 0 0,0 0 0 0 0,0 0 0 0 0,0 0 0 0 0,0 0 0 0 0,-1 0 0 0 0,1 0 0 0 0,0 0 0 0 0,0 0 0 0 0,0 0 0 0 0,0 0 0 0 0,0 0 0 0 0,0 0 0 0 0,0 0 0 0 0,0 0 0 0 0,0 0 0 0 0,-1 0 0 0 0,1 0 0 0 0,14 4 327 0 0,19 1-445 0 0,549 28 798 0 0,2-40-106 0 0,-105-39 510 0 0,96-15-169 0 0,-505 54-900 0 0,1 4 1 0 0,0 2-1 0 0,-1 4 1 0 0,81 12-1 0 0,-127-10-775 0 0,-1-2 0 0 0,29 1 0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5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262 54 2304 0 0,'-17'-9'1033'0'0,"1"1"0"0"0,-1 1 0 0 0,-1 1 0 0 0,0 0 0 0 0,1 1 0 0 0,-1 1 0 0 0,-1 1 0 0 0,1 0 0 0 0,0 1 0 0 0,-30 2 0 0 0,45 0-600 0 0,0 0 0 0 0,0 0 0 0 0,0 0 1 0 0,1 0-1 0 0,-1 1 0 0 0,0-1 0 0 0,0 1 0 0 0,1 0 0 0 0,-1 0 1 0 0,-3 1-1 0 0,6-1-340 0 0,0-1 1 0 0,0 0 0 0 0,-1 0-1 0 0,1 0 1 0 0,0 1 0 0 0,0-1-1 0 0,-1 0 1 0 0,1 0 0 0 0,0 1-1 0 0,0-1 1 0 0,0 0-1 0 0,0 0 1 0 0,-1 1 0 0 0,1-1-1 0 0,0 0 1 0 0,0 1 0 0 0,0-1-1 0 0,0 0 1 0 0,0 0 0 0 0,0 1-1 0 0,0-1 1 0 0,0 0-1 0 0,0 1 1 0 0,0-1 0 0 0,0 0-1 0 0,0 1 1 0 0,0-1 0 0 0,0 0-1 0 0,0 1 1 0 0,0-1-1 0 0,0 1 1 0 0,15 13 723 0 0,-6-9-759 0 0,0 0 0 0 0,1-1 0 0 0,12 5 0 0 0,-13-6-13 0 0,-1 1 0 0 0,1 0-1 0 0,0 0 1 0 0,12 9 0 0 0,164 115-45 0 0,-185-128 0 0 0,49 35 0 0 0,-47-33 0 0 0,1 0 0 0 0,-1 0 0 0 0,0 0 0 0 0,0 1 0 0 0,0-1 0 0 0,0 0 0 0 0,0 1 0 0 0,0 0 0 0 0,-1-1 0 0 0,1 1 0 0 0,-1 0 0 0 0,0 0 0 0 0,0 0 0 0 0,0 0 0 0 0,0 0 0 0 0,1 4 0 0 0,-4-3 28 0 0,1 0 1 0 0,-1 0-1 0 0,1 0 1 0 0,-1 0-1 0 0,0-1 1 0 0,-1 1-1 0 0,1 0 1 0 0,-1-1-1 0 0,1 0 1 0 0,-1 0-1 0 0,0 0 1 0 0,0 0-1 0 0,-1 0 1 0 0,-4 3 0 0 0,-12 13 103 0 0,-12 19 50 0 0,1 1 0 0 0,2 1 0 0 0,-41 75 0 0 0,70-114-227 0 0,-1 0-40 0 0,0 0 1 0 0,0 1-1 0 0,0-1 0 0 0,1 1 0 0 0,-1-1 1 0 0,0 0-1 0 0,1 1 0 0 0,-1 0 1 0 0,1-1-1 0 0,0 1 0 0 0,-1-1 0 0 0,1 1 1 0 0,0-1-1 0 0,0 1 0 0 0,0 0 1 0 0,0-1-1 0 0,0 1 0 0 0,1-1 0 0 0,-1 1 1 0 0,0-1-1 0 0,1 1 0 0 0,-1-1 0 0 0,1 1 1 0 0,1 2-1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6.8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81 123 1840 0 0,'-2'-2'456'0'0,"-1"-1"-1"0"0,0 1 0 0 0,1-1 0 0 0,-1 0 0 0 0,1 1 1 0 0,0-1-1 0 0,0 0 0 0 0,0 0 0 0 0,0-1 0 0 0,1 1 0 0 0,-1 0 1 0 0,1 0-1 0 0,0-1 0 0 0,-2-5 0 0 0,1-3 1895 0 0,1 1 0 0 0,0-1 0 0 0,1-13 0 0 0,0 21-1719 0 0,0 4-567 0 0,0 0 0 0 0,0 0 0 0 0,0-1 0 0 0,0 1 0 0 0,0 0 0 0 0,0 0 0 0 0,0-1 0 0 0,0 1 0 0 0,0 0 0 0 0,0-1 0 0 0,0 1 0 0 0,0 0 0 0 0,0 0 0 0 0,0-1 0 0 0,0 1 0 0 0,0 0 0 0 0,0 0 0 0 0,0-1 0 0 0,0 1 0 0 0,0 0 0 0 0,0-1 0 0 0,-1 1 0 0 0,1 0 0 0 0,0 0 0 0 0,0 0 0 0 0,0-1 0 0 0,0 1 0 0 0,-1 0 0 0 0,1 0 0 0 0,0 0 0 0 0,0-1 0 0 0,-1 1 0 0 0,1 0 0 0 0,0 0 0 0 0,0 0 0 0 0,-1 0 0 0 0,1 0 0 0 0,0 0 0 0 0,0-1 0 0 0,-1 1 0 0 0,1 0 0 0 0,0 0 0 0 0,0 0 0 0 0,-1 0 0 0 0,1 0 0 0 0,0 0 0 0 0,-1 0 0 0 0,1 0 0 0 0,0 0 0 0 0,0 0 0 0 0,-1 1 0 0 0,3 3-35 0 0,0 0 1 0 0,0 1-1 0 0,-1-1 0 0 0,0 1 0 0 0,1-1 0 0 0,-2 1 0 0 0,1 0 0 0 0,0-1 0 0 0,-1 10 0 0 0,0-13-19 0 0,-1 1-1 0 0,1 0 1 0 0,0 0-1 0 0,-1 0 1 0 0,0-1 0 0 0,1 1-1 0 0,-1 0 1 0 0,0-1-1 0 0,0 1 1 0 0,0 0-1 0 0,0-1 1 0 0,0 1-1 0 0,0-1 1 0 0,-1 0 0 0 0,1 1-1 0 0,0-1 1 0 0,-1 0-1 0 0,1 0 1 0 0,-1 0-1 0 0,1 0 1 0 0,-1 0-1 0 0,1 0 1 0 0,-1 0 0 0 0,0 0-1 0 0,0-1 1 0 0,1 1-1 0 0,-1-1 1 0 0,0 1-1 0 0,-3 0 1 0 0,4-1-9 0 0,1 0 0 0 0,0 0 0 0 0,0 0 0 0 0,-1 0 0 0 0,1 0 0 0 0,0 0 0 0 0,0 0 1 0 0,-1 1-1 0 0,1-1 0 0 0,0 0 0 0 0,-1 0 0 0 0,1 0 0 0 0,0 0 0 0 0,0 0 0 0 0,-1 0 0 0 0,1 0 1 0 0,0 0-1 0 0,0 0 0 0 0,-1 0 0 0 0,1 0 0 0 0,0-1 0 0 0,-1 1 0 0 0,1 0 0 0 0,0 0 0 0 0,0 0 0 0 0,-1 0 1 0 0,1 0-1 0 0,0 0 0 0 0,0-1 0 0 0,0 1 0 0 0,-1 0 0 0 0,1 0 0 0 0,0 0 0 0 0,0-1 0 0 0,0 1 1 0 0,-1 0-1 0 0,1 0 0 0 0,0 0 0 0 0,0-1 0 0 0,0 1 0 0 0,0 0 0 0 0,0-1 0 0 0,0 1 0 0 0,0 0 0 0 0,-1 0 1 0 0,1-1-1 0 0,0 1 0 0 0,0 0 0 0 0,0 0 0 0 0,0-1 0 0 0,0 1 0 0 0,0 0 0 0 0,0-1 0 0 0,0 1 1 0 0,0 0-1 0 0,1-1 465 0 0,0 5-379 0 0,11 46-85 0 0,-1 1 1 0 0,4 73 0 0 0,-2-14-26 0 0,29 121-14 0 0,-20-127 102 0 0,-5 1 1 0 0,6 159-1 0 0,-36 74-384 0 0,13-322 294 0 0,1 1-1 0 0,0-1 1 0 0,5 20 0 0 0,5 0-8951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7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 3225 0 0,'-15'1'332'0'0,"-14"3"4048"0"0,28-4-4032 0 0,0 0 1 0 0,0 0-1 0 0,0 0 1 0 0,0 0 0 0 0,0 1-1 0 0,0-1 1 0 0,0 0-1 0 0,-8 7 3486 0 0,8-5-3486 0 0,1 0-132 0 0,-1-1-1 0 0,1 1 1 0 0,0-1-1 0 0,1 1 1 0 0,-1-1-1 0 0,0 1 1 0 0,0-1 0 0 0,1 1-1 0 0,-1-1 1 0 0,0 1-1 0 0,1-1 1 0 0,0 1-1 0 0,-1-1 1 0 0,1 1-1 0 0,0-1 1 0 0,0 0-1 0 0,1 3 1 0 0,22 23 818 0 0,-18-20-661 0 0,21 24-67 0 0,1-1 1 0 0,2-2 0 0 0,36 27 0 0 0,-64-53-297 0 0,-1-1-1 0 0,0 0 1 0 0,1 0 0 0 0,-1 0 0 0 0,1 0 0 0 0,0 0 0 0 0,-1 0 0 0 0,1 0 0 0 0,0 0 0 0 0,-1 0 0 0 0,1-1 0 0 0,0 1 0 0 0,0-1 0 0 0,-1 1 0 0 0,1-1 0 0 0,0 0 0 0 0,0 0 0 0 0,0 0 0 0 0,0 0 0 0 0,0 0 0 0 0,-1 0-1 0 0,1 0 1 0 0,0-1 0 0 0,0 1 0 0 0,0-1 0 0 0,-1 1 0 0 0,1-1 0 0 0,0 0 0 0 0,0 1 0 0 0,2-3 0 0 0,-1 0 16 0 0,0 0 1 0 0,-1-1-1 0 0,0 1 1 0 0,0-1-1 0 0,0 1 1 0 0,0-1-1 0 0,0 0 1 0 0,0 0-1 0 0,-1 0 1 0 0,0 1-1 0 0,0-2 0 0 0,0 1 1 0 0,0-4-1 0 0,3-58 241 0 0,-4 50-694 0 0,1 0 0 0 0,4-25 0 0 0,0 22-86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7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63 181 5529 0 0,'-24'7'1467'0'0,"-14"2"2251"0"0,116-30 179 0 0,176-7-2809 0 0,-42 7-784 0 0,355-44 1881 0 0,-242 64-1130 0 0,-70 3-808 0 0,-235-3-178 0 0,189-9 1118 0 0,-158 5-744 0 0,0-3 1 0 0,51-14 0 0 0,-92 19-878 0 0,49-10 1532 0 0,-29 12-3259 0 0,-4 8-5816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8.1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125 105 6913 0 0,'-25'-14'716'0'0,"-37"-25"389"0"0,29 8 3209 0 0,33 31-4187 0 0,0-1 0 0 0,-1 1-1 0 0,1 0 1 0 0,0-1 0 0 0,-1 1 0 0 0,1 0-1 0 0,0-1 1 0 0,0 1 0 0 0,-1-1 0 0 0,1 1-1 0 0,0 0 1 0 0,0-1 0 0 0,-1 1 0 0 0,1-1-1 0 0,0 1 1 0 0,0-1 0 0 0,0 1 0 0 0,0-1-1 0 0,0 1 1 0 0,0 0 0 0 0,0-1 0 0 0,0 1-1 0 0,0-1 1 0 0,0 1 0 0 0,0-1 0 0 0,0 1-1 0 0,0-1 1 0 0,0 1 0 0 0,1-1 0 0 0,-1 1-1 0 0,0 0 1 0 0,0-1 0 0 0,0 1 0 0 0,1-1-1 0 0,-1 1 1 0 0,1-1 0 0 0,18-4 1718 0 0,25 11-1204 0 0,-28 1-475 0 0,-1 1 0 0 0,1 1 0 0 0,-2 0 0 0 0,23 18 0 0 0,19 12-34 0 0,8-2-59 0 0,35 21 3 0 0,-97-56-71 0 0,0 0-1 0 0,0-1 0 0 0,0 1 1 0 0,0 0-1 0 0,0 0 0 0 0,0 0 1 0 0,0 0-1 0 0,-1 0 0 0 0,1 1 1 0 0,-1-1-1 0 0,1 0 0 0 0,-1 1 0 0 0,0-1 1 0 0,0 1-1 0 0,0 0 0 0 0,0-1 1 0 0,-1 1-1 0 0,1-1 0 0 0,-1 1 1 0 0,0 0-1 0 0,1 0 0 0 0,-1-1 1 0 0,0 1-1 0 0,-1 0 0 0 0,1 0 1 0 0,0-1-1 0 0,-1 1 0 0 0,0 0 1 0 0,1-1-1 0 0,-1 1 0 0 0,0-1 1 0 0,0 1-1 0 0,-1-1 0 0 0,-1 5 1 0 0,-6 7 26 0 0,0 0 0 0 0,-1-1 0 0 0,0 0 0 0 0,-18 17 1 0 0,22-23-30 0 0,-112 118-6642 0 0,104-109 189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8290 0 0,'2'11'10420'0'0,"13"37"-6964"0"0,9 30-3321 0 0,24 138 532 0 0,-30-126-767 0 0,3 0 0 0 0,36 90 0 0 0,-55-174 88 0 0,23 61-1029 0 0,-11-21-2521 0 0,-9-25-3121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39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166 241 2304 0 0,'-65'-19'1814'0'0,"-35"-18"13571"0"0,124 30-13518 0 0,-17 7-1764 0 0,0 0 1 0 0,0 1 0 0 0,1 0-1 0 0,-1 0 1 0 0,0 1-1 0 0,-1 0 1 0 0,1 0 0 0 0,0 1-1 0 0,0 0 1 0 0,-1 0-1 0 0,0 0 1 0 0,1 1 0 0 0,-1 0-1 0 0,-1 0 1 0 0,8 6-1 0 0,2 6-52 0 0,0 1 0 0 0,0 0 1 0 0,17 29-1 0 0,-15-22 72 0 0,24 27 0 0 0,-40-49-119 0 0,0-1 0 0 0,0 1 0 0 0,0-1 0 0 0,1 1 0 0 0,-1-1 0 0 0,1 1-1 0 0,-1-1 1 0 0,1 0 0 0 0,-1 0 0 0 0,1 0 0 0 0,0 0 0 0 0,0 0 0 0 0,-1 0-1 0 0,1 0 1 0 0,0 0 0 0 0,0-1 0 0 0,0 1 0 0 0,0-1 0 0 0,0 1 0 0 0,0-1-1 0 0,0 0 1 0 0,0 0 0 0 0,0 0 0 0 0,0 0 0 0 0,0 0 0 0 0,0 0 0 0 0,0-1-1 0 0,0 1 1 0 0,0-1 0 0 0,0 1 0 0 0,0-1 0 0 0,0 0 0 0 0,0 0 0 0 0,-1 0-1 0 0,1 0 1 0 0,0 0 0 0 0,-1 0 0 0 0,1 0 0 0 0,0 0 0 0 0,-1-1 0 0 0,1 1-1 0 0,-1-1 1 0 0,0 1 0 0 0,0-1 0 0 0,1 1 0 0 0,0-3 0 0 0,7-10 176 0 0,-1 0 0 0 0,-1 0 1 0 0,0-1-1 0 0,9-25 0 0 0,-13 30-218 0 0,8-18 26 0 0,39-95 155 0 0,-43 110-521 0 0,0 0 1 0 0,0 1 0 0 0,2-1 0 0 0,-1 2-1 0 0,1-1 1 0 0,20-18 0 0 0,-24 26-105 0 0,-1 1-1 0 0,1 0 1 0 0,-1 0 0 0 0,1 1 0 0 0,0-1 0 0 0,0 1-1 0 0,0 0 1 0 0,8-2 0 0 0,-2 2-67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45.8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79 102 10594 0 0,'-21'10'1414'0'0,"11"-6"-489"0"0,0 1 0 0 0,0 0 0 0 0,-17 13-1 0 0,28-15-72 0 0,8-1-517 0 0,9-1-1 0 0,110-6 960 0 0,492-14 1653 0 0,5-15-2894 0 0,-370 2-1 0 0,-41 3 24 0 0,-123 15-37 0 0,-56 8-404 0 0,1 0 1 0 0,36 1-1 0 0,-71 5 79 0 0,1 0-1 0 0,-1 0 1 0 0,1 0 0 0 0,-1 0-1 0 0,1 1 1 0 0,-1-1 0 0 0,1 0-1 0 0,-1 1 1 0 0,1-1 0 0 0,-1 1-1 0 0,0 0 1 0 0,1-1 0 0 0,1 2-1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46.2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100 119 2745 0 0,'-7'-5'238'0'0,"1"1"0"0"0,-1-2 1 0 0,1 1-1 0 0,-8-8 1 0 0,2-2 2293 0 0,1 0 0 0 0,-10-17 0 0 0,6 8-573 0 0,61 36 1937 0 0,302 110 189 0 0,-331-115-4015 0 0,56 26 167 0 0,-67-29-216 0 0,0-1 0 0 0,0 1 1 0 0,0 0-1 0 0,-1 1 0 0 0,0 0 0 0 0,1-1 0 0 0,-1 2 0 0 0,7 9 0 0 0,-10-10-4 0 0,0-1-1 0 0,-1 0 1 0 0,1 0-1 0 0,-1 1 1 0 0,-1-1-1 0 0,1 0 1 0 0,0 1-1 0 0,-1-1 1 0 0,0 1-1 0 0,0-1 1 0 0,-1 0-1 0 0,1 1 1 0 0,-1-1-1 0 0,0 1 1 0 0,0-1-1 0 0,0 0 1 0 0,0 0-1 0 0,-1 1 1 0 0,-3 5-1 0 0,-5 10 96 0 0,0 0 1 0 0,-19 26-1 0 0,8-18-13 0 0,-1 0 1 0 0,-1-2-1 0 0,-35 32 1 0 0,-3-5-2455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46.8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19 6913 0 0,'0'-1'223'0'0,"-1"0"-1"0"0,1 1 1 0 0,0-1-1 0 0,0 0 0 0 0,-1 0 1 0 0,1 1-1 0 0,0-1 0 0 0,0 0 1 0 0,0 0-1 0 0,0 1 0 0 0,0-1 1 0 0,0 0-1 0 0,0 0 0 0 0,0 1 1 0 0,1-1-1 0 0,-1 0 1 0 0,0 0-1 0 0,0 1 0 0 0,1-1 1 0 0,-1-1-1 0 0,1 2-151 0 0,-1 0 0 0 0,0 0 0 0 0,0 0 1 0 0,0-1-1 0 0,1 1 0 0 0,-1 0 0 0 0,0 0 0 0 0,0 0 1 0 0,0 0-1 0 0,1 0 0 0 0,-1-1 0 0 0,0 1 0 0 0,0 0 0 0 0,1 0 1 0 0,-1 0-1 0 0,0 0 0 0 0,0 0 0 0 0,1 0 0 0 0,-1 0 0 0 0,0 0 1 0 0,0 0-1 0 0,1 0 0 0 0,-1 0 0 0 0,0 0 0 0 0,0 0 0 0 0,1 0 1 0 0,-1 0-1 0 0,0 0 0 0 0,0 1 0 0 0,0-1 0 0 0,1 0 0 0 0,-1 0 1 0 0,0 0-1 0 0,0 0 0 0 0,1 0 0 0 0,-1 0 0 0 0,0 1 0 0 0,0-1 1 0 0,0 0-1 0 0,0 0 0 0 0,1 0 0 0 0,-1 1 0 0 0,0-1 0 0 0,0 0 1 0 0,0 0-1 0 0,0 0 0 0 0,0 1 0 0 0,0-1 0 0 0,0 0 1 0 0,1 0-1 0 0,-1 1 0 0 0,0-1 0 0 0,0 0 0 0 0,0 0 0 0 0,0 1 1 0 0,0-1-1 0 0,0 0 0 0 0,0 1 0 0 0,19 56 1102 0 0,-2 1 0 0 0,-2 0 0 0 0,7 75 0 0 0,-18-109-1011 0 0,39 291 920 0 0,28 152-403 0 0,-60-419-955 0 0,-2 1 0 0 0,-2 0 1 0 0,-2 0-1 0 0,-2 0 0 0 0,-2 0 1 0 0,-9 69-1 0 0,-4-39-3082 0 0,6-43-2989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47.1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72 356 2304 0 0,'-8'-6'545'0'0,"1"0"-1"0"0,-1-1 0 0 0,1 0 0 0 0,-8-11 0 0 0,9 11 969 0 0,1 0 1 0 0,0 0-1 0 0,1 0 1 0 0,0-1-1 0 0,2-10 5273 0 0,35 40-5200 0 0,25 49-460 0 0,-44-52-1043 0 0,0-1-1 0 0,1 0 0 0 0,1-1 1 0 0,24 20-1 0 0,-35-34-71 0 0,0 1 1 0 0,0-1-1 0 0,1 0 0 0 0,-1 0 0 0 0,1 0 0 0 0,-1-1 1 0 0,1 0-1 0 0,0 0 0 0 0,0 0 0 0 0,0-1 0 0 0,0 0 1 0 0,0 0-1 0 0,0 0 0 0 0,0-1 0 0 0,0 0 1 0 0,0 0-1 0 0,1-1 0 0 0,-1 1 0 0 0,0-1 0 0 0,0-1 1 0 0,7-1-1 0 0,-6 0 26 0 0,0 0 1 0 0,0-1-1 0 0,-1 0 1 0 0,1 0-1 0 0,-1 0 1 0 0,1-1-1 0 0,-1 0 1 0 0,-1 0-1 0 0,1 0 1 0 0,-1-1-1 0 0,0 0 1 0 0,0 0-1 0 0,7-13 1 0 0,4-7 176 0 0,-2-1 0 0 0,12-35 0 0 0,-12 28-142 0 0,8-17 83 0 0,59-121-140 0 0,-62 140-368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0.1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10594 0 0,'1'5'5410'0'0,"3"3"-3617"0"0,6 27-1692 0 0,25 203 2378 0 0,37 191-739 0 0,-53-354-1702 0 0,41 188 631 0 0,-47-188-1700 0 0,7 119 0 0 0,-20-185 579 0 0,1 18-5626 0 0,2-12-64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1.0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111 1 3225 0 0,'-27'4'1709'0'0,"19"-2"-26"0"0,-1 2 0 0 0,1-1 0 0 0,0 1-1 0 0,0 0 1 0 0,-12 8 0 0 0,3 1-808 0 0,17-12-805 0 0,-1-1 0 0 0,1 0 0 0 0,-1 1 0 0 0,1-1 0 0 0,0 0 0 0 0,-1 1 0 0 0,1-1-1 0 0,0 0 1 0 0,0 1 0 0 0,-1-1 0 0 0,1 0 0 0 0,0 1 0 0 0,0-1 0 0 0,0 1 0 0 0,-1-1 0 0 0,1 1 0 0 0,0-1 0 0 0,0 0 0 0 0,0 1 0 0 0,0-1 0 0 0,0 1-1 0 0,0-1 1 0 0,0 1 0 0 0,0-1 0 0 0,0 1 0 0 0,0-1 0 0 0,0 1 0 0 0,0-1 0 0 0,0 1 0 0 0,0-1 0 0 0,0 0 0 0 0,1 1 0 0 0,-1 0 0 0 0,15 11 1102 0 0,26 4-235 0 0,-39-15-795 0 0,149 38 1738 0 0,-101-28-1800 0 0,0 2 0 0 0,88 36 1 0 0,-137-48-78 0 0,1-1 0 0 0,0 1 1 0 0,-1 0-1 0 0,1-1 0 0 0,-1 1 1 0 0,1 0-1 0 0,-1 0 1 0 0,1 0-1 0 0,-1 0 0 0 0,0 0 1 0 0,0 1-1 0 0,1-1 1 0 0,-1 0-1 0 0,0 0 0 0 0,0 1 1 0 0,0-1-1 0 0,0 1 1 0 0,-1-1-1 0 0,1 1 0 0 0,0-1 1 0 0,0 4-1 0 0,-1-4-7 0 0,0 1 0 0 0,0 0 0 0 0,0-1-1 0 0,-1 1 1 0 0,1-1 0 0 0,-1 1 0 0 0,1-1 0 0 0,-1 1 0 0 0,0-1-1 0 0,0 0 1 0 0,1 1 0 0 0,-1-1 0 0 0,0 0 0 0 0,0 1 0 0 0,0-1-1 0 0,0 0 1 0 0,-1 0 0 0 0,-1 2 0 0 0,-9 5-76 0 0,0 0 0 0 0,0 0-1 0 0,-1-1 1 0 0,-13 5 0 0 0,15-7-5 0 0,-13 6 64 0 0,-8 4-77 0 0,-32 21 0 0 0,56-31 83 0 0,-1 1 0 0 0,1 0 0 0 0,0 1 0 0 0,1-1 0 0 0,0 2 0 0 0,0-1 0 0 0,0 1 0 0 0,-7 12 0 0 0,13-19 9 0 0,0 1 1 0 0,0-1 0 0 0,0 1 0 0 0,0-1 0 0 0,0 1 0 0 0,1-1 0 0 0,-1 1-1 0 0,1 0 1 0 0,-1-1 0 0 0,1 1 0 0 0,0 0 0 0 0,0-1 0 0 0,0 1 0 0 0,-1 0-1 0 0,2-1 1 0 0,-1 1 0 0 0,0 0 0 0 0,0-1 0 0 0,0 1 0 0 0,1 0-1 0 0,-1-1 1 0 0,1 1 0 0 0,1 2 0 0 0,-1-1-16 0 0,1-1 0 0 0,0 0 0 0 0,0 1 0 0 0,1-1 0 0 0,-1 0 0 0 0,0 0-1 0 0,1-1 1 0 0,-1 1 0 0 0,1 0 0 0 0,-1-1 0 0 0,1 0 0 0 0,4 2 0 0 0,6 2-63 0 0,1-1 0 0 0,1-1 0 0 0,-1 0 0 0 0,19 2 0 0 0,-7-3 86 0 0,-14-2 78 0 0,1 1-1 0 0,-1 0 1 0 0,0 1-1 0 0,0 0 0 0 0,0 1 1 0 0,0 0-1 0 0,21 10 1 0 0,-32-13-70 0 0,-1 0 0 0 0,1 1 0 0 0,-1-1 0 0 0,0 0 0 0 0,1 0 0 0 0,-1 1 1 0 0,0-1-1 0 0,0 0 0 0 0,1 1 0 0 0,-1-1 0 0 0,0 0 0 0 0,0 1 0 0 0,1-1 0 0 0,-1 1 1 0 0,0-1-1 0 0,0 0 0 0 0,0 1 0 0 0,0-1 0 0 0,0 1 0 0 0,1-1 0 0 0,-1 0 0 0 0,0 1 1 0 0,0-1-1 0 0,0 1 0 0 0,0-1 0 0 0,0 1 0 0 0,0-1 0 0 0,-1 0 0 0 0,1 1 1 0 0,0-1-1 0 0,0 1 0 0 0,0 0 0 0 0,-11 15 216 0 0,-23 12-18 0 0,31-26-196 0 0,-72 43 41 0 0,60-38-46 0 0,0 1 0 0 0,1 0 1 0 0,0 2-1 0 0,0-1 0 0 0,1 2 0 0 0,-17 16 1 0 0,29-26-29 0 0,0 0 1 0 0,0 1-1 0 0,0-1 1 0 0,0 0-1 0 0,0 0 1 0 0,1 0-1 0 0,-1 0 1 0 0,0 1-1 0 0,1-1 0 0 0,-1 0 1 0 0,1 1-1 0 0,-1-1 1 0 0,1 1-1 0 0,0-1 1 0 0,0 0-1 0 0,-1 1 1 0 0,1-1-1 0 0,0 1 1 0 0,0-1-1 0 0,1 0 1 0 0,-1 1-1 0 0,0-1 1 0 0,0 1-1 0 0,1 1 0 0 0,1 0-76 0 0,-1-1 0 0 0,1 1-1 0 0,-1-1 1 0 0,1 0-1 0 0,0 0 1 0 0,0 0 0 0 0,0 0-1 0 0,0 0 1 0 0,0 0-1 0 0,0-1 1 0 0,5 4-1 0 0,4 0-317 0 0,1 1-1 0 0,-1-1 0 0 0,1-1 1 0 0,17 5-1 0 0,0-1-1424 0 0,-18-4-82 0 0,0-1 0 0 0,0 0 0 0 0,0-1 0 0 0,19 1 0 0 0,-47-1 3926 0 0,16-1-1592 0 0,0-1 1 0 0,-1 1-1 0 0,1-1 1 0 0,-1 1 0 0 0,1-1-1 0 0,0 1 1 0 0,-1 0-1 0 0,1 0 1 0 0,0 0-1 0 0,0 0 1 0 0,0 0-1 0 0,0 0 1 0 0,0 0-1 0 0,0 0 1 0 0,0 0 0 0 0,0 0-1 0 0,0 1 1 0 0,0-1-1 0 0,1 0 1 0 0,-1 1-1 0 0,0-1 1 0 0,1 0-1 0 0,-1 1 1 0 0,1-1-1 0 0,-1 3 1 0 0,2 17 618 0 0,10 40-209 0 0,-3 1 0 0 0,-1 118 1 0 0,-7-112-663 0 0,4-1 1 0 0,13 81 0 0 0,70 171-613 0 0,-82-300-789 0 0,-3-5-4598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1.5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25 146 6913 0 0,'-10'-12'14161'0'0,"22"7"-9847"0"0,4 1-6044 0 0,-16 4 1720 0 0,0 0 0 0 0,1 0-1 0 0,-1 0 1 0 0,0 0-1 0 0,1-1 1 0 0,-1 1-1 0 0,1 0 1 0 0,-1 0 0 0 0,0 0-1 0 0,0 0 1 0 0,1 0-1 0 0,-1-1 1 0 0,0 1-1 0 0,1 0 1 0 0,-1 0 0 0 0,0-1-1 0 0,0 1 1 0 0,1 0-1 0 0,-1 0 1 0 0,0-1-1 0 0,0 1 1 0 0,1 0 0 0 0,-1-1-1 0 0,0 1 1 0 0,0 0-1 0 0,0-1 1 0 0,0 1-1 0 0,0 0 1 0 0,0-1 0 0 0,1 1-1 0 0,-1 0 1 0 0,0-1-1 0 0,0 1 1 0 0,0 0 0 0 0,0-1-1 0 0,0 1 1 0 0,0 0-1 0 0,-1-2 1 0 0,-8-14-255 0 0,8 15 265 0 0,0 1 0 0 0,0-1 1 0 0,0 0-1 0 0,1 0 0 0 0,-1 1 1 0 0,0-1-1 0 0,0 0 0 0 0,0 1 0 0 0,0-1 1 0 0,0 1-1 0 0,0-1 0 0 0,0 1 1 0 0,0 0-1 0 0,0-1 0 0 0,-1 1 1 0 0,1 0-1 0 0,0 0 0 0 0,0 0 1 0 0,0 0-1 0 0,0 0 0 0 0,0 0 1 0 0,0 0-1 0 0,0 0 0 0 0,-1 0 1 0 0,1 0-1 0 0,0 1 0 0 0,0-1 1 0 0,0 0-1 0 0,0 1 0 0 0,0-1 1 0 0,0 1-1 0 0,0-1 0 0 0,0 1 1 0 0,0 0-1 0 0,0-1 0 0 0,1 1 1 0 0,-1 0-1 0 0,0 0 0 0 0,-1 0 1 0 0,3-1 11 0 0,-1-1 0 0 0,1 1 0 0 0,0-1 0 0 0,-1 1 1 0 0,1-1-1 0 0,0 1 0 0 0,-1-1 0 0 0,1 1 0 0 0,0-1 1 0 0,0 1-1 0 0,0 0 0 0 0,-1-1 0 0 0,1 1 0 0 0,0 0 1 0 0,0 0-1 0 0,0 0 0 0 0,-1 0 0 0 0,1 0 0 0 0,0 0 1 0 0,0 0-1 0 0,0 0 0 0 0,0 0 0 0 0,-1 0 0 0 0,1 0 1 0 0,0 0-1 0 0,0 0 0 0 0,0 1 0 0 0,-1-1 0 0 0,1 0 1 0 0,0 1-1 0 0,0-1 0 0 0,-1 1 0 0 0,1-1 0 0 0,0 1 1 0 0,-1-1-1 0 0,1 1 0 0 0,0-1 0 0 0,-1 1 0 0 0,1-1 1 0 0,-1 1-1 0 0,1 0 0 0 0,-1-1 0 0 0,1 1 0 0 0,-1 0 1 0 0,0 0-1 0 0,1-1 0 0 0,-1 1 0 0 0,0 0 0 0 0,1 0 1 0 0,-1 0-1 0 0,0-1 0 0 0,0 1 0 0 0,0 1 0 0 0,1-8 21 0 0,0 0 0 0 0,-1-1-1 0 0,1 1 1 0 0,-1-1-1 0 0,-1 1 1 0 0,-1-12 0 0 0,1 14-105 0 0,0 0 0 0 0,1 0 1 0 0,-2 1-1 0 0,1-1 0 0 0,0 0 0 0 0,-1 0 1 0 0,1 1-1 0 0,-1-1 0 0 0,0 1 0 0 0,0-1 1 0 0,-1 1-1 0 0,-2-4 0 0 0,0 5-1451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2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5 10138 0 0,'-1'-5'1926'0'0,"6"9"-469"0"0,7 7 524 0 0,-7-2-1139 0 0,-1-1 1 0 0,0 1-1 0 0,0 0 1 0 0,3 14-1 0 0,11 74 1255 0 0,-11-46-1609 0 0,23 116 57 0 0,10 243 0 0 0,-31-239-410 0 0,-1-21-600 0 0,-6-51-2647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2.8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113 41 4145 0 0,'0'-18'8429'0'0,"2"17"-8128"0"0,20-10 3379 0 0,38 4-2171 0 0,-48 7-458 0 0,-3-1-906 0 0,58-1 1335 0 0,-63 2-1403 0 0,1 0 0 0 0,-1 0 0 0 0,0 1 0 0 0,1-1 0 0 0,-1 1 0 0 0,0 0 0 0 0,0 1 0 0 0,0-1 0 0 0,1 1 0 0 0,-1 0 0 0 0,-1 0 0 0 0,6 2 0 0 0,-9-3-93 0 0,1 0 1 0 0,-1 0-1 0 0,1 0 1 0 0,-1-1 0 0 0,0 1-1 0 0,1 0 1 0 0,-1 0-1 0 0,0 0 1 0 0,1 0-1 0 0,-1-1 1 0 0,0 1 0 0 0,0 0-1 0 0,0 0 1 0 0,0 0-1 0 0,0 0 1 0 0,0 0-1 0 0,0 0 1 0 0,0 0 0 0 0,0 0-1 0 0,0 0 1 0 0,-1-1-1 0 0,1 1 1 0 0,0 0 0 0 0,-1 0-1 0 0,1 0 1 0 0,0 0-1 0 0,-1-1 1 0 0,1 1-1 0 0,-1 0 1 0 0,1 0 0 0 0,-1-1-1 0 0,0 1 1 0 0,1 0-1 0 0,-2 0 1 0 0,-26 27-809 0 0,24-24 719 0 0,-99 79-1428 0 0,-1 2 1266 0 0,89-72 511 0 0,1 1 0 0 0,1 1 0 0 0,0 0 0 0 0,-17 27 0 0 0,28-40-216 0 0,0 1-1 0 0,1 0 0 0 0,-1 0 1 0 0,0 0-1 0 0,1 0 1 0 0,0 1-1 0 0,0-1 0 0 0,0 0 1 0 0,0 0-1 0 0,0 1 1 0 0,1-1-1 0 0,-1 1 1 0 0,1-1-1 0 0,0 0 0 0 0,0 1 1 0 0,0-1-1 0 0,1 1 1 0 0,-1-1-1 0 0,1 0 0 0 0,0 1 1 0 0,0-1-1 0 0,0 0 1 0 0,0 0-1 0 0,0 0 0 0 0,1 1 1 0 0,2 3-1 0 0,1-2-15 0 0,-1 0 0 0 0,1 0 0 0 0,0-1 0 0 0,0 0 0 0 0,1 1 0 0 0,-1-2 0 0 0,1 1 0 0 0,0-1 0 0 0,0 0 0 0 0,0 0 0 0 0,0 0 0 0 0,12 2 0 0 0,10 2 64 0 0,55 6 0 0 0,-61-11 138 0 0,0 1 0 0 0,0 1 1 0 0,-1 1-1 0 0,37 13 0 0 0,-57-18-196 0 0,1 1-1 0 0,-1 0 0 0 0,0 0 1 0 0,1 0-1 0 0,-1-1 1 0 0,1 1-1 0 0,-1 0 0 0 0,0 1 1 0 0,0-1-1 0 0,0 0 0 0 0,0 0 1 0 0,0 0-1 0 0,0 1 1 0 0,0-1-1 0 0,0 1 0 0 0,0-1 1 0 0,0 0-1 0 0,-1 1 0 0 0,1 0 1 0 0,-1-1-1 0 0,1 2 0 0 0,0 1-1 0 0,-1-1-1 0 0,0 0 1 0 0,0 0-1 0 0,0 1 1 0 0,-1-1-1 0 0,1 0 1 0 0,-1 0-1 0 0,1 0 1 0 0,-1 1-1 0 0,-2 2 0 0 0,-4 9 17 0 0,0 0 0 0 0,-1 0 0 0 0,-14 19 0 0 0,12-20 34 0 0,-25 37 57 0 0,-27 42-50 0 0,57-84-97 0 0,0 0 0 0 0,1 1-1 0 0,0-1 1 0 0,1 1 0 0 0,0 0-1 0 0,0 0 1 0 0,1 0-1 0 0,-1 13 1 0 0,3-21-55 0 0,-1 0-1 0 0,1 0 1 0 0,0 0 0 0 0,0 0-1 0 0,0 0 1 0 0,1 0 0 0 0,-1 0-1 0 0,0 1 1 0 0,1-1 0 0 0,-1 0-1 0 0,1 0 1 0 0,0 0 0 0 0,0-1-1 0 0,0 1 1 0 0,0 0 0 0 0,0 0-1 0 0,0 0 1 0 0,0-1-1 0 0,0 1 1 0 0,1 0 0 0 0,-1-1-1 0 0,1 1 1 0 0,-1-1 0 0 0,1 0-1 0 0,2 2 1 0 0,2 0-225 0 0,0-1 1 0 0,1 0-1 0 0,-1 0 1 0 0,0 0-1 0 0,1-1 1 0 0,10 1-1 0 0,-11-2 293 0 0,0 1-1 0 0,0 0 0 0 0,0 0 0 0 0,-1 0 0 0 0,1 1 0 0 0,0 0 1 0 0,-1 0-1 0 0,6 3 0 0 0,-9-4-37 0 0,0 1-1 0 0,0 0 1 0 0,0-1 0 0 0,-1 1-1 0 0,1 0 1 0 0,-1 0 0 0 0,0 0-1 0 0,1 0 1 0 0,-1 0 0 0 0,0 1-1 0 0,0-1 1 0 0,-1 0 0 0 0,1 0-1 0 0,0 1 1 0 0,-1-1 0 0 0,1 3-1 0 0,9 21-1708 0 0,6-15-3878 0 0,-15-8 5379 0 0,-23 16-7294 0 0,21-18 7797 0 0,-1 0 1 0 0,1 0-1 0 0,0-1 0 0 0,0 1 0 0 0,0 0 1 0 0,0 0-1 0 0,0 1 0 0 0,1-1 0 0 0,-1 0 0 0 0,0 0 1 0 0,0 0-1 0 0,1 0 0 0 0,-1 1 0 0 0,1-1 1 0 0,-1 0-1 0 0,1 1 0 0 0,-1-1 0 0 0,1 0 1 0 0,0 1-1 0 0,0-1 0 0 0,0 0 0 0 0,0 1 0 0 0,0-1 1 0 0,0 1-1 0 0,0 1 0 0 0,14 37 9020 0 0,-1-9-6052 0 0,-1 41-1979 0 0,-3 1 1 0 0,-1 120-1 0 0,0 4-715 0 0,6-104-536 0 0,-1-15-3628 0 0,-12-66 2065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3.3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 40 10594 0 0,'0'0'157'0'0,"-1"-1"-1"0"0,0 1 1 0 0,0 0-1 0 0,1 0 1 0 0,-1-1-1 0 0,0 1 0 0 0,0 0 1 0 0,0 0-1 0 0,0 0 1 0 0,1 0-1 0 0,-1 0 1 0 0,0 0-1 0 0,0 0 1 0 0,0 0-1 0 0,0 0 1 0 0,1 1-1 0 0,-1-1 0 0 0,0 0 1 0 0,0 0-1 0 0,0 1 1 0 0,1-1-1 0 0,-1 1 1 0 0,0-1-1 0 0,0 1 1 0 0,1-1-1 0 0,-1 1 0 0 0,0-1 1 0 0,1 1-1 0 0,-1-1 1 0 0,1 1-1 0 0,-1 0 1 0 0,0 1 68 0 0,1 0 1 0 0,0-1-1 0 0,0 1 1 0 0,0-1-1 0 0,0 1 1 0 0,0 0 0 0 0,0-1-1 0 0,1 1 1 0 0,-1 0-1 0 0,0-1 1 0 0,1 1-1 0 0,-1-1 1 0 0,1 1-1 0 0,1 2 1 0 0,2 3 300 0 0,0 1-1 0 0,1 0 1 0 0,0-1 0 0 0,11 13 0 0 0,-12-17-490 0 0,-1 0 1 0 0,1 0-1 0 0,0-1 1 0 0,0 0-1 0 0,0 0 1 0 0,0 0 0 0 0,1 0-1 0 0,-1 0 1 0 0,0-1-1 0 0,1 0 1 0 0,-1 0-1 0 0,1 0 1 0 0,-1 0 0 0 0,1-1-1 0 0,0 0 1 0 0,-1 0-1 0 0,10-1 1 0 0,-12 1-25 0 0,0-1-1 0 0,0 1 1 0 0,1-1 0 0 0,-1 0 0 0 0,0 1 0 0 0,0-1 0 0 0,0 0 0 0 0,0 0-1 0 0,0-1 1 0 0,0 1 0 0 0,-1 0 0 0 0,1 0 0 0 0,0-1 0 0 0,-1 1-1 0 0,1-1 1 0 0,0 0 0 0 0,-1 1 0 0 0,0-1 0 0 0,1 0 0 0 0,-1 0 0 0 0,0 0-1 0 0,0 0 1 0 0,0 0 0 0 0,0 0 0 0 0,-1 0 0 0 0,1 0 0 0 0,-1 0 0 0 0,1-1-1 0 0,-1 1 1 0 0,1 0 0 0 0,-1 0 0 0 0,0-1 0 0 0,0 1 0 0 0,0 0-1 0 0,-1 0 1 0 0,1 0 0 0 0,0-1 0 0 0,-2-2 0 0 0,1 1 10 0 0,0-1 0 0 0,-1 1 1 0 0,0 0-1 0 0,0 0 0 0 0,0-1 1 0 0,-1 1-1 0 0,1 0 0 0 0,-1 1 1 0 0,0-1-1 0 0,0 0 0 0 0,0 1 1 0 0,-1 0-1 0 0,1 0 0 0 0,-1 0 1 0 0,1 0-1 0 0,-1 0 0 0 0,0 1 1 0 0,0 0-1 0 0,-7-3 0 0 0,8 3-78 0 0,1 1 0 0 0,-1 0 0 0 0,0 0 0 0 0,1 0 0 0 0,-1 1 0 0 0,0-1 0 0 0,0 0 0 0 0,1 1 0 0 0,-1 0 0 0 0,0 0 0 0 0,0 0 0 0 0,0 0 0 0 0,0 0 0 0 0,1 1 0 0 0,-1-1 0 0 0,0 1 0 0 0,0-1 0 0 0,1 1 0 0 0,-1 0 0 0 0,0 0 0 0 0,1 1 0 0 0,-1-1 0 0 0,1 0 0 0 0,-1 1 0 0 0,1-1 0 0 0,0 1 0 0 0,0 0 0 0 0,0 0 0 0 0,0 0 0 0 0,0 0 0 0 0,0 0 0 0 0,-3 5 0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3.8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13 6913 0 0,'0'0'101'0'0,"0"-1"0"0"0,0 1-1 0 0,0-1 1 0 0,0 1-1 0 0,-1-1 1 0 0,1 1-1 0 0,0-1 1 0 0,0 1-1 0 0,0-1 1 0 0,-1 1-1 0 0,1-1 1 0 0,0 1-1 0 0,0-1 1 0 0,-1 1-1 0 0,1-1 1 0 0,0 1-1 0 0,-1 0 1 0 0,1-1-1 0 0,0 1 1 0 0,-1-1-1 0 0,1 1 1 0 0,-1 0-1 0 0,1 0 1 0 0,-1-1-1 0 0,1 1 1 0 0,-1 0-1 0 0,1 0 1 0 0,-1-1-1 0 0,1 1 1 0 0,-1 0 0 0 0,1 0-1 0 0,-1 0 1 0 0,1 0-1 0 0,-1 0 1 0 0,1 0-1 0 0,-1 0 1 0 0,1 0-1 0 0,-1 0 1 0 0,1 0-1 0 0,-1 0 1 0 0,1 0-1 0 0,-1 0 1 0 0,1 1-1 0 0,-1-1 1 0 0,1 0-1 0 0,-1 0 1 0 0,1 0-1 0 0,-1 1 1 0 0,-1 0 157 0 0,1 0 0 0 0,0 0 0 0 0,0 0 0 0 0,0 0 0 0 0,0 0 0 0 0,0 0 0 0 0,0 0 0 0 0,1 1 0 0 0,-1-1 0 0 0,0 0 0 0 0,1 1 0 0 0,-1-1 0 0 0,0 0 0 0 0,1 1 0 0 0,-1 2 0 0 0,0 32 1103 0 0,1-1 0 0 0,3 1 0 0 0,10 59 0 0 0,-6-49-793 0 0,58 328 1757 0 0,-17-111-1750 0 0,-44-237-1680 0 0,-1 0 1 0 0,-2 44 0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4.3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100 1 2304 0 0,'-3'0'407'0'0,"0"0"-1"0"0,0 0 0 0 0,1 0 1 0 0,-1 0-1 0 0,0 0 0 0 0,0 1 1 0 0,1-1-1 0 0,-1 1 0 0 0,0 0 0 0 0,1 0 1 0 0,-1 0-1 0 0,1 0 0 0 0,-1 0 1 0 0,1 0-1 0 0,-1 1 0 0 0,1-1 0 0 0,0 1 1 0 0,0-1-1 0 0,0 1 0 0 0,0 0 1 0 0,0 0-1 0 0,0 0 0 0 0,0 0 0 0 0,1 1 1 0 0,-3 3-1 0 0,2-4-78 0 0,0 1 0 0 0,1 0 0 0 0,0-1 0 0 0,0 1 0 0 0,-1 0 0 0 0,2-1-1 0 0,-1 1 1 0 0,0 0 0 0 0,0 0 0 0 0,1 0 0 0 0,0 0 0 0 0,-1-1 0 0 0,1 1 0 0 0,0 0 0 0 0,1 0 0 0 0,-1 0 0 0 0,0 0-1 0 0,1 0 1 0 0,0 0 0 0 0,-1-1 0 0 0,1 1 0 0 0,0 0 0 0 0,1 0 0 0 0,1 3 0 0 0,1 0-271 0 0,1-1-1 0 0,0 1 1 0 0,1-1 0 0 0,-1 0-1 0 0,1 0 1 0 0,0 0 0 0 0,0-1-1 0 0,0 0 1 0 0,14 6 0 0 0,6 1 376 0 0,38 11 0 0 0,-46-18-298 0 0,-1 2 0 0 0,1 0-1 0 0,-1 2 1 0 0,28 15 0 0 0,-44-23-140 0 0,1 1 0 0 0,-1 0 1 0 0,1 0-1 0 0,0 0 0 0 0,-1 1 0 0 0,0-1 1 0 0,1 0-1 0 0,-1 1 0 0 0,0-1 0 0 0,1 0 0 0 0,-1 1 1 0 0,0 0-1 0 0,0-1 0 0 0,0 1 0 0 0,-1-1 1 0 0,1 1-1 0 0,0 0 0 0 0,-1 0 0 0 0,1 0 1 0 0,-1-1-1 0 0,1 1 0 0 0,-1 0 0 0 0,0 0 0 0 0,0 0 1 0 0,0 3-1 0 0,-1-1-9 0 0,0-1-1 0 0,-1 1 1 0 0,1 0 0 0 0,-1-1-1 0 0,0 1 1 0 0,0-1 0 0 0,-1 0-1 0 0,1 0 1 0 0,-1 0 0 0 0,1 0-1 0 0,-6 4 1 0 0,-19 17-168 0 0,-1 0 0 0 0,-38 22-1 0 0,45-33 186 0 0,1 1-1 0 0,0 1 0 0 0,1 0 1 0 0,1 1-1 0 0,0 1 0 0 0,1 1 0 0 0,-20 27 1 0 0,36-43 0 0 0,0 0 0 0 0,0-1 0 0 0,0 1-1 0 0,0 0 1 0 0,0-1 0 0 0,0 1 0 0 0,0 0 0 0 0,1 0 0 0 0,-1 0 0 0 0,1 0 0 0 0,-1 0 0 0 0,1 0 0 0 0,0 0 0 0 0,-1 0 0 0 0,1 0-1 0 0,0 0 1 0 0,1 0 0 0 0,-1 0 0 0 0,0 0 0 0 0,1 0 0 0 0,-1-1 0 0 0,1 3 0 0 0,0-2-6 0 0,1 0 1 0 0,-1 0-1 0 0,1 0 0 0 0,-1 0 1 0 0,1-1-1 0 0,0 1 0 0 0,0 0 1 0 0,0-1-1 0 0,0 0 0 0 0,0 1 1 0 0,0-1-1 0 0,0 0 1 0 0,0 0-1 0 0,0 0 0 0 0,4 1 1 0 0,7 1-53 0 0,-1 0 0 0 0,1-1 0 0 0,0-1 0 0 0,0 0 1 0 0,18 0-1 0 0,29-5-159 0 0,-42 1 248 0 0,-1 2 0 0 0,1 0 1 0 0,-1 1-1 0 0,1 1 0 0 0,-1 0 0 0 0,0 1 1 0 0,19 6-1 0 0,-35-8-23 0 0,-1 0-1 0 0,1 0 1 0 0,0 1 0 0 0,-1-1 0 0 0,1 0 0 0 0,0 1 0 0 0,-1-1 0 0 0,1 0-1 0 0,-1 1 1 0 0,1-1 0 0 0,-1 1 0 0 0,1-1 0 0 0,-1 1 0 0 0,1-1 0 0 0,-1 1-1 0 0,1 0 1 0 0,-1-1 0 0 0,0 1 0 0 0,1 0 0 0 0,-1-1 0 0 0,0 1-1 0 0,0 0 1 0 0,1-1 0 0 0,-1 1 0 0 0,0 0 0 0 0,0-1 0 0 0,0 1 0 0 0,0 0-1 0 0,0-1 1 0 0,0 1 0 0 0,0 0 0 0 0,0 0 0 0 0,0-1 0 0 0,0 1 0 0 0,0 0-1 0 0,-1-1 1 0 0,1 1 0 0 0,0 0 0 0 0,0-1 0 0 0,-1 1 0 0 0,1 0 0 0 0,0-1-1 0 0,-1 1 1 0 0,1-1 0 0 0,-1 1 0 0 0,1-1 0 0 0,-1 1 0 0 0,1-1 0 0 0,-1 1-1 0 0,0 0 1 0 0,-32 31 282 0 0,29-28-231 0 0,-12 10 8 0 0,0 1-1 0 0,1 0 1 0 0,1 1 0 0 0,-14 19-1 0 0,24-28-408 0 0,0-1 0 0 0,1 0-1 0 0,0 1 1 0 0,0 0-1 0 0,0 0 1 0 0,1 0-1 0 0,0 0 1 0 0,0 0 0 0 0,1 0-1 0 0,0 0 1 0 0,0 1-1 0 0,1-1 1 0 0,0 0-1 0 0,0 1 1 0 0,2 11 0 0 0,0-7-1405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4.6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0 1376 0 0,'-13'21'12022'0'0,"13"-19"-11647"0"0,3 35 3362 0 0,-3-33-3334 0 0,31 148 4926 0 0,-2-6-4726 0 0,-1 197-1671 0 0,-27-325-893 0 0,-1 0-5588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4.8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2304 0 0,'0'5'1097'0'0,"1"0"-1"0"0,0 0 0 0 0,0 0 0 0 0,1-1 0 0 0,0 1 0 0 0,-1 0 1 0 0,1 0-1 0 0,1-1 0 0 0,-1 1 0 0 0,6 6 0 0 0,11 25-129 0 0,-19-32-1893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5.3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49 920 0 0,'-14'-39'15029'0'0,"9"29"-12422"0"0,4 20 652 0 0,1 14-2479 0 0,36 232 1184 0 0,-20-165-1209 0 0,9 179 1 0 0,-25-263-1321 0 0,1 17 777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6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0 6913 0 0,'-4'1'298'0'0,"-1"0"0"0"0,1 0 0 0 0,0 1 0 0 0,0-1 0 0 0,-1 1 0 0 0,1 0 0 0 0,1 0 0 0 0,-1 1 0 0 0,0-1 0 0 0,0 1 0 0 0,1-1 0 0 0,-1 1 0 0 0,-2 4 0 0 0,3-5-20 0 0,1 0 0 0 0,0 0 0 0 0,0 0 0 0 0,0 0 0 0 0,1 0 0 0 0,-1 0 0 0 0,0 0 0 0 0,1 1 0 0 0,-1-1 0 0 0,1 1 0 0 0,0-1 0 0 0,0 1 0 0 0,0-1 0 0 0,0 1 0 0 0,0 0 0 0 0,1 0 0 0 0,-1-1 0 0 0,1 1 0 0 0,0 0 0 0 0,-1 0 0 0 0,2 4 0 0 0,0-5-120 0 0,0 1-1 0 0,1-1 0 0 0,-1 0 1 0 0,1 0-1 0 0,-1 0 1 0 0,1 0-1 0 0,0 0 1 0 0,0 0-1 0 0,0 0 1 0 0,0-1-1 0 0,0 1 1 0 0,1-1-1 0 0,-1 1 1 0 0,0-1-1 0 0,1 0 1 0 0,-1 0-1 0 0,0 0 1 0 0,1 0-1 0 0,0-1 1 0 0,-1 1-1 0 0,1 0 1 0 0,3-1-1 0 0,8 2 103 0 0,0-1-1 0 0,25-1 1 0 0,-39 0-255 0 0,45-3 107 0 0,-35 1-405 0 0,1 0 1 0 0,0 1-1 0 0,-1 1 1 0 0,1 0-1 0 0,0 0 1 0 0,-1 1-1 0 0,1 0 1 0 0,-1 1-1 0 0,1 0 1 0 0,11 5-1 0 0,-21-7 220 0 0,-1 0-1 0 0,0 1 0 0 0,1-1 1 0 0,-1 1-1 0 0,1-1 0 0 0,-1 1 1 0 0,0-1-1 0 0,0 1 0 0 0,1-1 1 0 0,-1 1-1 0 0,0-1 1 0 0,0 1-1 0 0,0-1 0 0 0,1 1 1 0 0,-1-1-1 0 0,0 1 0 0 0,0-1 1 0 0,0 1-1 0 0,0 0 0 0 0,0-1 1 0 0,0 1-1 0 0,0-1 0 0 0,0 1 1 0 0,0-1-1 0 0,-1 1 0 0 0,1-1 1 0 0,0 1-1 0 0,0 0 0 0 0,0-1 1 0 0,-1 1-1 0 0,1-1 1 0 0,0 1-1 0 0,0-1 0 0 0,-1 0 1 0 0,1 1-1 0 0,0-1 0 0 0,-1 1 1 0 0,1-1-1 0 0,-1 1 0 0 0,-20 23-420 0 0,17-20 396 0 0,-49 51 699 0 0,34-38 24 0 0,1 0 1 0 0,2 2-1 0 0,-1 0 0 0 0,2 1 0 0 0,1 0 0 0 0,-13 24 0 0 0,26-43-574 0 0,0 1 0 0 0,0 0 0 0 0,1 0-1 0 0,-1-1 1 0 0,0 1 0 0 0,1 0 0 0 0,-1 0-1 0 0,1 0 1 0 0,0 0 0 0 0,0 0 0 0 0,0 0-1 0 0,0-1 1 0 0,0 1 0 0 0,0 0 0 0 0,0 0-1 0 0,0 0 1 0 0,1 0 0 0 0,-1 0 0 0 0,1 0-1 0 0,-1 0 1 0 0,1-1 0 0 0,0 1 0 0 0,0 0-1 0 0,0-1 1 0 0,0 1 0 0 0,0 0 0 0 0,0-1-1 0 0,0 1 1 0 0,0-1 0 0 0,1 1 0 0 0,-1-1-1 0 0,4 2 1 0 0,3 3-42 0 0,1-2-1 0 0,0 1 0 0 0,0-1 1 0 0,1 0-1 0 0,13 3 1 0 0,-13-4 28 0 0,0 0 0 0 0,0 1 1 0 0,13 7-1 0 0,-21-10-21 0 0,0 0 0 0 0,0 1 1 0 0,0-1-1 0 0,0 1 0 0 0,0-1 0 0 0,0 1 0 0 0,-1 0 0 0 0,1 0 0 0 0,-1 0 0 0 0,1 0 0 0 0,-1 0 0 0 0,0 0 0 0 0,1 0 1 0 0,-1 0-1 0 0,0 0 0 0 0,0 1 0 0 0,-1-1 0 0 0,1 0 0 0 0,0 1 0 0 0,-1-1 0 0 0,0 1 0 0 0,1 3 0 0 0,-2 1-509 0 0,0 0-1 0 0,0 0 1 0 0,-1-1-1 0 0,1 1 1 0 0,-2-1-1 0 0,-4 13 1 0 0,5-16-367 0 0,-2 5-2072 0 0,1 0 1 0 0,0 0-1 0 0,1 0 0 0 0,-4 15 1 0 0,13 19 14527 0 0,8 3-6374 0 0,-5-15-4172 0 0,2 16-335 0 0,-1 1 0 0 0,-2 1 1 0 0,2 57-1 0 0,-6 144 593 0 0,-6-176-1086 0 0,1-38-200 0 0,-1-15-108 0 0,0-1 0 0 0,2 1 0 0 0,0 0-1 0 0,2 0 1 0 0,0 0 0 0 0,7 22 0 0 0,-6-35-1230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6.8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308 1 7370 0 0,'-28'25'12481'0'0,"42"-23"-11841"0"0,-3-1-70 0 0,-16-11-2708 0 0,-39 9-8709 0 0,35 4 12076 0 0,-29 6 961 0 0,2 1 1 0 0,-1 2 0 0 0,-66 32 0 0 0,100-42-1968 0 0,0-1 0 0 0,0 1 0 0 0,0-1 0 0 0,0 1 0 0 0,1 0 0 0 0,-1 0 0 0 0,1 0 0 0 0,-1 1 1 0 0,1-1-1 0 0,-2 3 0 0 0,4-5-176 0 0,0 1 1 0 0,-1-1-1 0 0,1 0 1 0 0,0 1 0 0 0,0-1-1 0 0,0 0 1 0 0,0 1-1 0 0,0-1 1 0 0,0 1-1 0 0,0-1 1 0 0,0 0 0 0 0,0 1-1 0 0,0-1 1 0 0,0 0-1 0 0,0 1 1 0 0,0-1-1 0 0,0 0 1 0 0,0 1 0 0 0,0-1-1 0 0,0 1 1 0 0,0-1-1 0 0,0 0 1 0 0,0 1-1 0 0,1-1 1 0 0,-1 0 0 0 0,0 1-1 0 0,0-1 1 0 0,0 0-1 0 0,1 0 1 0 0,-1 1-1 0 0,0-1 1 0 0,22 7 422 0 0,11-5-263 0 0,1-2 1 0 0,-1-2-1 0 0,0-1 0 0 0,43-9 0 0 0,10-1-365 0 0,289-40 297 0 0,-214 29-285 0 0,-51 2-1200 0 0,-87 17 408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7.1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 0 13827 0 0,'-3'2'165'0'0,"1"0"0"0"0,-1 0 0 0 0,1 0 0 0 0,0 0 1 0 0,0 0-1 0 0,-1 1 0 0 0,2-1 0 0 0,-1 1 0 0 0,0-1 0 0 0,0 1 0 0 0,1 0 0 0 0,-1-1 1 0 0,1 1-1 0 0,0 0 0 0 0,0 0 0 0 0,0 0 0 0 0,0 0 0 0 0,1 0 0 0 0,-1 0 0 0 0,1 1 1 0 0,0-1-1 0 0,0 0 0 0 0,0 0 0 0 0,0 0 0 0 0,0 0 0 0 0,1 0 0 0 0,-1 0 0 0 0,1 0 1 0 0,0 0-1 0 0,0 0 0 0 0,0 0 0 0 0,3 5 0 0 0,1 4 225 0 0,1 0 0 0 0,0-1 0 0 0,0 1 0 0 0,2-1 0 0 0,-1 0 0 0 0,1-1 0 0 0,1 0 0 0 0,0 0 0 0 0,0-1 0 0 0,1 0 0 0 0,21 14 0 0 0,-7-7-257 0 0,0-1 0 0 0,0-2 0 0 0,2 0 0 0 0,42 14 0 0 0,-56-23-448 0 0,0-1-1 0 0,1 0 1 0 0,-1-1-1 0 0,1 0 0 0 0,0-1 1 0 0,0 0-1 0 0,18-2 1 0 0,-3-3-7651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7.2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164 0 8754 0 0,'-34'82'7514'0'0,"0"0"-3343"0"0,-56 166-2836 0 0,84-228-9066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1:59:58.0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3 100 9218 0 0,'0'0'27'0'0,"0"0"-1"0"0,0 0 1 0 0,0 0-1 0 0,-1 0 1 0 0,1 0-1 0 0,0 0 1 0 0,0 0-1 0 0,0 0 1 0 0,0 0 0 0 0,0 0-1 0 0,0 1 1 0 0,0-1-1 0 0,-1 0 1 0 0,1 0-1 0 0,0 0 1 0 0,0 0 0 0 0,0 0-1 0 0,0 0 1 0 0,0 0-1 0 0,0 1 1 0 0,0-1-1 0 0,0 0 1 0 0,0 0-1 0 0,0 0 1 0 0,0 0 0 0 0,0 0-1 0 0,0 1 1 0 0,0-1-1 0 0,0 0 1 0 0,0 0-1 0 0,0 0 1 0 0,0 0 0 0 0,0 0-1 0 0,0 1 1 0 0,0-1-1 0 0,0 0 1 0 0,0 0-1 0 0,0 0 1 0 0,0 0-1 0 0,0 0 1 0 0,0 0 0 0 0,0 1-1 0 0,0-1 1 0 0,0 0-1 0 0,0 0 1 0 0,0 0-1 0 0,1 0 1 0 0,-1 0-1 0 0,0 0 1 0 0,9 7 1232 0 0,14 2 767 0 0,-10-6-1288 0 0,1-2 1 0 0,-1 0-1 0 0,1 0 0 0 0,0-1 1 0 0,0-1-1 0 0,17-3 1 0 0,83-20 1553 0 0,-94 19-2006 0 0,68-17 636 0 0,199-44-432 0 0,-233 61-2876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06.4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25 212 920 0 0,'-2'-2'192'0'0,"0"0"-1"0"0,0 0 0 0 0,0-1 1 0 0,0 1-1 0 0,0-1 0 0 0,0 1 1 0 0,1-1-1 0 0,-1 0 0 0 0,1 1 1 0 0,0-1-1 0 0,0 0 0 0 0,0 0 1 0 0,0 0-1 0 0,0 0 0 0 0,1 0 1 0 0,-1 0-1 0 0,1-4 0 0 0,0 5 2 0 0,0-1 0 0 0,1 0 0 0 0,0 1 1 0 0,0-1-1 0 0,0 0 0 0 0,0 1 0 0 0,0-1 0 0 0,0 1 0 0 0,0-1 0 0 0,1 1 0 0 0,-1 0 0 0 0,1-1 0 0 0,0 1 0 0 0,0 0 0 0 0,0 0 0 0 0,0 0 1 0 0,0 0-1 0 0,0 1 0 0 0,3-3 0 0 0,27-16 257 0 0,0 2 0 0 0,1 1 0 0 0,0 2 0 0 0,64-21 0 0 0,-95 35-413 0 0,1 0 1 0 0,0 0-1 0 0,0 0 1 0 0,0 1-1 0 0,0-1 1 0 0,0 1-1 0 0,0 0 1 0 0,0-1-1 0 0,0 1 1 0 0,0 1 0 0 0,0-1-1 0 0,0 0 1 0 0,0 1-1 0 0,0-1 1 0 0,-1 1-1 0 0,1 0 1 0 0,0 0-1 0 0,0 0 1 0 0,0 1-1 0 0,-1-1 1 0 0,1 0-1 0 0,-1 1 1 0 0,1 0 0 0 0,2 2-1 0 0,-2-1 11 0 0,-1 1 1 0 0,1-1-1 0 0,-1 1 0 0 0,0 0 1 0 0,0 0-1 0 0,0 0 0 0 0,0 0 0 0 0,-1 0 1 0 0,1 0-1 0 0,-1 0 0 0 0,0 1 0 0 0,0-1 1 0 0,-1 0-1 0 0,1 1 0 0 0,-1 8 1 0 0,-1 0-62 0 0,0 1 0 0 0,0-1 0 0 0,-2 0 0 0 0,1 1 0 0 0,-2-1 0 0 0,-7 20 0 0 0,-39 69-118 0 0,9-22 139 0 0,40-78 62 0 0,-1 1-1 0 0,1-1 1 0 0,0 1-1 0 0,0-1 1 0 0,0 1 0 0 0,1-1-1 0 0,-1 1 1 0 0,1 0-1 0 0,-1 0 1 0 0,1-1-1 0 0,0 1 1 0 0,0 4-1 0 0,1-6-53 0 0,-1-1 0 0 0,0 1 0 0 0,0-1 0 0 0,0 0 0 0 0,1 1 0 0 0,-1-1-1 0 0,0 1 1 0 0,1-1 0 0 0,-1 0 0 0 0,0 1 0 0 0,1-1 0 0 0,-1 0 0 0 0,1 1-1 0 0,-1-1 1 0 0,0 0 0 0 0,1 1 0 0 0,-1-1 0 0 0,1 0 0 0 0,-1 0 0 0 0,1 0-1 0 0,-1 0 1 0 0,1 1 0 0 0,-1-1 0 0 0,1 0 0 0 0,0 0 0 0 0,23-4-161 0 0,34-18-57 0 0,-35 13 254 0 0,-1 1-1 0 0,1 1 1 0 0,45-8-1 0 0,-60 14-23 0 0,0 0 0 0 0,0 1 0 0 0,0 0 0 0 0,0 1 0 0 0,0 0-1 0 0,0 0 1 0 0,0 0 0 0 0,-1 1 0 0 0,1 0 0 0 0,0 1 0 0 0,-1 0 0 0 0,1 0-1 0 0,-1 1 1 0 0,0-1 0 0 0,12 10 0 0 0,-16-11-12 0 0,0 0 0 0 0,-1 0 0 0 0,1 1 1 0 0,-1-1-1 0 0,0 1 0 0 0,0-1 0 0 0,0 1 0 0 0,0-1 1 0 0,0 1-1 0 0,0 0 0 0 0,-1 0 0 0 0,1 0 0 0 0,-1 0 1 0 0,0 0-1 0 0,0 0 0 0 0,0 1 0 0 0,0-1 0 0 0,0 6 1 0 0,-1-3-22 0 0,0 0 0 0 0,-1-1 0 0 0,0 1 1 0 0,0-1-1 0 0,0 1 0 0 0,-1-1 1 0 0,1 1-1 0 0,-1-1 0 0 0,0 0 1 0 0,-4 7-1 0 0,-4 4-84 0 0,0-1-1 0 0,-1 0 1 0 0,-1 0 0 0 0,0-1-1 0 0,-24 21 1 0 0,-31 20-1282 0 0,55-46-2923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06.9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28 5185 0 0,'1'-2'11859'0'0,"-1"-13"-12067"0"0,0 15 200 0 0,0-1 0 0 0,0 1 0 0 0,0-1 0 0 0,0 1 0 0 0,0 0 0 0 0,0-1 0 0 0,0 1 0 0 0,0-1 0 0 0,0 1 0 0 0,0-1 0 0 0,1 1 0 0 0,-1-1 0 0 0,0 1 0 0 0,0-1 0 0 0,0 1 0 0 0,1 0 0 0 0,-1-1 0 0 0,0 1 1 0 0,1 0-1 0 0,-1-1 0 0 0,0 1 0 0 0,1 0 0 0 0,0-1 0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07.3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1 115 3225 0 0,'0'-4'387'0'0,"0"-1"0"0"0,1 0-1 0 0,0 0 1 0 0,0 0 0 0 0,1 1 0 0 0,-1-1 0 0 0,1 0 0 0 0,0 1 0 0 0,4-8 0 0 0,-5 9-127 0 0,15 30 6533 0 0,-15-25-7186 0 0,0 2 659 0 0,-8-34 2148 0 0,3 7-1644 0 0,-5-14 534 0 0,1 53-4261 0 0,3-2-2744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08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43 12 3225 0 0,'-19'-5'-383'0'0,"19"5"473"0"0,-1 0 0 0 0,1-1 0 0 0,0 1 0 0 0,-1 0 0 0 0,1 0 0 0 0,-1 0 1 0 0,1 0-1 0 0,-1 0 0 0 0,1-1 0 0 0,-1 1 0 0 0,1 0 0 0 0,-1 0 0 0 0,1 0 0 0 0,-1 0 0 0 0,1 1 0 0 0,-1-1 1 0 0,1 0-1 0 0,-1 0 0 0 0,1 0 0 0 0,-1 0 0 0 0,1 0 0 0 0,-1 1 0 0 0,1-1 0 0 0,-1 0 0 0 0,1 0 0 0 0,0 1 1 0 0,-1-1-1 0 0,1 0 0 0 0,-1 1 0 0 0,1-1 0 0 0,0 0 0 0 0,-1 1 0 0 0,1 0 0 0 0,29 23 5198 0 0,-28-23-5153 0 0,1 1 1 0 0,0-1-1 0 0,-1 0 0 0 0,1 0 0 0 0,0 1 0 0 0,0-1 1 0 0,0 0-1 0 0,0-1 0 0 0,0 1 0 0 0,0 0 1 0 0,4 0-1 0 0,-6-1-128 0 0,1 0 0 0 0,-1 0 0 0 0,0 0 0 0 0,0 0 0 0 0,0 0 1 0 0,1 0-1 0 0,-1 0 0 0 0,0 0 0 0 0,0 0 0 0 0,0 0 0 0 0,1 0 1 0 0,-1 0-1 0 0,0 0 0 0 0,0 0 0 0 0,0-1 0 0 0,0 1 0 0 0,1 0 0 0 0,-1 0 1 0 0,0 0-1 0 0,0 0 0 0 0,0 0 0 0 0,0 0 0 0 0,0-1 0 0 0,1 1 0 0 0,-1 0 1 0 0,0 0-1 0 0,0 0 0 0 0,0 0 0 0 0,0-1 0 0 0,0 1 0 0 0,0 0 0 0 0,0 0 1 0 0,0 0-1 0 0,0-1 0 0 0,0 1 0 0 0,0 0 0 0 0,0 0 0 0 0,0 0 1 0 0,0-1-1 0 0,-7-16-1 0 0,6 15 71 0 0,-1 0-1 0 0,1-1 1 0 0,-1 1-1 0 0,0 0 1 0 0,1 0-1 0 0,-1 1 1 0 0,0-1-1 0 0,0 0 1 0 0,0 1-1 0 0,-5-3 1 0 0,6 3-78 0 0,0 1 0 0 0,0-1 0 0 0,0 1-1 0 0,0 0 1 0 0,-1 0 0 0 0,1-1 0 0 0,0 1 0 0 0,0 0 0 0 0,0 0 0 0 0,0 0 0 0 0,0 0 0 0 0,-1 0 0 0 0,1 1 0 0 0,0-1 0 0 0,0 0 0 0 0,0 0 0 0 0,0 1 0 0 0,0-1 0 0 0,0 1 0 0 0,0-1 0 0 0,0 1 0 0 0,0-1 0 0 0,0 1 0 0 0,0 0 0 0 0,0-1 0 0 0,-2 3 0 0 0,-4 4-486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08.7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2 124 6913 0 0,'0'-2'69'0'0,"-1"0"-1"0"0,1-1 1 0 0,0 1-1 0 0,0 0 1 0 0,0 0-1 0 0,0-1 1 0 0,0 1 0 0 0,0 0-1 0 0,0 0 1 0 0,1 0-1 0 0,-1-1 1 0 0,1 1-1 0 0,0 0 1 0 0,-1 0-1 0 0,1 0 1 0 0,0 0-1 0 0,0 0 1 0 0,1 0-1 0 0,-1 0 1 0 0,0 0-1 0 0,0 1 1 0 0,4-4-1 0 0,0-1 214 0 0,0 0-1 0 0,1 0 1 0 0,0 1-1 0 0,0 0 1 0 0,9-6-1 0 0,-5 5 294 0 0,1 0 0 0 0,0 1-1 0 0,16-5 1 0 0,-24 8-523 0 0,1 1-1 0 0,-1 0 0 0 0,1 0 1 0 0,-1 1-1 0 0,1-1 1 0 0,-1 1-1 0 0,1 0 1 0 0,-1-1-1 0 0,1 2 1 0 0,0-1-1 0 0,-1 0 0 0 0,1 1 1 0 0,-1-1-1 0 0,1 1 1 0 0,5 3-1 0 0,-7-3-15 0 0,0 1-1 0 0,-1-1 1 0 0,1 1 0 0 0,-1-1-1 0 0,1 1 1 0 0,-1 0-1 0 0,0 0 1 0 0,0 0 0 0 0,0 0-1 0 0,0 0 1 0 0,0 0-1 0 0,0 0 1 0 0,0 0-1 0 0,-1 0 1 0 0,1 1 0 0 0,0 2-1 0 0,4 40 407 0 0,-5-39-405 0 0,1 4 40 0 0,-1 8-21 0 0,2 0-1 0 0,0-1 1 0 0,1 1 0 0 0,9 29 0 0 0,-11-43-57 0 0,0 0 1 0 0,1 0-1 0 0,0-1 0 0 0,0 1 1 0 0,0-1-1 0 0,0 0 1 0 0,0 1-1 0 0,1-1 0 0 0,-1 0 1 0 0,1 0-1 0 0,0 0 0 0 0,0-1 1 0 0,0 1-1 0 0,0-1 1 0 0,0 0-1 0 0,1 1 0 0 0,-1-1 1 0 0,1-1-1 0 0,0 1 0 0 0,-1-1 1 0 0,1 1-1 0 0,0-1 1 0 0,0 0-1 0 0,0 0 0 0 0,0-1 1 0 0,7 1-1 0 0,36-3 214 0 0,-31 0-103 0 0,0 1 0 0 0,0 1-1 0 0,0 1 1 0 0,18 2-1 0 0,-32-3-92 0 0,1 1-1 0 0,0-1 1 0 0,0 1-1 0 0,-1 0 1 0 0,1 0-1 0 0,-1 0 1 0 0,1 0-1 0 0,-1 0 1 0 0,1 0-1 0 0,-1 1 1 0 0,1-1-1 0 0,-1 1 0 0 0,0 0 1 0 0,0 0-1 0 0,0 0 1 0 0,0 0-1 0 0,0 0 1 0 0,0 0-1 0 0,-1 0 1 0 0,1 0-1 0 0,-1 1 1 0 0,1-1-1 0 0,-1 1 1 0 0,0-1-1 0 0,0 1 1 0 0,0 0-1 0 0,0-1 1 0 0,0 6-1 0 0,-1-3 42 0 0,0 0-1 0 0,0 1 1 0 0,-1-1 0 0 0,1 0 0 0 0,-1 0-1 0 0,0 0 1 0 0,-1 0 0 0 0,1 0-1 0 0,-1 0 1 0 0,0 0 0 0 0,0-1-1 0 0,-1 1 1 0 0,0-1 0 0 0,-4 7-1 0 0,-8 9 476 0 0,-29 31-1 0 0,28-34-444 0 0,-3 5-1283 0 0,-1 1-4780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09.8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198 94 920 0 0,'-23'-3'4669'0'0,"26"29"833"0"0,1-12-7068 0 0,-3-10 1691 0 0,0 1 0 0 0,1-1 0 0 0,-1 0 0 0 0,1 0 0 0 0,0 0 1 0 0,0 0-1 0 0,1 0 0 0 0,-1-1 0 0 0,5 5 0 0 0,-7-7-53 0 0,1 0 0 0 0,0 0 0 0 0,-1 0 0 0 0,1-1 0 0 0,0 1 0 0 0,0 0 0 0 0,0-1 0 0 0,-1 1 0 0 0,1-1 0 0 0,0 1 1 0 0,0-1-1 0 0,0 1 0 0 0,0-1 0 0 0,0 1 0 0 0,0-1 0 0 0,0 0 0 0 0,0 0 0 0 0,0 0 0 0 0,0 1 0 0 0,0-1 0 0 0,0 0 0 0 0,0 0 0 0 0,1 0 0 0 0,-1-1 0 0 0,0 1 0 0 0,0 0 0 0 0,0 0 0 0 0,0-1 0 0 0,0 1 0 0 0,0 0 0 0 0,0-1 0 0 0,0 1 0 0 0,0-1 0 0 0,-1 1 0 0 0,1-1 0 0 0,0 1 0 0 0,0-1 0 0 0,0 0 0 0 0,0 0 1 0 0,-1 1-1 0 0,1-1 0 0 0,0 0 0 0 0,-1 0 0 0 0,2-1 0 0 0,-1 0-21 0 0,0 0 0 0 0,-1 0 0 0 0,1 0 0 0 0,0-1 1 0 0,-1 1-1 0 0,1 0 0 0 0,-1 0 0 0 0,0 0 0 0 0,1-1 0 0 0,-1 1 1 0 0,0 0-1 0 0,-1-1 0 0 0,1 1 0 0 0,0 0 0 0 0,-1 0 1 0 0,1 0-1 0 0,-1-1 0 0 0,1 1 0 0 0,-1 0 0 0 0,0 0 0 0 0,0 0 1 0 0,0 0-1 0 0,0 0 0 0 0,-2-2 0 0 0,0-2 109 0 0,-1 1 1 0 0,1 1-1 0 0,-1-1 0 0 0,1 0 0 0 0,-1 1 1 0 0,0 0-1 0 0,-1 0 0 0 0,-6-5 1 0 0,8 7-100 0 0,0 0 1 0 0,0 1-1 0 0,-1-1 1 0 0,1 1-1 0 0,-1 0 1 0 0,1 0-1 0 0,-1 0 1 0 0,0 0 0 0 0,1 0-1 0 0,-1 1 1 0 0,0 0-1 0 0,1 0 1 0 0,-1 0-1 0 0,0 0 1 0 0,0 0-1 0 0,1 1 1 0 0,-6 1 0 0 0,3 0-41 0 0,1 0 1 0 0,-1 1-1 0 0,1-1 1 0 0,-1 1 0 0 0,1 1-1 0 0,0-1 1 0 0,0 1 0 0 0,1-1-1 0 0,-1 1 1 0 0,-3 5 0 0 0,0 0-43 0 0,0 0 1 0 0,1 1-1 0 0,1-1 0 0 0,0 1 1 0 0,0 1-1 0 0,0-1 1 0 0,2 1-1 0 0,-1 0 1 0 0,1 0-1 0 0,-3 18 1 0 0,6-26 6 0 0,0-1 0 0 0,1 0 0 0 0,-1 1-1 0 0,1-1 1 0 0,0 1 0 0 0,0-1 0 0 0,0 0 0 0 0,0 1 0 0 0,0-1 0 0 0,1 1 0 0 0,-1-1 0 0 0,1 0-1 0 0,-1 1 1 0 0,1-1 0 0 0,0 0 0 0 0,0 0 0 0 0,0 1 0 0 0,0-1 0 0 0,0 0 0 0 0,1 0 0 0 0,-1 0 0 0 0,1 0-1 0 0,-1 0 1 0 0,1-1 0 0 0,0 1 0 0 0,-1 0 0 0 0,1-1 0 0 0,0 1 0 0 0,0-1 0 0 0,0 0 0 0 0,0 0 0 0 0,0 1-1 0 0,1-2 1 0 0,3 3 0 0 0,-2-3 32 0 0,0 1 0 0 0,1 0 0 0 0,-1-1 0 0 0,1 0 0 0 0,-1 0 0 0 0,1-1 0 0 0,-1 1 0 0 0,0-1 0 0 0,1 0 0 0 0,-1 0 0 0 0,0 0 0 0 0,0 0 0 0 0,1-1 0 0 0,-1 0 0 0 0,0 0 0 0 0,0 0 0 0 0,-1 0 0 0 0,6-4 0 0 0,1-2 120 0 0,0-1 1 0 0,0 0-1 0 0,-1 0 1 0 0,0-1-1 0 0,-1 0 0 0 0,0 0 1 0 0,-1-1-1 0 0,0 0 1 0 0,8-17-1 0 0,-13 22-125 0 0,1 1-1 0 0,-1-1 1 0 0,0 0-1 0 0,-1 0 1 0 0,1 0-1 0 0,-1 0 1 0 0,-1 0-1 0 0,1 0 1 0 0,-1 0-1 0 0,0 0 1 0 0,0-1-1 0 0,-1 1 1 0 0,0 0-1 0 0,0 0 1 0 0,0 0-1 0 0,-1 0 1 0 0,0 0 0 0 0,0 1-1 0 0,0-1 1 0 0,-1 0-1 0 0,0 1 1 0 0,-4-6-1 0 0,6 9-11 0 0,0 0 0 0 0,0 1 0 0 0,0-1 0 0 0,0 0-1 0 0,-1 1 1 0 0,1-1 0 0 0,-1 1 0 0 0,1 0 0 0 0,-1 0 0 0 0,0-1 0 0 0,1 1 0 0 0,-1 0-1 0 0,0 0 1 0 0,0 0 0 0 0,0 1 0 0 0,0-1 0 0 0,0 0 0 0 0,0 1 0 0 0,0-1 0 0 0,0 1-1 0 0,0 0 1 0 0,-3 0 0 0 0,2 0 8 0 0,0 1 0 0 0,0-1-1 0 0,0 1 1 0 0,0 0 0 0 0,-1 0-1 0 0,1 1 1 0 0,1-1 0 0 0,-1 1-1 0 0,0-1 1 0 0,0 1 0 0 0,1 0-1 0 0,-6 4 1 0 0,2 0-21 0 0,0 0 0 0 0,0 1 0 0 0,0 0 0 0 0,1 0 0 0 0,0 0-1 0 0,1 0 1 0 0,-1 1 0 0 0,1 0 0 0 0,-5 14 0 0 0,8-19 7 0 0,1 0-1 0 0,-1 0 0 0 0,1 0 1 0 0,-1 0-1 0 0,1 0 1 0 0,0 0-1 0 0,0 0 0 0 0,0 0 1 0 0,1 0-1 0 0,-1 0 1 0 0,1 0-1 0 0,0 0 0 0 0,0 0 1 0 0,0 0-1 0 0,0 0 1 0 0,0 0-1 0 0,0-1 0 0 0,3 4 1 0 0,-4-5 12 0 0,1 0 0 0 0,0 0 0 0 0,0-1 1 0 0,0 1-1 0 0,0 0 0 0 0,0 0 0 0 0,0-1 1 0 0,0 1-1 0 0,0 0 0 0 0,0-1 0 0 0,0 1 1 0 0,0-1-1 0 0,0 0 0 0 0,0 1 0 0 0,0-1 0 0 0,0 0 1 0 0,1 1-1 0 0,1-1 0 0 0,-1 0 30 0 0,1-1-1 0 0,-1 1 1 0 0,0-1 0 0 0,0 1-1 0 0,0-1 1 0 0,0 0 0 0 0,0 1-1 0 0,0-1 1 0 0,0 0 0 0 0,0-1-1 0 0,0 1 1 0 0,0 0 0 0 0,2-3-1 0 0,-1 2 26 0 0,-1-1 0 0 0,1 0 0 0 0,-1 0 0 0 0,0 0 0 0 0,0 0-1 0 0,0 0 1 0 0,-1-1 0 0 0,1 1 0 0 0,-1 0 0 0 0,0-1 0 0 0,0 1 0 0 0,1-7-1 0 0,-1 9-92 0 0,-1-1 0 0 0,0 1 0 0 0,1 0 0 0 0,-1 0 0 0 0,0-1 0 0 0,0 1 0 0 0,0 0 0 0 0,0-1 0 0 0,0 1 0 0 0,0 0 0 0 0,0-1 0 0 0,-1 1 0 0 0,1 0 0 0 0,0 0 0 0 0,-1-1 0 0 0,1 1 0 0 0,-1 0 0 0 0,1 0 0 0 0,-1 0 0 0 0,0 0 0 0 0,1-1 0 0 0,-1 1 0 0 0,0 0 0 0 0,0 0 0 0 0,0 0 0 0 0,0 1 0 0 0,0-1 0 0 0,0 0 0 0 0,0 0 0 0 0,0 0 0 0 0,0 1 0 0 0,0-1 0 0 0,0 1 0 0 0,-1-1 0 0 0,1 1 0 0 0,0-1 0 0 0,0 1 0 0 0,-3-1 0 0 0,-6 4-2184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14.0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 10594 0 0,'-4'17'4131'0'0,"4"7"-5933"0"0,0-23 1779 0 0,0 0 0 0 0,0 0 0 0 0,1 0 1 0 0,-1 0-1 0 0,0 0 0 0 0,0 0 0 0 0,0 0 0 0 0,1 0 1 0 0,-1 0-1 0 0,1 0 0 0 0,-1 0 0 0 0,1-1 0 0 0,-1 1 0 0 0,1 0 1 0 0,-1 0-1 0 0,1 0 0 0 0,0-1 0 0 0,-1 1 0 0 0,1 0 1 0 0,0-1-1 0 0,0 1 0 0 0,-1-1 0 0 0,1 1 0 0 0,0-1 1 0 0,0 1-1 0 0,0-1 0 0 0,0 1 0 0 0,0-1 0 0 0,0 0 1 0 0,0 1-1 0 0,0-1 0 0 0,0 0 0 0 0,0 0 0 0 0,0 0 1 0 0,0 0-1 0 0,0 0 0 0 0,0 0 0 0 0,-1 0 0 0 0,3 0 1 0 0,3-4 22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1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0 106 7834 0 0,'1'-1'227'0'0,"-1"-1"-1"0"0,0 0 1 0 0,0 0 0 0 0,1 0 0 0 0,-1 1 0 0 0,1-1-1 0 0,0 0 1 0 0,0 1 0 0 0,-1-1 0 0 0,1 0 0 0 0,0 1 0 0 0,0-1-1 0 0,0 1 1 0 0,1-1 0 0 0,-1 1 0 0 0,0 0 0 0 0,0-1 0 0 0,1 1-1 0 0,2-2 1 0 0,31-23 1702 0 0,-25 19-1699 0 0,-1 2 0 0 0,1-1 0 0 0,0 1 0 0 0,0 1 0 0 0,0 0-1 0 0,1 0 1 0 0,-1 1 0 0 0,1 0 0 0 0,0 1 0 0 0,0 1 0 0 0,0-1 0 0 0,15 1 0 0 0,-24 2-229 0 0,0-1 0 0 0,0 1 1 0 0,-1-1-1 0 0,1 1 0 0 0,0 0 1 0 0,0 0-1 0 0,-1 0 0 0 0,1 0 1 0 0,0 0-1 0 0,-1 0 0 0 0,1 0 1 0 0,-1 1-1 0 0,1-1 0 0 0,-1 1 1 0 0,0-1-1 0 0,1 1 0 0 0,-1-1 0 0 0,0 1 1 0 0,0-1-1 0 0,0 1 0 0 0,0 0 1 0 0,-1 0-1 0 0,1 0 0 0 0,0-1 1 0 0,-1 1-1 0 0,1 0 0 0 0,-1 0 1 0 0,0 0-1 0 0,0 0 0 0 0,1 0 1 0 0,-2 3-1 0 0,2 10-111 0 0,-2 0 0 0 0,1-1 1 0 0,-5 20-1 0 0,2-8-348 0 0,2-23 441 0 0,0 1 0 0 0,1 0 0 0 0,0 0 0 0 0,-1 0 1 0 0,2 0-1 0 0,-1 0 0 0 0,0 0 0 0 0,1 0 0 0 0,-1-1 0 0 0,1 1 0 0 0,0 0 0 0 0,1 0 1 0 0,-1-1-1 0 0,1 1 0 0 0,-1-1 0 0 0,1 1 0 0 0,0-1 0 0 0,0 0 0 0 0,1 1 1 0 0,-1-1-1 0 0,1 0 0 0 0,-1-1 0 0 0,1 1 0 0 0,0 0 0 0 0,0-1 0 0 0,0 1 0 0 0,1-1 1 0 0,-1 0-1 0 0,0 0 0 0 0,1-1 0 0 0,-1 1 0 0 0,1-1 0 0 0,4 2 0 0 0,26 8 73 0 0,-27-9-24 0 0,0 0 1 0 0,0 0 0 0 0,0 0 0 0 0,-1 1-1 0 0,1 0 1 0 0,8 6 0 0 0,-14-7-28 0 0,1-1 0 0 0,0 1 1 0 0,0 0-1 0 0,-1-1 0 0 0,1 1 1 0 0,-1 0-1 0 0,0 0 0 0 0,0 0 1 0 0,1 0-1 0 0,-1 1 0 0 0,0-1 1 0 0,-1 0-1 0 0,1 0 0 0 0,0 1 1 0 0,-1-1-1 0 0,1 0 0 0 0,-1 1 1 0 0,0-1-1 0 0,0 1 0 0 0,0-1 0 0 0,0 0 1 0 0,0 1-1 0 0,-1 4 0 0 0,-3 8-119 0 0,0 0-1 0 0,-1-1 0 0 0,-1 1 0 0 0,0-1 1 0 0,-1 0-1 0 0,0 0 0 0 0,-1-1 0 0 0,-17 22 1 0 0,2-1-1479 0 0,16-23 470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14.6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6913 0 0,'1'0'25'0'0,"0"0"-1"0"0,0 0 1 0 0,0 0-1 0 0,0 0 1 0 0,0 0-1 0 0,0 1 1 0 0,0-1-1 0 0,0 0 1 0 0,0 1-1 0 0,0-1 0 0 0,0 1 1 0 0,0-1-1 0 0,0 1 1 0 0,0-1-1 0 0,-1 1 1 0 0,1 0-1 0 0,0-1 1 0 0,0 1-1 0 0,-1 0 0 0 0,1 0 1 0 0,0-1-1 0 0,-1 1 1 0 0,1 0-1 0 0,-1 0 1 0 0,1 1-1 0 0,0 1 110 0 0,0 0-1 0 0,0 0 0 0 0,0 0 1 0 0,0 0-1 0 0,-1 0 1 0 0,1 0-1 0 0,-1 0 0 0 0,0 6 1 0 0,0-5-5 0 0,-1 1 1 0 0,1-1 0 0 0,-1 1-1 0 0,0 0 1 0 0,0-1-1 0 0,0 0 1 0 0,0 1-1 0 0,-1-1 1 0 0,0 0 0 0 0,0 1-1 0 0,0-1 1 0 0,-4 5-1 0 0,3-13-202 0 0,1-1 58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15.0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81 8290 0 0,'6'-9'1264'0'0,"1"0"0"0"0,1 1 0 0 0,16-15 0 0 0,-20 19-1033 0 0,0 0 1 0 0,0 1-1 0 0,0 0 1 0 0,1 0-1 0 0,0 1 0 0 0,-1-1 1 0 0,1 1-1 0 0,0 0 1 0 0,0 0-1 0 0,7-1 0 0 0,-11 3-199 0 0,0 0 0 0 0,0 0 0 0 0,-1 0 0 0 0,1 0 0 0 0,0 0 0 0 0,0 1-1 0 0,-1-1 1 0 0,1 0 0 0 0,0 1 0 0 0,0-1 0 0 0,-1 0 0 0 0,1 1 0 0 0,0-1 0 0 0,-1 1-1 0 0,1-1 1 0 0,0 1 0 0 0,-1-1 0 0 0,1 1 0 0 0,-1 0 0 0 0,1-1 0 0 0,-1 1-1 0 0,1 0 1 0 0,-1-1 0 0 0,0 1 0 0 0,1 0 0 0 0,-1-1 0 0 0,0 1 0 0 0,0 0 0 0 0,1 0-1 0 0,-1 0 1 0 0,0-1 0 0 0,0 1 0 0 0,0 0 0 0 0,0 0 0 0 0,0 0 0 0 0,0-1 0 0 0,0 1-1 0 0,0 0 1 0 0,0 1 0 0 0,-4 41 81 0 0,2-34-64 0 0,2-5-66 0 0,-1 0 1 0 0,1 1-1 0 0,0-1 0 0 0,0 0 1 0 0,0 1-1 0 0,1-1 1 0 0,-1 0-1 0 0,1 1 1 0 0,0-1-1 0 0,0 0 0 0 0,1 0 1 0 0,-1 0-1 0 0,1 0 1 0 0,0 0-1 0 0,0 0 1 0 0,3 4-1 0 0,0-2 6 0 0,0-2 1 0 0,0 1-1 0 0,1-1 0 0 0,-1 0 1 0 0,1 0-1 0 0,0 0 1 0 0,0-1-1 0 0,0 0 0 0 0,11 4 1 0 0,-7-3 22 0 0,-4-1 48 0 0,0-1 1 0 0,0 1-1 0 0,0 0 1 0 0,0 0-1 0 0,-1 0 0 0 0,8 6 1 0 0,-12-7-52 0 0,0-1 0 0 0,1 0 0 0 0,-1 1 0 0 0,0-1 0 0 0,0 1 0 0 0,-1-1 0 0 0,1 1 0 0 0,0 0 0 0 0,0-1 0 0 0,-1 1 0 0 0,1 0 0 0 0,-1-1 0 0 0,1 1 0 0 0,-1 0 0 0 0,0 0 0 0 0,0 0 0 0 0,0-1 0 0 0,0 1 0 0 0,0 0 0 0 0,0 0 0 0 0,0-1 0 0 0,0 1 0 0 0,-1 0 0 0 0,1 0 0 0 0,-1-1 0 0 0,1 1 0 0 0,-1 0 0 0 0,-1 1 0 0 0,-10 22-54 0 0,-1-1 0 0 0,-2 0 0 0 0,-18 24 0 0 0,15-23-351 0 0,3-4-140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15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 11058 0 0,'1'0'1145'0'0,"-1"0"-1048"0"0,27-8 7190 0 0,-37 6-5685 0 0,10 2-1541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0.6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30 10138 0 0,'0'-1'143'0'0,"0"0"0"0"0,0 0-1 0 0,0 0 1 0 0,0-1 0 0 0,0 1-1 0 0,0 0 1 0 0,0 0 0 0 0,0 0 0 0 0,1 0-1 0 0,-1-1 1 0 0,0 1 0 0 0,1 0-1 0 0,-1 0 1 0 0,1 0 0 0 0,-1 0 0 0 0,1 0-1 0 0,-1 0 1 0 0,1 0 0 0 0,0 0 0 0 0,-1 0-1 0 0,1 0 1 0 0,0 1 0 0 0,0-1-1 0 0,0 0 1 0 0,0 0 0 0 0,0 1 0 0 0,0-1-1 0 0,1-1 1 0 0,0 2-36 0 0,-1 1-1 0 0,0-1 1 0 0,1 0 0 0 0,-1 0-1 0 0,0 0 1 0 0,1 1 0 0 0,-1-1-1 0 0,0 1 1 0 0,0-1 0 0 0,1 1-1 0 0,-1-1 1 0 0,0 1 0 0 0,0 0-1 0 0,0-1 1 0 0,0 1 0 0 0,0 0-1 0 0,0 0 1 0 0,0 0 0 0 0,0 0-1 0 0,0 0 1 0 0,0 0 0 0 0,0 0-1 0 0,-1 0 1 0 0,1 1 0 0 0,0 0-1 0 0,10 11-98 0 0,1 0 0 0 0,0-1 0 0 0,0-1 0 0 0,1 0 0 0 0,1-1 0 0 0,0 0 0 0 0,28 14 0 0 0,-22-11-400 0 0,-11-8 182 0 0,3 2 88 0 0,-1 0 1 0 0,0 0 0 0 0,0 1 0 0 0,0 1-1 0 0,8 9 1 0 0,-17-15 224 0 0,0-1 0 0 0,0 0 0 0 0,0 0 0 0 0,-1 1 0 0 0,1-1 0 0 0,-1 1 0 0 0,1 0 0 0 0,-1-1 0 0 0,0 1 0 0 0,0 0 0 0 0,-1 0 0 0 0,1-1 0 0 0,0 1 0 0 0,-1 0 0 0 0,0 0 0 0 0,1 0 0 0 0,-1 0 0 0 0,0 0 0 0 0,-1 0 0 0 0,1 0 0 0 0,0-1 0 0 0,-1 1 0 0 0,0 0 0 0 0,0 0 0 0 0,0 0 0 0 0,0-1 0 0 0,0 1 0 0 0,-3 4 0 0 0,-21 37 874 0 0,-9 14-1144 0 0,14-18-4152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0.9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 3225 0 0,'-7'1'12416'0'0,"7"11"-12934"0"0,0-4 575 0 0,-1 1 1 0 0,2 0-1 0 0,-1-1 0 0 0,1 1 0 0 0,0 0 0 0 0,1-1 0 0 0,0 1 0 0 0,4 11 1 0 0,-5-18-56 0 0,1 1 0 0 0,-1 0-1 0 0,1-1 1 0 0,0 0 0 0 0,0 1 0 0 0,0-1 0 0 0,0 0 0 0 0,0 0 0 0 0,0 0 0 0 0,0 0 0 0 0,1-1 0 0 0,-1 1 0 0 0,1-1 0 0 0,-1 1 0 0 0,1-1 0 0 0,0 0 0 0 0,0 0 0 0 0,-1 0 0 0 0,1 0 0 0 0,0 0 0 0 0,0-1 0 0 0,0 1 0 0 0,0-1 0 0 0,0 0 0 0 0,0 0 0 0 0,0 0 0 0 0,0 0 0 0 0,3-1 0 0 0,11-1 76 0 0,31-2 660 0 0,-46 4-640 0 0,0 0 0 0 0,0 0 0 0 0,-1 1 0 0 0,1-1 1 0 0,0 0-1 0 0,0 0 0 0 0,0 1 0 0 0,0-1 1 0 0,-1 1-1 0 0,1 0 0 0 0,0-1 0 0 0,0 1 1 0 0,-1 0-1 0 0,1 0 0 0 0,-1 0 0 0 0,1 0 0 0 0,-1 0 1 0 0,1 1-1 0 0,-1-1 0 0 0,2 2 0 0 0,-3-1 7 0 0,0 1 0 0 0,1 0 0 0 0,-1-1 0 0 0,0 1 1 0 0,-1-1-1 0 0,1 1 0 0 0,0-1 0 0 0,-1 1 0 0 0,1-1 0 0 0,-1 1 0 0 0,0-1 0 0 0,0 1 0 0 0,0-1 0 0 0,0 0 0 0 0,0 1 0 0 0,0-1 0 0 0,-3 3 0 0 0,-3 10-5987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1.4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14747 0 0,'0'0'1568'0'0,"0"1"-1936"0"0,1 0-128 0 0,-1 1-24 0 0,3 2-8 0 0,0 3 416 0 0,-1 2 112 0 0,0 2 0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2.5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33 45 6913 0 0,'1'-1'298'0'0,"-1"1"-249"0"0,0 0 1 0 0,0 0 0 0 0,0 0-1 0 0,0 0 1 0 0,0-1-1 0 0,0 1 1 0 0,1 0-1 0 0,-1 0 1 0 0,0 0-1 0 0,0 0 1 0 0,0 0 0 0 0,0 0-1 0 0,0-1 1 0 0,0 1-1 0 0,0 0 1 0 0,0 0-1 0 0,0 0 1 0 0,0 0 0 0 0,0 0-1 0 0,0-1 1 0 0,0 1-1 0 0,-1 0 1 0 0,1 0-1 0 0,-1-1 546 0 0,1 1-545 0 0,0-1-1 0 0,0 1 1 0 0,0 0-1 0 0,0 0 1 0 0,0 0-1 0 0,0 0 1 0 0,-1 0 0 0 0,1 0-1 0 0,0 0 1 0 0,0 0-1 0 0,0 0 1 0 0,0 0-1 0 0,0 0 1 0 0,-1 0 0 0 0,1 0-1 0 0,0 0 1 0 0,0 0-1 0 0,0 0 1 0 0,0 0-1 0 0,0 0 1 0 0,-1 0 0 0 0,13-8 4770 0 0,-9 7-4235 0 0,-1 1-753 0 0,14-4 1657 0 0,-15 4-1442 0 0,-1 0-1 0 0,0 0 1 0 0,0 0-1 0 0,0 0 1 0 0,1 0-1 0 0,-1 0 0 0 0,0 0 1 0 0,0 0-1 0 0,1 0 1 0 0,-1 0-1 0 0,0 0 0 0 0,0 0 1 0 0,1 1-1 0 0,-1-1 1 0 0,0 0-1 0 0,0 0 1 0 0,0 0-1 0 0,1 0 0 0 0,-1 0 1 0 0,0 0-1 0 0,0 1 1 0 0,0-1-1 0 0,1 0 1 0 0,-1 0-1 0 0,0 0 0 0 0,0 1 1 0 0,0-1-1 0 0,0 0 1 0 0,0 0-1 0 0,1 0 1 0 0,-1 1-1 0 0,0-1 0 0 0,0 0 1 0 0,0 0-1 0 0,0 1 1 0 0,0-1-1 0 0,0 0 0 0 0,0 0 1 0 0,0 1-1 0 0,0-1 1 0 0,0 0-1 0 0,0 0 1 0 0,0 0-1 0 0,0 1 0 0 0,0-1 1 0 0,0 0-1 0 0,0 0 1 0 0,0 1-1 0 0,0-1 1 0 0,-1 0-1 0 0,1 0 0 0 0,0 1 1 0 0,0-1-1 0 0,0 0 1 0 0,0 0-1 0 0,0 0 1 0 0,-1 1-1 0 0,1-1 0 0 0,0 0 1 0 0,0 1 243 0 0,-4-4-322 0 0,-5-5 77 0 0,5 5-279 0 0,0-1-1 0 0,0 1 1 0 0,-1-1-1 0 0,1 1 0 0 0,-10-4 1 0 0,14 6 188 0 0,-1 1 0 0 0,1 0 1 0 0,-1 0-1 0 0,1 0 0 0 0,-1 0 1 0 0,1 0-1 0 0,-1-1 0 0 0,1 1 1 0 0,-1 0-1 0 0,1 0 0 0 0,-1 0 1 0 0,1 0-1 0 0,-1 1 0 0 0,0-1 1 0 0,1 0-1 0 0,-1 0 0 0 0,1 0 0 0 0,-1 0 1 0 0,1 0-1 0 0,-1 1 0 0 0,1-1 1 0 0,-1 0-1 0 0,1 1 0 0 0,-1-1 1 0 0,0 1-1 0 0,1 0-39 0 0,-1 0-1 0 0,0 1 1 0 0,0-1 0 0 0,1 0-1 0 0,-1 1 1 0 0,1-1 0 0 0,-1 1-1 0 0,1-1 1 0 0,0 1 0 0 0,0-1-1 0 0,-1 1 1 0 0,1-1 0 0 0,0 1-1 0 0,1 1 1 0 0,0 13-1412 0 0,3-6-2360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2.8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39 112 10594 0 0,'-5'-5'281'0'0,"1"-1"0"0"0,0 0 0 0 0,0-1-1 0 0,0 1 1 0 0,1 0 0 0 0,0-1 0 0 0,0 0 0 0 0,-3-12-1 0 0,4-14 3237 0 0,2 33-3449 0 0,0 0 0 0 0,-1-1 0 0 0,1 1 0 0 0,0 0 0 0 0,0-1-1 0 0,1 1 1 0 0,-1 0 0 0 0,0-1 0 0 0,0 1 0 0 0,0 0 0 0 0,0-1 0 0 0,0 1-1 0 0,0 0 1 0 0,0-1 0 0 0,0 1 0 0 0,1 0 0 0 0,-1 0 0 0 0,0-1 0 0 0,0 1-1 0 0,0 0 1 0 0,1 0 0 0 0,-1-1 0 0 0,0 1 0 0 0,0 0 0 0 0,1 0 0 0 0,-1-1-1 0 0,0 1 1 0 0,0 0 0 0 0,1 0 0 0 0,-1 0 0 0 0,0 0 0 0 0,1-1 0 0 0,-1 1 0 0 0,0 0-1 0 0,1 0 1 0 0,0 0 0 0 0,12 7 1211 0 0,9 17-166 0 0,-1 8-554 0 0,0 0 0 0 0,28 65 0 0 0,20 77-455 0 0,-57-144-201 0 0,25 68-2656 0 0,-23-65-4660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3.2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392 65 4609 0 0,'0'-9'2200'0'0,"-1"4"-1169"0"0,1-1 0 0 0,0 1 1 0 0,0 0-1 0 0,0-1 0 0 0,1 1 0 0 0,0 0 0 0 0,0 0 1 0 0,6-8 3997 0 0,-7 39-3882 0 0,-6 13-704 0 0,-1-1 0 0 0,-2-1-1 0 0,-28 73 1 0 0,-59 103-426 0 0,90-200 12 0 0,-74 152 99 0 0,-10 18-228 0 0,32-59-2936 0 0,47-100-4245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0.0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64 208 1840 0 0,'-18'-22'2845'0'0,"16"18"-2130"0"0,0 1 1 0 0,-1-1-1 0 0,0 1 0 0 0,0-1 1 0 0,0 1-1 0 0,0 0 0 0 0,-1 0 0 0 0,1 1 1 0 0,-1-1-1 0 0,-4-2 0 0 0,8 5-572 0 0,-1 0 0 0 0,1-1 0 0 0,-1 1 0 0 0,1 0-1 0 0,-1-1 1 0 0,1 1 0 0 0,0 0 0 0 0,-1-1-1 0 0,1 1 1 0 0,-1-1 0 0 0,1 1 0 0 0,0-1 0 0 0,-1 1-1 0 0,1-1 1 0 0,0 1 0 0 0,0-1 0 0 0,-1 1 0 0 0,1-1-1 0 0,0 1 1 0 0,0-1 0 0 0,0 0 0 0 0,0 1-1 0 0,0-1 1 0 0,0 1 0 0 0,0-1 0 0 0,0 1 0 0 0,0-1-1 0 0,0 0 1 0 0,0 0 0 0 0,10-21 1600 0 0,19-13-319 0 0,-19 26-1237 0 0,0 1-1 0 0,0 0 1 0 0,1 1-1 0 0,1 0 1 0 0,-1 0-1 0 0,1 1 1 0 0,0 1-1 0 0,0 0 0 0 0,17-4 1 0 0,-25 7-183 0 0,0 1 0 0 0,0 0 0 0 0,0 1 1 0 0,0-1-1 0 0,0 1 0 0 0,0 0 0 0 0,1 0 0 0 0,-1 0 0 0 0,0 0 0 0 0,0 1 1 0 0,0-1-1 0 0,0 1 0 0 0,0 0 0 0 0,0 1 0 0 0,0-1 0 0 0,0 1 0 0 0,0-1 1 0 0,-1 1-1 0 0,1 0 0 0 0,-1 0 0 0 0,1 1 0 0 0,-1-1 0 0 0,0 1 1 0 0,0 0-1 0 0,0 0 0 0 0,0 0 0 0 0,0 0 0 0 0,-1 0 0 0 0,1 1 0 0 0,-1-1 1 0 0,0 1-1 0 0,0-1 0 0 0,1 5 0 0 0,2 5 12 0 0,0 0 1 0 0,-1 1-1 0 0,-1-1 1 0 0,-1 0-1 0 0,1 1 0 0 0,-2 0 1 0 0,0 0-1 0 0,-1-1 1 0 0,0 1-1 0 0,-4 24 0 0 0,-1-14-13 0 0,0 0 0 0 0,-2-1 0 0 0,0 0 0 0 0,-1 0 0 0 0,-15 26-1 0 0,23-48 5 0 0,0-1 0 0 0,-1 1-1 0 0,1-1 1 0 0,0 0 0 0 0,-1 1-1 0 0,1-1 1 0 0,0 1-1 0 0,0-1 1 0 0,0 1 0 0 0,0-1-1 0 0,-1 0 1 0 0,1 1 0 0 0,0-1-1 0 0,0 1 1 0 0,0-1 0 0 0,0 1-1 0 0,0-1 1 0 0,0 1-1 0 0,0-1 1 0 0,0 1 0 0 0,0-1-1 0 0,1 1 1 0 0,-1-1 0 0 0,0 1-1 0 0,0-1 1 0 0,0 1 0 0 0,0-1-1 0 0,1 0 1 0 0,-1 1-1 0 0,14 0 30 0 0,31-19-145 0 0,-29 11 125 0 0,-9 5-7 0 0,0 0 0 0 0,0 0 0 0 0,0 1 0 0 0,1 0 0 0 0,-1 0 0 0 0,0 1 0 0 0,1 0 0 0 0,7 0 0 0 0,-13 0-7 0 0,-1 1-1 0 0,1-1 1 0 0,-1 0-1 0 0,1 1 1 0 0,0-1-1 0 0,-1 1 1 0 0,1-1-1 0 0,-1 1 1 0 0,1 0-1 0 0,-1-1 1 0 0,0 1-1 0 0,1 0 1 0 0,-1 0-1 0 0,0 0 1 0 0,1 0-1 0 0,-1 0 1 0 0,0 0-1 0 0,0 1 1 0 0,0-1-1 0 0,0 0 1 0 0,0 1-1 0 0,0-1 1 0 0,-1 0-1 0 0,1 1 1 0 0,0-1-1 0 0,-1 1 0 0 0,1 0 1 0 0,-1-1-1 0 0,1 1 1 0 0,-1-1-1 0 0,0 1 1 0 0,0-1-1 0 0,1 1 1 0 0,-1 0-1 0 0,0-1 1 0 0,-1 1-1 0 0,1 0 1 0 0,0-1-1 0 0,0 1 1 0 0,-1-1-1 0 0,0 4 1 0 0,-5 13 34 0 0,-1 1-1 0 0,-1-1 1 0 0,-1 0 0 0 0,0-1 0 0 0,-2 0-1 0 0,-17 23 1 0 0,9-13-14 0 0,-18 26-568 0 0,-18 26-2904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0.3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54 2761 0 0,'-8'-54'16761'0'0,"13"80"-15150"0"0,-2 9-1310 0 0,-2 0 0 0 0,0 0 0 0 0,-3 0 0 0 0,-1 0 0 0 0,-10 47 0 0 0,0 10-179 0 0,8-19-44 0 0,5 75 1 0 0,1-60-139 0 0,-5-52-2411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0.6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1 160 8290 0 0,'0'0'200'0'0,"0"-1"-1"0"0,-1 1 1 0 0,1-1 0 0 0,0 0 0 0 0,0 1 0 0 0,0-1-1 0 0,0 1 1 0 0,0-1 0 0 0,0 1 0 0 0,0-1 0 0 0,0 0-1 0 0,0 1 1 0 0,0-1 0 0 0,1 1 0 0 0,-1-1 0 0 0,0 1-1 0 0,4-6 2199 0 0,-3 6-2198 0 0,-1-1 0 0 0,1 1-1 0 0,-1 0 1 0 0,1 0 0 0 0,-1-1 0 0 0,1 1 0 0 0,-1 0-1 0 0,1 0 1 0 0,22-13 2298 0 0,-6 8-1899 0 0,0 0 0 0 0,1 1-1 0 0,0 1 1 0 0,-1 0 0 0 0,1 1 0 0 0,0 2 0 0 0,19 0 0 0 0,38-3 40 0 0,-40-1-457 0 0,0-1 1 0 0,57-17-1 0 0,-70 15-1026 0 0,33-16 1 0 0,-40 15-1605 0 0,0-1 1 0 0,24-17-1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0.9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44 920 0 0,'-14'-15'4061'0'0,"-16"-14"7583"0"0,30 30-11377 0 0,-1 0 0 0 0,1-1 0 0 0,-1 1 0 0 0,1 0 0 0 0,0 0 0 0 0,-1 0 0 0 0,1-1 0 0 0,0 1 0 0 0,-1 0 0 0 0,1 0 0 0 0,0 0 0 0 0,0 0 0 0 0,0-1 0 0 0,0 1 0 0 0,0 0 0 0 0,0 0 0 0 0,0 0 0 0 0,0 0 0 0 0,0 0 0 0 0,1 1 0 0 0,1 25 153 0 0,53 283 933 0 0,-54-303-1353 0 0,8 31 7 0 0,2-1 0 0 0,2 0 0 0 0,1 0 0 0 0,21 39 0 0 0,-1-14 404 0 0,58 81-1 0 0,-86-136-482 0 0,0 0-1 0 0,0 0 0 0 0,0 0 0 0 0,1-1 1 0 0,-1 1-1 0 0,2-2 0 0 0,-1 1 0 0 0,1-1 1 0 0,-1 0-1 0 0,1-1 0 0 0,1 1 1 0 0,16 5-1 0 0,-20-8-1922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20.2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10138 0 0,'1'4'8489'0'0,"1"4"-5648"0"0,9 25-7201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4.5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57 36 5985 0 0,'-16'-14'3519'0'0,"14"11"-2810"0"0,-1 1-1 0 0,1 0 1 0 0,-1-1-1 0 0,1 1 1 0 0,-1 0 0 0 0,0 1-1 0 0,0-1 1 0 0,0 0 0 0 0,-4-1-1 0 0,6 3-596 0 0,1 1-1 0 0,-1-1 1 0 0,1 0-1 0 0,-1 0 1 0 0,1 1-1 0 0,-1-1 1 0 0,1 0-1 0 0,-1 1 1 0 0,1-1-1 0 0,-1 1 1 0 0,1-1-1 0 0,0 1 1 0 0,-1-1-1 0 0,1 0 0 0 0,0 1 1 0 0,-1-1-1 0 0,1 1 1 0 0,0 0-1 0 0,0-1 1 0 0,-1 1-1 0 0,1-1 1 0 0,0 1-1 0 0,0-1 1 0 0,0 1-1 0 0,0-1 1 0 0,0 1-1 0 0,0 0 1 0 0,0-1-1 0 0,0 1 1 0 0,0-1-1 0 0,0 1 1 0 0,0 0-1 0 0,0 0 1 0 0,1 22 574 0 0,1-6-473 0 0,0 0-1 0 0,1-1 1 0 0,2 1-1 0 0,-1-1 1 0 0,2 0-1 0 0,0 0 1 0 0,1 0 0 0 0,0-1-1 0 0,1 0 1 0 0,20 27-1 0 0,-22-35-135 0 0,1 1 0 0 0,-1-1 0 0 0,1 0-1 0 0,1 0 1 0 0,-1 0 0 0 0,1-1 0 0 0,0-1 0 0 0,1 1 0 0 0,-1-1-1 0 0,1-1 1 0 0,0 1 0 0 0,0-2 0 0 0,1 1 0 0 0,-1-1 0 0 0,1-1-1 0 0,0 1 1 0 0,-1-2 0 0 0,1 1 0 0 0,0-2 0 0 0,11 1 0 0 0,-10-2-78 0 0,0 0 1 0 0,-1-1-1 0 0,1 0 0 0 0,-1-1 1 0 0,1 0-1 0 0,-1-1 1 0 0,0 0-1 0 0,-1-1 1 0 0,18-10-1 0 0,-19 10-255 0 0,-1 0 1 0 0,0 0-1 0 0,0-1 1 0 0,0 0-1 0 0,-1 0 0 0 0,0-1 1 0 0,0 1-1 0 0,-1-1 0 0 0,0-1 1 0 0,0 1-1 0 0,0-1 1 0 0,4-10-1 0 0,-5 6-1038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4.8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0 2304 0 0,'-32'25'6566'0'0,"31"-23"-5720"0"0,0 0 0 0 0,0 0-1 0 0,-1 3 1 0 0,1-4-155 0 0,0 1 0 0 0,1 0 0 0 0,0 0 0 0 0,-1 0 0 0 0,1 0 0 0 0,0 0 0 0 0,0 0 0 0 0,0 0 0 0 0,0-1 0 0 0,0 1 0 0 0,1 0 0 0 0,0 3 0 0 0,9 18-612 0 0,13 22 1132 0 0,-1 0 1 0 0,23 75-1 0 0,-26-54-872 0 0,-3 1 0 0 0,14 134 0 0 0,-26-158-300 0 0,0-9-1898 0 0,-2-11-3818 0 0,0-1-2262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5.1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 17972 0 0,'-1'4'592'0'0,"0"1"0"0"0,0-1 0 0 0,1 1-1 0 0,-1-1 1 0 0,1 1 0 0 0,0-1 0 0 0,0 1 0 0 0,1-1 0 0 0,-1 1 0 0 0,2 5 0 0 0,5 7-2165 0 0,2-3-4021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9.2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75 132 2761 0 0,'-7'-3'711'0'0,"0"0"1"0"0,-1-1 0 0 0,1 0-1 0 0,1 0 1 0 0,-1 0 0 0 0,0-1 0 0 0,1 0-1 0 0,-8-8 1 0 0,13 12-481 0 0,1 0 0 0 0,-1 0 1 0 0,1 0-1 0 0,-1 1 0 0 0,1-1 0 0 0,-1 0 0 0 0,1 0 0 0 0,0 0 1 0 0,-1 0-1 0 0,1 0 0 0 0,0 0 0 0 0,0 0 0 0 0,0 0 1 0 0,-1 0-1 0 0,1 0 0 0 0,0 0 0 0 0,1 0 0 0 0,-1 0 0 0 0,0 0 1 0 0,0 0-1 0 0,0 0 0 0 0,0 0 0 0 0,1 0 0 0 0,0-2 1 0 0,0 1-31 0 0,1 0 1 0 0,0-1 0 0 0,-1 1 0 0 0,1 0 0 0 0,0 0 0 0 0,0 0-1 0 0,0 0 1 0 0,0 1 0 0 0,3-3 0 0 0,4-2 22 0 0,1 1-1 0 0,0 0 1 0 0,16-6-1 0 0,-19 8-192 0 0,-1 1-1 0 0,0 0 1 0 0,1 1-1 0 0,-1 0 1 0 0,1 0-1 0 0,-1 0 0 0 0,1 1 1 0 0,0-1-1 0 0,-1 2 1 0 0,1-1-1 0 0,-1 1 1 0 0,1 0-1 0 0,-1 0 0 0 0,1 1 1 0 0,-1 0-1 0 0,0 0 1 0 0,1 0-1 0 0,-1 1 0 0 0,0 0 1 0 0,-1 0-1 0 0,1 1 1 0 0,0-1-1 0 0,8 9 1 0 0,-6-3-92 0 0,0-1 0 0 0,0 1 1 0 0,-1 0-1 0 0,-1 0 1 0 0,1 1-1 0 0,-1 0 1 0 0,-1 0-1 0 0,0 1 0 0 0,-1-1 1 0 0,0 1-1 0 0,0 0 1 0 0,3 23-1 0 0,-3 4 98 0 0,-4-31 34 0 0,0 0-1 0 0,0 0 0 0 0,1 0 0 0 0,0 0 0 0 0,0 0 0 0 0,1-1 0 0 0,-1 1 0 0 0,2 0 0 0 0,-1-1 0 0 0,4 7 0 0 0,-5-11-64 0 0,1-1-1 0 0,-1 0 0 0 0,1 0 1 0 0,-1 0-1 0 0,1 0 0 0 0,-1 0 1 0 0,1 0-1 0 0,-1-1 0 0 0,1 1 0 0 0,0 0 1 0 0,-1-1-1 0 0,1 1 0 0 0,0-1 1 0 0,0 0-1 0 0,0 1 0 0 0,-1-1 1 0 0,1 0-1 0 0,2 0 0 0 0,40-4 307 0 0,-19 1-50 0 0,-20 3-230 0 0,0 0-1 0 0,-1 0 0 0 0,1 1 1 0 0,-1-1-1 0 0,1 1 1 0 0,0 0-1 0 0,-1 0 1 0 0,0 1-1 0 0,1-1 1 0 0,-1 1-1 0 0,0 0 0 0 0,0 0 1 0 0,0 0-1 0 0,0 1 1 0 0,5 3-1 0 0,-7-4-15 0 0,0 1 0 0 0,0-1-1 0 0,0 1 1 0 0,-1 0 0 0 0,1 0-1 0 0,0 0 1 0 0,-1 0 0 0 0,0 0-1 0 0,0 0 1 0 0,0 0 0 0 0,0 0 0 0 0,0 0-1 0 0,-1 0 1 0 0,1 1 0 0 0,-1-1-1 0 0,0 0 1 0 0,0 0 0 0 0,0 1-1 0 0,-1-1 1 0 0,1 0 0 0 0,-1 0 0 0 0,-1 4-1 0 0,-3 14 202 0 0,-2 0 0 0 0,-1-1 0 0 0,0 0-1 0 0,-15 25 1 0 0,9-20-1573 0 0,-15 45 0 0 0,23-54-5361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9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3 5985 0 0,'-29'-2'5539'0'0,"22"8"-6222"0"0,13 11-6327 0 0,-2-12 6385 0 0,3-2 476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49.8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59 8290 0 0,'0'-1'174'0'0,"0"-1"0"0"0,-1 0 0 0 0,1 0 1 0 0,0 0-1 0 0,0 1 0 0 0,0-1 0 0 0,1 0 0 0 0,-1 0 0 0 0,0 0 1 0 0,1 1-1 0 0,-1-1 0 0 0,1 0 0 0 0,-1 0 0 0 0,1 1 1 0 0,0-1-1 0 0,0 1 0 0 0,0-1 0 0 0,0 1 0 0 0,0-1 0 0 0,0 1 1 0 0,0-1-1 0 0,0 1 0 0 0,1 0 0 0 0,-1 0 0 0 0,0-1 1 0 0,1 1-1 0 0,-1 0 0 0 0,4-1 0 0 0,-3 0 80 0 0,1 1 0 0 0,0-1-1 0 0,-1 1 1 0 0,1 0 0 0 0,0 0 0 0 0,0 0 0 0 0,-1 0-1 0 0,1 0 1 0 0,0 1 0 0 0,0-1 0 0 0,0 1-1 0 0,0 0 1 0 0,0-1 0 0 0,0 2 0 0 0,0-1 0 0 0,0 0-1 0 0,4 1 1 0 0,-4 1-155 0 0,0-1 0 0 0,0 1 0 0 0,0-1 0 0 0,-1 1 0 0 0,1 0 0 0 0,0 0 0 0 0,-1 0-1 0 0,0 0 1 0 0,1 0 0 0 0,-1 1 0 0 0,0-1 0 0 0,0 1 0 0 0,0 0 0 0 0,-1-1 0 0 0,1 1 0 0 0,-1 0 0 0 0,1 0 0 0 0,1 6 0 0 0,1 5-77 0 0,-1 1 1 0 0,4 30 0 0 0,-6-33-50 0 0,1-1 0 0 0,0 1-1 0 0,6 18 1 0 0,-7-27 25 0 0,0-1-1 0 0,0 0 1 0 0,0 1 0 0 0,0-1-1 0 0,0 0 1 0 0,1 0-1 0 0,-1 0 1 0 0,1 0 0 0 0,-1 0-1 0 0,1 0 1 0 0,0-1 0 0 0,0 1-1 0 0,0 0 1 0 0,0-1-1 0 0,0 1 1 0 0,0-1 0 0 0,0 0-1 0 0,0 0 1 0 0,1 0-1 0 0,3 1 1 0 0,0-1 67 0 0,0 0-1 0 0,0-1 1 0 0,0 1-1 0 0,0-1 1 0 0,0-1 0 0 0,9-1-1 0 0,-10 1 1 0 0,0 0-1 0 0,0 1 0 0 0,-1-1 0 0 0,1 1 1 0 0,0 0-1 0 0,0 1 0 0 0,0-1 0 0 0,0 1 1 0 0,0 0-1 0 0,-1 0 0 0 0,1 0 1 0 0,8 4-1 0 0,-10-3-45 0 0,-1 0-1 0 0,0 0 1 0 0,1 1 0 0 0,-1-1 0 0 0,0 1-1 0 0,0-1 1 0 0,-1 1 0 0 0,1 0 0 0 0,-1 0 0 0 0,1-1-1 0 0,-1 1 1 0 0,0 0 0 0 0,0 0 0 0 0,0 0 0 0 0,0 1-1 0 0,-1-1 1 0 0,1 0 0 0 0,-1 0 0 0 0,0 0-1 0 0,0 0 1 0 0,0 1 0 0 0,0-1 0 0 0,-1 0 0 0 0,0 6-1 0 0,-2 6 201 0 0,0 1-1 0 0,-1-1 0 0 0,-9 24 1 0 0,-40 77-1605 0 0,46-97-6122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54.9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41 332 6913 0 0,'-3'-3'265'0'0,"-1"0"0"0"0,1 0 0 0 0,0 0 0 0 0,0 0 0 0 0,0 0 0 0 0,1-1 0 0 0,-1 0 0 0 0,1 1 0 0 0,0-1 0 0 0,0 0 0 0 0,0 0 0 0 0,1 0 0 0 0,-1 0 0 0 0,1 0 0 0 0,0-1 0 0 0,0 1-1 0 0,0 0 1 0 0,1-1 0 0 0,-1-7 0 0 0,1 1 61 0 0,0 0 0 0 0,1-1-1 0 0,0 1 1 0 0,0 0 0 0 0,1 0 0 0 0,6-19-1 0 0,-3 20-101 0 0,-1 0 0 0 0,2 0-1 0 0,-1 0 1 0 0,1 1 0 0 0,1 0-1 0 0,-1 0 1 0 0,2 1-1 0 0,-1-1 1 0 0,14-10 0 0 0,-15 14-84 0 0,1 0 1 0 0,-1 0 0 0 0,1 0 0 0 0,0 1-1 0 0,0 0 1 0 0,0 1 0 0 0,1-1-1 0 0,-1 1 1 0 0,1 1 0 0 0,0-1 0 0 0,0 2-1 0 0,0-1 1 0 0,14-1 0 0 0,-20 3-123 0 0,1 1 0 0 0,-1-1 1 0 0,1 0-1 0 0,-1 1 0 0 0,1-1 1 0 0,-1 1-1 0 0,1 0 1 0 0,-1 0-1 0 0,0 0 0 0 0,0 0 1 0 0,1 0-1 0 0,-1 0 0 0 0,0 1 1 0 0,0-1-1 0 0,0 1 0 0 0,0-1 1 0 0,3 5-1 0 0,-2-2-36 0 0,1 1 0 0 0,-1 0 0 0 0,0 0 0 0 0,0 0 0 0 0,-1 0 0 0 0,1 0 0 0 0,1 9 0 0 0,1 4-215 0 0,-1 1-1 0 0,-1-1 0 0 0,2 35 1 0 0,-6-12 163 0 0,-2 1 1 0 0,-2-1-1 0 0,-1 0 1 0 0,-21 69 0 0 0,22-88 726 0 0,4-21-587 0 0,0 1-1 0 0,1-1 1 0 0,-1 0-1 0 0,1 0 1 0 0,0 1-1 0 0,-1-1 1 0 0,1 0-1 0 0,0 1 1 0 0,0-1-1 0 0,0 1 1 0 0,0-1-1 0 0,0 0 1 0 0,0 1-1 0 0,0-1 1 0 0,0 0-1 0 0,0 1 1 0 0,1-1-1 0 0,-1 0 1 0 0,1 1-1 0 0,-1-1 1 0 0,1 0-1 0 0,-1 0 1 0 0,1 1-1 0 0,0-1 1 0 0,0 0-1 0 0,-1 0 1 0 0,1 0-1 0 0,0 0 1 0 0,0 0-1 0 0,0 0 1 0 0,1 1-1 0 0,1-2-15 0 0,-1 0-1 0 0,0 1 0 0 0,1-1 1 0 0,-1 0-1 0 0,0 0 1 0 0,0 0-1 0 0,1-1 1 0 0,-1 1-1 0 0,0-1 1 0 0,0 1-1 0 0,1-1 0 0 0,-1 1 1 0 0,0-1-1 0 0,0 0 1 0 0,0 0-1 0 0,0 0 1 0 0,0-1-1 0 0,3-1 1 0 0,61-47 355 0 0,-3 2-1604 0 0,-17 23-3203 0 0,-29 18-1701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55.3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 12 9218 0 0,'-1'-1'356'0'0,"0"0"0"0"0,1 1 0 0 0,-1-1 1 0 0,0 0-1 0 0,0 0 0 0 0,0 0 0 0 0,0 1 0 0 0,0-1 0 0 0,0 0 1 0 0,0 1-1 0 0,0-1 0 0 0,0 1 0 0 0,0-1 0 0 0,0 1 0 0 0,0-1 1 0 0,0 1-1 0 0,-1 0 0 0 0,1 0 0 0 0,0 0 0 0 0,-2-1 0 0 0,2 2-259 0 0,0 0 0 0 0,0 0 0 0 0,0-1 0 0 0,0 1 0 0 0,0 0 0 0 0,0 0 0 0 0,0 0-1 0 0,1 0 1 0 0,-1 0 0 0 0,0 0 0 0 0,1 0 0 0 0,-1 0 0 0 0,0 1 0 0 0,1-1 0 0 0,-1 0 0 0 0,1 0-1 0 0,0 0 1 0 0,-1 1 0 0 0,1-1 0 0 0,0 2 0 0 0,-11 40 188 0 0,-101 348 612 0 0,89-324-829 0 0,-27 132 1 0 0,34-82-3443 0 0,15-103 1748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55.7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22 6449 0 0,'-1'-22'6739'0'0,"-3"34"-2434"0"0,-1 38-2506 0 0,5-29-1503 0 0,0-1-1 0 0,1 1 0 0 0,1-1 1 0 0,1 1-1 0 0,1-1 1 0 0,0 0-1 0 0,14 34 0 0 0,-16-48-265 0 0,0 0 0 0 0,1 0 0 0 0,0 0 0 0 0,0-1 0 0 0,1 1 0 0 0,-1-1 0 0 0,1 0 0 0 0,0 0 0 0 0,1 0 0 0 0,-1-1 0 0 0,1 0 0 0 0,0 1 0 0 0,0-2 0 0 0,0 1 0 0 0,1 0 0 0 0,-1-1 0 0 0,1 0 0 0 0,0-1 0 0 0,0 1 0 0 0,0-1 0 0 0,0 0 0 0 0,0 0 0 0 0,0-1 0 0 0,1 0 0 0 0,-1 0 0 0 0,0-1 0 0 0,1 1 0 0 0,11-2 0 0 0,-10 0-194 0 0,-1-1 1 0 0,1 0-1 0 0,-1 0 1 0 0,0 0-1 0 0,0-1 1 0 0,0 0-1 0 0,0-1 0 0 0,-1 1 1 0 0,1-1-1 0 0,-1 0 1 0 0,0-1-1 0 0,0 0 1 0 0,0 0-1 0 0,-1 0 1 0 0,1 0-1 0 0,6-11 1 0 0,29-45-2310 0 0,-8 1-3370 0 0,-24 41 903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22:00:55.9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0 6913 0 0,'-1'0'242'0'0,"-1"0"0"0"0,1 0 0 0 0,-1 0 0 0 0,0 1-1 0 0,1-1 1 0 0,-1 0 0 0 0,1 1 0 0 0,-1-1-1 0 0,1 1 1 0 0,0-1 0 0 0,-1 1 0 0 0,1 0-1 0 0,-1 0 1 0 0,1 0 0 0 0,0-1 0 0 0,0 1-1 0 0,-1 0 1 0 0,1 1 0 0 0,0-1 0 0 0,0 0-1 0 0,0 0 1 0 0,0 0 0 0 0,0 1 0 0 0,0-1 0 0 0,1 0-1 0 0,-1 1 1 0 0,0-1 0 0 0,1 1 0 0 0,-1-1-1 0 0,1 1 1 0 0,-1-1 0 0 0,1 1 0 0 0,0-1-1 0 0,0 1 1 0 0,0-1 0 0 0,0 1 0 0 0,0-1-1 0 0,0 1 1 0 0,0 0 0 0 0,0-1 0 0 0,1 3-1 0 0,2 6 988 0 0,1 0-1 0 0,0 0 0 0 0,0 0 1 0 0,1 0-1 0 0,8 11 1 0 0,4 12-1985 0 0,6 28 1373 0 0,27 116-1 0 0,-33-109-1280 0 0,34 90-1 0 0,-32-114 124 0 0,0 2-3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63" Type="http://schemas.openxmlformats.org/officeDocument/2006/relationships/customXml" Target="../ink/ink31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5" Type="http://schemas.openxmlformats.org/officeDocument/2006/relationships/customXml" Target="../ink/ink2.xml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9.xml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119" Type="http://schemas.openxmlformats.org/officeDocument/2006/relationships/customXml" Target="../ink/ink59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7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4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9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26" Type="http://schemas.openxmlformats.org/officeDocument/2006/relationships/image" Target="../media/image14.png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6" Type="http://schemas.openxmlformats.org/officeDocument/2006/relationships/image" Target="../media/image9.png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8.png"/><Relationship Id="rId117" Type="http://schemas.openxmlformats.org/officeDocument/2006/relationships/customXml" Target="../ink/ink131.xml"/><Relationship Id="rId21" Type="http://schemas.openxmlformats.org/officeDocument/2006/relationships/customXml" Target="../ink/ink83.xml"/><Relationship Id="rId42" Type="http://schemas.openxmlformats.org/officeDocument/2006/relationships/image" Target="../media/image96.png"/><Relationship Id="rId47" Type="http://schemas.openxmlformats.org/officeDocument/2006/relationships/customXml" Target="../ink/ink96.xml"/><Relationship Id="rId63" Type="http://schemas.openxmlformats.org/officeDocument/2006/relationships/customXml" Target="../ink/ink104.xml"/><Relationship Id="rId68" Type="http://schemas.openxmlformats.org/officeDocument/2006/relationships/image" Target="../media/image109.png"/><Relationship Id="rId84" Type="http://schemas.openxmlformats.org/officeDocument/2006/relationships/image" Target="../media/image117.png"/><Relationship Id="rId89" Type="http://schemas.openxmlformats.org/officeDocument/2006/relationships/customXml" Target="../ink/ink117.xml"/><Relationship Id="rId112" Type="http://schemas.openxmlformats.org/officeDocument/2006/relationships/image" Target="../media/image131.png"/><Relationship Id="rId16" Type="http://schemas.openxmlformats.org/officeDocument/2006/relationships/image" Target="../media/image83.png"/><Relationship Id="rId107" Type="http://schemas.openxmlformats.org/officeDocument/2006/relationships/customXml" Target="../ink/ink126.xml"/><Relationship Id="rId11" Type="http://schemas.openxmlformats.org/officeDocument/2006/relationships/customXml" Target="../ink/ink78.xml"/><Relationship Id="rId32" Type="http://schemas.openxmlformats.org/officeDocument/2006/relationships/image" Target="../media/image91.png"/><Relationship Id="rId37" Type="http://schemas.openxmlformats.org/officeDocument/2006/relationships/customXml" Target="../ink/ink91.xml"/><Relationship Id="rId53" Type="http://schemas.openxmlformats.org/officeDocument/2006/relationships/customXml" Target="../ink/ink99.xml"/><Relationship Id="rId58" Type="http://schemas.openxmlformats.org/officeDocument/2006/relationships/image" Target="../media/image104.png"/><Relationship Id="rId74" Type="http://schemas.openxmlformats.org/officeDocument/2006/relationships/image" Target="../media/image112.png"/><Relationship Id="rId79" Type="http://schemas.openxmlformats.org/officeDocument/2006/relationships/customXml" Target="../ink/ink112.xml"/><Relationship Id="rId102" Type="http://schemas.openxmlformats.org/officeDocument/2006/relationships/image" Target="../media/image126.png"/><Relationship Id="rId123" Type="http://schemas.openxmlformats.org/officeDocument/2006/relationships/customXml" Target="../ink/ink134.xml"/><Relationship Id="rId128" Type="http://schemas.openxmlformats.org/officeDocument/2006/relationships/image" Target="../media/image139.png"/><Relationship Id="rId5" Type="http://schemas.openxmlformats.org/officeDocument/2006/relationships/customXml" Target="../ink/ink75.xml"/><Relationship Id="rId90" Type="http://schemas.openxmlformats.org/officeDocument/2006/relationships/image" Target="../media/image120.png"/><Relationship Id="rId95" Type="http://schemas.openxmlformats.org/officeDocument/2006/relationships/customXml" Target="../ink/ink120.xml"/><Relationship Id="rId22" Type="http://schemas.openxmlformats.org/officeDocument/2006/relationships/image" Target="../media/image86.png"/><Relationship Id="rId27" Type="http://schemas.openxmlformats.org/officeDocument/2006/relationships/customXml" Target="../ink/ink86.xml"/><Relationship Id="rId43" Type="http://schemas.openxmlformats.org/officeDocument/2006/relationships/customXml" Target="../ink/ink94.xml"/><Relationship Id="rId48" Type="http://schemas.openxmlformats.org/officeDocument/2006/relationships/image" Target="../media/image99.png"/><Relationship Id="rId64" Type="http://schemas.openxmlformats.org/officeDocument/2006/relationships/image" Target="../media/image107.png"/><Relationship Id="rId69" Type="http://schemas.openxmlformats.org/officeDocument/2006/relationships/customXml" Target="../ink/ink107.xml"/><Relationship Id="rId113" Type="http://schemas.openxmlformats.org/officeDocument/2006/relationships/customXml" Target="../ink/ink129.xml"/><Relationship Id="rId118" Type="http://schemas.openxmlformats.org/officeDocument/2006/relationships/image" Target="../media/image134.png"/><Relationship Id="rId80" Type="http://schemas.openxmlformats.org/officeDocument/2006/relationships/image" Target="../media/image115.png"/><Relationship Id="rId85" Type="http://schemas.openxmlformats.org/officeDocument/2006/relationships/customXml" Target="../ink/ink115.xml"/><Relationship Id="rId12" Type="http://schemas.openxmlformats.org/officeDocument/2006/relationships/image" Target="../media/image81.png"/><Relationship Id="rId17" Type="http://schemas.openxmlformats.org/officeDocument/2006/relationships/customXml" Target="../ink/ink81.xml"/><Relationship Id="rId33" Type="http://schemas.openxmlformats.org/officeDocument/2006/relationships/customXml" Target="../ink/ink89.xml"/><Relationship Id="rId38" Type="http://schemas.openxmlformats.org/officeDocument/2006/relationships/image" Target="../media/image94.png"/><Relationship Id="rId59" Type="http://schemas.openxmlformats.org/officeDocument/2006/relationships/customXml" Target="../ink/ink102.xml"/><Relationship Id="rId103" Type="http://schemas.openxmlformats.org/officeDocument/2006/relationships/customXml" Target="../ink/ink124.xml"/><Relationship Id="rId108" Type="http://schemas.openxmlformats.org/officeDocument/2006/relationships/image" Target="../media/image129.png"/><Relationship Id="rId124" Type="http://schemas.openxmlformats.org/officeDocument/2006/relationships/image" Target="../media/image137.png"/><Relationship Id="rId54" Type="http://schemas.openxmlformats.org/officeDocument/2006/relationships/image" Target="../media/image102.png"/><Relationship Id="rId70" Type="http://schemas.openxmlformats.org/officeDocument/2006/relationships/image" Target="../media/image110.png"/><Relationship Id="rId75" Type="http://schemas.openxmlformats.org/officeDocument/2006/relationships/customXml" Target="../ink/ink110.xml"/><Relationship Id="rId91" Type="http://schemas.openxmlformats.org/officeDocument/2006/relationships/customXml" Target="../ink/ink118.xml"/><Relationship Id="rId96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23" Type="http://schemas.openxmlformats.org/officeDocument/2006/relationships/customXml" Target="../ink/ink84.xml"/><Relationship Id="rId28" Type="http://schemas.openxmlformats.org/officeDocument/2006/relationships/image" Target="../media/image89.png"/><Relationship Id="rId49" Type="http://schemas.openxmlformats.org/officeDocument/2006/relationships/customXml" Target="../ink/ink97.xml"/><Relationship Id="rId114" Type="http://schemas.openxmlformats.org/officeDocument/2006/relationships/image" Target="../media/image132.png"/><Relationship Id="rId119" Type="http://schemas.openxmlformats.org/officeDocument/2006/relationships/customXml" Target="../ink/ink132.xml"/><Relationship Id="rId44" Type="http://schemas.openxmlformats.org/officeDocument/2006/relationships/image" Target="../media/image97.png"/><Relationship Id="rId60" Type="http://schemas.openxmlformats.org/officeDocument/2006/relationships/image" Target="../media/image105.png"/><Relationship Id="rId65" Type="http://schemas.openxmlformats.org/officeDocument/2006/relationships/customXml" Target="../ink/ink105.xml"/><Relationship Id="rId81" Type="http://schemas.openxmlformats.org/officeDocument/2006/relationships/customXml" Target="../ink/ink113.xml"/><Relationship Id="rId86" Type="http://schemas.openxmlformats.org/officeDocument/2006/relationships/image" Target="../media/image118.png"/><Relationship Id="rId13" Type="http://schemas.openxmlformats.org/officeDocument/2006/relationships/customXml" Target="../ink/ink79.xml"/><Relationship Id="rId18" Type="http://schemas.openxmlformats.org/officeDocument/2006/relationships/image" Target="../media/image84.png"/><Relationship Id="rId39" Type="http://schemas.openxmlformats.org/officeDocument/2006/relationships/customXml" Target="../ink/ink92.xml"/><Relationship Id="rId109" Type="http://schemas.openxmlformats.org/officeDocument/2006/relationships/customXml" Target="../ink/ink127.xml"/><Relationship Id="rId34" Type="http://schemas.openxmlformats.org/officeDocument/2006/relationships/image" Target="../media/image92.png"/><Relationship Id="rId50" Type="http://schemas.openxmlformats.org/officeDocument/2006/relationships/image" Target="../media/image100.png"/><Relationship Id="rId55" Type="http://schemas.openxmlformats.org/officeDocument/2006/relationships/customXml" Target="../ink/ink100.xml"/><Relationship Id="rId76" Type="http://schemas.openxmlformats.org/officeDocument/2006/relationships/image" Target="../media/image113.png"/><Relationship Id="rId97" Type="http://schemas.openxmlformats.org/officeDocument/2006/relationships/customXml" Target="../ink/ink121.xml"/><Relationship Id="rId104" Type="http://schemas.openxmlformats.org/officeDocument/2006/relationships/image" Target="../media/image127.png"/><Relationship Id="rId120" Type="http://schemas.openxmlformats.org/officeDocument/2006/relationships/image" Target="../media/image135.png"/><Relationship Id="rId125" Type="http://schemas.openxmlformats.org/officeDocument/2006/relationships/customXml" Target="../ink/ink135.xml"/><Relationship Id="rId7" Type="http://schemas.openxmlformats.org/officeDocument/2006/relationships/customXml" Target="../ink/ink76.xml"/><Relationship Id="rId71" Type="http://schemas.openxmlformats.org/officeDocument/2006/relationships/customXml" Target="../ink/ink108.xml"/><Relationship Id="rId92" Type="http://schemas.openxmlformats.org/officeDocument/2006/relationships/image" Target="../media/image121.png"/><Relationship Id="rId2" Type="http://schemas.openxmlformats.org/officeDocument/2006/relationships/image" Target="../media/image76.png"/><Relationship Id="rId29" Type="http://schemas.openxmlformats.org/officeDocument/2006/relationships/customXml" Target="../ink/ink87.xml"/><Relationship Id="rId24" Type="http://schemas.openxmlformats.org/officeDocument/2006/relationships/image" Target="../media/image87.png"/><Relationship Id="rId40" Type="http://schemas.openxmlformats.org/officeDocument/2006/relationships/image" Target="../media/image95.png"/><Relationship Id="rId45" Type="http://schemas.openxmlformats.org/officeDocument/2006/relationships/customXml" Target="../ink/ink95.xml"/><Relationship Id="rId66" Type="http://schemas.openxmlformats.org/officeDocument/2006/relationships/image" Target="../media/image108.png"/><Relationship Id="rId87" Type="http://schemas.openxmlformats.org/officeDocument/2006/relationships/customXml" Target="../ink/ink116.xml"/><Relationship Id="rId110" Type="http://schemas.openxmlformats.org/officeDocument/2006/relationships/image" Target="../media/image130.png"/><Relationship Id="rId115" Type="http://schemas.openxmlformats.org/officeDocument/2006/relationships/customXml" Target="../ink/ink130.xml"/><Relationship Id="rId61" Type="http://schemas.openxmlformats.org/officeDocument/2006/relationships/customXml" Target="../ink/ink103.xml"/><Relationship Id="rId82" Type="http://schemas.openxmlformats.org/officeDocument/2006/relationships/image" Target="../media/image116.png"/><Relationship Id="rId19" Type="http://schemas.openxmlformats.org/officeDocument/2006/relationships/customXml" Target="../ink/ink82.xml"/><Relationship Id="rId14" Type="http://schemas.openxmlformats.org/officeDocument/2006/relationships/image" Target="../media/image82.png"/><Relationship Id="rId30" Type="http://schemas.openxmlformats.org/officeDocument/2006/relationships/image" Target="../media/image90.png"/><Relationship Id="rId35" Type="http://schemas.openxmlformats.org/officeDocument/2006/relationships/customXml" Target="../ink/ink90.xml"/><Relationship Id="rId56" Type="http://schemas.openxmlformats.org/officeDocument/2006/relationships/image" Target="../media/image103.png"/><Relationship Id="rId77" Type="http://schemas.openxmlformats.org/officeDocument/2006/relationships/customXml" Target="../ink/ink111.xml"/><Relationship Id="rId100" Type="http://schemas.openxmlformats.org/officeDocument/2006/relationships/image" Target="../media/image125.png"/><Relationship Id="rId105" Type="http://schemas.openxmlformats.org/officeDocument/2006/relationships/customXml" Target="../ink/ink125.xml"/><Relationship Id="rId126" Type="http://schemas.openxmlformats.org/officeDocument/2006/relationships/image" Target="../media/image138.png"/><Relationship Id="rId8" Type="http://schemas.openxmlformats.org/officeDocument/2006/relationships/image" Target="../media/image79.png"/><Relationship Id="rId51" Type="http://schemas.openxmlformats.org/officeDocument/2006/relationships/customXml" Target="../ink/ink98.xml"/><Relationship Id="rId72" Type="http://schemas.openxmlformats.org/officeDocument/2006/relationships/image" Target="../media/image111.png"/><Relationship Id="rId93" Type="http://schemas.openxmlformats.org/officeDocument/2006/relationships/customXml" Target="../ink/ink119.xml"/><Relationship Id="rId98" Type="http://schemas.openxmlformats.org/officeDocument/2006/relationships/image" Target="../media/image124.png"/><Relationship Id="rId121" Type="http://schemas.openxmlformats.org/officeDocument/2006/relationships/customXml" Target="../ink/ink133.xml"/><Relationship Id="rId3" Type="http://schemas.openxmlformats.org/officeDocument/2006/relationships/customXml" Target="../ink/ink74.xml"/><Relationship Id="rId25" Type="http://schemas.openxmlformats.org/officeDocument/2006/relationships/customXml" Target="../ink/ink85.xml"/><Relationship Id="rId46" Type="http://schemas.openxmlformats.org/officeDocument/2006/relationships/image" Target="../media/image98.png"/><Relationship Id="rId67" Type="http://schemas.openxmlformats.org/officeDocument/2006/relationships/customXml" Target="../ink/ink106.xml"/><Relationship Id="rId116" Type="http://schemas.openxmlformats.org/officeDocument/2006/relationships/image" Target="../media/image133.png"/><Relationship Id="rId20" Type="http://schemas.openxmlformats.org/officeDocument/2006/relationships/image" Target="../media/image85.png"/><Relationship Id="rId41" Type="http://schemas.openxmlformats.org/officeDocument/2006/relationships/customXml" Target="../ink/ink93.xml"/><Relationship Id="rId62" Type="http://schemas.openxmlformats.org/officeDocument/2006/relationships/image" Target="../media/image106.png"/><Relationship Id="rId83" Type="http://schemas.openxmlformats.org/officeDocument/2006/relationships/customXml" Target="../ink/ink114.xml"/><Relationship Id="rId88" Type="http://schemas.openxmlformats.org/officeDocument/2006/relationships/image" Target="../media/image119.png"/><Relationship Id="rId111" Type="http://schemas.openxmlformats.org/officeDocument/2006/relationships/customXml" Target="../ink/ink128.xml"/><Relationship Id="rId15" Type="http://schemas.openxmlformats.org/officeDocument/2006/relationships/customXml" Target="../ink/ink80.xml"/><Relationship Id="rId36" Type="http://schemas.openxmlformats.org/officeDocument/2006/relationships/image" Target="../media/image93.png"/><Relationship Id="rId57" Type="http://schemas.openxmlformats.org/officeDocument/2006/relationships/customXml" Target="../ink/ink101.xml"/><Relationship Id="rId106" Type="http://schemas.openxmlformats.org/officeDocument/2006/relationships/image" Target="../media/image128.png"/><Relationship Id="rId127" Type="http://schemas.openxmlformats.org/officeDocument/2006/relationships/customXml" Target="../ink/ink136.xml"/><Relationship Id="rId10" Type="http://schemas.openxmlformats.org/officeDocument/2006/relationships/image" Target="../media/image80.png"/><Relationship Id="rId31" Type="http://schemas.openxmlformats.org/officeDocument/2006/relationships/customXml" Target="../ink/ink88.xml"/><Relationship Id="rId52" Type="http://schemas.openxmlformats.org/officeDocument/2006/relationships/image" Target="../media/image101.png"/><Relationship Id="rId73" Type="http://schemas.openxmlformats.org/officeDocument/2006/relationships/customXml" Target="../ink/ink109.xml"/><Relationship Id="rId78" Type="http://schemas.openxmlformats.org/officeDocument/2006/relationships/image" Target="../media/image114.png"/><Relationship Id="rId94" Type="http://schemas.openxmlformats.org/officeDocument/2006/relationships/image" Target="../media/image122.png"/><Relationship Id="rId99" Type="http://schemas.openxmlformats.org/officeDocument/2006/relationships/customXml" Target="../ink/ink122.xml"/><Relationship Id="rId101" Type="http://schemas.openxmlformats.org/officeDocument/2006/relationships/customXml" Target="../ink/ink123.xml"/><Relationship Id="rId122" Type="http://schemas.openxmlformats.org/officeDocument/2006/relationships/image" Target="../media/image136.png"/><Relationship Id="rId4" Type="http://schemas.openxmlformats.org/officeDocument/2006/relationships/image" Target="../media/image77.png"/><Relationship Id="rId9" Type="http://schemas.openxmlformats.org/officeDocument/2006/relationships/customXml" Target="../ink/ink7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7.png"/><Relationship Id="rId299" Type="http://schemas.openxmlformats.org/officeDocument/2006/relationships/image" Target="../media/image288.png"/><Relationship Id="rId21" Type="http://schemas.openxmlformats.org/officeDocument/2006/relationships/image" Target="../media/image149.png"/><Relationship Id="rId63" Type="http://schemas.openxmlformats.org/officeDocument/2006/relationships/image" Target="../media/image170.png"/><Relationship Id="rId159" Type="http://schemas.openxmlformats.org/officeDocument/2006/relationships/image" Target="../media/image218.png"/><Relationship Id="rId324" Type="http://schemas.openxmlformats.org/officeDocument/2006/relationships/customXml" Target="../ink/ink298.xml"/><Relationship Id="rId366" Type="http://schemas.openxmlformats.org/officeDocument/2006/relationships/customXml" Target="../ink/ink319.xml"/><Relationship Id="rId170" Type="http://schemas.openxmlformats.org/officeDocument/2006/relationships/customXml" Target="../ink/ink221.xml"/><Relationship Id="rId226" Type="http://schemas.openxmlformats.org/officeDocument/2006/relationships/customXml" Target="../ink/ink249.xml"/><Relationship Id="rId268" Type="http://schemas.openxmlformats.org/officeDocument/2006/relationships/customXml" Target="../ink/ink270.xml"/><Relationship Id="rId32" Type="http://schemas.openxmlformats.org/officeDocument/2006/relationships/customXml" Target="../ink/ink152.xml"/><Relationship Id="rId74" Type="http://schemas.openxmlformats.org/officeDocument/2006/relationships/customXml" Target="../ink/ink173.xml"/><Relationship Id="rId128" Type="http://schemas.openxmlformats.org/officeDocument/2006/relationships/customXml" Target="../ink/ink200.xml"/><Relationship Id="rId335" Type="http://schemas.openxmlformats.org/officeDocument/2006/relationships/image" Target="../media/image306.png"/><Relationship Id="rId377" Type="http://schemas.openxmlformats.org/officeDocument/2006/relationships/image" Target="../media/image327.png"/><Relationship Id="rId5" Type="http://schemas.openxmlformats.org/officeDocument/2006/relationships/image" Target="../media/image141.png"/><Relationship Id="rId181" Type="http://schemas.openxmlformats.org/officeDocument/2006/relationships/image" Target="../media/image229.png"/><Relationship Id="rId237" Type="http://schemas.openxmlformats.org/officeDocument/2006/relationships/image" Target="../media/image257.png"/><Relationship Id="rId402" Type="http://schemas.openxmlformats.org/officeDocument/2006/relationships/customXml" Target="../ink/ink337.xml"/><Relationship Id="rId279" Type="http://schemas.openxmlformats.org/officeDocument/2006/relationships/image" Target="../media/image278.png"/><Relationship Id="rId43" Type="http://schemas.openxmlformats.org/officeDocument/2006/relationships/image" Target="../media/image160.png"/><Relationship Id="rId139" Type="http://schemas.openxmlformats.org/officeDocument/2006/relationships/image" Target="../media/image208.png"/><Relationship Id="rId290" Type="http://schemas.openxmlformats.org/officeDocument/2006/relationships/customXml" Target="../ink/ink281.xml"/><Relationship Id="rId304" Type="http://schemas.openxmlformats.org/officeDocument/2006/relationships/customXml" Target="../ink/ink288.xml"/><Relationship Id="rId346" Type="http://schemas.openxmlformats.org/officeDocument/2006/relationships/customXml" Target="../ink/ink309.xml"/><Relationship Id="rId388" Type="http://schemas.openxmlformats.org/officeDocument/2006/relationships/customXml" Target="../ink/ink330.xml"/><Relationship Id="rId85" Type="http://schemas.openxmlformats.org/officeDocument/2006/relationships/image" Target="../media/image181.png"/><Relationship Id="rId150" Type="http://schemas.openxmlformats.org/officeDocument/2006/relationships/customXml" Target="../ink/ink211.xml"/><Relationship Id="rId192" Type="http://schemas.openxmlformats.org/officeDocument/2006/relationships/customXml" Target="../ink/ink232.xml"/><Relationship Id="rId206" Type="http://schemas.openxmlformats.org/officeDocument/2006/relationships/customXml" Target="../ink/ink239.xml"/><Relationship Id="rId413" Type="http://schemas.openxmlformats.org/officeDocument/2006/relationships/image" Target="../media/image345.png"/><Relationship Id="rId248" Type="http://schemas.openxmlformats.org/officeDocument/2006/relationships/customXml" Target="../ink/ink260.xml"/><Relationship Id="rId12" Type="http://schemas.openxmlformats.org/officeDocument/2006/relationships/customXml" Target="../ink/ink142.xml"/><Relationship Id="rId108" Type="http://schemas.openxmlformats.org/officeDocument/2006/relationships/customXml" Target="../ink/ink190.xml"/><Relationship Id="rId315" Type="http://schemas.openxmlformats.org/officeDocument/2006/relationships/image" Target="../media/image296.png"/><Relationship Id="rId357" Type="http://schemas.openxmlformats.org/officeDocument/2006/relationships/image" Target="../media/image317.png"/><Relationship Id="rId54" Type="http://schemas.openxmlformats.org/officeDocument/2006/relationships/customXml" Target="../ink/ink163.xml"/><Relationship Id="rId96" Type="http://schemas.openxmlformats.org/officeDocument/2006/relationships/customXml" Target="../ink/ink184.xml"/><Relationship Id="rId161" Type="http://schemas.openxmlformats.org/officeDocument/2006/relationships/image" Target="../media/image219.png"/><Relationship Id="rId217" Type="http://schemas.openxmlformats.org/officeDocument/2006/relationships/image" Target="../media/image247.png"/><Relationship Id="rId399" Type="http://schemas.openxmlformats.org/officeDocument/2006/relationships/image" Target="../media/image338.png"/><Relationship Id="rId259" Type="http://schemas.openxmlformats.org/officeDocument/2006/relationships/image" Target="../media/image268.png"/><Relationship Id="rId424" Type="http://schemas.openxmlformats.org/officeDocument/2006/relationships/customXml" Target="../ink/ink348.xml"/><Relationship Id="rId23" Type="http://schemas.openxmlformats.org/officeDocument/2006/relationships/image" Target="../media/image150.png"/><Relationship Id="rId119" Type="http://schemas.openxmlformats.org/officeDocument/2006/relationships/image" Target="../media/image198.png"/><Relationship Id="rId270" Type="http://schemas.openxmlformats.org/officeDocument/2006/relationships/customXml" Target="../ink/ink271.xml"/><Relationship Id="rId326" Type="http://schemas.openxmlformats.org/officeDocument/2006/relationships/customXml" Target="../ink/ink299.xml"/><Relationship Id="rId65" Type="http://schemas.openxmlformats.org/officeDocument/2006/relationships/image" Target="../media/image171.png"/><Relationship Id="rId130" Type="http://schemas.openxmlformats.org/officeDocument/2006/relationships/customXml" Target="../ink/ink201.xml"/><Relationship Id="rId368" Type="http://schemas.openxmlformats.org/officeDocument/2006/relationships/customXml" Target="../ink/ink320.xml"/><Relationship Id="rId172" Type="http://schemas.openxmlformats.org/officeDocument/2006/relationships/customXml" Target="../ink/ink222.xml"/><Relationship Id="rId228" Type="http://schemas.openxmlformats.org/officeDocument/2006/relationships/customXml" Target="../ink/ink250.xml"/><Relationship Id="rId281" Type="http://schemas.openxmlformats.org/officeDocument/2006/relationships/image" Target="../media/image279.png"/><Relationship Id="rId337" Type="http://schemas.openxmlformats.org/officeDocument/2006/relationships/image" Target="../media/image307.png"/><Relationship Id="rId34" Type="http://schemas.openxmlformats.org/officeDocument/2006/relationships/customXml" Target="../ink/ink153.xml"/><Relationship Id="rId76" Type="http://schemas.openxmlformats.org/officeDocument/2006/relationships/customXml" Target="../ink/ink174.xml"/><Relationship Id="rId141" Type="http://schemas.openxmlformats.org/officeDocument/2006/relationships/image" Target="../media/image209.png"/><Relationship Id="rId379" Type="http://schemas.openxmlformats.org/officeDocument/2006/relationships/image" Target="../media/image328.png"/><Relationship Id="rId7" Type="http://schemas.openxmlformats.org/officeDocument/2006/relationships/image" Target="../media/image142.png"/><Relationship Id="rId183" Type="http://schemas.openxmlformats.org/officeDocument/2006/relationships/image" Target="../media/image230.png"/><Relationship Id="rId239" Type="http://schemas.openxmlformats.org/officeDocument/2006/relationships/image" Target="../media/image258.png"/><Relationship Id="rId390" Type="http://schemas.openxmlformats.org/officeDocument/2006/relationships/customXml" Target="../ink/ink331.xml"/><Relationship Id="rId404" Type="http://schemas.openxmlformats.org/officeDocument/2006/relationships/customXml" Target="../ink/ink338.xml"/><Relationship Id="rId250" Type="http://schemas.openxmlformats.org/officeDocument/2006/relationships/customXml" Target="../ink/ink261.xml"/><Relationship Id="rId292" Type="http://schemas.openxmlformats.org/officeDocument/2006/relationships/customXml" Target="../ink/ink282.xml"/><Relationship Id="rId306" Type="http://schemas.openxmlformats.org/officeDocument/2006/relationships/customXml" Target="../ink/ink289.xml"/><Relationship Id="rId45" Type="http://schemas.openxmlformats.org/officeDocument/2006/relationships/image" Target="../media/image161.png"/><Relationship Id="rId87" Type="http://schemas.openxmlformats.org/officeDocument/2006/relationships/image" Target="../media/image182.png"/><Relationship Id="rId110" Type="http://schemas.openxmlformats.org/officeDocument/2006/relationships/customXml" Target="../ink/ink191.xml"/><Relationship Id="rId348" Type="http://schemas.openxmlformats.org/officeDocument/2006/relationships/customXml" Target="../ink/ink310.xml"/><Relationship Id="rId152" Type="http://schemas.openxmlformats.org/officeDocument/2006/relationships/customXml" Target="../ink/ink212.xml"/><Relationship Id="rId194" Type="http://schemas.openxmlformats.org/officeDocument/2006/relationships/customXml" Target="../ink/ink233.xml"/><Relationship Id="rId208" Type="http://schemas.openxmlformats.org/officeDocument/2006/relationships/customXml" Target="../ink/ink240.xml"/><Relationship Id="rId415" Type="http://schemas.openxmlformats.org/officeDocument/2006/relationships/image" Target="../media/image346.png"/><Relationship Id="rId261" Type="http://schemas.openxmlformats.org/officeDocument/2006/relationships/image" Target="../media/image269.png"/><Relationship Id="rId14" Type="http://schemas.openxmlformats.org/officeDocument/2006/relationships/customXml" Target="../ink/ink143.xml"/><Relationship Id="rId56" Type="http://schemas.openxmlformats.org/officeDocument/2006/relationships/customXml" Target="../ink/ink164.xml"/><Relationship Id="rId317" Type="http://schemas.openxmlformats.org/officeDocument/2006/relationships/image" Target="../media/image297.png"/><Relationship Id="rId359" Type="http://schemas.openxmlformats.org/officeDocument/2006/relationships/image" Target="../media/image318.png"/><Relationship Id="rId98" Type="http://schemas.openxmlformats.org/officeDocument/2006/relationships/customXml" Target="../ink/ink185.xml"/><Relationship Id="rId121" Type="http://schemas.openxmlformats.org/officeDocument/2006/relationships/image" Target="../media/image199.png"/><Relationship Id="rId163" Type="http://schemas.openxmlformats.org/officeDocument/2006/relationships/image" Target="../media/image220.png"/><Relationship Id="rId219" Type="http://schemas.openxmlformats.org/officeDocument/2006/relationships/image" Target="../media/image248.png"/><Relationship Id="rId370" Type="http://schemas.openxmlformats.org/officeDocument/2006/relationships/customXml" Target="../ink/ink321.xml"/><Relationship Id="rId426" Type="http://schemas.openxmlformats.org/officeDocument/2006/relationships/customXml" Target="../ink/ink349.xml"/><Relationship Id="rId230" Type="http://schemas.openxmlformats.org/officeDocument/2006/relationships/customXml" Target="../ink/ink251.xml"/><Relationship Id="rId25" Type="http://schemas.openxmlformats.org/officeDocument/2006/relationships/image" Target="../media/image151.png"/><Relationship Id="rId67" Type="http://schemas.openxmlformats.org/officeDocument/2006/relationships/image" Target="../media/image172.png"/><Relationship Id="rId272" Type="http://schemas.openxmlformats.org/officeDocument/2006/relationships/customXml" Target="../ink/ink272.xml"/><Relationship Id="rId328" Type="http://schemas.openxmlformats.org/officeDocument/2006/relationships/customXml" Target="../ink/ink300.xml"/><Relationship Id="rId132" Type="http://schemas.openxmlformats.org/officeDocument/2006/relationships/customXml" Target="../ink/ink202.xml"/><Relationship Id="rId174" Type="http://schemas.openxmlformats.org/officeDocument/2006/relationships/customXml" Target="../ink/ink223.xml"/><Relationship Id="rId381" Type="http://schemas.openxmlformats.org/officeDocument/2006/relationships/image" Target="../media/image329.png"/><Relationship Id="rId241" Type="http://schemas.openxmlformats.org/officeDocument/2006/relationships/image" Target="../media/image259.png"/><Relationship Id="rId36" Type="http://schemas.openxmlformats.org/officeDocument/2006/relationships/customXml" Target="../ink/ink154.xml"/><Relationship Id="rId283" Type="http://schemas.openxmlformats.org/officeDocument/2006/relationships/image" Target="../media/image280.png"/><Relationship Id="rId339" Type="http://schemas.openxmlformats.org/officeDocument/2006/relationships/image" Target="../media/image308.png"/><Relationship Id="rId78" Type="http://schemas.openxmlformats.org/officeDocument/2006/relationships/customXml" Target="../ink/ink175.xml"/><Relationship Id="rId101" Type="http://schemas.openxmlformats.org/officeDocument/2006/relationships/image" Target="../media/image189.png"/><Relationship Id="rId143" Type="http://schemas.openxmlformats.org/officeDocument/2006/relationships/image" Target="../media/image210.png"/><Relationship Id="rId185" Type="http://schemas.openxmlformats.org/officeDocument/2006/relationships/image" Target="../media/image231.png"/><Relationship Id="rId350" Type="http://schemas.openxmlformats.org/officeDocument/2006/relationships/customXml" Target="../ink/ink311.xml"/><Relationship Id="rId406" Type="http://schemas.openxmlformats.org/officeDocument/2006/relationships/customXml" Target="../ink/ink339.xml"/><Relationship Id="rId9" Type="http://schemas.openxmlformats.org/officeDocument/2006/relationships/image" Target="../media/image143.png"/><Relationship Id="rId210" Type="http://schemas.openxmlformats.org/officeDocument/2006/relationships/customXml" Target="../ink/ink241.xml"/><Relationship Id="rId392" Type="http://schemas.openxmlformats.org/officeDocument/2006/relationships/customXml" Target="../ink/ink332.xml"/><Relationship Id="rId252" Type="http://schemas.openxmlformats.org/officeDocument/2006/relationships/customXml" Target="../ink/ink262.xml"/><Relationship Id="rId294" Type="http://schemas.openxmlformats.org/officeDocument/2006/relationships/customXml" Target="../ink/ink283.xml"/><Relationship Id="rId308" Type="http://schemas.openxmlformats.org/officeDocument/2006/relationships/customXml" Target="../ink/ink290.xml"/><Relationship Id="rId47" Type="http://schemas.openxmlformats.org/officeDocument/2006/relationships/image" Target="../media/image162.png"/><Relationship Id="rId89" Type="http://schemas.openxmlformats.org/officeDocument/2006/relationships/image" Target="../media/image183.png"/><Relationship Id="rId112" Type="http://schemas.openxmlformats.org/officeDocument/2006/relationships/customXml" Target="../ink/ink192.xml"/><Relationship Id="rId154" Type="http://schemas.openxmlformats.org/officeDocument/2006/relationships/customXml" Target="../ink/ink213.xml"/><Relationship Id="rId361" Type="http://schemas.openxmlformats.org/officeDocument/2006/relationships/image" Target="../media/image319.png"/><Relationship Id="rId196" Type="http://schemas.openxmlformats.org/officeDocument/2006/relationships/customXml" Target="../ink/ink234.xml"/><Relationship Id="rId417" Type="http://schemas.openxmlformats.org/officeDocument/2006/relationships/image" Target="../media/image347.png"/><Relationship Id="rId16" Type="http://schemas.openxmlformats.org/officeDocument/2006/relationships/customXml" Target="../ink/ink144.xml"/><Relationship Id="rId221" Type="http://schemas.openxmlformats.org/officeDocument/2006/relationships/image" Target="../media/image249.png"/><Relationship Id="rId263" Type="http://schemas.openxmlformats.org/officeDocument/2006/relationships/image" Target="../media/image270.png"/><Relationship Id="rId319" Type="http://schemas.openxmlformats.org/officeDocument/2006/relationships/image" Target="../media/image298.png"/><Relationship Id="rId58" Type="http://schemas.openxmlformats.org/officeDocument/2006/relationships/customXml" Target="../ink/ink165.xml"/><Relationship Id="rId123" Type="http://schemas.openxmlformats.org/officeDocument/2006/relationships/image" Target="../media/image200.png"/><Relationship Id="rId330" Type="http://schemas.openxmlformats.org/officeDocument/2006/relationships/customXml" Target="../ink/ink301.xml"/><Relationship Id="rId165" Type="http://schemas.openxmlformats.org/officeDocument/2006/relationships/image" Target="../media/image221.png"/><Relationship Id="rId372" Type="http://schemas.openxmlformats.org/officeDocument/2006/relationships/customXml" Target="../ink/ink322.xml"/><Relationship Id="rId428" Type="http://schemas.openxmlformats.org/officeDocument/2006/relationships/customXml" Target="../ink/ink350.xml"/><Relationship Id="rId232" Type="http://schemas.openxmlformats.org/officeDocument/2006/relationships/customXml" Target="../ink/ink252.xml"/><Relationship Id="rId274" Type="http://schemas.openxmlformats.org/officeDocument/2006/relationships/customXml" Target="../ink/ink273.xml"/><Relationship Id="rId27" Type="http://schemas.openxmlformats.org/officeDocument/2006/relationships/image" Target="../media/image152.png"/><Relationship Id="rId69" Type="http://schemas.openxmlformats.org/officeDocument/2006/relationships/image" Target="../media/image173.png"/><Relationship Id="rId134" Type="http://schemas.openxmlformats.org/officeDocument/2006/relationships/customXml" Target="../ink/ink203.xml"/><Relationship Id="rId80" Type="http://schemas.openxmlformats.org/officeDocument/2006/relationships/customXml" Target="../ink/ink176.xml"/><Relationship Id="rId176" Type="http://schemas.openxmlformats.org/officeDocument/2006/relationships/customXml" Target="../ink/ink224.xml"/><Relationship Id="rId341" Type="http://schemas.openxmlformats.org/officeDocument/2006/relationships/image" Target="../media/image309.png"/><Relationship Id="rId383" Type="http://schemas.openxmlformats.org/officeDocument/2006/relationships/image" Target="../media/image330.png"/><Relationship Id="rId201" Type="http://schemas.openxmlformats.org/officeDocument/2006/relationships/image" Target="../media/image239.png"/><Relationship Id="rId243" Type="http://schemas.openxmlformats.org/officeDocument/2006/relationships/image" Target="../media/image260.png"/><Relationship Id="rId285" Type="http://schemas.openxmlformats.org/officeDocument/2006/relationships/image" Target="../media/image281.png"/><Relationship Id="rId38" Type="http://schemas.openxmlformats.org/officeDocument/2006/relationships/customXml" Target="../ink/ink155.xml"/><Relationship Id="rId103" Type="http://schemas.openxmlformats.org/officeDocument/2006/relationships/image" Target="../media/image190.png"/><Relationship Id="rId310" Type="http://schemas.openxmlformats.org/officeDocument/2006/relationships/customXml" Target="../ink/ink291.xml"/><Relationship Id="rId91" Type="http://schemas.openxmlformats.org/officeDocument/2006/relationships/image" Target="../media/image184.png"/><Relationship Id="rId145" Type="http://schemas.openxmlformats.org/officeDocument/2006/relationships/image" Target="../media/image211.png"/><Relationship Id="rId187" Type="http://schemas.openxmlformats.org/officeDocument/2006/relationships/image" Target="../media/image232.png"/><Relationship Id="rId352" Type="http://schemas.openxmlformats.org/officeDocument/2006/relationships/customXml" Target="../ink/ink312.xml"/><Relationship Id="rId394" Type="http://schemas.openxmlformats.org/officeDocument/2006/relationships/customXml" Target="../ink/ink333.xml"/><Relationship Id="rId408" Type="http://schemas.openxmlformats.org/officeDocument/2006/relationships/customXml" Target="../ink/ink34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2.xml"/><Relationship Id="rId233" Type="http://schemas.openxmlformats.org/officeDocument/2006/relationships/image" Target="../media/image255.png"/><Relationship Id="rId254" Type="http://schemas.openxmlformats.org/officeDocument/2006/relationships/customXml" Target="../ink/ink263.xml"/><Relationship Id="rId28" Type="http://schemas.openxmlformats.org/officeDocument/2006/relationships/customXml" Target="../ink/ink150.xml"/><Relationship Id="rId49" Type="http://schemas.openxmlformats.org/officeDocument/2006/relationships/image" Target="../media/image163.png"/><Relationship Id="rId114" Type="http://schemas.openxmlformats.org/officeDocument/2006/relationships/customXml" Target="../ink/ink193.xml"/><Relationship Id="rId275" Type="http://schemas.openxmlformats.org/officeDocument/2006/relationships/image" Target="../media/image276.png"/><Relationship Id="rId296" Type="http://schemas.openxmlformats.org/officeDocument/2006/relationships/customXml" Target="../ink/ink284.xml"/><Relationship Id="rId300" Type="http://schemas.openxmlformats.org/officeDocument/2006/relationships/customXml" Target="../ink/ink286.xml"/><Relationship Id="rId60" Type="http://schemas.openxmlformats.org/officeDocument/2006/relationships/customXml" Target="../ink/ink166.xml"/><Relationship Id="rId81" Type="http://schemas.openxmlformats.org/officeDocument/2006/relationships/image" Target="../media/image179.png"/><Relationship Id="rId135" Type="http://schemas.openxmlformats.org/officeDocument/2006/relationships/image" Target="../media/image206.png"/><Relationship Id="rId156" Type="http://schemas.openxmlformats.org/officeDocument/2006/relationships/customXml" Target="../ink/ink214.xml"/><Relationship Id="rId177" Type="http://schemas.openxmlformats.org/officeDocument/2006/relationships/image" Target="../media/image227.png"/><Relationship Id="rId198" Type="http://schemas.openxmlformats.org/officeDocument/2006/relationships/customXml" Target="../ink/ink235.xml"/><Relationship Id="rId321" Type="http://schemas.openxmlformats.org/officeDocument/2006/relationships/image" Target="../media/image299.png"/><Relationship Id="rId342" Type="http://schemas.openxmlformats.org/officeDocument/2006/relationships/customXml" Target="../ink/ink307.xml"/><Relationship Id="rId363" Type="http://schemas.openxmlformats.org/officeDocument/2006/relationships/image" Target="../media/image320.png"/><Relationship Id="rId384" Type="http://schemas.openxmlformats.org/officeDocument/2006/relationships/customXml" Target="../ink/ink328.xml"/><Relationship Id="rId419" Type="http://schemas.openxmlformats.org/officeDocument/2006/relationships/image" Target="../media/image348.png"/><Relationship Id="rId202" Type="http://schemas.openxmlformats.org/officeDocument/2006/relationships/customXml" Target="../ink/ink237.xml"/><Relationship Id="rId223" Type="http://schemas.openxmlformats.org/officeDocument/2006/relationships/image" Target="../media/image250.png"/><Relationship Id="rId244" Type="http://schemas.openxmlformats.org/officeDocument/2006/relationships/customXml" Target="../ink/ink258.xml"/><Relationship Id="rId18" Type="http://schemas.openxmlformats.org/officeDocument/2006/relationships/customXml" Target="../ink/ink145.xml"/><Relationship Id="rId39" Type="http://schemas.openxmlformats.org/officeDocument/2006/relationships/image" Target="../media/image158.png"/><Relationship Id="rId265" Type="http://schemas.openxmlformats.org/officeDocument/2006/relationships/image" Target="../media/image271.png"/><Relationship Id="rId286" Type="http://schemas.openxmlformats.org/officeDocument/2006/relationships/customXml" Target="../ink/ink279.xml"/><Relationship Id="rId50" Type="http://schemas.openxmlformats.org/officeDocument/2006/relationships/customXml" Target="../ink/ink161.xml"/><Relationship Id="rId104" Type="http://schemas.openxmlformats.org/officeDocument/2006/relationships/customXml" Target="../ink/ink188.xml"/><Relationship Id="rId125" Type="http://schemas.openxmlformats.org/officeDocument/2006/relationships/image" Target="../media/image201.png"/><Relationship Id="rId146" Type="http://schemas.openxmlformats.org/officeDocument/2006/relationships/customXml" Target="../ink/ink209.xml"/><Relationship Id="rId167" Type="http://schemas.openxmlformats.org/officeDocument/2006/relationships/image" Target="../media/image222.png"/><Relationship Id="rId188" Type="http://schemas.openxmlformats.org/officeDocument/2006/relationships/customXml" Target="../ink/ink230.xml"/><Relationship Id="rId311" Type="http://schemas.openxmlformats.org/officeDocument/2006/relationships/image" Target="../media/image294.png"/><Relationship Id="rId332" Type="http://schemas.openxmlformats.org/officeDocument/2006/relationships/customXml" Target="../ink/ink302.xml"/><Relationship Id="rId353" Type="http://schemas.openxmlformats.org/officeDocument/2006/relationships/image" Target="../media/image315.png"/><Relationship Id="rId374" Type="http://schemas.openxmlformats.org/officeDocument/2006/relationships/customXml" Target="../ink/ink323.xml"/><Relationship Id="rId395" Type="http://schemas.openxmlformats.org/officeDocument/2006/relationships/image" Target="../media/image336.png"/><Relationship Id="rId409" Type="http://schemas.openxmlformats.org/officeDocument/2006/relationships/image" Target="../media/image343.png"/><Relationship Id="rId71" Type="http://schemas.openxmlformats.org/officeDocument/2006/relationships/image" Target="../media/image174.png"/><Relationship Id="rId92" Type="http://schemas.openxmlformats.org/officeDocument/2006/relationships/customXml" Target="../ink/ink182.xml"/><Relationship Id="rId213" Type="http://schemas.openxmlformats.org/officeDocument/2006/relationships/image" Target="../media/image245.png"/><Relationship Id="rId234" Type="http://schemas.openxmlformats.org/officeDocument/2006/relationships/customXml" Target="../ink/ink253.xml"/><Relationship Id="rId420" Type="http://schemas.openxmlformats.org/officeDocument/2006/relationships/customXml" Target="../ink/ink346.xml"/><Relationship Id="rId2" Type="http://schemas.openxmlformats.org/officeDocument/2006/relationships/customXml" Target="../ink/ink137.xml"/><Relationship Id="rId29" Type="http://schemas.openxmlformats.org/officeDocument/2006/relationships/image" Target="../media/image153.png"/><Relationship Id="rId255" Type="http://schemas.openxmlformats.org/officeDocument/2006/relationships/image" Target="../media/image266.png"/><Relationship Id="rId276" Type="http://schemas.openxmlformats.org/officeDocument/2006/relationships/customXml" Target="../ink/ink274.xml"/><Relationship Id="rId297" Type="http://schemas.openxmlformats.org/officeDocument/2006/relationships/image" Target="../media/image287.png"/><Relationship Id="rId40" Type="http://schemas.openxmlformats.org/officeDocument/2006/relationships/customXml" Target="../ink/ink156.xml"/><Relationship Id="rId115" Type="http://schemas.openxmlformats.org/officeDocument/2006/relationships/image" Target="../media/image196.png"/><Relationship Id="rId136" Type="http://schemas.openxmlformats.org/officeDocument/2006/relationships/customXml" Target="../ink/ink204.xml"/><Relationship Id="rId157" Type="http://schemas.openxmlformats.org/officeDocument/2006/relationships/image" Target="../media/image217.png"/><Relationship Id="rId178" Type="http://schemas.openxmlformats.org/officeDocument/2006/relationships/customXml" Target="../ink/ink225.xml"/><Relationship Id="rId301" Type="http://schemas.openxmlformats.org/officeDocument/2006/relationships/image" Target="../media/image289.png"/><Relationship Id="rId322" Type="http://schemas.openxmlformats.org/officeDocument/2006/relationships/customXml" Target="../ink/ink297.xml"/><Relationship Id="rId343" Type="http://schemas.openxmlformats.org/officeDocument/2006/relationships/image" Target="../media/image310.png"/><Relationship Id="rId364" Type="http://schemas.openxmlformats.org/officeDocument/2006/relationships/customXml" Target="../ink/ink318.xml"/><Relationship Id="rId61" Type="http://schemas.openxmlformats.org/officeDocument/2006/relationships/image" Target="../media/image169.png"/><Relationship Id="rId82" Type="http://schemas.openxmlformats.org/officeDocument/2006/relationships/customXml" Target="../ink/ink177.xml"/><Relationship Id="rId199" Type="http://schemas.openxmlformats.org/officeDocument/2006/relationships/image" Target="../media/image238.png"/><Relationship Id="rId203" Type="http://schemas.openxmlformats.org/officeDocument/2006/relationships/image" Target="../media/image240.png"/><Relationship Id="rId385" Type="http://schemas.openxmlformats.org/officeDocument/2006/relationships/image" Target="../media/image331.png"/><Relationship Id="rId19" Type="http://schemas.openxmlformats.org/officeDocument/2006/relationships/image" Target="../media/image148.png"/><Relationship Id="rId224" Type="http://schemas.openxmlformats.org/officeDocument/2006/relationships/customXml" Target="../ink/ink248.xml"/><Relationship Id="rId245" Type="http://schemas.openxmlformats.org/officeDocument/2006/relationships/image" Target="../media/image261.png"/><Relationship Id="rId266" Type="http://schemas.openxmlformats.org/officeDocument/2006/relationships/customXml" Target="../ink/ink269.xml"/><Relationship Id="rId287" Type="http://schemas.openxmlformats.org/officeDocument/2006/relationships/image" Target="../media/image282.png"/><Relationship Id="rId410" Type="http://schemas.openxmlformats.org/officeDocument/2006/relationships/customXml" Target="../ink/ink341.xml"/><Relationship Id="rId30" Type="http://schemas.openxmlformats.org/officeDocument/2006/relationships/customXml" Target="../ink/ink151.xml"/><Relationship Id="rId105" Type="http://schemas.openxmlformats.org/officeDocument/2006/relationships/image" Target="../media/image191.png"/><Relationship Id="rId126" Type="http://schemas.openxmlformats.org/officeDocument/2006/relationships/customXml" Target="../ink/ink199.xml"/><Relationship Id="rId147" Type="http://schemas.openxmlformats.org/officeDocument/2006/relationships/image" Target="../media/image212.png"/><Relationship Id="rId168" Type="http://schemas.openxmlformats.org/officeDocument/2006/relationships/customXml" Target="../ink/ink220.xml"/><Relationship Id="rId312" Type="http://schemas.openxmlformats.org/officeDocument/2006/relationships/customXml" Target="../ink/ink292.xml"/><Relationship Id="rId333" Type="http://schemas.openxmlformats.org/officeDocument/2006/relationships/image" Target="../media/image305.png"/><Relationship Id="rId354" Type="http://schemas.openxmlformats.org/officeDocument/2006/relationships/customXml" Target="../ink/ink313.xml"/><Relationship Id="rId51" Type="http://schemas.openxmlformats.org/officeDocument/2006/relationships/image" Target="../media/image164.png"/><Relationship Id="rId72" Type="http://schemas.openxmlformats.org/officeDocument/2006/relationships/customXml" Target="../ink/ink172.xml"/><Relationship Id="rId93" Type="http://schemas.openxmlformats.org/officeDocument/2006/relationships/image" Target="../media/image185.png"/><Relationship Id="rId189" Type="http://schemas.openxmlformats.org/officeDocument/2006/relationships/image" Target="../media/image233.png"/><Relationship Id="rId375" Type="http://schemas.openxmlformats.org/officeDocument/2006/relationships/image" Target="../media/image326.png"/><Relationship Id="rId396" Type="http://schemas.openxmlformats.org/officeDocument/2006/relationships/customXml" Target="../ink/ink334.xml"/><Relationship Id="rId3" Type="http://schemas.openxmlformats.org/officeDocument/2006/relationships/image" Target="../media/image140.png"/><Relationship Id="rId214" Type="http://schemas.openxmlformats.org/officeDocument/2006/relationships/customXml" Target="../ink/ink243.xml"/><Relationship Id="rId235" Type="http://schemas.openxmlformats.org/officeDocument/2006/relationships/image" Target="../media/image256.png"/><Relationship Id="rId256" Type="http://schemas.openxmlformats.org/officeDocument/2006/relationships/customXml" Target="../ink/ink264.xml"/><Relationship Id="rId277" Type="http://schemas.openxmlformats.org/officeDocument/2006/relationships/image" Target="../media/image277.png"/><Relationship Id="rId298" Type="http://schemas.openxmlformats.org/officeDocument/2006/relationships/customXml" Target="../ink/ink285.xml"/><Relationship Id="rId400" Type="http://schemas.openxmlformats.org/officeDocument/2006/relationships/customXml" Target="../ink/ink336.xml"/><Relationship Id="rId421" Type="http://schemas.openxmlformats.org/officeDocument/2006/relationships/image" Target="../media/image349.png"/><Relationship Id="rId116" Type="http://schemas.openxmlformats.org/officeDocument/2006/relationships/customXml" Target="../ink/ink194.xml"/><Relationship Id="rId137" Type="http://schemas.openxmlformats.org/officeDocument/2006/relationships/image" Target="../media/image207.png"/><Relationship Id="rId158" Type="http://schemas.openxmlformats.org/officeDocument/2006/relationships/customXml" Target="../ink/ink215.xml"/><Relationship Id="rId302" Type="http://schemas.openxmlformats.org/officeDocument/2006/relationships/customXml" Target="../ink/ink287.xml"/><Relationship Id="rId323" Type="http://schemas.openxmlformats.org/officeDocument/2006/relationships/image" Target="../media/image300.png"/><Relationship Id="rId344" Type="http://schemas.openxmlformats.org/officeDocument/2006/relationships/customXml" Target="../ink/ink308.xml"/><Relationship Id="rId20" Type="http://schemas.openxmlformats.org/officeDocument/2006/relationships/customXml" Target="../ink/ink146.xml"/><Relationship Id="rId41" Type="http://schemas.openxmlformats.org/officeDocument/2006/relationships/image" Target="../media/image159.png"/><Relationship Id="rId62" Type="http://schemas.openxmlformats.org/officeDocument/2006/relationships/customXml" Target="../ink/ink167.xml"/><Relationship Id="rId83" Type="http://schemas.openxmlformats.org/officeDocument/2006/relationships/image" Target="../media/image180.png"/><Relationship Id="rId179" Type="http://schemas.openxmlformats.org/officeDocument/2006/relationships/image" Target="../media/image228.png"/><Relationship Id="rId365" Type="http://schemas.openxmlformats.org/officeDocument/2006/relationships/image" Target="../media/image321.png"/><Relationship Id="rId386" Type="http://schemas.openxmlformats.org/officeDocument/2006/relationships/customXml" Target="../ink/ink329.xml"/><Relationship Id="rId190" Type="http://schemas.openxmlformats.org/officeDocument/2006/relationships/customXml" Target="../ink/ink231.xml"/><Relationship Id="rId204" Type="http://schemas.openxmlformats.org/officeDocument/2006/relationships/customXml" Target="../ink/ink238.xml"/><Relationship Id="rId225" Type="http://schemas.openxmlformats.org/officeDocument/2006/relationships/image" Target="../media/image251.png"/><Relationship Id="rId246" Type="http://schemas.openxmlformats.org/officeDocument/2006/relationships/customXml" Target="../ink/ink259.xml"/><Relationship Id="rId267" Type="http://schemas.openxmlformats.org/officeDocument/2006/relationships/image" Target="../media/image272.png"/><Relationship Id="rId288" Type="http://schemas.openxmlformats.org/officeDocument/2006/relationships/customXml" Target="../ink/ink280.xml"/><Relationship Id="rId411" Type="http://schemas.openxmlformats.org/officeDocument/2006/relationships/image" Target="../media/image344.png"/><Relationship Id="rId106" Type="http://schemas.openxmlformats.org/officeDocument/2006/relationships/customXml" Target="../ink/ink189.xml"/><Relationship Id="rId127" Type="http://schemas.openxmlformats.org/officeDocument/2006/relationships/image" Target="../media/image202.png"/><Relationship Id="rId313" Type="http://schemas.openxmlformats.org/officeDocument/2006/relationships/image" Target="../media/image295.png"/><Relationship Id="rId10" Type="http://schemas.openxmlformats.org/officeDocument/2006/relationships/customXml" Target="../ink/ink141.xml"/><Relationship Id="rId31" Type="http://schemas.openxmlformats.org/officeDocument/2006/relationships/image" Target="../media/image154.png"/><Relationship Id="rId52" Type="http://schemas.openxmlformats.org/officeDocument/2006/relationships/customXml" Target="../ink/ink162.xml"/><Relationship Id="rId73" Type="http://schemas.openxmlformats.org/officeDocument/2006/relationships/image" Target="../media/image175.png"/><Relationship Id="rId94" Type="http://schemas.openxmlformats.org/officeDocument/2006/relationships/customXml" Target="../ink/ink183.xml"/><Relationship Id="rId148" Type="http://schemas.openxmlformats.org/officeDocument/2006/relationships/customXml" Target="../ink/ink210.xml"/><Relationship Id="rId169" Type="http://schemas.openxmlformats.org/officeDocument/2006/relationships/image" Target="../media/image223.png"/><Relationship Id="rId334" Type="http://schemas.openxmlformats.org/officeDocument/2006/relationships/customXml" Target="../ink/ink303.xml"/><Relationship Id="rId355" Type="http://schemas.openxmlformats.org/officeDocument/2006/relationships/image" Target="../media/image316.png"/><Relationship Id="rId376" Type="http://schemas.openxmlformats.org/officeDocument/2006/relationships/customXml" Target="../ink/ink324.xml"/><Relationship Id="rId397" Type="http://schemas.openxmlformats.org/officeDocument/2006/relationships/image" Target="../media/image337.png"/><Relationship Id="rId4" Type="http://schemas.openxmlformats.org/officeDocument/2006/relationships/customXml" Target="../ink/ink138.xml"/><Relationship Id="rId180" Type="http://schemas.openxmlformats.org/officeDocument/2006/relationships/customXml" Target="../ink/ink226.xml"/><Relationship Id="rId215" Type="http://schemas.openxmlformats.org/officeDocument/2006/relationships/image" Target="../media/image246.png"/><Relationship Id="rId236" Type="http://schemas.openxmlformats.org/officeDocument/2006/relationships/customXml" Target="../ink/ink254.xml"/><Relationship Id="rId257" Type="http://schemas.openxmlformats.org/officeDocument/2006/relationships/image" Target="../media/image267.png"/><Relationship Id="rId278" Type="http://schemas.openxmlformats.org/officeDocument/2006/relationships/customXml" Target="../ink/ink275.xml"/><Relationship Id="rId401" Type="http://schemas.openxmlformats.org/officeDocument/2006/relationships/image" Target="../media/image339.png"/><Relationship Id="rId422" Type="http://schemas.openxmlformats.org/officeDocument/2006/relationships/customXml" Target="../ink/ink347.xml"/><Relationship Id="rId303" Type="http://schemas.openxmlformats.org/officeDocument/2006/relationships/image" Target="../media/image290.png"/><Relationship Id="rId42" Type="http://schemas.openxmlformats.org/officeDocument/2006/relationships/customXml" Target="../ink/ink157.xml"/><Relationship Id="rId84" Type="http://schemas.openxmlformats.org/officeDocument/2006/relationships/customXml" Target="../ink/ink178.xml"/><Relationship Id="rId138" Type="http://schemas.openxmlformats.org/officeDocument/2006/relationships/customXml" Target="../ink/ink205.xml"/><Relationship Id="rId345" Type="http://schemas.openxmlformats.org/officeDocument/2006/relationships/image" Target="../media/image311.png"/><Relationship Id="rId387" Type="http://schemas.openxmlformats.org/officeDocument/2006/relationships/image" Target="../media/image332.png"/><Relationship Id="rId191" Type="http://schemas.openxmlformats.org/officeDocument/2006/relationships/image" Target="../media/image234.png"/><Relationship Id="rId205" Type="http://schemas.openxmlformats.org/officeDocument/2006/relationships/image" Target="../media/image241.png"/><Relationship Id="rId247" Type="http://schemas.openxmlformats.org/officeDocument/2006/relationships/image" Target="../media/image262.png"/><Relationship Id="rId412" Type="http://schemas.openxmlformats.org/officeDocument/2006/relationships/customXml" Target="../ink/ink342.xml"/><Relationship Id="rId107" Type="http://schemas.openxmlformats.org/officeDocument/2006/relationships/image" Target="../media/image192.png"/><Relationship Id="rId289" Type="http://schemas.openxmlformats.org/officeDocument/2006/relationships/image" Target="../media/image283.png"/><Relationship Id="rId11" Type="http://schemas.openxmlformats.org/officeDocument/2006/relationships/image" Target="../media/image144.png"/><Relationship Id="rId53" Type="http://schemas.openxmlformats.org/officeDocument/2006/relationships/image" Target="../media/image165.png"/><Relationship Id="rId149" Type="http://schemas.openxmlformats.org/officeDocument/2006/relationships/image" Target="../media/image213.png"/><Relationship Id="rId314" Type="http://schemas.openxmlformats.org/officeDocument/2006/relationships/customXml" Target="../ink/ink293.xml"/><Relationship Id="rId356" Type="http://schemas.openxmlformats.org/officeDocument/2006/relationships/customXml" Target="../ink/ink314.xml"/><Relationship Id="rId398" Type="http://schemas.openxmlformats.org/officeDocument/2006/relationships/customXml" Target="../ink/ink335.xml"/><Relationship Id="rId95" Type="http://schemas.openxmlformats.org/officeDocument/2006/relationships/image" Target="../media/image186.png"/><Relationship Id="rId160" Type="http://schemas.openxmlformats.org/officeDocument/2006/relationships/customXml" Target="../ink/ink216.xml"/><Relationship Id="rId216" Type="http://schemas.openxmlformats.org/officeDocument/2006/relationships/customXml" Target="../ink/ink244.xml"/><Relationship Id="rId423" Type="http://schemas.openxmlformats.org/officeDocument/2006/relationships/image" Target="../media/image350.png"/><Relationship Id="rId258" Type="http://schemas.openxmlformats.org/officeDocument/2006/relationships/customXml" Target="../ink/ink265.xml"/><Relationship Id="rId22" Type="http://schemas.openxmlformats.org/officeDocument/2006/relationships/customXml" Target="../ink/ink147.xml"/><Relationship Id="rId64" Type="http://schemas.openxmlformats.org/officeDocument/2006/relationships/customXml" Target="../ink/ink168.xml"/><Relationship Id="rId118" Type="http://schemas.openxmlformats.org/officeDocument/2006/relationships/customXml" Target="../ink/ink195.xml"/><Relationship Id="rId325" Type="http://schemas.openxmlformats.org/officeDocument/2006/relationships/image" Target="../media/image301.png"/><Relationship Id="rId367" Type="http://schemas.openxmlformats.org/officeDocument/2006/relationships/image" Target="../media/image322.png"/><Relationship Id="rId171" Type="http://schemas.openxmlformats.org/officeDocument/2006/relationships/image" Target="../media/image224.png"/><Relationship Id="rId227" Type="http://schemas.openxmlformats.org/officeDocument/2006/relationships/image" Target="../media/image252.png"/><Relationship Id="rId269" Type="http://schemas.openxmlformats.org/officeDocument/2006/relationships/image" Target="../media/image273.png"/><Relationship Id="rId33" Type="http://schemas.openxmlformats.org/officeDocument/2006/relationships/image" Target="../media/image155.png"/><Relationship Id="rId129" Type="http://schemas.openxmlformats.org/officeDocument/2006/relationships/image" Target="../media/image203.png"/><Relationship Id="rId280" Type="http://schemas.openxmlformats.org/officeDocument/2006/relationships/customXml" Target="../ink/ink276.xml"/><Relationship Id="rId336" Type="http://schemas.openxmlformats.org/officeDocument/2006/relationships/customXml" Target="../ink/ink304.xml"/><Relationship Id="rId75" Type="http://schemas.openxmlformats.org/officeDocument/2006/relationships/image" Target="../media/image176.png"/><Relationship Id="rId140" Type="http://schemas.openxmlformats.org/officeDocument/2006/relationships/customXml" Target="../ink/ink206.xml"/><Relationship Id="rId182" Type="http://schemas.openxmlformats.org/officeDocument/2006/relationships/customXml" Target="../ink/ink227.xml"/><Relationship Id="rId378" Type="http://schemas.openxmlformats.org/officeDocument/2006/relationships/customXml" Target="../ink/ink325.xml"/><Relationship Id="rId403" Type="http://schemas.openxmlformats.org/officeDocument/2006/relationships/image" Target="../media/image340.png"/><Relationship Id="rId6" Type="http://schemas.openxmlformats.org/officeDocument/2006/relationships/customXml" Target="../ink/ink139.xml"/><Relationship Id="rId238" Type="http://schemas.openxmlformats.org/officeDocument/2006/relationships/customXml" Target="../ink/ink255.xml"/><Relationship Id="rId291" Type="http://schemas.openxmlformats.org/officeDocument/2006/relationships/image" Target="../media/image284.png"/><Relationship Id="rId305" Type="http://schemas.openxmlformats.org/officeDocument/2006/relationships/image" Target="../media/image291.png"/><Relationship Id="rId347" Type="http://schemas.openxmlformats.org/officeDocument/2006/relationships/image" Target="../media/image312.png"/><Relationship Id="rId44" Type="http://schemas.openxmlformats.org/officeDocument/2006/relationships/customXml" Target="../ink/ink158.xml"/><Relationship Id="rId86" Type="http://schemas.openxmlformats.org/officeDocument/2006/relationships/customXml" Target="../ink/ink179.xml"/><Relationship Id="rId151" Type="http://schemas.openxmlformats.org/officeDocument/2006/relationships/image" Target="../media/image214.png"/><Relationship Id="rId389" Type="http://schemas.openxmlformats.org/officeDocument/2006/relationships/image" Target="../media/image333.png"/><Relationship Id="rId193" Type="http://schemas.openxmlformats.org/officeDocument/2006/relationships/image" Target="../media/image235.png"/><Relationship Id="rId207" Type="http://schemas.openxmlformats.org/officeDocument/2006/relationships/image" Target="../media/image242.png"/><Relationship Id="rId249" Type="http://schemas.openxmlformats.org/officeDocument/2006/relationships/image" Target="../media/image263.png"/><Relationship Id="rId414" Type="http://schemas.openxmlformats.org/officeDocument/2006/relationships/customXml" Target="../ink/ink343.xml"/><Relationship Id="rId13" Type="http://schemas.openxmlformats.org/officeDocument/2006/relationships/image" Target="../media/image145.png"/><Relationship Id="rId109" Type="http://schemas.openxmlformats.org/officeDocument/2006/relationships/image" Target="../media/image193.png"/><Relationship Id="rId260" Type="http://schemas.openxmlformats.org/officeDocument/2006/relationships/customXml" Target="../ink/ink266.xml"/><Relationship Id="rId316" Type="http://schemas.openxmlformats.org/officeDocument/2006/relationships/customXml" Target="../ink/ink294.xml"/><Relationship Id="rId55" Type="http://schemas.openxmlformats.org/officeDocument/2006/relationships/image" Target="../media/image166.png"/><Relationship Id="rId97" Type="http://schemas.openxmlformats.org/officeDocument/2006/relationships/image" Target="../media/image187.png"/><Relationship Id="rId120" Type="http://schemas.openxmlformats.org/officeDocument/2006/relationships/customXml" Target="../ink/ink196.xml"/><Relationship Id="rId358" Type="http://schemas.openxmlformats.org/officeDocument/2006/relationships/customXml" Target="../ink/ink315.xml"/><Relationship Id="rId162" Type="http://schemas.openxmlformats.org/officeDocument/2006/relationships/customXml" Target="../ink/ink217.xml"/><Relationship Id="rId218" Type="http://schemas.openxmlformats.org/officeDocument/2006/relationships/customXml" Target="../ink/ink245.xml"/><Relationship Id="rId425" Type="http://schemas.openxmlformats.org/officeDocument/2006/relationships/image" Target="../media/image351.png"/><Relationship Id="rId271" Type="http://schemas.openxmlformats.org/officeDocument/2006/relationships/image" Target="../media/image274.png"/><Relationship Id="rId24" Type="http://schemas.openxmlformats.org/officeDocument/2006/relationships/customXml" Target="../ink/ink148.xml"/><Relationship Id="rId66" Type="http://schemas.openxmlformats.org/officeDocument/2006/relationships/customXml" Target="../ink/ink169.xml"/><Relationship Id="rId131" Type="http://schemas.openxmlformats.org/officeDocument/2006/relationships/image" Target="../media/image204.png"/><Relationship Id="rId327" Type="http://schemas.openxmlformats.org/officeDocument/2006/relationships/image" Target="../media/image302.png"/><Relationship Id="rId369" Type="http://schemas.openxmlformats.org/officeDocument/2006/relationships/image" Target="../media/image323.png"/><Relationship Id="rId173" Type="http://schemas.openxmlformats.org/officeDocument/2006/relationships/image" Target="../media/image225.png"/><Relationship Id="rId229" Type="http://schemas.openxmlformats.org/officeDocument/2006/relationships/image" Target="../media/image253.png"/><Relationship Id="rId380" Type="http://schemas.openxmlformats.org/officeDocument/2006/relationships/customXml" Target="../ink/ink326.xml"/><Relationship Id="rId240" Type="http://schemas.openxmlformats.org/officeDocument/2006/relationships/customXml" Target="../ink/ink256.xml"/><Relationship Id="rId35" Type="http://schemas.openxmlformats.org/officeDocument/2006/relationships/image" Target="../media/image156.png"/><Relationship Id="rId77" Type="http://schemas.openxmlformats.org/officeDocument/2006/relationships/image" Target="../media/image177.png"/><Relationship Id="rId100" Type="http://schemas.openxmlformats.org/officeDocument/2006/relationships/customXml" Target="../ink/ink186.xml"/><Relationship Id="rId282" Type="http://schemas.openxmlformats.org/officeDocument/2006/relationships/customXml" Target="../ink/ink277.xml"/><Relationship Id="rId338" Type="http://schemas.openxmlformats.org/officeDocument/2006/relationships/customXml" Target="../ink/ink305.xml"/><Relationship Id="rId8" Type="http://schemas.openxmlformats.org/officeDocument/2006/relationships/customXml" Target="../ink/ink140.xml"/><Relationship Id="rId142" Type="http://schemas.openxmlformats.org/officeDocument/2006/relationships/customXml" Target="../ink/ink207.xml"/><Relationship Id="rId184" Type="http://schemas.openxmlformats.org/officeDocument/2006/relationships/customXml" Target="../ink/ink228.xml"/><Relationship Id="rId391" Type="http://schemas.openxmlformats.org/officeDocument/2006/relationships/image" Target="../media/image334.png"/><Relationship Id="rId405" Type="http://schemas.openxmlformats.org/officeDocument/2006/relationships/image" Target="../media/image341.png"/><Relationship Id="rId251" Type="http://schemas.openxmlformats.org/officeDocument/2006/relationships/image" Target="../media/image264.png"/><Relationship Id="rId46" Type="http://schemas.openxmlformats.org/officeDocument/2006/relationships/customXml" Target="../ink/ink159.xml"/><Relationship Id="rId293" Type="http://schemas.openxmlformats.org/officeDocument/2006/relationships/image" Target="../media/image285.png"/><Relationship Id="rId307" Type="http://schemas.openxmlformats.org/officeDocument/2006/relationships/image" Target="../media/image292.png"/><Relationship Id="rId349" Type="http://schemas.openxmlformats.org/officeDocument/2006/relationships/image" Target="../media/image313.png"/><Relationship Id="rId88" Type="http://schemas.openxmlformats.org/officeDocument/2006/relationships/customXml" Target="../ink/ink180.xml"/><Relationship Id="rId111" Type="http://schemas.openxmlformats.org/officeDocument/2006/relationships/image" Target="../media/image194.png"/><Relationship Id="rId153" Type="http://schemas.openxmlformats.org/officeDocument/2006/relationships/image" Target="../media/image215.png"/><Relationship Id="rId195" Type="http://schemas.openxmlformats.org/officeDocument/2006/relationships/image" Target="../media/image236.png"/><Relationship Id="rId209" Type="http://schemas.openxmlformats.org/officeDocument/2006/relationships/image" Target="../media/image243.png"/><Relationship Id="rId360" Type="http://schemas.openxmlformats.org/officeDocument/2006/relationships/customXml" Target="../ink/ink316.xml"/><Relationship Id="rId416" Type="http://schemas.openxmlformats.org/officeDocument/2006/relationships/customXml" Target="../ink/ink344.xml"/><Relationship Id="rId220" Type="http://schemas.openxmlformats.org/officeDocument/2006/relationships/customXml" Target="../ink/ink246.xml"/><Relationship Id="rId15" Type="http://schemas.openxmlformats.org/officeDocument/2006/relationships/image" Target="../media/image146.png"/><Relationship Id="rId57" Type="http://schemas.openxmlformats.org/officeDocument/2006/relationships/image" Target="../media/image167.png"/><Relationship Id="rId262" Type="http://schemas.openxmlformats.org/officeDocument/2006/relationships/customXml" Target="../ink/ink267.xml"/><Relationship Id="rId318" Type="http://schemas.openxmlformats.org/officeDocument/2006/relationships/customXml" Target="../ink/ink295.xml"/><Relationship Id="rId99" Type="http://schemas.openxmlformats.org/officeDocument/2006/relationships/image" Target="../media/image188.png"/><Relationship Id="rId122" Type="http://schemas.openxmlformats.org/officeDocument/2006/relationships/customXml" Target="../ink/ink197.xml"/><Relationship Id="rId164" Type="http://schemas.openxmlformats.org/officeDocument/2006/relationships/customXml" Target="../ink/ink218.xml"/><Relationship Id="rId371" Type="http://schemas.openxmlformats.org/officeDocument/2006/relationships/image" Target="../media/image324.png"/><Relationship Id="rId427" Type="http://schemas.openxmlformats.org/officeDocument/2006/relationships/image" Target="../media/image352.png"/><Relationship Id="rId26" Type="http://schemas.openxmlformats.org/officeDocument/2006/relationships/customXml" Target="../ink/ink149.xml"/><Relationship Id="rId231" Type="http://schemas.openxmlformats.org/officeDocument/2006/relationships/image" Target="../media/image254.png"/><Relationship Id="rId273" Type="http://schemas.openxmlformats.org/officeDocument/2006/relationships/image" Target="../media/image275.png"/><Relationship Id="rId329" Type="http://schemas.openxmlformats.org/officeDocument/2006/relationships/image" Target="../media/image303.png"/><Relationship Id="rId68" Type="http://schemas.openxmlformats.org/officeDocument/2006/relationships/customXml" Target="../ink/ink170.xml"/><Relationship Id="rId133" Type="http://schemas.openxmlformats.org/officeDocument/2006/relationships/image" Target="../media/image205.png"/><Relationship Id="rId175" Type="http://schemas.openxmlformats.org/officeDocument/2006/relationships/image" Target="../media/image226.png"/><Relationship Id="rId340" Type="http://schemas.openxmlformats.org/officeDocument/2006/relationships/customXml" Target="../ink/ink306.xml"/><Relationship Id="rId200" Type="http://schemas.openxmlformats.org/officeDocument/2006/relationships/customXml" Target="../ink/ink236.xml"/><Relationship Id="rId382" Type="http://schemas.openxmlformats.org/officeDocument/2006/relationships/customXml" Target="../ink/ink327.xml"/><Relationship Id="rId242" Type="http://schemas.openxmlformats.org/officeDocument/2006/relationships/customXml" Target="../ink/ink257.xml"/><Relationship Id="rId284" Type="http://schemas.openxmlformats.org/officeDocument/2006/relationships/customXml" Target="../ink/ink278.xml"/><Relationship Id="rId37" Type="http://schemas.openxmlformats.org/officeDocument/2006/relationships/image" Target="../media/image157.png"/><Relationship Id="rId79" Type="http://schemas.openxmlformats.org/officeDocument/2006/relationships/image" Target="../media/image178.png"/><Relationship Id="rId102" Type="http://schemas.openxmlformats.org/officeDocument/2006/relationships/customXml" Target="../ink/ink187.xml"/><Relationship Id="rId144" Type="http://schemas.openxmlformats.org/officeDocument/2006/relationships/customXml" Target="../ink/ink208.xml"/><Relationship Id="rId90" Type="http://schemas.openxmlformats.org/officeDocument/2006/relationships/customXml" Target="../ink/ink181.xml"/><Relationship Id="rId186" Type="http://schemas.openxmlformats.org/officeDocument/2006/relationships/customXml" Target="../ink/ink229.xml"/><Relationship Id="rId351" Type="http://schemas.openxmlformats.org/officeDocument/2006/relationships/image" Target="../media/image314.png"/><Relationship Id="rId393" Type="http://schemas.openxmlformats.org/officeDocument/2006/relationships/image" Target="../media/image335.png"/><Relationship Id="rId407" Type="http://schemas.openxmlformats.org/officeDocument/2006/relationships/image" Target="../media/image342.png"/><Relationship Id="rId211" Type="http://schemas.openxmlformats.org/officeDocument/2006/relationships/image" Target="../media/image244.png"/><Relationship Id="rId253" Type="http://schemas.openxmlformats.org/officeDocument/2006/relationships/image" Target="../media/image265.png"/><Relationship Id="rId295" Type="http://schemas.openxmlformats.org/officeDocument/2006/relationships/image" Target="../media/image286.png"/><Relationship Id="rId309" Type="http://schemas.openxmlformats.org/officeDocument/2006/relationships/image" Target="../media/image293.png"/><Relationship Id="rId48" Type="http://schemas.openxmlformats.org/officeDocument/2006/relationships/customXml" Target="../ink/ink160.xml"/><Relationship Id="rId113" Type="http://schemas.openxmlformats.org/officeDocument/2006/relationships/image" Target="../media/image195.png"/><Relationship Id="rId320" Type="http://schemas.openxmlformats.org/officeDocument/2006/relationships/customXml" Target="../ink/ink296.xml"/><Relationship Id="rId155" Type="http://schemas.openxmlformats.org/officeDocument/2006/relationships/image" Target="../media/image216.png"/><Relationship Id="rId197" Type="http://schemas.openxmlformats.org/officeDocument/2006/relationships/image" Target="../media/image237.png"/><Relationship Id="rId362" Type="http://schemas.openxmlformats.org/officeDocument/2006/relationships/customXml" Target="../ink/ink317.xml"/><Relationship Id="rId418" Type="http://schemas.openxmlformats.org/officeDocument/2006/relationships/customXml" Target="../ink/ink345.xml"/><Relationship Id="rId222" Type="http://schemas.openxmlformats.org/officeDocument/2006/relationships/customXml" Target="../ink/ink247.xml"/><Relationship Id="rId264" Type="http://schemas.openxmlformats.org/officeDocument/2006/relationships/customXml" Target="../ink/ink268.xml"/><Relationship Id="rId17" Type="http://schemas.openxmlformats.org/officeDocument/2006/relationships/image" Target="../media/image147.png"/><Relationship Id="rId59" Type="http://schemas.openxmlformats.org/officeDocument/2006/relationships/image" Target="../media/image168.png"/><Relationship Id="rId124" Type="http://schemas.openxmlformats.org/officeDocument/2006/relationships/customXml" Target="../ink/ink198.xml"/><Relationship Id="rId70" Type="http://schemas.openxmlformats.org/officeDocument/2006/relationships/customXml" Target="../ink/ink171.xml"/><Relationship Id="rId166" Type="http://schemas.openxmlformats.org/officeDocument/2006/relationships/customXml" Target="../ink/ink219.xml"/><Relationship Id="rId331" Type="http://schemas.openxmlformats.org/officeDocument/2006/relationships/image" Target="../media/image304.png"/><Relationship Id="rId373" Type="http://schemas.openxmlformats.org/officeDocument/2006/relationships/image" Target="../media/image325.png"/><Relationship Id="rId429" Type="http://schemas.openxmlformats.org/officeDocument/2006/relationships/image" Target="../media/image35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1.png"/><Relationship Id="rId21" Type="http://schemas.openxmlformats.org/officeDocument/2006/relationships/image" Target="../media/image363.png"/><Relationship Id="rId324" Type="http://schemas.openxmlformats.org/officeDocument/2006/relationships/customXml" Target="../ink/ink512.xml"/><Relationship Id="rId531" Type="http://schemas.openxmlformats.org/officeDocument/2006/relationships/image" Target="../media/image618.png"/><Relationship Id="rId170" Type="http://schemas.openxmlformats.org/officeDocument/2006/relationships/customXml" Target="../ink/ink435.xml"/><Relationship Id="rId268" Type="http://schemas.openxmlformats.org/officeDocument/2006/relationships/customXml" Target="../ink/ink484.xml"/><Relationship Id="rId475" Type="http://schemas.openxmlformats.org/officeDocument/2006/relationships/image" Target="../media/image590.png"/><Relationship Id="rId32" Type="http://schemas.openxmlformats.org/officeDocument/2006/relationships/customXml" Target="../ink/ink366.xml"/><Relationship Id="rId128" Type="http://schemas.openxmlformats.org/officeDocument/2006/relationships/customXml" Target="../ink/ink414.xml"/><Relationship Id="rId335" Type="http://schemas.openxmlformats.org/officeDocument/2006/relationships/image" Target="../media/image520.png"/><Relationship Id="rId5" Type="http://schemas.openxmlformats.org/officeDocument/2006/relationships/image" Target="../media/image355.png"/><Relationship Id="rId181" Type="http://schemas.openxmlformats.org/officeDocument/2006/relationships/image" Target="../media/image443.png"/><Relationship Id="rId237" Type="http://schemas.openxmlformats.org/officeDocument/2006/relationships/image" Target="../media/image471.png"/><Relationship Id="rId402" Type="http://schemas.openxmlformats.org/officeDocument/2006/relationships/customXml" Target="../ink/ink551.xml"/><Relationship Id="rId279" Type="http://schemas.openxmlformats.org/officeDocument/2006/relationships/image" Target="../media/image492.png"/><Relationship Id="rId444" Type="http://schemas.openxmlformats.org/officeDocument/2006/relationships/customXml" Target="../ink/ink572.xml"/><Relationship Id="rId486" Type="http://schemas.openxmlformats.org/officeDocument/2006/relationships/customXml" Target="../ink/ink593.xml"/><Relationship Id="rId43" Type="http://schemas.openxmlformats.org/officeDocument/2006/relationships/image" Target="../media/image374.png"/><Relationship Id="rId139" Type="http://schemas.openxmlformats.org/officeDocument/2006/relationships/image" Target="../media/image422.png"/><Relationship Id="rId290" Type="http://schemas.openxmlformats.org/officeDocument/2006/relationships/customXml" Target="../ink/ink495.xml"/><Relationship Id="rId304" Type="http://schemas.openxmlformats.org/officeDocument/2006/relationships/customXml" Target="../ink/ink502.xml"/><Relationship Id="rId346" Type="http://schemas.openxmlformats.org/officeDocument/2006/relationships/customXml" Target="../ink/ink523.xml"/><Relationship Id="rId388" Type="http://schemas.openxmlformats.org/officeDocument/2006/relationships/customXml" Target="../ink/ink544.xml"/><Relationship Id="rId511" Type="http://schemas.openxmlformats.org/officeDocument/2006/relationships/image" Target="../media/image608.png"/><Relationship Id="rId85" Type="http://schemas.openxmlformats.org/officeDocument/2006/relationships/image" Target="../media/image395.png"/><Relationship Id="rId150" Type="http://schemas.openxmlformats.org/officeDocument/2006/relationships/customXml" Target="../ink/ink425.xml"/><Relationship Id="rId192" Type="http://schemas.openxmlformats.org/officeDocument/2006/relationships/customXml" Target="../ink/ink446.xml"/><Relationship Id="rId206" Type="http://schemas.openxmlformats.org/officeDocument/2006/relationships/customXml" Target="../ink/ink453.xml"/><Relationship Id="rId413" Type="http://schemas.openxmlformats.org/officeDocument/2006/relationships/image" Target="../media/image559.png"/><Relationship Id="rId248" Type="http://schemas.openxmlformats.org/officeDocument/2006/relationships/customXml" Target="../ink/ink474.xml"/><Relationship Id="rId455" Type="http://schemas.openxmlformats.org/officeDocument/2006/relationships/image" Target="../media/image580.png"/><Relationship Id="rId497" Type="http://schemas.openxmlformats.org/officeDocument/2006/relationships/image" Target="../media/image601.png"/><Relationship Id="rId12" Type="http://schemas.openxmlformats.org/officeDocument/2006/relationships/customXml" Target="../ink/ink356.xml"/><Relationship Id="rId108" Type="http://schemas.openxmlformats.org/officeDocument/2006/relationships/customXml" Target="../ink/ink404.xml"/><Relationship Id="rId315" Type="http://schemas.openxmlformats.org/officeDocument/2006/relationships/image" Target="../media/image510.png"/><Relationship Id="rId357" Type="http://schemas.openxmlformats.org/officeDocument/2006/relationships/image" Target="../media/image531.png"/><Relationship Id="rId522" Type="http://schemas.openxmlformats.org/officeDocument/2006/relationships/customXml" Target="../ink/ink611.xml"/><Relationship Id="rId54" Type="http://schemas.openxmlformats.org/officeDocument/2006/relationships/customXml" Target="../ink/ink377.xml"/><Relationship Id="rId96" Type="http://schemas.openxmlformats.org/officeDocument/2006/relationships/customXml" Target="../ink/ink398.xml"/><Relationship Id="rId161" Type="http://schemas.openxmlformats.org/officeDocument/2006/relationships/image" Target="../media/image433.png"/><Relationship Id="rId217" Type="http://schemas.openxmlformats.org/officeDocument/2006/relationships/image" Target="../media/image461.png"/><Relationship Id="rId399" Type="http://schemas.openxmlformats.org/officeDocument/2006/relationships/image" Target="../media/image552.png"/><Relationship Id="rId259" Type="http://schemas.openxmlformats.org/officeDocument/2006/relationships/image" Target="../media/image482.png"/><Relationship Id="rId424" Type="http://schemas.openxmlformats.org/officeDocument/2006/relationships/customXml" Target="../ink/ink562.xml"/><Relationship Id="rId466" Type="http://schemas.openxmlformats.org/officeDocument/2006/relationships/customXml" Target="../ink/ink583.xml"/><Relationship Id="rId23" Type="http://schemas.openxmlformats.org/officeDocument/2006/relationships/image" Target="../media/image364.png"/><Relationship Id="rId119" Type="http://schemas.openxmlformats.org/officeDocument/2006/relationships/image" Target="../media/image412.png"/><Relationship Id="rId270" Type="http://schemas.openxmlformats.org/officeDocument/2006/relationships/customXml" Target="../ink/ink485.xml"/><Relationship Id="rId326" Type="http://schemas.openxmlformats.org/officeDocument/2006/relationships/customXml" Target="../ink/ink513.xml"/><Relationship Id="rId65" Type="http://schemas.openxmlformats.org/officeDocument/2006/relationships/image" Target="../media/image385.png"/><Relationship Id="rId130" Type="http://schemas.openxmlformats.org/officeDocument/2006/relationships/customXml" Target="../ink/ink415.xml"/><Relationship Id="rId368" Type="http://schemas.openxmlformats.org/officeDocument/2006/relationships/customXml" Target="../ink/ink534.xml"/><Relationship Id="rId172" Type="http://schemas.openxmlformats.org/officeDocument/2006/relationships/customXml" Target="../ink/ink436.xml"/><Relationship Id="rId228" Type="http://schemas.openxmlformats.org/officeDocument/2006/relationships/customXml" Target="../ink/ink464.xml"/><Relationship Id="rId435" Type="http://schemas.openxmlformats.org/officeDocument/2006/relationships/image" Target="../media/image570.png"/><Relationship Id="rId477" Type="http://schemas.openxmlformats.org/officeDocument/2006/relationships/image" Target="../media/image591.png"/><Relationship Id="rId281" Type="http://schemas.openxmlformats.org/officeDocument/2006/relationships/image" Target="../media/image493.png"/><Relationship Id="rId337" Type="http://schemas.openxmlformats.org/officeDocument/2006/relationships/image" Target="../media/image521.png"/><Relationship Id="rId502" Type="http://schemas.openxmlformats.org/officeDocument/2006/relationships/customXml" Target="../ink/ink601.xml"/><Relationship Id="rId34" Type="http://schemas.openxmlformats.org/officeDocument/2006/relationships/customXml" Target="../ink/ink367.xml"/><Relationship Id="rId76" Type="http://schemas.openxmlformats.org/officeDocument/2006/relationships/customXml" Target="../ink/ink388.xml"/><Relationship Id="rId141" Type="http://schemas.openxmlformats.org/officeDocument/2006/relationships/image" Target="../media/image423.png"/><Relationship Id="rId379" Type="http://schemas.openxmlformats.org/officeDocument/2006/relationships/image" Target="../media/image542.png"/><Relationship Id="rId7" Type="http://schemas.openxmlformats.org/officeDocument/2006/relationships/image" Target="../media/image356.png"/><Relationship Id="rId183" Type="http://schemas.openxmlformats.org/officeDocument/2006/relationships/image" Target="../media/image444.png"/><Relationship Id="rId239" Type="http://schemas.openxmlformats.org/officeDocument/2006/relationships/image" Target="../media/image472.png"/><Relationship Id="rId390" Type="http://schemas.openxmlformats.org/officeDocument/2006/relationships/customXml" Target="../ink/ink545.xml"/><Relationship Id="rId404" Type="http://schemas.openxmlformats.org/officeDocument/2006/relationships/customXml" Target="../ink/ink552.xml"/><Relationship Id="rId446" Type="http://schemas.openxmlformats.org/officeDocument/2006/relationships/customXml" Target="../ink/ink573.xml"/><Relationship Id="rId250" Type="http://schemas.openxmlformats.org/officeDocument/2006/relationships/customXml" Target="../ink/ink475.xml"/><Relationship Id="rId292" Type="http://schemas.openxmlformats.org/officeDocument/2006/relationships/customXml" Target="../ink/ink496.xml"/><Relationship Id="rId306" Type="http://schemas.openxmlformats.org/officeDocument/2006/relationships/customXml" Target="../ink/ink503.xml"/><Relationship Id="rId488" Type="http://schemas.openxmlformats.org/officeDocument/2006/relationships/customXml" Target="../ink/ink594.xml"/><Relationship Id="rId45" Type="http://schemas.openxmlformats.org/officeDocument/2006/relationships/image" Target="../media/image375.png"/><Relationship Id="rId87" Type="http://schemas.openxmlformats.org/officeDocument/2006/relationships/image" Target="../media/image396.png"/><Relationship Id="rId110" Type="http://schemas.openxmlformats.org/officeDocument/2006/relationships/customXml" Target="../ink/ink405.xml"/><Relationship Id="rId348" Type="http://schemas.openxmlformats.org/officeDocument/2006/relationships/customXml" Target="../ink/ink524.xml"/><Relationship Id="rId513" Type="http://schemas.openxmlformats.org/officeDocument/2006/relationships/image" Target="../media/image609.png"/><Relationship Id="rId152" Type="http://schemas.openxmlformats.org/officeDocument/2006/relationships/customXml" Target="../ink/ink426.xml"/><Relationship Id="rId194" Type="http://schemas.openxmlformats.org/officeDocument/2006/relationships/customXml" Target="../ink/ink447.xml"/><Relationship Id="rId208" Type="http://schemas.openxmlformats.org/officeDocument/2006/relationships/customXml" Target="../ink/ink454.xml"/><Relationship Id="rId415" Type="http://schemas.openxmlformats.org/officeDocument/2006/relationships/image" Target="../media/image560.png"/><Relationship Id="rId457" Type="http://schemas.openxmlformats.org/officeDocument/2006/relationships/image" Target="../media/image581.png"/><Relationship Id="rId261" Type="http://schemas.openxmlformats.org/officeDocument/2006/relationships/image" Target="../media/image483.png"/><Relationship Id="rId499" Type="http://schemas.openxmlformats.org/officeDocument/2006/relationships/image" Target="../media/image602.png"/><Relationship Id="rId14" Type="http://schemas.openxmlformats.org/officeDocument/2006/relationships/customXml" Target="../ink/ink357.xml"/><Relationship Id="rId56" Type="http://schemas.openxmlformats.org/officeDocument/2006/relationships/customXml" Target="../ink/ink378.xml"/><Relationship Id="rId317" Type="http://schemas.openxmlformats.org/officeDocument/2006/relationships/image" Target="../media/image511.png"/><Relationship Id="rId359" Type="http://schemas.openxmlformats.org/officeDocument/2006/relationships/image" Target="../media/image532.png"/><Relationship Id="rId524" Type="http://schemas.openxmlformats.org/officeDocument/2006/relationships/customXml" Target="../ink/ink612.xml"/><Relationship Id="rId98" Type="http://schemas.openxmlformats.org/officeDocument/2006/relationships/customXml" Target="../ink/ink399.xml"/><Relationship Id="rId121" Type="http://schemas.openxmlformats.org/officeDocument/2006/relationships/image" Target="../media/image413.png"/><Relationship Id="rId163" Type="http://schemas.openxmlformats.org/officeDocument/2006/relationships/image" Target="../media/image434.png"/><Relationship Id="rId219" Type="http://schemas.openxmlformats.org/officeDocument/2006/relationships/image" Target="../media/image462.png"/><Relationship Id="rId370" Type="http://schemas.openxmlformats.org/officeDocument/2006/relationships/customXml" Target="../ink/ink535.xml"/><Relationship Id="rId426" Type="http://schemas.openxmlformats.org/officeDocument/2006/relationships/customXml" Target="../ink/ink563.xml"/><Relationship Id="rId230" Type="http://schemas.openxmlformats.org/officeDocument/2006/relationships/customXml" Target="../ink/ink465.xml"/><Relationship Id="rId468" Type="http://schemas.openxmlformats.org/officeDocument/2006/relationships/customXml" Target="../ink/ink584.xml"/><Relationship Id="rId25" Type="http://schemas.openxmlformats.org/officeDocument/2006/relationships/image" Target="../media/image365.png"/><Relationship Id="rId67" Type="http://schemas.openxmlformats.org/officeDocument/2006/relationships/image" Target="../media/image386.png"/><Relationship Id="rId272" Type="http://schemas.openxmlformats.org/officeDocument/2006/relationships/customXml" Target="../ink/ink486.xml"/><Relationship Id="rId328" Type="http://schemas.openxmlformats.org/officeDocument/2006/relationships/customXml" Target="../ink/ink514.xml"/><Relationship Id="rId132" Type="http://schemas.openxmlformats.org/officeDocument/2006/relationships/customXml" Target="../ink/ink416.xml"/><Relationship Id="rId174" Type="http://schemas.openxmlformats.org/officeDocument/2006/relationships/customXml" Target="../ink/ink437.xml"/><Relationship Id="rId381" Type="http://schemas.openxmlformats.org/officeDocument/2006/relationships/image" Target="../media/image543.png"/><Relationship Id="rId241" Type="http://schemas.openxmlformats.org/officeDocument/2006/relationships/image" Target="../media/image473.png"/><Relationship Id="rId437" Type="http://schemas.openxmlformats.org/officeDocument/2006/relationships/image" Target="../media/image571.png"/><Relationship Id="rId479" Type="http://schemas.openxmlformats.org/officeDocument/2006/relationships/image" Target="../media/image592.png"/><Relationship Id="rId36" Type="http://schemas.openxmlformats.org/officeDocument/2006/relationships/customXml" Target="../ink/ink368.xml"/><Relationship Id="rId283" Type="http://schemas.openxmlformats.org/officeDocument/2006/relationships/image" Target="../media/image494.png"/><Relationship Id="rId339" Type="http://schemas.openxmlformats.org/officeDocument/2006/relationships/image" Target="../media/image522.png"/><Relationship Id="rId490" Type="http://schemas.openxmlformats.org/officeDocument/2006/relationships/customXml" Target="../ink/ink595.xml"/><Relationship Id="rId504" Type="http://schemas.openxmlformats.org/officeDocument/2006/relationships/customXml" Target="../ink/ink602.xml"/><Relationship Id="rId78" Type="http://schemas.openxmlformats.org/officeDocument/2006/relationships/customXml" Target="../ink/ink389.xml"/><Relationship Id="rId101" Type="http://schemas.openxmlformats.org/officeDocument/2006/relationships/image" Target="../media/image403.png"/><Relationship Id="rId143" Type="http://schemas.openxmlformats.org/officeDocument/2006/relationships/image" Target="../media/image424.png"/><Relationship Id="rId185" Type="http://schemas.openxmlformats.org/officeDocument/2006/relationships/image" Target="../media/image445.png"/><Relationship Id="rId350" Type="http://schemas.openxmlformats.org/officeDocument/2006/relationships/customXml" Target="../ink/ink525.xml"/><Relationship Id="rId406" Type="http://schemas.openxmlformats.org/officeDocument/2006/relationships/customXml" Target="../ink/ink553.xml"/><Relationship Id="rId9" Type="http://schemas.openxmlformats.org/officeDocument/2006/relationships/image" Target="../media/image357.png"/><Relationship Id="rId210" Type="http://schemas.openxmlformats.org/officeDocument/2006/relationships/customXml" Target="../ink/ink455.xml"/><Relationship Id="rId392" Type="http://schemas.openxmlformats.org/officeDocument/2006/relationships/customXml" Target="../ink/ink546.xml"/><Relationship Id="rId448" Type="http://schemas.openxmlformats.org/officeDocument/2006/relationships/customXml" Target="../ink/ink574.xml"/><Relationship Id="rId252" Type="http://schemas.openxmlformats.org/officeDocument/2006/relationships/customXml" Target="../ink/ink476.xml"/><Relationship Id="rId294" Type="http://schemas.openxmlformats.org/officeDocument/2006/relationships/customXml" Target="../ink/ink497.xml"/><Relationship Id="rId308" Type="http://schemas.openxmlformats.org/officeDocument/2006/relationships/customXml" Target="../ink/ink504.xml"/><Relationship Id="rId515" Type="http://schemas.openxmlformats.org/officeDocument/2006/relationships/image" Target="../media/image610.png"/><Relationship Id="rId47" Type="http://schemas.openxmlformats.org/officeDocument/2006/relationships/image" Target="../media/image376.png"/><Relationship Id="rId89" Type="http://schemas.openxmlformats.org/officeDocument/2006/relationships/image" Target="../media/image397.png"/><Relationship Id="rId112" Type="http://schemas.openxmlformats.org/officeDocument/2006/relationships/customXml" Target="../ink/ink406.xml"/><Relationship Id="rId154" Type="http://schemas.openxmlformats.org/officeDocument/2006/relationships/customXml" Target="../ink/ink427.xml"/><Relationship Id="rId361" Type="http://schemas.openxmlformats.org/officeDocument/2006/relationships/image" Target="../media/image533.png"/><Relationship Id="rId196" Type="http://schemas.openxmlformats.org/officeDocument/2006/relationships/customXml" Target="../ink/ink448.xml"/><Relationship Id="rId417" Type="http://schemas.openxmlformats.org/officeDocument/2006/relationships/image" Target="../media/image561.png"/><Relationship Id="rId459" Type="http://schemas.openxmlformats.org/officeDocument/2006/relationships/image" Target="../media/image582.png"/><Relationship Id="rId16" Type="http://schemas.openxmlformats.org/officeDocument/2006/relationships/customXml" Target="../ink/ink358.xml"/><Relationship Id="rId221" Type="http://schemas.openxmlformats.org/officeDocument/2006/relationships/image" Target="../media/image463.png"/><Relationship Id="rId263" Type="http://schemas.openxmlformats.org/officeDocument/2006/relationships/image" Target="../media/image484.png"/><Relationship Id="rId319" Type="http://schemas.openxmlformats.org/officeDocument/2006/relationships/image" Target="../media/image512.png"/><Relationship Id="rId470" Type="http://schemas.openxmlformats.org/officeDocument/2006/relationships/customXml" Target="../ink/ink585.xml"/><Relationship Id="rId526" Type="http://schemas.openxmlformats.org/officeDocument/2006/relationships/customXml" Target="../ink/ink613.xml"/><Relationship Id="rId58" Type="http://schemas.openxmlformats.org/officeDocument/2006/relationships/customXml" Target="../ink/ink379.xml"/><Relationship Id="rId123" Type="http://schemas.openxmlformats.org/officeDocument/2006/relationships/image" Target="../media/image414.png"/><Relationship Id="rId330" Type="http://schemas.openxmlformats.org/officeDocument/2006/relationships/customXml" Target="../ink/ink515.xml"/><Relationship Id="rId165" Type="http://schemas.openxmlformats.org/officeDocument/2006/relationships/image" Target="../media/image435.png"/><Relationship Id="rId372" Type="http://schemas.openxmlformats.org/officeDocument/2006/relationships/customXml" Target="../ink/ink536.xml"/><Relationship Id="rId428" Type="http://schemas.openxmlformats.org/officeDocument/2006/relationships/customXml" Target="../ink/ink564.xml"/><Relationship Id="rId232" Type="http://schemas.openxmlformats.org/officeDocument/2006/relationships/customXml" Target="../ink/ink466.xml"/><Relationship Id="rId274" Type="http://schemas.openxmlformats.org/officeDocument/2006/relationships/customXml" Target="../ink/ink487.xml"/><Relationship Id="rId481" Type="http://schemas.openxmlformats.org/officeDocument/2006/relationships/image" Target="../media/image593.png"/><Relationship Id="rId27" Type="http://schemas.openxmlformats.org/officeDocument/2006/relationships/image" Target="../media/image366.png"/><Relationship Id="rId69" Type="http://schemas.openxmlformats.org/officeDocument/2006/relationships/image" Target="../media/image387.png"/><Relationship Id="rId134" Type="http://schemas.openxmlformats.org/officeDocument/2006/relationships/customXml" Target="../ink/ink417.xml"/><Relationship Id="rId80" Type="http://schemas.openxmlformats.org/officeDocument/2006/relationships/customXml" Target="../ink/ink390.xml"/><Relationship Id="rId176" Type="http://schemas.openxmlformats.org/officeDocument/2006/relationships/customXml" Target="../ink/ink438.xml"/><Relationship Id="rId341" Type="http://schemas.openxmlformats.org/officeDocument/2006/relationships/image" Target="../media/image523.png"/><Relationship Id="rId383" Type="http://schemas.openxmlformats.org/officeDocument/2006/relationships/image" Target="../media/image544.png"/><Relationship Id="rId439" Type="http://schemas.openxmlformats.org/officeDocument/2006/relationships/image" Target="../media/image572.png"/><Relationship Id="rId201" Type="http://schemas.openxmlformats.org/officeDocument/2006/relationships/image" Target="../media/image453.png"/><Relationship Id="rId243" Type="http://schemas.openxmlformats.org/officeDocument/2006/relationships/image" Target="../media/image474.png"/><Relationship Id="rId285" Type="http://schemas.openxmlformats.org/officeDocument/2006/relationships/image" Target="../media/image495.png"/><Relationship Id="rId450" Type="http://schemas.openxmlformats.org/officeDocument/2006/relationships/customXml" Target="../ink/ink575.xml"/><Relationship Id="rId506" Type="http://schemas.openxmlformats.org/officeDocument/2006/relationships/customXml" Target="../ink/ink603.xml"/><Relationship Id="rId38" Type="http://schemas.openxmlformats.org/officeDocument/2006/relationships/customXml" Target="../ink/ink369.xml"/><Relationship Id="rId103" Type="http://schemas.openxmlformats.org/officeDocument/2006/relationships/image" Target="../media/image404.png"/><Relationship Id="rId310" Type="http://schemas.openxmlformats.org/officeDocument/2006/relationships/customXml" Target="../ink/ink505.xml"/><Relationship Id="rId492" Type="http://schemas.openxmlformats.org/officeDocument/2006/relationships/customXml" Target="../ink/ink596.xml"/><Relationship Id="rId91" Type="http://schemas.openxmlformats.org/officeDocument/2006/relationships/image" Target="../media/image398.png"/><Relationship Id="rId145" Type="http://schemas.openxmlformats.org/officeDocument/2006/relationships/image" Target="../media/image425.png"/><Relationship Id="rId187" Type="http://schemas.openxmlformats.org/officeDocument/2006/relationships/image" Target="../media/image446.png"/><Relationship Id="rId352" Type="http://schemas.openxmlformats.org/officeDocument/2006/relationships/customXml" Target="../ink/ink526.xml"/><Relationship Id="rId394" Type="http://schemas.openxmlformats.org/officeDocument/2006/relationships/customXml" Target="../ink/ink547.xml"/><Relationship Id="rId408" Type="http://schemas.openxmlformats.org/officeDocument/2006/relationships/customXml" Target="../ink/ink554.xml"/><Relationship Id="rId212" Type="http://schemas.openxmlformats.org/officeDocument/2006/relationships/customXml" Target="../ink/ink456.xml"/><Relationship Id="rId254" Type="http://schemas.openxmlformats.org/officeDocument/2006/relationships/customXml" Target="../ink/ink477.xml"/><Relationship Id="rId49" Type="http://schemas.openxmlformats.org/officeDocument/2006/relationships/image" Target="../media/image377.png"/><Relationship Id="rId114" Type="http://schemas.openxmlformats.org/officeDocument/2006/relationships/customXml" Target="../ink/ink407.xml"/><Relationship Id="rId296" Type="http://schemas.openxmlformats.org/officeDocument/2006/relationships/customXml" Target="../ink/ink498.xml"/><Relationship Id="rId461" Type="http://schemas.openxmlformats.org/officeDocument/2006/relationships/image" Target="../media/image583.png"/><Relationship Id="rId517" Type="http://schemas.openxmlformats.org/officeDocument/2006/relationships/image" Target="../media/image611.png"/><Relationship Id="rId60" Type="http://schemas.openxmlformats.org/officeDocument/2006/relationships/customXml" Target="../ink/ink380.xml"/><Relationship Id="rId156" Type="http://schemas.openxmlformats.org/officeDocument/2006/relationships/customXml" Target="../ink/ink428.xml"/><Relationship Id="rId198" Type="http://schemas.openxmlformats.org/officeDocument/2006/relationships/customXml" Target="../ink/ink449.xml"/><Relationship Id="rId321" Type="http://schemas.openxmlformats.org/officeDocument/2006/relationships/image" Target="../media/image513.png"/><Relationship Id="rId363" Type="http://schemas.openxmlformats.org/officeDocument/2006/relationships/image" Target="../media/image534.png"/><Relationship Id="rId419" Type="http://schemas.openxmlformats.org/officeDocument/2006/relationships/image" Target="../media/image562.png"/><Relationship Id="rId223" Type="http://schemas.openxmlformats.org/officeDocument/2006/relationships/image" Target="../media/image464.png"/><Relationship Id="rId430" Type="http://schemas.openxmlformats.org/officeDocument/2006/relationships/customXml" Target="../ink/ink565.xml"/><Relationship Id="rId18" Type="http://schemas.openxmlformats.org/officeDocument/2006/relationships/customXml" Target="../ink/ink359.xml"/><Relationship Id="rId265" Type="http://schemas.openxmlformats.org/officeDocument/2006/relationships/image" Target="../media/image485.png"/><Relationship Id="rId472" Type="http://schemas.openxmlformats.org/officeDocument/2006/relationships/customXml" Target="../ink/ink586.xml"/><Relationship Id="rId528" Type="http://schemas.openxmlformats.org/officeDocument/2006/relationships/customXml" Target="../ink/ink614.xml"/><Relationship Id="rId125" Type="http://schemas.openxmlformats.org/officeDocument/2006/relationships/image" Target="../media/image415.png"/><Relationship Id="rId167" Type="http://schemas.openxmlformats.org/officeDocument/2006/relationships/image" Target="../media/image436.png"/><Relationship Id="rId332" Type="http://schemas.openxmlformats.org/officeDocument/2006/relationships/customXml" Target="../ink/ink516.xml"/><Relationship Id="rId374" Type="http://schemas.openxmlformats.org/officeDocument/2006/relationships/customXml" Target="../ink/ink537.xml"/><Relationship Id="rId71" Type="http://schemas.openxmlformats.org/officeDocument/2006/relationships/image" Target="../media/image388.png"/><Relationship Id="rId234" Type="http://schemas.openxmlformats.org/officeDocument/2006/relationships/customXml" Target="../ink/ink467.xml"/><Relationship Id="rId2" Type="http://schemas.openxmlformats.org/officeDocument/2006/relationships/customXml" Target="../ink/ink351.xml"/><Relationship Id="rId29" Type="http://schemas.openxmlformats.org/officeDocument/2006/relationships/image" Target="../media/image367.png"/><Relationship Id="rId276" Type="http://schemas.openxmlformats.org/officeDocument/2006/relationships/customXml" Target="../ink/ink488.xml"/><Relationship Id="rId441" Type="http://schemas.openxmlformats.org/officeDocument/2006/relationships/image" Target="../media/image573.png"/><Relationship Id="rId483" Type="http://schemas.openxmlformats.org/officeDocument/2006/relationships/image" Target="../media/image594.png"/><Relationship Id="rId40" Type="http://schemas.openxmlformats.org/officeDocument/2006/relationships/customXml" Target="../ink/ink370.xml"/><Relationship Id="rId136" Type="http://schemas.openxmlformats.org/officeDocument/2006/relationships/customXml" Target="../ink/ink418.xml"/><Relationship Id="rId178" Type="http://schemas.openxmlformats.org/officeDocument/2006/relationships/customXml" Target="../ink/ink439.xml"/><Relationship Id="rId301" Type="http://schemas.openxmlformats.org/officeDocument/2006/relationships/image" Target="../media/image503.png"/><Relationship Id="rId343" Type="http://schemas.openxmlformats.org/officeDocument/2006/relationships/image" Target="../media/image524.png"/><Relationship Id="rId82" Type="http://schemas.openxmlformats.org/officeDocument/2006/relationships/customXml" Target="../ink/ink391.xml"/><Relationship Id="rId203" Type="http://schemas.openxmlformats.org/officeDocument/2006/relationships/image" Target="../media/image454.png"/><Relationship Id="rId385" Type="http://schemas.openxmlformats.org/officeDocument/2006/relationships/image" Target="../media/image545.png"/><Relationship Id="rId245" Type="http://schemas.openxmlformats.org/officeDocument/2006/relationships/image" Target="../media/image475.png"/><Relationship Id="rId287" Type="http://schemas.openxmlformats.org/officeDocument/2006/relationships/image" Target="../media/image496.png"/><Relationship Id="rId410" Type="http://schemas.openxmlformats.org/officeDocument/2006/relationships/customXml" Target="../ink/ink555.xml"/><Relationship Id="rId452" Type="http://schemas.openxmlformats.org/officeDocument/2006/relationships/customXml" Target="../ink/ink576.xml"/><Relationship Id="rId494" Type="http://schemas.openxmlformats.org/officeDocument/2006/relationships/customXml" Target="../ink/ink597.xml"/><Relationship Id="rId508" Type="http://schemas.openxmlformats.org/officeDocument/2006/relationships/customXml" Target="../ink/ink604.xml"/><Relationship Id="rId105" Type="http://schemas.openxmlformats.org/officeDocument/2006/relationships/image" Target="../media/image405.png"/><Relationship Id="rId147" Type="http://schemas.openxmlformats.org/officeDocument/2006/relationships/image" Target="../media/image426.png"/><Relationship Id="rId312" Type="http://schemas.openxmlformats.org/officeDocument/2006/relationships/customXml" Target="../ink/ink506.xml"/><Relationship Id="rId354" Type="http://schemas.openxmlformats.org/officeDocument/2006/relationships/customXml" Target="../ink/ink527.xml"/><Relationship Id="rId51" Type="http://schemas.openxmlformats.org/officeDocument/2006/relationships/image" Target="../media/image378.png"/><Relationship Id="rId93" Type="http://schemas.openxmlformats.org/officeDocument/2006/relationships/image" Target="../media/image399.png"/><Relationship Id="rId189" Type="http://schemas.openxmlformats.org/officeDocument/2006/relationships/image" Target="../media/image447.png"/><Relationship Id="rId396" Type="http://schemas.openxmlformats.org/officeDocument/2006/relationships/customXml" Target="../ink/ink548.xml"/><Relationship Id="rId214" Type="http://schemas.openxmlformats.org/officeDocument/2006/relationships/customXml" Target="../ink/ink457.xml"/><Relationship Id="rId256" Type="http://schemas.openxmlformats.org/officeDocument/2006/relationships/customXml" Target="../ink/ink478.xml"/><Relationship Id="rId298" Type="http://schemas.openxmlformats.org/officeDocument/2006/relationships/customXml" Target="../ink/ink499.xml"/><Relationship Id="rId421" Type="http://schemas.openxmlformats.org/officeDocument/2006/relationships/image" Target="../media/image563.png"/><Relationship Id="rId463" Type="http://schemas.openxmlformats.org/officeDocument/2006/relationships/image" Target="../media/image584.png"/><Relationship Id="rId519" Type="http://schemas.openxmlformats.org/officeDocument/2006/relationships/image" Target="../media/image612.png"/><Relationship Id="rId116" Type="http://schemas.openxmlformats.org/officeDocument/2006/relationships/customXml" Target="../ink/ink408.xml"/><Relationship Id="rId158" Type="http://schemas.openxmlformats.org/officeDocument/2006/relationships/customXml" Target="../ink/ink429.xml"/><Relationship Id="rId323" Type="http://schemas.openxmlformats.org/officeDocument/2006/relationships/image" Target="../media/image514.png"/><Relationship Id="rId530" Type="http://schemas.openxmlformats.org/officeDocument/2006/relationships/customXml" Target="../ink/ink615.xml"/><Relationship Id="rId20" Type="http://schemas.openxmlformats.org/officeDocument/2006/relationships/customXml" Target="../ink/ink360.xml"/><Relationship Id="rId62" Type="http://schemas.openxmlformats.org/officeDocument/2006/relationships/customXml" Target="../ink/ink381.xml"/><Relationship Id="rId365" Type="http://schemas.openxmlformats.org/officeDocument/2006/relationships/image" Target="../media/image535.png"/><Relationship Id="rId225" Type="http://schemas.openxmlformats.org/officeDocument/2006/relationships/image" Target="../media/image465.png"/><Relationship Id="rId267" Type="http://schemas.openxmlformats.org/officeDocument/2006/relationships/image" Target="../media/image486.png"/><Relationship Id="rId432" Type="http://schemas.openxmlformats.org/officeDocument/2006/relationships/customXml" Target="../ink/ink566.xml"/><Relationship Id="rId474" Type="http://schemas.openxmlformats.org/officeDocument/2006/relationships/customXml" Target="../ink/ink587.xml"/><Relationship Id="rId127" Type="http://schemas.openxmlformats.org/officeDocument/2006/relationships/image" Target="../media/image416.png"/><Relationship Id="rId31" Type="http://schemas.openxmlformats.org/officeDocument/2006/relationships/image" Target="../media/image368.png"/><Relationship Id="rId73" Type="http://schemas.openxmlformats.org/officeDocument/2006/relationships/image" Target="../media/image389.png"/><Relationship Id="rId169" Type="http://schemas.openxmlformats.org/officeDocument/2006/relationships/image" Target="../media/image437.png"/><Relationship Id="rId334" Type="http://schemas.openxmlformats.org/officeDocument/2006/relationships/customXml" Target="../ink/ink517.xml"/><Relationship Id="rId376" Type="http://schemas.openxmlformats.org/officeDocument/2006/relationships/customXml" Target="../ink/ink538.xml"/><Relationship Id="rId4" Type="http://schemas.openxmlformats.org/officeDocument/2006/relationships/customXml" Target="../ink/ink352.xml"/><Relationship Id="rId180" Type="http://schemas.openxmlformats.org/officeDocument/2006/relationships/customXml" Target="../ink/ink440.xml"/><Relationship Id="rId236" Type="http://schemas.openxmlformats.org/officeDocument/2006/relationships/customXml" Target="../ink/ink468.xml"/><Relationship Id="rId278" Type="http://schemas.openxmlformats.org/officeDocument/2006/relationships/customXml" Target="../ink/ink489.xml"/><Relationship Id="rId401" Type="http://schemas.openxmlformats.org/officeDocument/2006/relationships/image" Target="../media/image553.png"/><Relationship Id="rId443" Type="http://schemas.openxmlformats.org/officeDocument/2006/relationships/image" Target="../media/image574.png"/><Relationship Id="rId303" Type="http://schemas.openxmlformats.org/officeDocument/2006/relationships/image" Target="../media/image504.png"/><Relationship Id="rId485" Type="http://schemas.openxmlformats.org/officeDocument/2006/relationships/image" Target="../media/image595.png"/><Relationship Id="rId42" Type="http://schemas.openxmlformats.org/officeDocument/2006/relationships/customXml" Target="../ink/ink371.xml"/><Relationship Id="rId84" Type="http://schemas.openxmlformats.org/officeDocument/2006/relationships/customXml" Target="../ink/ink392.xml"/><Relationship Id="rId138" Type="http://schemas.openxmlformats.org/officeDocument/2006/relationships/customXml" Target="../ink/ink419.xml"/><Relationship Id="rId345" Type="http://schemas.openxmlformats.org/officeDocument/2006/relationships/image" Target="../media/image525.png"/><Relationship Id="rId387" Type="http://schemas.openxmlformats.org/officeDocument/2006/relationships/image" Target="../media/image546.png"/><Relationship Id="rId510" Type="http://schemas.openxmlformats.org/officeDocument/2006/relationships/customXml" Target="../ink/ink605.xml"/><Relationship Id="rId191" Type="http://schemas.openxmlformats.org/officeDocument/2006/relationships/image" Target="../media/image448.png"/><Relationship Id="rId205" Type="http://schemas.openxmlformats.org/officeDocument/2006/relationships/image" Target="../media/image455.png"/><Relationship Id="rId247" Type="http://schemas.openxmlformats.org/officeDocument/2006/relationships/image" Target="../media/image476.png"/><Relationship Id="rId412" Type="http://schemas.openxmlformats.org/officeDocument/2006/relationships/customXml" Target="../ink/ink556.xml"/><Relationship Id="rId107" Type="http://schemas.openxmlformats.org/officeDocument/2006/relationships/image" Target="../media/image406.png"/><Relationship Id="rId289" Type="http://schemas.openxmlformats.org/officeDocument/2006/relationships/image" Target="../media/image497.png"/><Relationship Id="rId454" Type="http://schemas.openxmlformats.org/officeDocument/2006/relationships/customXml" Target="../ink/ink577.xml"/><Relationship Id="rId496" Type="http://schemas.openxmlformats.org/officeDocument/2006/relationships/customXml" Target="../ink/ink598.xml"/><Relationship Id="rId11" Type="http://schemas.openxmlformats.org/officeDocument/2006/relationships/image" Target="../media/image358.png"/><Relationship Id="rId53" Type="http://schemas.openxmlformats.org/officeDocument/2006/relationships/image" Target="../media/image379.png"/><Relationship Id="rId149" Type="http://schemas.openxmlformats.org/officeDocument/2006/relationships/image" Target="../media/image427.png"/><Relationship Id="rId314" Type="http://schemas.openxmlformats.org/officeDocument/2006/relationships/customXml" Target="../ink/ink507.xml"/><Relationship Id="rId356" Type="http://schemas.openxmlformats.org/officeDocument/2006/relationships/customXml" Target="../ink/ink528.xml"/><Relationship Id="rId398" Type="http://schemas.openxmlformats.org/officeDocument/2006/relationships/customXml" Target="../ink/ink549.xml"/><Relationship Id="rId521" Type="http://schemas.openxmlformats.org/officeDocument/2006/relationships/image" Target="../media/image613.png"/><Relationship Id="rId95" Type="http://schemas.openxmlformats.org/officeDocument/2006/relationships/image" Target="../media/image400.png"/><Relationship Id="rId160" Type="http://schemas.openxmlformats.org/officeDocument/2006/relationships/customXml" Target="../ink/ink430.xml"/><Relationship Id="rId216" Type="http://schemas.openxmlformats.org/officeDocument/2006/relationships/customXml" Target="../ink/ink458.xml"/><Relationship Id="rId423" Type="http://schemas.openxmlformats.org/officeDocument/2006/relationships/image" Target="../media/image564.png"/><Relationship Id="rId258" Type="http://schemas.openxmlformats.org/officeDocument/2006/relationships/customXml" Target="../ink/ink479.xml"/><Relationship Id="rId465" Type="http://schemas.openxmlformats.org/officeDocument/2006/relationships/image" Target="../media/image585.png"/><Relationship Id="rId22" Type="http://schemas.openxmlformats.org/officeDocument/2006/relationships/customXml" Target="../ink/ink361.xml"/><Relationship Id="rId64" Type="http://schemas.openxmlformats.org/officeDocument/2006/relationships/customXml" Target="../ink/ink382.xml"/><Relationship Id="rId118" Type="http://schemas.openxmlformats.org/officeDocument/2006/relationships/customXml" Target="../ink/ink409.xml"/><Relationship Id="rId325" Type="http://schemas.openxmlformats.org/officeDocument/2006/relationships/image" Target="../media/image515.png"/><Relationship Id="rId367" Type="http://schemas.openxmlformats.org/officeDocument/2006/relationships/image" Target="../media/image536.png"/><Relationship Id="rId171" Type="http://schemas.openxmlformats.org/officeDocument/2006/relationships/image" Target="../media/image438.png"/><Relationship Id="rId227" Type="http://schemas.openxmlformats.org/officeDocument/2006/relationships/image" Target="../media/image466.png"/><Relationship Id="rId269" Type="http://schemas.openxmlformats.org/officeDocument/2006/relationships/image" Target="../media/image487.png"/><Relationship Id="rId434" Type="http://schemas.openxmlformats.org/officeDocument/2006/relationships/customXml" Target="../ink/ink567.xml"/><Relationship Id="rId476" Type="http://schemas.openxmlformats.org/officeDocument/2006/relationships/customXml" Target="../ink/ink588.xml"/><Relationship Id="rId33" Type="http://schemas.openxmlformats.org/officeDocument/2006/relationships/image" Target="../media/image369.png"/><Relationship Id="rId129" Type="http://schemas.openxmlformats.org/officeDocument/2006/relationships/image" Target="../media/image417.png"/><Relationship Id="rId280" Type="http://schemas.openxmlformats.org/officeDocument/2006/relationships/customXml" Target="../ink/ink490.xml"/><Relationship Id="rId336" Type="http://schemas.openxmlformats.org/officeDocument/2006/relationships/customXml" Target="../ink/ink518.xml"/><Relationship Id="rId501" Type="http://schemas.openxmlformats.org/officeDocument/2006/relationships/image" Target="../media/image603.png"/><Relationship Id="rId75" Type="http://schemas.openxmlformats.org/officeDocument/2006/relationships/image" Target="../media/image390.png"/><Relationship Id="rId140" Type="http://schemas.openxmlformats.org/officeDocument/2006/relationships/customXml" Target="../ink/ink420.xml"/><Relationship Id="rId182" Type="http://schemas.openxmlformats.org/officeDocument/2006/relationships/customXml" Target="../ink/ink441.xml"/><Relationship Id="rId378" Type="http://schemas.openxmlformats.org/officeDocument/2006/relationships/customXml" Target="../ink/ink539.xml"/><Relationship Id="rId403" Type="http://schemas.openxmlformats.org/officeDocument/2006/relationships/image" Target="../media/image554.png"/><Relationship Id="rId6" Type="http://schemas.openxmlformats.org/officeDocument/2006/relationships/customXml" Target="../ink/ink353.xml"/><Relationship Id="rId238" Type="http://schemas.openxmlformats.org/officeDocument/2006/relationships/customXml" Target="../ink/ink469.xml"/><Relationship Id="rId445" Type="http://schemas.openxmlformats.org/officeDocument/2006/relationships/image" Target="../media/image575.png"/><Relationship Id="rId487" Type="http://schemas.openxmlformats.org/officeDocument/2006/relationships/image" Target="../media/image596.png"/><Relationship Id="rId291" Type="http://schemas.openxmlformats.org/officeDocument/2006/relationships/image" Target="../media/image498.png"/><Relationship Id="rId305" Type="http://schemas.openxmlformats.org/officeDocument/2006/relationships/image" Target="../media/image505.png"/><Relationship Id="rId347" Type="http://schemas.openxmlformats.org/officeDocument/2006/relationships/image" Target="../media/image526.png"/><Relationship Id="rId512" Type="http://schemas.openxmlformats.org/officeDocument/2006/relationships/customXml" Target="../ink/ink606.xml"/><Relationship Id="rId44" Type="http://schemas.openxmlformats.org/officeDocument/2006/relationships/customXml" Target="../ink/ink372.xml"/><Relationship Id="rId86" Type="http://schemas.openxmlformats.org/officeDocument/2006/relationships/customXml" Target="../ink/ink393.xml"/><Relationship Id="rId151" Type="http://schemas.openxmlformats.org/officeDocument/2006/relationships/image" Target="../media/image428.png"/><Relationship Id="rId389" Type="http://schemas.openxmlformats.org/officeDocument/2006/relationships/image" Target="../media/image547.png"/><Relationship Id="rId193" Type="http://schemas.openxmlformats.org/officeDocument/2006/relationships/image" Target="../media/image449.png"/><Relationship Id="rId207" Type="http://schemas.openxmlformats.org/officeDocument/2006/relationships/image" Target="../media/image456.png"/><Relationship Id="rId249" Type="http://schemas.openxmlformats.org/officeDocument/2006/relationships/image" Target="../media/image477.png"/><Relationship Id="rId414" Type="http://schemas.openxmlformats.org/officeDocument/2006/relationships/customXml" Target="../ink/ink557.xml"/><Relationship Id="rId456" Type="http://schemas.openxmlformats.org/officeDocument/2006/relationships/customXml" Target="../ink/ink578.xml"/><Relationship Id="rId498" Type="http://schemas.openxmlformats.org/officeDocument/2006/relationships/customXml" Target="../ink/ink599.xml"/><Relationship Id="rId13" Type="http://schemas.openxmlformats.org/officeDocument/2006/relationships/image" Target="../media/image359.png"/><Relationship Id="rId109" Type="http://schemas.openxmlformats.org/officeDocument/2006/relationships/image" Target="../media/image407.png"/><Relationship Id="rId260" Type="http://schemas.openxmlformats.org/officeDocument/2006/relationships/customXml" Target="../ink/ink480.xml"/><Relationship Id="rId316" Type="http://schemas.openxmlformats.org/officeDocument/2006/relationships/customXml" Target="../ink/ink508.xml"/><Relationship Id="rId523" Type="http://schemas.openxmlformats.org/officeDocument/2006/relationships/image" Target="../media/image614.png"/><Relationship Id="rId55" Type="http://schemas.openxmlformats.org/officeDocument/2006/relationships/image" Target="../media/image380.png"/><Relationship Id="rId97" Type="http://schemas.openxmlformats.org/officeDocument/2006/relationships/image" Target="../media/image401.png"/><Relationship Id="rId120" Type="http://schemas.openxmlformats.org/officeDocument/2006/relationships/customXml" Target="../ink/ink410.xml"/><Relationship Id="rId358" Type="http://schemas.openxmlformats.org/officeDocument/2006/relationships/customXml" Target="../ink/ink529.xml"/><Relationship Id="rId162" Type="http://schemas.openxmlformats.org/officeDocument/2006/relationships/customXml" Target="../ink/ink431.xml"/><Relationship Id="rId218" Type="http://schemas.openxmlformats.org/officeDocument/2006/relationships/customXml" Target="../ink/ink459.xml"/><Relationship Id="rId425" Type="http://schemas.openxmlformats.org/officeDocument/2006/relationships/image" Target="../media/image565.png"/><Relationship Id="rId467" Type="http://schemas.openxmlformats.org/officeDocument/2006/relationships/image" Target="../media/image586.png"/><Relationship Id="rId271" Type="http://schemas.openxmlformats.org/officeDocument/2006/relationships/image" Target="../media/image488.png"/><Relationship Id="rId24" Type="http://schemas.openxmlformats.org/officeDocument/2006/relationships/customXml" Target="../ink/ink362.xml"/><Relationship Id="rId66" Type="http://schemas.openxmlformats.org/officeDocument/2006/relationships/customXml" Target="../ink/ink383.xml"/><Relationship Id="rId131" Type="http://schemas.openxmlformats.org/officeDocument/2006/relationships/image" Target="../media/image418.png"/><Relationship Id="rId327" Type="http://schemas.openxmlformats.org/officeDocument/2006/relationships/image" Target="../media/image516.png"/><Relationship Id="rId369" Type="http://schemas.openxmlformats.org/officeDocument/2006/relationships/image" Target="../media/image537.png"/><Relationship Id="rId173" Type="http://schemas.openxmlformats.org/officeDocument/2006/relationships/image" Target="../media/image439.png"/><Relationship Id="rId229" Type="http://schemas.openxmlformats.org/officeDocument/2006/relationships/image" Target="../media/image467.png"/><Relationship Id="rId380" Type="http://schemas.openxmlformats.org/officeDocument/2006/relationships/customXml" Target="../ink/ink540.xml"/><Relationship Id="rId436" Type="http://schemas.openxmlformats.org/officeDocument/2006/relationships/customXml" Target="../ink/ink568.xml"/><Relationship Id="rId240" Type="http://schemas.openxmlformats.org/officeDocument/2006/relationships/customXml" Target="../ink/ink470.xml"/><Relationship Id="rId478" Type="http://schemas.openxmlformats.org/officeDocument/2006/relationships/customXml" Target="../ink/ink589.xml"/><Relationship Id="rId35" Type="http://schemas.openxmlformats.org/officeDocument/2006/relationships/image" Target="../media/image370.png"/><Relationship Id="rId77" Type="http://schemas.openxmlformats.org/officeDocument/2006/relationships/image" Target="../media/image391.png"/><Relationship Id="rId100" Type="http://schemas.openxmlformats.org/officeDocument/2006/relationships/customXml" Target="../ink/ink400.xml"/><Relationship Id="rId282" Type="http://schemas.openxmlformats.org/officeDocument/2006/relationships/customXml" Target="../ink/ink491.xml"/><Relationship Id="rId338" Type="http://schemas.openxmlformats.org/officeDocument/2006/relationships/customXml" Target="../ink/ink519.xml"/><Relationship Id="rId503" Type="http://schemas.openxmlformats.org/officeDocument/2006/relationships/image" Target="../media/image604.png"/><Relationship Id="rId8" Type="http://schemas.openxmlformats.org/officeDocument/2006/relationships/customXml" Target="../ink/ink354.xml"/><Relationship Id="rId142" Type="http://schemas.openxmlformats.org/officeDocument/2006/relationships/customXml" Target="../ink/ink421.xml"/><Relationship Id="rId184" Type="http://schemas.openxmlformats.org/officeDocument/2006/relationships/customXml" Target="../ink/ink442.xml"/><Relationship Id="rId391" Type="http://schemas.openxmlformats.org/officeDocument/2006/relationships/image" Target="../media/image548.png"/><Relationship Id="rId405" Type="http://schemas.openxmlformats.org/officeDocument/2006/relationships/image" Target="../media/image555.png"/><Relationship Id="rId447" Type="http://schemas.openxmlformats.org/officeDocument/2006/relationships/image" Target="../media/image576.png"/><Relationship Id="rId251" Type="http://schemas.openxmlformats.org/officeDocument/2006/relationships/image" Target="../media/image478.png"/><Relationship Id="rId489" Type="http://schemas.openxmlformats.org/officeDocument/2006/relationships/image" Target="../media/image597.png"/><Relationship Id="rId46" Type="http://schemas.openxmlformats.org/officeDocument/2006/relationships/customXml" Target="../ink/ink373.xml"/><Relationship Id="rId293" Type="http://schemas.openxmlformats.org/officeDocument/2006/relationships/image" Target="../media/image499.png"/><Relationship Id="rId307" Type="http://schemas.openxmlformats.org/officeDocument/2006/relationships/image" Target="../media/image506.png"/><Relationship Id="rId349" Type="http://schemas.openxmlformats.org/officeDocument/2006/relationships/image" Target="../media/image527.png"/><Relationship Id="rId514" Type="http://schemas.openxmlformats.org/officeDocument/2006/relationships/customXml" Target="../ink/ink607.xml"/><Relationship Id="rId88" Type="http://schemas.openxmlformats.org/officeDocument/2006/relationships/customXml" Target="../ink/ink394.xml"/><Relationship Id="rId111" Type="http://schemas.openxmlformats.org/officeDocument/2006/relationships/image" Target="../media/image408.png"/><Relationship Id="rId153" Type="http://schemas.openxmlformats.org/officeDocument/2006/relationships/image" Target="../media/image429.png"/><Relationship Id="rId195" Type="http://schemas.openxmlformats.org/officeDocument/2006/relationships/image" Target="../media/image450.png"/><Relationship Id="rId209" Type="http://schemas.openxmlformats.org/officeDocument/2006/relationships/image" Target="../media/image457.png"/><Relationship Id="rId360" Type="http://schemas.openxmlformats.org/officeDocument/2006/relationships/customXml" Target="../ink/ink530.xml"/><Relationship Id="rId416" Type="http://schemas.openxmlformats.org/officeDocument/2006/relationships/customXml" Target="../ink/ink558.xml"/><Relationship Id="rId220" Type="http://schemas.openxmlformats.org/officeDocument/2006/relationships/customXml" Target="../ink/ink460.xml"/><Relationship Id="rId458" Type="http://schemas.openxmlformats.org/officeDocument/2006/relationships/customXml" Target="../ink/ink579.xml"/><Relationship Id="rId15" Type="http://schemas.openxmlformats.org/officeDocument/2006/relationships/image" Target="../media/image360.png"/><Relationship Id="rId57" Type="http://schemas.openxmlformats.org/officeDocument/2006/relationships/image" Target="../media/image381.png"/><Relationship Id="rId262" Type="http://schemas.openxmlformats.org/officeDocument/2006/relationships/customXml" Target="../ink/ink481.xml"/><Relationship Id="rId318" Type="http://schemas.openxmlformats.org/officeDocument/2006/relationships/customXml" Target="../ink/ink509.xml"/><Relationship Id="rId525" Type="http://schemas.openxmlformats.org/officeDocument/2006/relationships/image" Target="../media/image615.png"/><Relationship Id="rId99" Type="http://schemas.openxmlformats.org/officeDocument/2006/relationships/image" Target="../media/image402.png"/><Relationship Id="rId122" Type="http://schemas.openxmlformats.org/officeDocument/2006/relationships/customXml" Target="../ink/ink411.xml"/><Relationship Id="rId164" Type="http://schemas.openxmlformats.org/officeDocument/2006/relationships/customXml" Target="../ink/ink432.xml"/><Relationship Id="rId371" Type="http://schemas.openxmlformats.org/officeDocument/2006/relationships/image" Target="../media/image538.png"/><Relationship Id="rId427" Type="http://schemas.openxmlformats.org/officeDocument/2006/relationships/image" Target="../media/image566.png"/><Relationship Id="rId469" Type="http://schemas.openxmlformats.org/officeDocument/2006/relationships/image" Target="../media/image587.png"/><Relationship Id="rId26" Type="http://schemas.openxmlformats.org/officeDocument/2006/relationships/customXml" Target="../ink/ink363.xml"/><Relationship Id="rId231" Type="http://schemas.openxmlformats.org/officeDocument/2006/relationships/image" Target="../media/image468.png"/><Relationship Id="rId273" Type="http://schemas.openxmlformats.org/officeDocument/2006/relationships/image" Target="../media/image489.png"/><Relationship Id="rId329" Type="http://schemas.openxmlformats.org/officeDocument/2006/relationships/image" Target="../media/image517.png"/><Relationship Id="rId480" Type="http://schemas.openxmlformats.org/officeDocument/2006/relationships/customXml" Target="../ink/ink590.xml"/><Relationship Id="rId68" Type="http://schemas.openxmlformats.org/officeDocument/2006/relationships/customXml" Target="../ink/ink384.xml"/><Relationship Id="rId133" Type="http://schemas.openxmlformats.org/officeDocument/2006/relationships/image" Target="../media/image419.png"/><Relationship Id="rId175" Type="http://schemas.openxmlformats.org/officeDocument/2006/relationships/image" Target="../media/image440.png"/><Relationship Id="rId340" Type="http://schemas.openxmlformats.org/officeDocument/2006/relationships/customXml" Target="../ink/ink520.xml"/><Relationship Id="rId200" Type="http://schemas.openxmlformats.org/officeDocument/2006/relationships/customXml" Target="../ink/ink450.xml"/><Relationship Id="rId382" Type="http://schemas.openxmlformats.org/officeDocument/2006/relationships/customXml" Target="../ink/ink541.xml"/><Relationship Id="rId438" Type="http://schemas.openxmlformats.org/officeDocument/2006/relationships/customXml" Target="../ink/ink569.xml"/><Relationship Id="rId242" Type="http://schemas.openxmlformats.org/officeDocument/2006/relationships/customXml" Target="../ink/ink471.xml"/><Relationship Id="rId284" Type="http://schemas.openxmlformats.org/officeDocument/2006/relationships/customXml" Target="../ink/ink492.xml"/><Relationship Id="rId491" Type="http://schemas.openxmlformats.org/officeDocument/2006/relationships/image" Target="../media/image598.png"/><Relationship Id="rId505" Type="http://schemas.openxmlformats.org/officeDocument/2006/relationships/image" Target="../media/image605.png"/><Relationship Id="rId37" Type="http://schemas.openxmlformats.org/officeDocument/2006/relationships/image" Target="../media/image371.png"/><Relationship Id="rId79" Type="http://schemas.openxmlformats.org/officeDocument/2006/relationships/image" Target="../media/image392.png"/><Relationship Id="rId102" Type="http://schemas.openxmlformats.org/officeDocument/2006/relationships/customXml" Target="../ink/ink401.xml"/><Relationship Id="rId144" Type="http://schemas.openxmlformats.org/officeDocument/2006/relationships/customXml" Target="../ink/ink422.xml"/><Relationship Id="rId90" Type="http://schemas.openxmlformats.org/officeDocument/2006/relationships/customXml" Target="../ink/ink395.xml"/><Relationship Id="rId186" Type="http://schemas.openxmlformats.org/officeDocument/2006/relationships/customXml" Target="../ink/ink443.xml"/><Relationship Id="rId351" Type="http://schemas.openxmlformats.org/officeDocument/2006/relationships/image" Target="../media/image528.png"/><Relationship Id="rId393" Type="http://schemas.openxmlformats.org/officeDocument/2006/relationships/image" Target="../media/image549.png"/><Relationship Id="rId407" Type="http://schemas.openxmlformats.org/officeDocument/2006/relationships/image" Target="../media/image556.png"/><Relationship Id="rId449" Type="http://schemas.openxmlformats.org/officeDocument/2006/relationships/image" Target="../media/image577.png"/><Relationship Id="rId211" Type="http://schemas.openxmlformats.org/officeDocument/2006/relationships/image" Target="../media/image458.png"/><Relationship Id="rId253" Type="http://schemas.openxmlformats.org/officeDocument/2006/relationships/image" Target="../media/image479.png"/><Relationship Id="rId295" Type="http://schemas.openxmlformats.org/officeDocument/2006/relationships/image" Target="../media/image500.png"/><Relationship Id="rId309" Type="http://schemas.openxmlformats.org/officeDocument/2006/relationships/image" Target="../media/image507.png"/><Relationship Id="rId460" Type="http://schemas.openxmlformats.org/officeDocument/2006/relationships/customXml" Target="../ink/ink580.xml"/><Relationship Id="rId516" Type="http://schemas.openxmlformats.org/officeDocument/2006/relationships/customXml" Target="../ink/ink608.xml"/><Relationship Id="rId48" Type="http://schemas.openxmlformats.org/officeDocument/2006/relationships/customXml" Target="../ink/ink374.xml"/><Relationship Id="rId113" Type="http://schemas.openxmlformats.org/officeDocument/2006/relationships/image" Target="../media/image409.png"/><Relationship Id="rId320" Type="http://schemas.openxmlformats.org/officeDocument/2006/relationships/customXml" Target="../ink/ink510.xml"/><Relationship Id="rId155" Type="http://schemas.openxmlformats.org/officeDocument/2006/relationships/image" Target="../media/image430.png"/><Relationship Id="rId197" Type="http://schemas.openxmlformats.org/officeDocument/2006/relationships/image" Target="../media/image451.png"/><Relationship Id="rId362" Type="http://schemas.openxmlformats.org/officeDocument/2006/relationships/customXml" Target="../ink/ink531.xml"/><Relationship Id="rId418" Type="http://schemas.openxmlformats.org/officeDocument/2006/relationships/customXml" Target="../ink/ink559.xml"/><Relationship Id="rId222" Type="http://schemas.openxmlformats.org/officeDocument/2006/relationships/customXml" Target="../ink/ink461.xml"/><Relationship Id="rId264" Type="http://schemas.openxmlformats.org/officeDocument/2006/relationships/customXml" Target="../ink/ink482.xml"/><Relationship Id="rId471" Type="http://schemas.openxmlformats.org/officeDocument/2006/relationships/image" Target="../media/image588.png"/><Relationship Id="rId17" Type="http://schemas.openxmlformats.org/officeDocument/2006/relationships/image" Target="../media/image361.png"/><Relationship Id="rId59" Type="http://schemas.openxmlformats.org/officeDocument/2006/relationships/image" Target="../media/image382.png"/><Relationship Id="rId124" Type="http://schemas.openxmlformats.org/officeDocument/2006/relationships/customXml" Target="../ink/ink412.xml"/><Relationship Id="rId527" Type="http://schemas.openxmlformats.org/officeDocument/2006/relationships/image" Target="../media/image616.png"/><Relationship Id="rId70" Type="http://schemas.openxmlformats.org/officeDocument/2006/relationships/customXml" Target="../ink/ink385.xml"/><Relationship Id="rId166" Type="http://schemas.openxmlformats.org/officeDocument/2006/relationships/customXml" Target="../ink/ink433.xml"/><Relationship Id="rId331" Type="http://schemas.openxmlformats.org/officeDocument/2006/relationships/image" Target="../media/image518.png"/><Relationship Id="rId373" Type="http://schemas.openxmlformats.org/officeDocument/2006/relationships/image" Target="../media/image539.png"/><Relationship Id="rId429" Type="http://schemas.openxmlformats.org/officeDocument/2006/relationships/image" Target="../media/image567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469.png"/><Relationship Id="rId440" Type="http://schemas.openxmlformats.org/officeDocument/2006/relationships/customXml" Target="../ink/ink570.xml"/><Relationship Id="rId28" Type="http://schemas.openxmlformats.org/officeDocument/2006/relationships/customXml" Target="../ink/ink364.xml"/><Relationship Id="rId275" Type="http://schemas.openxmlformats.org/officeDocument/2006/relationships/image" Target="../media/image490.png"/><Relationship Id="rId300" Type="http://schemas.openxmlformats.org/officeDocument/2006/relationships/customXml" Target="../ink/ink500.xml"/><Relationship Id="rId482" Type="http://schemas.openxmlformats.org/officeDocument/2006/relationships/customXml" Target="../ink/ink591.xml"/><Relationship Id="rId81" Type="http://schemas.openxmlformats.org/officeDocument/2006/relationships/image" Target="../media/image393.png"/><Relationship Id="rId135" Type="http://schemas.openxmlformats.org/officeDocument/2006/relationships/image" Target="../media/image420.png"/><Relationship Id="rId177" Type="http://schemas.openxmlformats.org/officeDocument/2006/relationships/image" Target="../media/image441.png"/><Relationship Id="rId342" Type="http://schemas.openxmlformats.org/officeDocument/2006/relationships/customXml" Target="../ink/ink521.xml"/><Relationship Id="rId384" Type="http://schemas.openxmlformats.org/officeDocument/2006/relationships/customXml" Target="../ink/ink542.xml"/><Relationship Id="rId202" Type="http://schemas.openxmlformats.org/officeDocument/2006/relationships/customXml" Target="../ink/ink451.xml"/><Relationship Id="rId244" Type="http://schemas.openxmlformats.org/officeDocument/2006/relationships/customXml" Target="../ink/ink472.xml"/><Relationship Id="rId39" Type="http://schemas.openxmlformats.org/officeDocument/2006/relationships/image" Target="../media/image372.png"/><Relationship Id="rId286" Type="http://schemas.openxmlformats.org/officeDocument/2006/relationships/customXml" Target="../ink/ink493.xml"/><Relationship Id="rId451" Type="http://schemas.openxmlformats.org/officeDocument/2006/relationships/image" Target="../media/image578.png"/><Relationship Id="rId493" Type="http://schemas.openxmlformats.org/officeDocument/2006/relationships/image" Target="../media/image599.png"/><Relationship Id="rId507" Type="http://schemas.openxmlformats.org/officeDocument/2006/relationships/image" Target="../media/image606.png"/><Relationship Id="rId50" Type="http://schemas.openxmlformats.org/officeDocument/2006/relationships/customXml" Target="../ink/ink375.xml"/><Relationship Id="rId104" Type="http://schemas.openxmlformats.org/officeDocument/2006/relationships/customXml" Target="../ink/ink402.xml"/><Relationship Id="rId146" Type="http://schemas.openxmlformats.org/officeDocument/2006/relationships/customXml" Target="../ink/ink423.xml"/><Relationship Id="rId188" Type="http://schemas.openxmlformats.org/officeDocument/2006/relationships/customXml" Target="../ink/ink444.xml"/><Relationship Id="rId311" Type="http://schemas.openxmlformats.org/officeDocument/2006/relationships/image" Target="../media/image508.png"/><Relationship Id="rId353" Type="http://schemas.openxmlformats.org/officeDocument/2006/relationships/image" Target="../media/image529.png"/><Relationship Id="rId395" Type="http://schemas.openxmlformats.org/officeDocument/2006/relationships/image" Target="../media/image550.png"/><Relationship Id="rId409" Type="http://schemas.openxmlformats.org/officeDocument/2006/relationships/image" Target="../media/image557.png"/><Relationship Id="rId92" Type="http://schemas.openxmlformats.org/officeDocument/2006/relationships/customXml" Target="../ink/ink396.xml"/><Relationship Id="rId213" Type="http://schemas.openxmlformats.org/officeDocument/2006/relationships/image" Target="../media/image459.png"/><Relationship Id="rId420" Type="http://schemas.openxmlformats.org/officeDocument/2006/relationships/customXml" Target="../ink/ink560.xml"/><Relationship Id="rId255" Type="http://schemas.openxmlformats.org/officeDocument/2006/relationships/image" Target="../media/image480.png"/><Relationship Id="rId297" Type="http://schemas.openxmlformats.org/officeDocument/2006/relationships/image" Target="../media/image501.png"/><Relationship Id="rId462" Type="http://schemas.openxmlformats.org/officeDocument/2006/relationships/customXml" Target="../ink/ink581.xml"/><Relationship Id="rId518" Type="http://schemas.openxmlformats.org/officeDocument/2006/relationships/customXml" Target="../ink/ink609.xml"/><Relationship Id="rId115" Type="http://schemas.openxmlformats.org/officeDocument/2006/relationships/image" Target="../media/image410.png"/><Relationship Id="rId157" Type="http://schemas.openxmlformats.org/officeDocument/2006/relationships/image" Target="../media/image431.png"/><Relationship Id="rId322" Type="http://schemas.openxmlformats.org/officeDocument/2006/relationships/customXml" Target="../ink/ink511.xml"/><Relationship Id="rId364" Type="http://schemas.openxmlformats.org/officeDocument/2006/relationships/customXml" Target="../ink/ink532.xml"/><Relationship Id="rId61" Type="http://schemas.openxmlformats.org/officeDocument/2006/relationships/image" Target="../media/image383.png"/><Relationship Id="rId199" Type="http://schemas.openxmlformats.org/officeDocument/2006/relationships/image" Target="../media/image452.png"/><Relationship Id="rId19" Type="http://schemas.openxmlformats.org/officeDocument/2006/relationships/image" Target="../media/image362.png"/><Relationship Id="rId224" Type="http://schemas.openxmlformats.org/officeDocument/2006/relationships/customXml" Target="../ink/ink462.xml"/><Relationship Id="rId266" Type="http://schemas.openxmlformats.org/officeDocument/2006/relationships/customXml" Target="../ink/ink483.xml"/><Relationship Id="rId431" Type="http://schemas.openxmlformats.org/officeDocument/2006/relationships/image" Target="../media/image568.png"/><Relationship Id="rId473" Type="http://schemas.openxmlformats.org/officeDocument/2006/relationships/image" Target="../media/image589.png"/><Relationship Id="rId529" Type="http://schemas.openxmlformats.org/officeDocument/2006/relationships/image" Target="../media/image617.png"/><Relationship Id="rId30" Type="http://schemas.openxmlformats.org/officeDocument/2006/relationships/customXml" Target="../ink/ink365.xml"/><Relationship Id="rId126" Type="http://schemas.openxmlformats.org/officeDocument/2006/relationships/customXml" Target="../ink/ink413.xml"/><Relationship Id="rId168" Type="http://schemas.openxmlformats.org/officeDocument/2006/relationships/customXml" Target="../ink/ink434.xml"/><Relationship Id="rId333" Type="http://schemas.openxmlformats.org/officeDocument/2006/relationships/image" Target="../media/image519.png"/><Relationship Id="rId72" Type="http://schemas.openxmlformats.org/officeDocument/2006/relationships/customXml" Target="../ink/ink386.xml"/><Relationship Id="rId375" Type="http://schemas.openxmlformats.org/officeDocument/2006/relationships/image" Target="../media/image540.png"/><Relationship Id="rId3" Type="http://schemas.openxmlformats.org/officeDocument/2006/relationships/image" Target="../media/image354.png"/><Relationship Id="rId235" Type="http://schemas.openxmlformats.org/officeDocument/2006/relationships/image" Target="../media/image470.png"/><Relationship Id="rId277" Type="http://schemas.openxmlformats.org/officeDocument/2006/relationships/image" Target="../media/image491.png"/><Relationship Id="rId400" Type="http://schemas.openxmlformats.org/officeDocument/2006/relationships/customXml" Target="../ink/ink550.xml"/><Relationship Id="rId442" Type="http://schemas.openxmlformats.org/officeDocument/2006/relationships/customXml" Target="../ink/ink571.xml"/><Relationship Id="rId484" Type="http://schemas.openxmlformats.org/officeDocument/2006/relationships/customXml" Target="../ink/ink592.xml"/><Relationship Id="rId137" Type="http://schemas.openxmlformats.org/officeDocument/2006/relationships/image" Target="../media/image421.png"/><Relationship Id="rId302" Type="http://schemas.openxmlformats.org/officeDocument/2006/relationships/customXml" Target="../ink/ink501.xml"/><Relationship Id="rId344" Type="http://schemas.openxmlformats.org/officeDocument/2006/relationships/customXml" Target="../ink/ink522.xml"/><Relationship Id="rId41" Type="http://schemas.openxmlformats.org/officeDocument/2006/relationships/image" Target="../media/image373.png"/><Relationship Id="rId83" Type="http://schemas.openxmlformats.org/officeDocument/2006/relationships/image" Target="../media/image394.png"/><Relationship Id="rId179" Type="http://schemas.openxmlformats.org/officeDocument/2006/relationships/image" Target="../media/image442.png"/><Relationship Id="rId386" Type="http://schemas.openxmlformats.org/officeDocument/2006/relationships/customXml" Target="../ink/ink543.xml"/><Relationship Id="rId190" Type="http://schemas.openxmlformats.org/officeDocument/2006/relationships/customXml" Target="../ink/ink445.xml"/><Relationship Id="rId204" Type="http://schemas.openxmlformats.org/officeDocument/2006/relationships/customXml" Target="../ink/ink452.xml"/><Relationship Id="rId246" Type="http://schemas.openxmlformats.org/officeDocument/2006/relationships/customXml" Target="../ink/ink473.xml"/><Relationship Id="rId288" Type="http://schemas.openxmlformats.org/officeDocument/2006/relationships/customXml" Target="../ink/ink494.xml"/><Relationship Id="rId411" Type="http://schemas.openxmlformats.org/officeDocument/2006/relationships/image" Target="../media/image558.png"/><Relationship Id="rId453" Type="http://schemas.openxmlformats.org/officeDocument/2006/relationships/image" Target="../media/image579.png"/><Relationship Id="rId509" Type="http://schemas.openxmlformats.org/officeDocument/2006/relationships/image" Target="../media/image607.png"/><Relationship Id="rId106" Type="http://schemas.openxmlformats.org/officeDocument/2006/relationships/customXml" Target="../ink/ink403.xml"/><Relationship Id="rId313" Type="http://schemas.openxmlformats.org/officeDocument/2006/relationships/image" Target="../media/image509.png"/><Relationship Id="rId495" Type="http://schemas.openxmlformats.org/officeDocument/2006/relationships/image" Target="../media/image600.png"/><Relationship Id="rId10" Type="http://schemas.openxmlformats.org/officeDocument/2006/relationships/customXml" Target="../ink/ink355.xml"/><Relationship Id="rId52" Type="http://schemas.openxmlformats.org/officeDocument/2006/relationships/customXml" Target="../ink/ink376.xml"/><Relationship Id="rId94" Type="http://schemas.openxmlformats.org/officeDocument/2006/relationships/customXml" Target="../ink/ink397.xml"/><Relationship Id="rId148" Type="http://schemas.openxmlformats.org/officeDocument/2006/relationships/customXml" Target="../ink/ink424.xml"/><Relationship Id="rId355" Type="http://schemas.openxmlformats.org/officeDocument/2006/relationships/image" Target="../media/image530.png"/><Relationship Id="rId397" Type="http://schemas.openxmlformats.org/officeDocument/2006/relationships/image" Target="../media/image551.png"/><Relationship Id="rId520" Type="http://schemas.openxmlformats.org/officeDocument/2006/relationships/customXml" Target="../ink/ink610.xml"/><Relationship Id="rId215" Type="http://schemas.openxmlformats.org/officeDocument/2006/relationships/image" Target="../media/image460.png"/><Relationship Id="rId257" Type="http://schemas.openxmlformats.org/officeDocument/2006/relationships/image" Target="../media/image481.png"/><Relationship Id="rId422" Type="http://schemas.openxmlformats.org/officeDocument/2006/relationships/customXml" Target="../ink/ink561.xml"/><Relationship Id="rId464" Type="http://schemas.openxmlformats.org/officeDocument/2006/relationships/customXml" Target="../ink/ink582.xml"/><Relationship Id="rId299" Type="http://schemas.openxmlformats.org/officeDocument/2006/relationships/image" Target="../media/image502.png"/><Relationship Id="rId63" Type="http://schemas.openxmlformats.org/officeDocument/2006/relationships/image" Target="../media/image384.png"/><Relationship Id="rId159" Type="http://schemas.openxmlformats.org/officeDocument/2006/relationships/image" Target="../media/image432.png"/><Relationship Id="rId366" Type="http://schemas.openxmlformats.org/officeDocument/2006/relationships/customXml" Target="../ink/ink533.xml"/><Relationship Id="rId226" Type="http://schemas.openxmlformats.org/officeDocument/2006/relationships/customXml" Target="../ink/ink463.xml"/><Relationship Id="rId433" Type="http://schemas.openxmlformats.org/officeDocument/2006/relationships/image" Target="../media/image569.png"/><Relationship Id="rId74" Type="http://schemas.openxmlformats.org/officeDocument/2006/relationships/customXml" Target="../ink/ink387.xml"/><Relationship Id="rId377" Type="http://schemas.openxmlformats.org/officeDocument/2006/relationships/image" Target="../media/image541.png"/><Relationship Id="rId500" Type="http://schemas.openxmlformats.org/officeDocument/2006/relationships/customXml" Target="../ink/ink600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3.xml"/><Relationship Id="rId21" Type="http://schemas.openxmlformats.org/officeDocument/2006/relationships/customXml" Target="../ink/ink625.xml"/><Relationship Id="rId42" Type="http://schemas.openxmlformats.org/officeDocument/2006/relationships/image" Target="../media/image896.png"/><Relationship Id="rId63" Type="http://schemas.openxmlformats.org/officeDocument/2006/relationships/customXml" Target="../ink/ink646.xml"/><Relationship Id="rId84" Type="http://schemas.openxmlformats.org/officeDocument/2006/relationships/image" Target="../media/image917.png"/><Relationship Id="rId138" Type="http://schemas.openxmlformats.org/officeDocument/2006/relationships/image" Target="../media/image944.png"/><Relationship Id="rId159" Type="http://schemas.openxmlformats.org/officeDocument/2006/relationships/customXml" Target="../ink/ink694.xml"/><Relationship Id="rId170" Type="http://schemas.openxmlformats.org/officeDocument/2006/relationships/image" Target="../media/image960.png"/><Relationship Id="rId107" Type="http://schemas.openxmlformats.org/officeDocument/2006/relationships/customXml" Target="../ink/ink668.xml"/><Relationship Id="rId11" Type="http://schemas.openxmlformats.org/officeDocument/2006/relationships/customXml" Target="../ink/ink620.xml"/><Relationship Id="rId32" Type="http://schemas.openxmlformats.org/officeDocument/2006/relationships/image" Target="../media/image891.png"/><Relationship Id="rId53" Type="http://schemas.openxmlformats.org/officeDocument/2006/relationships/customXml" Target="../ink/ink641.xml"/><Relationship Id="rId74" Type="http://schemas.openxmlformats.org/officeDocument/2006/relationships/image" Target="../media/image912.png"/><Relationship Id="rId128" Type="http://schemas.openxmlformats.org/officeDocument/2006/relationships/image" Target="../media/image939.png"/><Relationship Id="rId149" Type="http://schemas.openxmlformats.org/officeDocument/2006/relationships/customXml" Target="../ink/ink689.xml"/><Relationship Id="rId5" Type="http://schemas.openxmlformats.org/officeDocument/2006/relationships/customXml" Target="../ink/ink617.xml"/><Relationship Id="rId95" Type="http://schemas.openxmlformats.org/officeDocument/2006/relationships/customXml" Target="../ink/ink662.xml"/><Relationship Id="rId160" Type="http://schemas.openxmlformats.org/officeDocument/2006/relationships/image" Target="../media/image955.png"/><Relationship Id="rId22" Type="http://schemas.openxmlformats.org/officeDocument/2006/relationships/image" Target="../media/image886.png"/><Relationship Id="rId43" Type="http://schemas.openxmlformats.org/officeDocument/2006/relationships/customXml" Target="../ink/ink636.xml"/><Relationship Id="rId64" Type="http://schemas.openxmlformats.org/officeDocument/2006/relationships/image" Target="../media/image907.png"/><Relationship Id="rId118" Type="http://schemas.openxmlformats.org/officeDocument/2006/relationships/image" Target="../media/image934.png"/><Relationship Id="rId139" Type="http://schemas.openxmlformats.org/officeDocument/2006/relationships/customXml" Target="../ink/ink684.xml"/><Relationship Id="rId85" Type="http://schemas.openxmlformats.org/officeDocument/2006/relationships/customXml" Target="../ink/ink657.xml"/><Relationship Id="rId150" Type="http://schemas.openxmlformats.org/officeDocument/2006/relationships/image" Target="../media/image950.png"/><Relationship Id="rId171" Type="http://schemas.openxmlformats.org/officeDocument/2006/relationships/customXml" Target="../ink/ink700.xml"/><Relationship Id="rId12" Type="http://schemas.openxmlformats.org/officeDocument/2006/relationships/image" Target="../media/image881.png"/><Relationship Id="rId33" Type="http://schemas.openxmlformats.org/officeDocument/2006/relationships/customXml" Target="../ink/ink631.xml"/><Relationship Id="rId108" Type="http://schemas.openxmlformats.org/officeDocument/2006/relationships/image" Target="../media/image929.png"/><Relationship Id="rId129" Type="http://schemas.openxmlformats.org/officeDocument/2006/relationships/customXml" Target="../ink/ink679.xml"/><Relationship Id="rId54" Type="http://schemas.openxmlformats.org/officeDocument/2006/relationships/image" Target="../media/image902.png"/><Relationship Id="rId75" Type="http://schemas.openxmlformats.org/officeDocument/2006/relationships/customXml" Target="../ink/ink652.xml"/><Relationship Id="rId96" Type="http://schemas.openxmlformats.org/officeDocument/2006/relationships/image" Target="../media/image923.png"/><Relationship Id="rId140" Type="http://schemas.openxmlformats.org/officeDocument/2006/relationships/image" Target="../media/image945.png"/><Relationship Id="rId161" Type="http://schemas.openxmlformats.org/officeDocument/2006/relationships/customXml" Target="../ink/ink695.xml"/><Relationship Id="rId6" Type="http://schemas.openxmlformats.org/officeDocument/2006/relationships/image" Target="../media/image878.png"/><Relationship Id="rId23" Type="http://schemas.openxmlformats.org/officeDocument/2006/relationships/customXml" Target="../ink/ink626.xml"/><Relationship Id="rId28" Type="http://schemas.openxmlformats.org/officeDocument/2006/relationships/image" Target="../media/image889.png"/><Relationship Id="rId49" Type="http://schemas.openxmlformats.org/officeDocument/2006/relationships/customXml" Target="../ink/ink639.xml"/><Relationship Id="rId114" Type="http://schemas.openxmlformats.org/officeDocument/2006/relationships/image" Target="../media/image932.png"/><Relationship Id="rId119" Type="http://schemas.openxmlformats.org/officeDocument/2006/relationships/customXml" Target="../ink/ink674.xml"/><Relationship Id="rId44" Type="http://schemas.openxmlformats.org/officeDocument/2006/relationships/image" Target="../media/image897.png"/><Relationship Id="rId60" Type="http://schemas.openxmlformats.org/officeDocument/2006/relationships/image" Target="../media/image905.png"/><Relationship Id="rId65" Type="http://schemas.openxmlformats.org/officeDocument/2006/relationships/customXml" Target="../ink/ink647.xml"/><Relationship Id="rId81" Type="http://schemas.openxmlformats.org/officeDocument/2006/relationships/customXml" Target="../ink/ink655.xml"/><Relationship Id="rId86" Type="http://schemas.openxmlformats.org/officeDocument/2006/relationships/image" Target="../media/image918.png"/><Relationship Id="rId130" Type="http://schemas.openxmlformats.org/officeDocument/2006/relationships/image" Target="../media/image940.png"/><Relationship Id="rId135" Type="http://schemas.openxmlformats.org/officeDocument/2006/relationships/customXml" Target="../ink/ink682.xml"/><Relationship Id="rId151" Type="http://schemas.openxmlformats.org/officeDocument/2006/relationships/customXml" Target="../ink/ink690.xml"/><Relationship Id="rId156" Type="http://schemas.openxmlformats.org/officeDocument/2006/relationships/image" Target="../media/image953.png"/><Relationship Id="rId177" Type="http://schemas.openxmlformats.org/officeDocument/2006/relationships/customXml" Target="../ink/ink703.xml"/><Relationship Id="rId172" Type="http://schemas.openxmlformats.org/officeDocument/2006/relationships/image" Target="../media/image961.png"/><Relationship Id="rId13" Type="http://schemas.openxmlformats.org/officeDocument/2006/relationships/customXml" Target="../ink/ink621.xml"/><Relationship Id="rId18" Type="http://schemas.openxmlformats.org/officeDocument/2006/relationships/image" Target="../media/image884.png"/><Relationship Id="rId39" Type="http://schemas.openxmlformats.org/officeDocument/2006/relationships/customXml" Target="../ink/ink634.xml"/><Relationship Id="rId109" Type="http://schemas.openxmlformats.org/officeDocument/2006/relationships/customXml" Target="../ink/ink669.xml"/><Relationship Id="rId34" Type="http://schemas.openxmlformats.org/officeDocument/2006/relationships/image" Target="../media/image892.png"/><Relationship Id="rId50" Type="http://schemas.openxmlformats.org/officeDocument/2006/relationships/image" Target="../media/image900.png"/><Relationship Id="rId55" Type="http://schemas.openxmlformats.org/officeDocument/2006/relationships/customXml" Target="../ink/ink642.xml"/><Relationship Id="rId76" Type="http://schemas.openxmlformats.org/officeDocument/2006/relationships/image" Target="../media/image913.png"/><Relationship Id="rId97" Type="http://schemas.openxmlformats.org/officeDocument/2006/relationships/customXml" Target="../ink/ink663.xml"/><Relationship Id="rId104" Type="http://schemas.openxmlformats.org/officeDocument/2006/relationships/image" Target="../media/image927.png"/><Relationship Id="rId120" Type="http://schemas.openxmlformats.org/officeDocument/2006/relationships/image" Target="../media/image935.png"/><Relationship Id="rId125" Type="http://schemas.openxmlformats.org/officeDocument/2006/relationships/customXml" Target="../ink/ink677.xml"/><Relationship Id="rId141" Type="http://schemas.openxmlformats.org/officeDocument/2006/relationships/customXml" Target="../ink/ink685.xml"/><Relationship Id="rId146" Type="http://schemas.openxmlformats.org/officeDocument/2006/relationships/image" Target="../media/image948.png"/><Relationship Id="rId167" Type="http://schemas.openxmlformats.org/officeDocument/2006/relationships/customXml" Target="../ink/ink698.xml"/><Relationship Id="rId7" Type="http://schemas.openxmlformats.org/officeDocument/2006/relationships/customXml" Target="../ink/ink618.xml"/><Relationship Id="rId71" Type="http://schemas.openxmlformats.org/officeDocument/2006/relationships/customXml" Target="../ink/ink650.xml"/><Relationship Id="rId92" Type="http://schemas.openxmlformats.org/officeDocument/2006/relationships/image" Target="../media/image921.png"/><Relationship Id="rId162" Type="http://schemas.openxmlformats.org/officeDocument/2006/relationships/image" Target="../media/image956.png"/><Relationship Id="rId2" Type="http://schemas.openxmlformats.org/officeDocument/2006/relationships/image" Target="../media/image76.png"/><Relationship Id="rId29" Type="http://schemas.openxmlformats.org/officeDocument/2006/relationships/customXml" Target="../ink/ink629.xml"/><Relationship Id="rId24" Type="http://schemas.openxmlformats.org/officeDocument/2006/relationships/image" Target="../media/image887.png"/><Relationship Id="rId40" Type="http://schemas.openxmlformats.org/officeDocument/2006/relationships/image" Target="../media/image895.png"/><Relationship Id="rId45" Type="http://schemas.openxmlformats.org/officeDocument/2006/relationships/customXml" Target="../ink/ink637.xml"/><Relationship Id="rId66" Type="http://schemas.openxmlformats.org/officeDocument/2006/relationships/image" Target="../media/image908.png"/><Relationship Id="rId87" Type="http://schemas.openxmlformats.org/officeDocument/2006/relationships/customXml" Target="../ink/ink658.xml"/><Relationship Id="rId110" Type="http://schemas.openxmlformats.org/officeDocument/2006/relationships/image" Target="../media/image930.png"/><Relationship Id="rId115" Type="http://schemas.openxmlformats.org/officeDocument/2006/relationships/customXml" Target="../ink/ink672.xml"/><Relationship Id="rId131" Type="http://schemas.openxmlformats.org/officeDocument/2006/relationships/customXml" Target="../ink/ink680.xml"/><Relationship Id="rId136" Type="http://schemas.openxmlformats.org/officeDocument/2006/relationships/image" Target="../media/image943.png"/><Relationship Id="rId157" Type="http://schemas.openxmlformats.org/officeDocument/2006/relationships/customXml" Target="../ink/ink693.xml"/><Relationship Id="rId178" Type="http://schemas.openxmlformats.org/officeDocument/2006/relationships/image" Target="../media/image964.png"/><Relationship Id="rId61" Type="http://schemas.openxmlformats.org/officeDocument/2006/relationships/customXml" Target="../ink/ink645.xml"/><Relationship Id="rId82" Type="http://schemas.openxmlformats.org/officeDocument/2006/relationships/image" Target="../media/image916.png"/><Relationship Id="rId152" Type="http://schemas.openxmlformats.org/officeDocument/2006/relationships/image" Target="../media/image951.png"/><Relationship Id="rId173" Type="http://schemas.openxmlformats.org/officeDocument/2006/relationships/customXml" Target="../ink/ink701.xml"/><Relationship Id="rId19" Type="http://schemas.openxmlformats.org/officeDocument/2006/relationships/customXml" Target="../ink/ink624.xml"/><Relationship Id="rId14" Type="http://schemas.openxmlformats.org/officeDocument/2006/relationships/image" Target="../media/image882.png"/><Relationship Id="rId30" Type="http://schemas.openxmlformats.org/officeDocument/2006/relationships/image" Target="../media/image890.png"/><Relationship Id="rId35" Type="http://schemas.openxmlformats.org/officeDocument/2006/relationships/customXml" Target="../ink/ink632.xml"/><Relationship Id="rId56" Type="http://schemas.openxmlformats.org/officeDocument/2006/relationships/image" Target="../media/image903.png"/><Relationship Id="rId77" Type="http://schemas.openxmlformats.org/officeDocument/2006/relationships/customXml" Target="../ink/ink653.xml"/><Relationship Id="rId100" Type="http://schemas.openxmlformats.org/officeDocument/2006/relationships/image" Target="../media/image925.png"/><Relationship Id="rId105" Type="http://schemas.openxmlformats.org/officeDocument/2006/relationships/customXml" Target="../ink/ink667.xml"/><Relationship Id="rId126" Type="http://schemas.openxmlformats.org/officeDocument/2006/relationships/image" Target="../media/image938.png"/><Relationship Id="rId147" Type="http://schemas.openxmlformats.org/officeDocument/2006/relationships/customXml" Target="../ink/ink688.xml"/><Relationship Id="rId168" Type="http://schemas.openxmlformats.org/officeDocument/2006/relationships/image" Target="../media/image959.png"/><Relationship Id="rId8" Type="http://schemas.openxmlformats.org/officeDocument/2006/relationships/image" Target="../media/image879.png"/><Relationship Id="rId51" Type="http://schemas.openxmlformats.org/officeDocument/2006/relationships/customXml" Target="../ink/ink640.xml"/><Relationship Id="rId72" Type="http://schemas.openxmlformats.org/officeDocument/2006/relationships/image" Target="../media/image911.png"/><Relationship Id="rId93" Type="http://schemas.openxmlformats.org/officeDocument/2006/relationships/customXml" Target="../ink/ink661.xml"/><Relationship Id="rId98" Type="http://schemas.openxmlformats.org/officeDocument/2006/relationships/image" Target="../media/image924.png"/><Relationship Id="rId121" Type="http://schemas.openxmlformats.org/officeDocument/2006/relationships/customXml" Target="../ink/ink675.xml"/><Relationship Id="rId142" Type="http://schemas.openxmlformats.org/officeDocument/2006/relationships/image" Target="../media/image946.png"/><Relationship Id="rId163" Type="http://schemas.openxmlformats.org/officeDocument/2006/relationships/customXml" Target="../ink/ink696.xml"/><Relationship Id="rId3" Type="http://schemas.openxmlformats.org/officeDocument/2006/relationships/customXml" Target="../ink/ink616.xml"/><Relationship Id="rId25" Type="http://schemas.openxmlformats.org/officeDocument/2006/relationships/customXml" Target="../ink/ink627.xml"/><Relationship Id="rId46" Type="http://schemas.openxmlformats.org/officeDocument/2006/relationships/image" Target="../media/image898.png"/><Relationship Id="rId67" Type="http://schemas.openxmlformats.org/officeDocument/2006/relationships/customXml" Target="../ink/ink648.xml"/><Relationship Id="rId116" Type="http://schemas.openxmlformats.org/officeDocument/2006/relationships/image" Target="../media/image933.png"/><Relationship Id="rId137" Type="http://schemas.openxmlformats.org/officeDocument/2006/relationships/customXml" Target="../ink/ink683.xml"/><Relationship Id="rId158" Type="http://schemas.openxmlformats.org/officeDocument/2006/relationships/image" Target="../media/image954.png"/><Relationship Id="rId20" Type="http://schemas.openxmlformats.org/officeDocument/2006/relationships/image" Target="../media/image885.png"/><Relationship Id="rId41" Type="http://schemas.openxmlformats.org/officeDocument/2006/relationships/customXml" Target="../ink/ink635.xml"/><Relationship Id="rId62" Type="http://schemas.openxmlformats.org/officeDocument/2006/relationships/image" Target="../media/image906.png"/><Relationship Id="rId83" Type="http://schemas.openxmlformats.org/officeDocument/2006/relationships/customXml" Target="../ink/ink656.xml"/><Relationship Id="rId88" Type="http://schemas.openxmlformats.org/officeDocument/2006/relationships/image" Target="../media/image919.png"/><Relationship Id="rId111" Type="http://schemas.openxmlformats.org/officeDocument/2006/relationships/customXml" Target="../ink/ink670.xml"/><Relationship Id="rId132" Type="http://schemas.openxmlformats.org/officeDocument/2006/relationships/image" Target="../media/image941.png"/><Relationship Id="rId153" Type="http://schemas.openxmlformats.org/officeDocument/2006/relationships/customXml" Target="../ink/ink691.xml"/><Relationship Id="rId174" Type="http://schemas.openxmlformats.org/officeDocument/2006/relationships/image" Target="../media/image962.png"/><Relationship Id="rId179" Type="http://schemas.openxmlformats.org/officeDocument/2006/relationships/customXml" Target="../ink/ink704.xml"/><Relationship Id="rId15" Type="http://schemas.openxmlformats.org/officeDocument/2006/relationships/customXml" Target="../ink/ink622.xml"/><Relationship Id="rId36" Type="http://schemas.openxmlformats.org/officeDocument/2006/relationships/image" Target="../media/image893.png"/><Relationship Id="rId57" Type="http://schemas.openxmlformats.org/officeDocument/2006/relationships/customXml" Target="../ink/ink643.xml"/><Relationship Id="rId106" Type="http://schemas.openxmlformats.org/officeDocument/2006/relationships/image" Target="../media/image928.png"/><Relationship Id="rId127" Type="http://schemas.openxmlformats.org/officeDocument/2006/relationships/customXml" Target="../ink/ink678.xml"/><Relationship Id="rId10" Type="http://schemas.openxmlformats.org/officeDocument/2006/relationships/image" Target="../media/image880.png"/><Relationship Id="rId31" Type="http://schemas.openxmlformats.org/officeDocument/2006/relationships/customXml" Target="../ink/ink630.xml"/><Relationship Id="rId52" Type="http://schemas.openxmlformats.org/officeDocument/2006/relationships/image" Target="../media/image901.png"/><Relationship Id="rId73" Type="http://schemas.openxmlformats.org/officeDocument/2006/relationships/customXml" Target="../ink/ink651.xml"/><Relationship Id="rId78" Type="http://schemas.openxmlformats.org/officeDocument/2006/relationships/image" Target="../media/image914.png"/><Relationship Id="rId94" Type="http://schemas.openxmlformats.org/officeDocument/2006/relationships/image" Target="../media/image922.png"/><Relationship Id="rId99" Type="http://schemas.openxmlformats.org/officeDocument/2006/relationships/customXml" Target="../ink/ink664.xml"/><Relationship Id="rId101" Type="http://schemas.openxmlformats.org/officeDocument/2006/relationships/customXml" Target="../ink/ink665.xml"/><Relationship Id="rId122" Type="http://schemas.openxmlformats.org/officeDocument/2006/relationships/image" Target="../media/image936.png"/><Relationship Id="rId143" Type="http://schemas.openxmlformats.org/officeDocument/2006/relationships/customXml" Target="../ink/ink686.xml"/><Relationship Id="rId148" Type="http://schemas.openxmlformats.org/officeDocument/2006/relationships/image" Target="../media/image949.png"/><Relationship Id="rId164" Type="http://schemas.openxmlformats.org/officeDocument/2006/relationships/image" Target="../media/image957.png"/><Relationship Id="rId169" Type="http://schemas.openxmlformats.org/officeDocument/2006/relationships/customXml" Target="../ink/ink699.xml"/><Relationship Id="rId4" Type="http://schemas.openxmlformats.org/officeDocument/2006/relationships/image" Target="../media/image877.png"/><Relationship Id="rId9" Type="http://schemas.openxmlformats.org/officeDocument/2006/relationships/customXml" Target="../ink/ink619.xml"/><Relationship Id="rId180" Type="http://schemas.openxmlformats.org/officeDocument/2006/relationships/image" Target="../media/image965.png"/><Relationship Id="rId26" Type="http://schemas.openxmlformats.org/officeDocument/2006/relationships/image" Target="../media/image888.png"/><Relationship Id="rId47" Type="http://schemas.openxmlformats.org/officeDocument/2006/relationships/customXml" Target="../ink/ink638.xml"/><Relationship Id="rId68" Type="http://schemas.openxmlformats.org/officeDocument/2006/relationships/image" Target="../media/image909.png"/><Relationship Id="rId89" Type="http://schemas.openxmlformats.org/officeDocument/2006/relationships/customXml" Target="../ink/ink659.xml"/><Relationship Id="rId112" Type="http://schemas.openxmlformats.org/officeDocument/2006/relationships/image" Target="../media/image931.png"/><Relationship Id="rId133" Type="http://schemas.openxmlformats.org/officeDocument/2006/relationships/customXml" Target="../ink/ink681.xml"/><Relationship Id="rId154" Type="http://schemas.openxmlformats.org/officeDocument/2006/relationships/image" Target="../media/image952.png"/><Relationship Id="rId175" Type="http://schemas.openxmlformats.org/officeDocument/2006/relationships/customXml" Target="../ink/ink702.xml"/><Relationship Id="rId16" Type="http://schemas.openxmlformats.org/officeDocument/2006/relationships/image" Target="../media/image883.png"/><Relationship Id="rId37" Type="http://schemas.openxmlformats.org/officeDocument/2006/relationships/customXml" Target="../ink/ink633.xml"/><Relationship Id="rId58" Type="http://schemas.openxmlformats.org/officeDocument/2006/relationships/image" Target="../media/image904.png"/><Relationship Id="rId79" Type="http://schemas.openxmlformats.org/officeDocument/2006/relationships/customXml" Target="../ink/ink654.xml"/><Relationship Id="rId102" Type="http://schemas.openxmlformats.org/officeDocument/2006/relationships/image" Target="../media/image926.png"/><Relationship Id="rId123" Type="http://schemas.openxmlformats.org/officeDocument/2006/relationships/customXml" Target="../ink/ink676.xml"/><Relationship Id="rId144" Type="http://schemas.openxmlformats.org/officeDocument/2006/relationships/image" Target="../media/image947.png"/><Relationship Id="rId90" Type="http://schemas.openxmlformats.org/officeDocument/2006/relationships/image" Target="../media/image920.png"/><Relationship Id="rId165" Type="http://schemas.openxmlformats.org/officeDocument/2006/relationships/customXml" Target="../ink/ink697.xml"/><Relationship Id="rId27" Type="http://schemas.openxmlformats.org/officeDocument/2006/relationships/customXml" Target="../ink/ink628.xml"/><Relationship Id="rId48" Type="http://schemas.openxmlformats.org/officeDocument/2006/relationships/image" Target="../media/image899.png"/><Relationship Id="rId69" Type="http://schemas.openxmlformats.org/officeDocument/2006/relationships/customXml" Target="../ink/ink649.xml"/><Relationship Id="rId113" Type="http://schemas.openxmlformats.org/officeDocument/2006/relationships/customXml" Target="../ink/ink671.xml"/><Relationship Id="rId134" Type="http://schemas.openxmlformats.org/officeDocument/2006/relationships/image" Target="../media/image942.png"/><Relationship Id="rId80" Type="http://schemas.openxmlformats.org/officeDocument/2006/relationships/image" Target="../media/image915.png"/><Relationship Id="rId155" Type="http://schemas.openxmlformats.org/officeDocument/2006/relationships/customXml" Target="../ink/ink692.xml"/><Relationship Id="rId176" Type="http://schemas.openxmlformats.org/officeDocument/2006/relationships/image" Target="../media/image963.png"/><Relationship Id="rId17" Type="http://schemas.openxmlformats.org/officeDocument/2006/relationships/customXml" Target="../ink/ink623.xml"/><Relationship Id="rId38" Type="http://schemas.openxmlformats.org/officeDocument/2006/relationships/image" Target="../media/image894.png"/><Relationship Id="rId59" Type="http://schemas.openxmlformats.org/officeDocument/2006/relationships/customXml" Target="../ink/ink644.xml"/><Relationship Id="rId103" Type="http://schemas.openxmlformats.org/officeDocument/2006/relationships/customXml" Target="../ink/ink666.xml"/><Relationship Id="rId124" Type="http://schemas.openxmlformats.org/officeDocument/2006/relationships/image" Target="../media/image937.png"/><Relationship Id="rId70" Type="http://schemas.openxmlformats.org/officeDocument/2006/relationships/image" Target="../media/image910.png"/><Relationship Id="rId91" Type="http://schemas.openxmlformats.org/officeDocument/2006/relationships/customXml" Target="../ink/ink660.xml"/><Relationship Id="rId145" Type="http://schemas.openxmlformats.org/officeDocument/2006/relationships/customXml" Target="../ink/ink687.xml"/><Relationship Id="rId166" Type="http://schemas.openxmlformats.org/officeDocument/2006/relationships/image" Target="../media/image95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3.png"/><Relationship Id="rId299" Type="http://schemas.openxmlformats.org/officeDocument/2006/relationships/image" Target="../media/image1114.png"/><Relationship Id="rId21" Type="http://schemas.openxmlformats.org/officeDocument/2006/relationships/image" Target="../media/image975.png"/><Relationship Id="rId63" Type="http://schemas.openxmlformats.org/officeDocument/2006/relationships/image" Target="../media/image996.png"/><Relationship Id="rId159" Type="http://schemas.openxmlformats.org/officeDocument/2006/relationships/image" Target="../media/image1044.png"/><Relationship Id="rId324" Type="http://schemas.openxmlformats.org/officeDocument/2006/relationships/customXml" Target="../ink/ink866.xml"/><Relationship Id="rId366" Type="http://schemas.openxmlformats.org/officeDocument/2006/relationships/customXml" Target="../ink/ink887.xml"/><Relationship Id="rId170" Type="http://schemas.openxmlformats.org/officeDocument/2006/relationships/customXml" Target="../ink/ink789.xml"/><Relationship Id="rId226" Type="http://schemas.openxmlformats.org/officeDocument/2006/relationships/customXml" Target="../ink/ink817.xml"/><Relationship Id="rId268" Type="http://schemas.openxmlformats.org/officeDocument/2006/relationships/customXml" Target="../ink/ink838.xml"/><Relationship Id="rId32" Type="http://schemas.openxmlformats.org/officeDocument/2006/relationships/customXml" Target="../ink/ink720.xml"/><Relationship Id="rId74" Type="http://schemas.openxmlformats.org/officeDocument/2006/relationships/customXml" Target="../ink/ink741.xml"/><Relationship Id="rId128" Type="http://schemas.openxmlformats.org/officeDocument/2006/relationships/customXml" Target="../ink/ink768.xml"/><Relationship Id="rId335" Type="http://schemas.openxmlformats.org/officeDocument/2006/relationships/image" Target="../media/image1132.png"/><Relationship Id="rId377" Type="http://schemas.openxmlformats.org/officeDocument/2006/relationships/image" Target="../media/image1153.png"/><Relationship Id="rId5" Type="http://schemas.openxmlformats.org/officeDocument/2006/relationships/image" Target="../media/image967.png"/><Relationship Id="rId181" Type="http://schemas.openxmlformats.org/officeDocument/2006/relationships/image" Target="../media/image1055.png"/><Relationship Id="rId237" Type="http://schemas.openxmlformats.org/officeDocument/2006/relationships/image" Target="../media/image1083.png"/><Relationship Id="rId279" Type="http://schemas.openxmlformats.org/officeDocument/2006/relationships/image" Target="../media/image1104.png"/><Relationship Id="rId43" Type="http://schemas.openxmlformats.org/officeDocument/2006/relationships/image" Target="../media/image986.png"/><Relationship Id="rId139" Type="http://schemas.openxmlformats.org/officeDocument/2006/relationships/image" Target="../media/image1034.png"/><Relationship Id="rId290" Type="http://schemas.openxmlformats.org/officeDocument/2006/relationships/customXml" Target="../ink/ink849.xml"/><Relationship Id="rId304" Type="http://schemas.openxmlformats.org/officeDocument/2006/relationships/customXml" Target="../ink/ink856.xml"/><Relationship Id="rId346" Type="http://schemas.openxmlformats.org/officeDocument/2006/relationships/customXml" Target="../ink/ink877.xml"/><Relationship Id="rId388" Type="http://schemas.openxmlformats.org/officeDocument/2006/relationships/customXml" Target="../ink/ink898.xml"/><Relationship Id="rId85" Type="http://schemas.openxmlformats.org/officeDocument/2006/relationships/image" Target="../media/image1007.png"/><Relationship Id="rId150" Type="http://schemas.openxmlformats.org/officeDocument/2006/relationships/customXml" Target="../ink/ink779.xml"/><Relationship Id="rId192" Type="http://schemas.openxmlformats.org/officeDocument/2006/relationships/customXml" Target="../ink/ink800.xml"/><Relationship Id="rId206" Type="http://schemas.openxmlformats.org/officeDocument/2006/relationships/customXml" Target="../ink/ink807.xml"/><Relationship Id="rId248" Type="http://schemas.openxmlformats.org/officeDocument/2006/relationships/customXml" Target="../ink/ink828.xml"/><Relationship Id="rId12" Type="http://schemas.openxmlformats.org/officeDocument/2006/relationships/customXml" Target="../ink/ink710.xml"/><Relationship Id="rId108" Type="http://schemas.openxmlformats.org/officeDocument/2006/relationships/customXml" Target="../ink/ink758.xml"/><Relationship Id="rId315" Type="http://schemas.openxmlformats.org/officeDocument/2006/relationships/image" Target="../media/image1122.png"/><Relationship Id="rId357" Type="http://schemas.openxmlformats.org/officeDocument/2006/relationships/image" Target="../media/image1143.png"/><Relationship Id="rId54" Type="http://schemas.openxmlformats.org/officeDocument/2006/relationships/customXml" Target="../ink/ink731.xml"/><Relationship Id="rId96" Type="http://schemas.openxmlformats.org/officeDocument/2006/relationships/customXml" Target="../ink/ink752.xml"/><Relationship Id="rId161" Type="http://schemas.openxmlformats.org/officeDocument/2006/relationships/image" Target="../media/image1045.png"/><Relationship Id="rId217" Type="http://schemas.openxmlformats.org/officeDocument/2006/relationships/image" Target="../media/image1073.png"/><Relationship Id="rId399" Type="http://schemas.openxmlformats.org/officeDocument/2006/relationships/image" Target="../media/image625.png"/><Relationship Id="rId259" Type="http://schemas.openxmlformats.org/officeDocument/2006/relationships/image" Target="../media/image1094.png"/><Relationship Id="rId23" Type="http://schemas.openxmlformats.org/officeDocument/2006/relationships/image" Target="../media/image976.png"/><Relationship Id="rId119" Type="http://schemas.openxmlformats.org/officeDocument/2006/relationships/image" Target="../media/image1024.png"/><Relationship Id="rId270" Type="http://schemas.openxmlformats.org/officeDocument/2006/relationships/customXml" Target="../ink/ink839.xml"/><Relationship Id="rId326" Type="http://schemas.openxmlformats.org/officeDocument/2006/relationships/customXml" Target="../ink/ink867.xml"/><Relationship Id="rId65" Type="http://schemas.openxmlformats.org/officeDocument/2006/relationships/image" Target="../media/image997.png"/><Relationship Id="rId130" Type="http://schemas.openxmlformats.org/officeDocument/2006/relationships/customXml" Target="../ink/ink769.xml"/><Relationship Id="rId368" Type="http://schemas.openxmlformats.org/officeDocument/2006/relationships/customXml" Target="../ink/ink888.xml"/><Relationship Id="rId172" Type="http://schemas.openxmlformats.org/officeDocument/2006/relationships/customXml" Target="../ink/ink790.xml"/><Relationship Id="rId228" Type="http://schemas.openxmlformats.org/officeDocument/2006/relationships/customXml" Target="../ink/ink818.xml"/><Relationship Id="rId281" Type="http://schemas.openxmlformats.org/officeDocument/2006/relationships/image" Target="../media/image1105.png"/><Relationship Id="rId337" Type="http://schemas.openxmlformats.org/officeDocument/2006/relationships/image" Target="../media/image1133.png"/><Relationship Id="rId34" Type="http://schemas.openxmlformats.org/officeDocument/2006/relationships/customXml" Target="../ink/ink721.xml"/><Relationship Id="rId76" Type="http://schemas.openxmlformats.org/officeDocument/2006/relationships/customXml" Target="../ink/ink742.xml"/><Relationship Id="rId141" Type="http://schemas.openxmlformats.org/officeDocument/2006/relationships/image" Target="../media/image1035.png"/><Relationship Id="rId379" Type="http://schemas.openxmlformats.org/officeDocument/2006/relationships/image" Target="../media/image1154.png"/><Relationship Id="rId7" Type="http://schemas.openxmlformats.org/officeDocument/2006/relationships/image" Target="../media/image968.png"/><Relationship Id="rId183" Type="http://schemas.openxmlformats.org/officeDocument/2006/relationships/image" Target="../media/image1056.png"/><Relationship Id="rId239" Type="http://schemas.openxmlformats.org/officeDocument/2006/relationships/image" Target="../media/image1084.png"/><Relationship Id="rId390" Type="http://schemas.openxmlformats.org/officeDocument/2006/relationships/customXml" Target="../ink/ink899.xml"/><Relationship Id="rId250" Type="http://schemas.openxmlformats.org/officeDocument/2006/relationships/customXml" Target="../ink/ink829.xml"/><Relationship Id="rId292" Type="http://schemas.openxmlformats.org/officeDocument/2006/relationships/customXml" Target="../ink/ink850.xml"/><Relationship Id="rId306" Type="http://schemas.openxmlformats.org/officeDocument/2006/relationships/customXml" Target="../ink/ink857.xml"/><Relationship Id="rId45" Type="http://schemas.openxmlformats.org/officeDocument/2006/relationships/image" Target="../media/image987.png"/><Relationship Id="rId87" Type="http://schemas.openxmlformats.org/officeDocument/2006/relationships/image" Target="../media/image1008.png"/><Relationship Id="rId110" Type="http://schemas.openxmlformats.org/officeDocument/2006/relationships/customXml" Target="../ink/ink759.xml"/><Relationship Id="rId348" Type="http://schemas.openxmlformats.org/officeDocument/2006/relationships/customXml" Target="../ink/ink878.xml"/><Relationship Id="rId152" Type="http://schemas.openxmlformats.org/officeDocument/2006/relationships/customXml" Target="../ink/ink780.xml"/><Relationship Id="rId194" Type="http://schemas.openxmlformats.org/officeDocument/2006/relationships/customXml" Target="../ink/ink801.xml"/><Relationship Id="rId208" Type="http://schemas.openxmlformats.org/officeDocument/2006/relationships/customXml" Target="../ink/ink808.xml"/><Relationship Id="rId261" Type="http://schemas.openxmlformats.org/officeDocument/2006/relationships/image" Target="../media/image1095.png"/><Relationship Id="rId14" Type="http://schemas.openxmlformats.org/officeDocument/2006/relationships/customXml" Target="../ink/ink711.xml"/><Relationship Id="rId56" Type="http://schemas.openxmlformats.org/officeDocument/2006/relationships/customXml" Target="../ink/ink732.xml"/><Relationship Id="rId317" Type="http://schemas.openxmlformats.org/officeDocument/2006/relationships/image" Target="../media/image1123.png"/><Relationship Id="rId359" Type="http://schemas.openxmlformats.org/officeDocument/2006/relationships/image" Target="../media/image1144.png"/><Relationship Id="rId98" Type="http://schemas.openxmlformats.org/officeDocument/2006/relationships/customXml" Target="../ink/ink753.xml"/><Relationship Id="rId121" Type="http://schemas.openxmlformats.org/officeDocument/2006/relationships/image" Target="../media/image1025.png"/><Relationship Id="rId163" Type="http://schemas.openxmlformats.org/officeDocument/2006/relationships/image" Target="../media/image1046.png"/><Relationship Id="rId219" Type="http://schemas.openxmlformats.org/officeDocument/2006/relationships/image" Target="../media/image1074.png"/><Relationship Id="rId370" Type="http://schemas.openxmlformats.org/officeDocument/2006/relationships/customXml" Target="../ink/ink889.xml"/><Relationship Id="rId230" Type="http://schemas.openxmlformats.org/officeDocument/2006/relationships/customXml" Target="../ink/ink819.xml"/><Relationship Id="rId25" Type="http://schemas.openxmlformats.org/officeDocument/2006/relationships/image" Target="../media/image977.png"/><Relationship Id="rId67" Type="http://schemas.openxmlformats.org/officeDocument/2006/relationships/image" Target="../media/image998.png"/><Relationship Id="rId272" Type="http://schemas.openxmlformats.org/officeDocument/2006/relationships/customXml" Target="../ink/ink840.xml"/><Relationship Id="rId328" Type="http://schemas.openxmlformats.org/officeDocument/2006/relationships/customXml" Target="../ink/ink868.xml"/><Relationship Id="rId132" Type="http://schemas.openxmlformats.org/officeDocument/2006/relationships/customXml" Target="../ink/ink770.xml"/><Relationship Id="rId174" Type="http://schemas.openxmlformats.org/officeDocument/2006/relationships/customXml" Target="../ink/ink791.xml"/><Relationship Id="rId381" Type="http://schemas.openxmlformats.org/officeDocument/2006/relationships/image" Target="../media/image1155.png"/><Relationship Id="rId241" Type="http://schemas.openxmlformats.org/officeDocument/2006/relationships/image" Target="../media/image1085.png"/><Relationship Id="rId36" Type="http://schemas.openxmlformats.org/officeDocument/2006/relationships/customXml" Target="../ink/ink722.xml"/><Relationship Id="rId283" Type="http://schemas.openxmlformats.org/officeDocument/2006/relationships/image" Target="../media/image1106.png"/><Relationship Id="rId339" Type="http://schemas.openxmlformats.org/officeDocument/2006/relationships/image" Target="../media/image1134.png"/><Relationship Id="rId78" Type="http://schemas.openxmlformats.org/officeDocument/2006/relationships/customXml" Target="../ink/ink743.xml"/><Relationship Id="rId101" Type="http://schemas.openxmlformats.org/officeDocument/2006/relationships/image" Target="../media/image1015.png"/><Relationship Id="rId143" Type="http://schemas.openxmlformats.org/officeDocument/2006/relationships/image" Target="../media/image1036.png"/><Relationship Id="rId185" Type="http://schemas.openxmlformats.org/officeDocument/2006/relationships/image" Target="../media/image1057.png"/><Relationship Id="rId350" Type="http://schemas.openxmlformats.org/officeDocument/2006/relationships/customXml" Target="../ink/ink879.xml"/><Relationship Id="rId9" Type="http://schemas.openxmlformats.org/officeDocument/2006/relationships/image" Target="../media/image969.png"/><Relationship Id="rId210" Type="http://schemas.openxmlformats.org/officeDocument/2006/relationships/customXml" Target="../ink/ink809.xml"/><Relationship Id="rId392" Type="http://schemas.openxmlformats.org/officeDocument/2006/relationships/customXml" Target="../ink/ink900.xml"/><Relationship Id="rId252" Type="http://schemas.openxmlformats.org/officeDocument/2006/relationships/customXml" Target="../ink/ink830.xml"/><Relationship Id="rId294" Type="http://schemas.openxmlformats.org/officeDocument/2006/relationships/customXml" Target="../ink/ink851.xml"/><Relationship Id="rId308" Type="http://schemas.openxmlformats.org/officeDocument/2006/relationships/customXml" Target="../ink/ink858.xml"/><Relationship Id="rId47" Type="http://schemas.openxmlformats.org/officeDocument/2006/relationships/image" Target="../media/image988.png"/><Relationship Id="rId89" Type="http://schemas.openxmlformats.org/officeDocument/2006/relationships/image" Target="../media/image1009.png"/><Relationship Id="rId112" Type="http://schemas.openxmlformats.org/officeDocument/2006/relationships/customXml" Target="../ink/ink760.xml"/><Relationship Id="rId154" Type="http://schemas.openxmlformats.org/officeDocument/2006/relationships/customXml" Target="../ink/ink781.xml"/><Relationship Id="rId361" Type="http://schemas.openxmlformats.org/officeDocument/2006/relationships/image" Target="../media/image1145.png"/><Relationship Id="rId196" Type="http://schemas.openxmlformats.org/officeDocument/2006/relationships/customXml" Target="../ink/ink802.xml"/><Relationship Id="rId16" Type="http://schemas.openxmlformats.org/officeDocument/2006/relationships/customXml" Target="../ink/ink712.xml"/><Relationship Id="rId221" Type="http://schemas.openxmlformats.org/officeDocument/2006/relationships/image" Target="../media/image1075.png"/><Relationship Id="rId263" Type="http://schemas.openxmlformats.org/officeDocument/2006/relationships/image" Target="../media/image1096.png"/><Relationship Id="rId319" Type="http://schemas.openxmlformats.org/officeDocument/2006/relationships/image" Target="../media/image1124.png"/><Relationship Id="rId37" Type="http://schemas.openxmlformats.org/officeDocument/2006/relationships/image" Target="../media/image983.png"/><Relationship Id="rId58" Type="http://schemas.openxmlformats.org/officeDocument/2006/relationships/customXml" Target="../ink/ink733.xml"/><Relationship Id="rId79" Type="http://schemas.openxmlformats.org/officeDocument/2006/relationships/image" Target="../media/image1004.png"/><Relationship Id="rId102" Type="http://schemas.openxmlformats.org/officeDocument/2006/relationships/customXml" Target="../ink/ink755.xml"/><Relationship Id="rId123" Type="http://schemas.openxmlformats.org/officeDocument/2006/relationships/image" Target="../media/image1026.png"/><Relationship Id="rId144" Type="http://schemas.openxmlformats.org/officeDocument/2006/relationships/customXml" Target="../ink/ink776.xml"/><Relationship Id="rId330" Type="http://schemas.openxmlformats.org/officeDocument/2006/relationships/customXml" Target="../ink/ink869.xml"/><Relationship Id="rId90" Type="http://schemas.openxmlformats.org/officeDocument/2006/relationships/customXml" Target="../ink/ink749.xml"/><Relationship Id="rId165" Type="http://schemas.openxmlformats.org/officeDocument/2006/relationships/image" Target="../media/image1047.png"/><Relationship Id="rId186" Type="http://schemas.openxmlformats.org/officeDocument/2006/relationships/customXml" Target="../ink/ink797.xml"/><Relationship Id="rId351" Type="http://schemas.openxmlformats.org/officeDocument/2006/relationships/image" Target="../media/image1140.png"/><Relationship Id="rId372" Type="http://schemas.openxmlformats.org/officeDocument/2006/relationships/customXml" Target="../ink/ink890.xml"/><Relationship Id="rId393" Type="http://schemas.openxmlformats.org/officeDocument/2006/relationships/image" Target="../media/image622.png"/><Relationship Id="rId211" Type="http://schemas.openxmlformats.org/officeDocument/2006/relationships/image" Target="../media/image1070.png"/><Relationship Id="rId232" Type="http://schemas.openxmlformats.org/officeDocument/2006/relationships/customXml" Target="../ink/ink820.xml"/><Relationship Id="rId253" Type="http://schemas.openxmlformats.org/officeDocument/2006/relationships/image" Target="../media/image1091.png"/><Relationship Id="rId274" Type="http://schemas.openxmlformats.org/officeDocument/2006/relationships/customXml" Target="../ink/ink841.xml"/><Relationship Id="rId295" Type="http://schemas.openxmlformats.org/officeDocument/2006/relationships/image" Target="../media/image1112.png"/><Relationship Id="rId309" Type="http://schemas.openxmlformats.org/officeDocument/2006/relationships/image" Target="../media/image1119.png"/><Relationship Id="rId27" Type="http://schemas.openxmlformats.org/officeDocument/2006/relationships/image" Target="../media/image978.png"/><Relationship Id="rId48" Type="http://schemas.openxmlformats.org/officeDocument/2006/relationships/customXml" Target="../ink/ink728.xml"/><Relationship Id="rId69" Type="http://schemas.openxmlformats.org/officeDocument/2006/relationships/image" Target="../media/image999.png"/><Relationship Id="rId113" Type="http://schemas.openxmlformats.org/officeDocument/2006/relationships/image" Target="../media/image1021.png"/><Relationship Id="rId134" Type="http://schemas.openxmlformats.org/officeDocument/2006/relationships/customXml" Target="../ink/ink771.xml"/><Relationship Id="rId320" Type="http://schemas.openxmlformats.org/officeDocument/2006/relationships/customXml" Target="../ink/ink864.xml"/><Relationship Id="rId80" Type="http://schemas.openxmlformats.org/officeDocument/2006/relationships/customXml" Target="../ink/ink744.xml"/><Relationship Id="rId155" Type="http://schemas.openxmlformats.org/officeDocument/2006/relationships/image" Target="../media/image1042.png"/><Relationship Id="rId176" Type="http://schemas.openxmlformats.org/officeDocument/2006/relationships/customXml" Target="../ink/ink792.xml"/><Relationship Id="rId197" Type="http://schemas.openxmlformats.org/officeDocument/2006/relationships/image" Target="../media/image1063.png"/><Relationship Id="rId341" Type="http://schemas.openxmlformats.org/officeDocument/2006/relationships/image" Target="../media/image1135.png"/><Relationship Id="rId362" Type="http://schemas.openxmlformats.org/officeDocument/2006/relationships/customXml" Target="../ink/ink885.xml"/><Relationship Id="rId383" Type="http://schemas.openxmlformats.org/officeDocument/2006/relationships/image" Target="../media/image1156.png"/><Relationship Id="rId201" Type="http://schemas.openxmlformats.org/officeDocument/2006/relationships/image" Target="../media/image1065.png"/><Relationship Id="rId222" Type="http://schemas.openxmlformats.org/officeDocument/2006/relationships/customXml" Target="../ink/ink815.xml"/><Relationship Id="rId243" Type="http://schemas.openxmlformats.org/officeDocument/2006/relationships/image" Target="../media/image1086.png"/><Relationship Id="rId264" Type="http://schemas.openxmlformats.org/officeDocument/2006/relationships/customXml" Target="../ink/ink836.xml"/><Relationship Id="rId285" Type="http://schemas.openxmlformats.org/officeDocument/2006/relationships/image" Target="../media/image1107.png"/><Relationship Id="rId17" Type="http://schemas.openxmlformats.org/officeDocument/2006/relationships/image" Target="../media/image973.png"/><Relationship Id="rId38" Type="http://schemas.openxmlformats.org/officeDocument/2006/relationships/customXml" Target="../ink/ink723.xml"/><Relationship Id="rId59" Type="http://schemas.openxmlformats.org/officeDocument/2006/relationships/image" Target="../media/image994.png"/><Relationship Id="rId103" Type="http://schemas.openxmlformats.org/officeDocument/2006/relationships/image" Target="../media/image1016.png"/><Relationship Id="rId124" Type="http://schemas.openxmlformats.org/officeDocument/2006/relationships/customXml" Target="../ink/ink766.xml"/><Relationship Id="rId310" Type="http://schemas.openxmlformats.org/officeDocument/2006/relationships/customXml" Target="../ink/ink859.xml"/><Relationship Id="rId70" Type="http://schemas.openxmlformats.org/officeDocument/2006/relationships/customXml" Target="../ink/ink739.xml"/><Relationship Id="rId91" Type="http://schemas.openxmlformats.org/officeDocument/2006/relationships/image" Target="../media/image1010.png"/><Relationship Id="rId145" Type="http://schemas.openxmlformats.org/officeDocument/2006/relationships/image" Target="../media/image1037.png"/><Relationship Id="rId166" Type="http://schemas.openxmlformats.org/officeDocument/2006/relationships/customXml" Target="../ink/ink787.xml"/><Relationship Id="rId187" Type="http://schemas.openxmlformats.org/officeDocument/2006/relationships/image" Target="../media/image1058.png"/><Relationship Id="rId331" Type="http://schemas.openxmlformats.org/officeDocument/2006/relationships/image" Target="../media/image1130.png"/><Relationship Id="rId352" Type="http://schemas.openxmlformats.org/officeDocument/2006/relationships/customXml" Target="../ink/ink880.xml"/><Relationship Id="rId373" Type="http://schemas.openxmlformats.org/officeDocument/2006/relationships/image" Target="../media/image1151.png"/><Relationship Id="rId394" Type="http://schemas.openxmlformats.org/officeDocument/2006/relationships/customXml" Target="../ink/ink90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10.xml"/><Relationship Id="rId233" Type="http://schemas.openxmlformats.org/officeDocument/2006/relationships/image" Target="../media/image1081.png"/><Relationship Id="rId254" Type="http://schemas.openxmlformats.org/officeDocument/2006/relationships/customXml" Target="../ink/ink831.xml"/><Relationship Id="rId28" Type="http://schemas.openxmlformats.org/officeDocument/2006/relationships/customXml" Target="../ink/ink718.xml"/><Relationship Id="rId49" Type="http://schemas.openxmlformats.org/officeDocument/2006/relationships/image" Target="../media/image989.png"/><Relationship Id="rId114" Type="http://schemas.openxmlformats.org/officeDocument/2006/relationships/customXml" Target="../ink/ink761.xml"/><Relationship Id="rId275" Type="http://schemas.openxmlformats.org/officeDocument/2006/relationships/image" Target="../media/image1102.png"/><Relationship Id="rId296" Type="http://schemas.openxmlformats.org/officeDocument/2006/relationships/customXml" Target="../ink/ink852.xml"/><Relationship Id="rId300" Type="http://schemas.openxmlformats.org/officeDocument/2006/relationships/customXml" Target="../ink/ink854.xml"/><Relationship Id="rId60" Type="http://schemas.openxmlformats.org/officeDocument/2006/relationships/customXml" Target="../ink/ink734.xml"/><Relationship Id="rId81" Type="http://schemas.openxmlformats.org/officeDocument/2006/relationships/image" Target="../media/image1005.png"/><Relationship Id="rId135" Type="http://schemas.openxmlformats.org/officeDocument/2006/relationships/image" Target="../media/image1032.png"/><Relationship Id="rId156" Type="http://schemas.openxmlformats.org/officeDocument/2006/relationships/customXml" Target="../ink/ink782.xml"/><Relationship Id="rId177" Type="http://schemas.openxmlformats.org/officeDocument/2006/relationships/image" Target="../media/image1053.png"/><Relationship Id="rId198" Type="http://schemas.openxmlformats.org/officeDocument/2006/relationships/customXml" Target="../ink/ink803.xml"/><Relationship Id="rId321" Type="http://schemas.openxmlformats.org/officeDocument/2006/relationships/image" Target="../media/image1125.png"/><Relationship Id="rId342" Type="http://schemas.openxmlformats.org/officeDocument/2006/relationships/customXml" Target="../ink/ink875.xml"/><Relationship Id="rId363" Type="http://schemas.openxmlformats.org/officeDocument/2006/relationships/image" Target="../media/image1146.png"/><Relationship Id="rId384" Type="http://schemas.openxmlformats.org/officeDocument/2006/relationships/customXml" Target="../ink/ink896.xml"/><Relationship Id="rId202" Type="http://schemas.openxmlformats.org/officeDocument/2006/relationships/customXml" Target="../ink/ink805.xml"/><Relationship Id="rId223" Type="http://schemas.openxmlformats.org/officeDocument/2006/relationships/image" Target="../media/image1076.png"/><Relationship Id="rId244" Type="http://schemas.openxmlformats.org/officeDocument/2006/relationships/customXml" Target="../ink/ink826.xml"/><Relationship Id="rId18" Type="http://schemas.openxmlformats.org/officeDocument/2006/relationships/customXml" Target="../ink/ink713.xml"/><Relationship Id="rId39" Type="http://schemas.openxmlformats.org/officeDocument/2006/relationships/image" Target="../media/image984.png"/><Relationship Id="rId265" Type="http://schemas.openxmlformats.org/officeDocument/2006/relationships/image" Target="../media/image1097.png"/><Relationship Id="rId286" Type="http://schemas.openxmlformats.org/officeDocument/2006/relationships/customXml" Target="../ink/ink847.xml"/><Relationship Id="rId50" Type="http://schemas.openxmlformats.org/officeDocument/2006/relationships/customXml" Target="../ink/ink729.xml"/><Relationship Id="rId104" Type="http://schemas.openxmlformats.org/officeDocument/2006/relationships/customXml" Target="../ink/ink756.xml"/><Relationship Id="rId125" Type="http://schemas.openxmlformats.org/officeDocument/2006/relationships/image" Target="../media/image1027.png"/><Relationship Id="rId146" Type="http://schemas.openxmlformats.org/officeDocument/2006/relationships/customXml" Target="../ink/ink777.xml"/><Relationship Id="rId167" Type="http://schemas.openxmlformats.org/officeDocument/2006/relationships/image" Target="../media/image1048.png"/><Relationship Id="rId188" Type="http://schemas.openxmlformats.org/officeDocument/2006/relationships/customXml" Target="../ink/ink798.xml"/><Relationship Id="rId311" Type="http://schemas.openxmlformats.org/officeDocument/2006/relationships/image" Target="../media/image1120.png"/><Relationship Id="rId332" Type="http://schemas.openxmlformats.org/officeDocument/2006/relationships/customXml" Target="../ink/ink870.xml"/><Relationship Id="rId353" Type="http://schemas.openxmlformats.org/officeDocument/2006/relationships/image" Target="../media/image1141.png"/><Relationship Id="rId374" Type="http://schemas.openxmlformats.org/officeDocument/2006/relationships/customXml" Target="../ink/ink891.xml"/><Relationship Id="rId395" Type="http://schemas.openxmlformats.org/officeDocument/2006/relationships/image" Target="../media/image623.png"/><Relationship Id="rId71" Type="http://schemas.openxmlformats.org/officeDocument/2006/relationships/image" Target="../media/image1000.png"/><Relationship Id="rId92" Type="http://schemas.openxmlformats.org/officeDocument/2006/relationships/customXml" Target="../ink/ink750.xml"/><Relationship Id="rId213" Type="http://schemas.openxmlformats.org/officeDocument/2006/relationships/image" Target="../media/image1071.png"/><Relationship Id="rId234" Type="http://schemas.openxmlformats.org/officeDocument/2006/relationships/customXml" Target="../ink/ink821.xml"/><Relationship Id="rId2" Type="http://schemas.openxmlformats.org/officeDocument/2006/relationships/customXml" Target="../ink/ink705.xml"/><Relationship Id="rId29" Type="http://schemas.openxmlformats.org/officeDocument/2006/relationships/image" Target="../media/image979.png"/><Relationship Id="rId255" Type="http://schemas.openxmlformats.org/officeDocument/2006/relationships/image" Target="../media/image1092.png"/><Relationship Id="rId276" Type="http://schemas.openxmlformats.org/officeDocument/2006/relationships/customXml" Target="../ink/ink842.xml"/><Relationship Id="rId297" Type="http://schemas.openxmlformats.org/officeDocument/2006/relationships/image" Target="../media/image1113.png"/><Relationship Id="rId40" Type="http://schemas.openxmlformats.org/officeDocument/2006/relationships/customXml" Target="../ink/ink724.xml"/><Relationship Id="rId115" Type="http://schemas.openxmlformats.org/officeDocument/2006/relationships/image" Target="../media/image1022.png"/><Relationship Id="rId136" Type="http://schemas.openxmlformats.org/officeDocument/2006/relationships/customXml" Target="../ink/ink772.xml"/><Relationship Id="rId157" Type="http://schemas.openxmlformats.org/officeDocument/2006/relationships/image" Target="../media/image1043.png"/><Relationship Id="rId178" Type="http://schemas.openxmlformats.org/officeDocument/2006/relationships/customXml" Target="../ink/ink793.xml"/><Relationship Id="rId301" Type="http://schemas.openxmlformats.org/officeDocument/2006/relationships/image" Target="../media/image1115.png"/><Relationship Id="rId322" Type="http://schemas.openxmlformats.org/officeDocument/2006/relationships/customXml" Target="../ink/ink865.xml"/><Relationship Id="rId343" Type="http://schemas.openxmlformats.org/officeDocument/2006/relationships/image" Target="../media/image1136.png"/><Relationship Id="rId364" Type="http://schemas.openxmlformats.org/officeDocument/2006/relationships/customXml" Target="../ink/ink886.xml"/><Relationship Id="rId61" Type="http://schemas.openxmlformats.org/officeDocument/2006/relationships/image" Target="../media/image995.png"/><Relationship Id="rId82" Type="http://schemas.openxmlformats.org/officeDocument/2006/relationships/customXml" Target="../ink/ink745.xml"/><Relationship Id="rId199" Type="http://schemas.openxmlformats.org/officeDocument/2006/relationships/image" Target="../media/image1064.png"/><Relationship Id="rId203" Type="http://schemas.openxmlformats.org/officeDocument/2006/relationships/image" Target="../media/image1066.png"/><Relationship Id="rId385" Type="http://schemas.openxmlformats.org/officeDocument/2006/relationships/image" Target="../media/image1157.png"/><Relationship Id="rId19" Type="http://schemas.openxmlformats.org/officeDocument/2006/relationships/image" Target="../media/image974.png"/><Relationship Id="rId224" Type="http://schemas.openxmlformats.org/officeDocument/2006/relationships/customXml" Target="../ink/ink816.xml"/><Relationship Id="rId245" Type="http://schemas.openxmlformats.org/officeDocument/2006/relationships/image" Target="../media/image1087.png"/><Relationship Id="rId266" Type="http://schemas.openxmlformats.org/officeDocument/2006/relationships/customXml" Target="../ink/ink837.xml"/><Relationship Id="rId287" Type="http://schemas.openxmlformats.org/officeDocument/2006/relationships/image" Target="../media/image1108.png"/><Relationship Id="rId30" Type="http://schemas.openxmlformats.org/officeDocument/2006/relationships/customXml" Target="../ink/ink719.xml"/><Relationship Id="rId105" Type="http://schemas.openxmlformats.org/officeDocument/2006/relationships/image" Target="../media/image1017.png"/><Relationship Id="rId126" Type="http://schemas.openxmlformats.org/officeDocument/2006/relationships/customXml" Target="../ink/ink767.xml"/><Relationship Id="rId147" Type="http://schemas.openxmlformats.org/officeDocument/2006/relationships/image" Target="../media/image1038.png"/><Relationship Id="rId168" Type="http://schemas.openxmlformats.org/officeDocument/2006/relationships/customXml" Target="../ink/ink788.xml"/><Relationship Id="rId312" Type="http://schemas.openxmlformats.org/officeDocument/2006/relationships/customXml" Target="../ink/ink860.xml"/><Relationship Id="rId333" Type="http://schemas.openxmlformats.org/officeDocument/2006/relationships/image" Target="../media/image1131.png"/><Relationship Id="rId354" Type="http://schemas.openxmlformats.org/officeDocument/2006/relationships/customXml" Target="../ink/ink881.xml"/><Relationship Id="rId51" Type="http://schemas.openxmlformats.org/officeDocument/2006/relationships/image" Target="../media/image990.png"/><Relationship Id="rId72" Type="http://schemas.openxmlformats.org/officeDocument/2006/relationships/customXml" Target="../ink/ink740.xml"/><Relationship Id="rId93" Type="http://schemas.openxmlformats.org/officeDocument/2006/relationships/image" Target="../media/image1011.png"/><Relationship Id="rId189" Type="http://schemas.openxmlformats.org/officeDocument/2006/relationships/image" Target="../media/image1059.png"/><Relationship Id="rId375" Type="http://schemas.openxmlformats.org/officeDocument/2006/relationships/image" Target="../media/image1152.png"/><Relationship Id="rId396" Type="http://schemas.openxmlformats.org/officeDocument/2006/relationships/customXml" Target="../ink/ink902.xml"/><Relationship Id="rId3" Type="http://schemas.openxmlformats.org/officeDocument/2006/relationships/image" Target="../media/image966.png"/><Relationship Id="rId214" Type="http://schemas.openxmlformats.org/officeDocument/2006/relationships/customXml" Target="../ink/ink811.xml"/><Relationship Id="rId235" Type="http://schemas.openxmlformats.org/officeDocument/2006/relationships/image" Target="../media/image1082.png"/><Relationship Id="rId256" Type="http://schemas.openxmlformats.org/officeDocument/2006/relationships/customXml" Target="../ink/ink832.xml"/><Relationship Id="rId277" Type="http://schemas.openxmlformats.org/officeDocument/2006/relationships/image" Target="../media/image1103.png"/><Relationship Id="rId298" Type="http://schemas.openxmlformats.org/officeDocument/2006/relationships/customXml" Target="../ink/ink853.xml"/><Relationship Id="rId116" Type="http://schemas.openxmlformats.org/officeDocument/2006/relationships/customXml" Target="../ink/ink762.xml"/><Relationship Id="rId137" Type="http://schemas.openxmlformats.org/officeDocument/2006/relationships/image" Target="../media/image1033.png"/><Relationship Id="rId158" Type="http://schemas.openxmlformats.org/officeDocument/2006/relationships/customXml" Target="../ink/ink783.xml"/><Relationship Id="rId302" Type="http://schemas.openxmlformats.org/officeDocument/2006/relationships/customXml" Target="../ink/ink855.xml"/><Relationship Id="rId323" Type="http://schemas.openxmlformats.org/officeDocument/2006/relationships/image" Target="../media/image1126.png"/><Relationship Id="rId344" Type="http://schemas.openxmlformats.org/officeDocument/2006/relationships/customXml" Target="../ink/ink876.xml"/><Relationship Id="rId20" Type="http://schemas.openxmlformats.org/officeDocument/2006/relationships/customXml" Target="../ink/ink714.xml"/><Relationship Id="rId41" Type="http://schemas.openxmlformats.org/officeDocument/2006/relationships/image" Target="../media/image985.png"/><Relationship Id="rId62" Type="http://schemas.openxmlformats.org/officeDocument/2006/relationships/customXml" Target="../ink/ink735.xml"/><Relationship Id="rId83" Type="http://schemas.openxmlformats.org/officeDocument/2006/relationships/image" Target="../media/image1006.png"/><Relationship Id="rId179" Type="http://schemas.openxmlformats.org/officeDocument/2006/relationships/image" Target="../media/image1054.png"/><Relationship Id="rId365" Type="http://schemas.openxmlformats.org/officeDocument/2006/relationships/image" Target="../media/image1147.png"/><Relationship Id="rId386" Type="http://schemas.openxmlformats.org/officeDocument/2006/relationships/customXml" Target="../ink/ink897.xml"/><Relationship Id="rId190" Type="http://schemas.openxmlformats.org/officeDocument/2006/relationships/customXml" Target="../ink/ink799.xml"/><Relationship Id="rId204" Type="http://schemas.openxmlformats.org/officeDocument/2006/relationships/customXml" Target="../ink/ink806.xml"/><Relationship Id="rId225" Type="http://schemas.openxmlformats.org/officeDocument/2006/relationships/image" Target="../media/image1077.png"/><Relationship Id="rId246" Type="http://schemas.openxmlformats.org/officeDocument/2006/relationships/customXml" Target="../ink/ink827.xml"/><Relationship Id="rId267" Type="http://schemas.openxmlformats.org/officeDocument/2006/relationships/image" Target="../media/image1098.png"/><Relationship Id="rId288" Type="http://schemas.openxmlformats.org/officeDocument/2006/relationships/customXml" Target="../ink/ink848.xml"/><Relationship Id="rId106" Type="http://schemas.openxmlformats.org/officeDocument/2006/relationships/customXml" Target="../ink/ink757.xml"/><Relationship Id="rId127" Type="http://schemas.openxmlformats.org/officeDocument/2006/relationships/image" Target="../media/image1028.png"/><Relationship Id="rId313" Type="http://schemas.openxmlformats.org/officeDocument/2006/relationships/image" Target="../media/image1121.png"/><Relationship Id="rId10" Type="http://schemas.openxmlformats.org/officeDocument/2006/relationships/customXml" Target="../ink/ink709.xml"/><Relationship Id="rId31" Type="http://schemas.openxmlformats.org/officeDocument/2006/relationships/image" Target="../media/image980.png"/><Relationship Id="rId52" Type="http://schemas.openxmlformats.org/officeDocument/2006/relationships/customXml" Target="../ink/ink730.xml"/><Relationship Id="rId73" Type="http://schemas.openxmlformats.org/officeDocument/2006/relationships/image" Target="../media/image1001.png"/><Relationship Id="rId94" Type="http://schemas.openxmlformats.org/officeDocument/2006/relationships/customXml" Target="../ink/ink751.xml"/><Relationship Id="rId148" Type="http://schemas.openxmlformats.org/officeDocument/2006/relationships/customXml" Target="../ink/ink778.xml"/><Relationship Id="rId169" Type="http://schemas.openxmlformats.org/officeDocument/2006/relationships/image" Target="../media/image1049.png"/><Relationship Id="rId334" Type="http://schemas.openxmlformats.org/officeDocument/2006/relationships/customXml" Target="../ink/ink871.xml"/><Relationship Id="rId355" Type="http://schemas.openxmlformats.org/officeDocument/2006/relationships/image" Target="../media/image1142.png"/><Relationship Id="rId376" Type="http://schemas.openxmlformats.org/officeDocument/2006/relationships/customXml" Target="../ink/ink892.xml"/><Relationship Id="rId397" Type="http://schemas.openxmlformats.org/officeDocument/2006/relationships/image" Target="../media/image624.png"/><Relationship Id="rId4" Type="http://schemas.openxmlformats.org/officeDocument/2006/relationships/customXml" Target="../ink/ink706.xml"/><Relationship Id="rId180" Type="http://schemas.openxmlformats.org/officeDocument/2006/relationships/customXml" Target="../ink/ink794.xml"/><Relationship Id="rId215" Type="http://schemas.openxmlformats.org/officeDocument/2006/relationships/image" Target="../media/image1072.png"/><Relationship Id="rId236" Type="http://schemas.openxmlformats.org/officeDocument/2006/relationships/customXml" Target="../ink/ink822.xml"/><Relationship Id="rId257" Type="http://schemas.openxmlformats.org/officeDocument/2006/relationships/image" Target="../media/image1093.png"/><Relationship Id="rId278" Type="http://schemas.openxmlformats.org/officeDocument/2006/relationships/customXml" Target="../ink/ink843.xml"/><Relationship Id="rId303" Type="http://schemas.openxmlformats.org/officeDocument/2006/relationships/image" Target="../media/image1116.png"/><Relationship Id="rId42" Type="http://schemas.openxmlformats.org/officeDocument/2006/relationships/customXml" Target="../ink/ink725.xml"/><Relationship Id="rId84" Type="http://schemas.openxmlformats.org/officeDocument/2006/relationships/customXml" Target="../ink/ink746.xml"/><Relationship Id="rId138" Type="http://schemas.openxmlformats.org/officeDocument/2006/relationships/customXml" Target="../ink/ink773.xml"/><Relationship Id="rId345" Type="http://schemas.openxmlformats.org/officeDocument/2006/relationships/image" Target="../media/image1137.png"/><Relationship Id="rId387" Type="http://schemas.openxmlformats.org/officeDocument/2006/relationships/image" Target="../media/image619.png"/><Relationship Id="rId191" Type="http://schemas.openxmlformats.org/officeDocument/2006/relationships/image" Target="../media/image1060.png"/><Relationship Id="rId205" Type="http://schemas.openxmlformats.org/officeDocument/2006/relationships/image" Target="../media/image1067.png"/><Relationship Id="rId247" Type="http://schemas.openxmlformats.org/officeDocument/2006/relationships/image" Target="../media/image1088.png"/><Relationship Id="rId107" Type="http://schemas.openxmlformats.org/officeDocument/2006/relationships/image" Target="../media/image1018.png"/><Relationship Id="rId289" Type="http://schemas.openxmlformats.org/officeDocument/2006/relationships/image" Target="../media/image1109.png"/><Relationship Id="rId11" Type="http://schemas.openxmlformats.org/officeDocument/2006/relationships/image" Target="../media/image970.png"/><Relationship Id="rId53" Type="http://schemas.openxmlformats.org/officeDocument/2006/relationships/image" Target="../media/image991.png"/><Relationship Id="rId149" Type="http://schemas.openxmlformats.org/officeDocument/2006/relationships/image" Target="../media/image1039.png"/><Relationship Id="rId314" Type="http://schemas.openxmlformats.org/officeDocument/2006/relationships/customXml" Target="../ink/ink861.xml"/><Relationship Id="rId356" Type="http://schemas.openxmlformats.org/officeDocument/2006/relationships/customXml" Target="../ink/ink882.xml"/><Relationship Id="rId398" Type="http://schemas.openxmlformats.org/officeDocument/2006/relationships/customXml" Target="../ink/ink903.xml"/><Relationship Id="rId95" Type="http://schemas.openxmlformats.org/officeDocument/2006/relationships/image" Target="../media/image1012.png"/><Relationship Id="rId160" Type="http://schemas.openxmlformats.org/officeDocument/2006/relationships/customXml" Target="../ink/ink784.xml"/><Relationship Id="rId216" Type="http://schemas.openxmlformats.org/officeDocument/2006/relationships/customXml" Target="../ink/ink812.xml"/><Relationship Id="rId258" Type="http://schemas.openxmlformats.org/officeDocument/2006/relationships/customXml" Target="../ink/ink833.xml"/><Relationship Id="rId22" Type="http://schemas.openxmlformats.org/officeDocument/2006/relationships/customXml" Target="../ink/ink715.xml"/><Relationship Id="rId64" Type="http://schemas.openxmlformats.org/officeDocument/2006/relationships/customXml" Target="../ink/ink736.xml"/><Relationship Id="rId118" Type="http://schemas.openxmlformats.org/officeDocument/2006/relationships/customXml" Target="../ink/ink763.xml"/><Relationship Id="rId325" Type="http://schemas.openxmlformats.org/officeDocument/2006/relationships/image" Target="../media/image1127.png"/><Relationship Id="rId367" Type="http://schemas.openxmlformats.org/officeDocument/2006/relationships/image" Target="../media/image1148.png"/><Relationship Id="rId171" Type="http://schemas.openxmlformats.org/officeDocument/2006/relationships/image" Target="../media/image1050.png"/><Relationship Id="rId227" Type="http://schemas.openxmlformats.org/officeDocument/2006/relationships/image" Target="../media/image1078.png"/><Relationship Id="rId269" Type="http://schemas.openxmlformats.org/officeDocument/2006/relationships/image" Target="../media/image1099.png"/><Relationship Id="rId33" Type="http://schemas.openxmlformats.org/officeDocument/2006/relationships/image" Target="../media/image981.png"/><Relationship Id="rId129" Type="http://schemas.openxmlformats.org/officeDocument/2006/relationships/image" Target="../media/image1029.png"/><Relationship Id="rId280" Type="http://schemas.openxmlformats.org/officeDocument/2006/relationships/customXml" Target="../ink/ink844.xml"/><Relationship Id="rId336" Type="http://schemas.openxmlformats.org/officeDocument/2006/relationships/customXml" Target="../ink/ink872.xml"/><Relationship Id="rId75" Type="http://schemas.openxmlformats.org/officeDocument/2006/relationships/image" Target="../media/image1002.png"/><Relationship Id="rId140" Type="http://schemas.openxmlformats.org/officeDocument/2006/relationships/customXml" Target="../ink/ink774.xml"/><Relationship Id="rId182" Type="http://schemas.openxmlformats.org/officeDocument/2006/relationships/customXml" Target="../ink/ink795.xml"/><Relationship Id="rId378" Type="http://schemas.openxmlformats.org/officeDocument/2006/relationships/customXml" Target="../ink/ink893.xml"/><Relationship Id="rId6" Type="http://schemas.openxmlformats.org/officeDocument/2006/relationships/customXml" Target="../ink/ink707.xml"/><Relationship Id="rId238" Type="http://schemas.openxmlformats.org/officeDocument/2006/relationships/customXml" Target="../ink/ink823.xml"/><Relationship Id="rId291" Type="http://schemas.openxmlformats.org/officeDocument/2006/relationships/image" Target="../media/image1110.png"/><Relationship Id="rId305" Type="http://schemas.openxmlformats.org/officeDocument/2006/relationships/image" Target="../media/image1117.png"/><Relationship Id="rId347" Type="http://schemas.openxmlformats.org/officeDocument/2006/relationships/image" Target="../media/image1138.png"/><Relationship Id="rId44" Type="http://schemas.openxmlformats.org/officeDocument/2006/relationships/customXml" Target="../ink/ink726.xml"/><Relationship Id="rId86" Type="http://schemas.openxmlformats.org/officeDocument/2006/relationships/customXml" Target="../ink/ink747.xml"/><Relationship Id="rId151" Type="http://schemas.openxmlformats.org/officeDocument/2006/relationships/image" Target="../media/image1040.png"/><Relationship Id="rId389" Type="http://schemas.openxmlformats.org/officeDocument/2006/relationships/image" Target="../media/image620.png"/><Relationship Id="rId193" Type="http://schemas.openxmlformats.org/officeDocument/2006/relationships/image" Target="../media/image1061.png"/><Relationship Id="rId207" Type="http://schemas.openxmlformats.org/officeDocument/2006/relationships/image" Target="../media/image1068.png"/><Relationship Id="rId249" Type="http://schemas.openxmlformats.org/officeDocument/2006/relationships/image" Target="../media/image1089.png"/><Relationship Id="rId13" Type="http://schemas.openxmlformats.org/officeDocument/2006/relationships/image" Target="../media/image971.png"/><Relationship Id="rId109" Type="http://schemas.openxmlformats.org/officeDocument/2006/relationships/image" Target="../media/image1019.png"/><Relationship Id="rId260" Type="http://schemas.openxmlformats.org/officeDocument/2006/relationships/customXml" Target="../ink/ink834.xml"/><Relationship Id="rId316" Type="http://schemas.openxmlformats.org/officeDocument/2006/relationships/customXml" Target="../ink/ink862.xml"/><Relationship Id="rId55" Type="http://schemas.openxmlformats.org/officeDocument/2006/relationships/image" Target="../media/image992.png"/><Relationship Id="rId97" Type="http://schemas.openxmlformats.org/officeDocument/2006/relationships/image" Target="../media/image1013.png"/><Relationship Id="rId120" Type="http://schemas.openxmlformats.org/officeDocument/2006/relationships/customXml" Target="../ink/ink764.xml"/><Relationship Id="rId358" Type="http://schemas.openxmlformats.org/officeDocument/2006/relationships/customXml" Target="../ink/ink883.xml"/><Relationship Id="rId162" Type="http://schemas.openxmlformats.org/officeDocument/2006/relationships/customXml" Target="../ink/ink785.xml"/><Relationship Id="rId218" Type="http://schemas.openxmlformats.org/officeDocument/2006/relationships/customXml" Target="../ink/ink813.xml"/><Relationship Id="rId271" Type="http://schemas.openxmlformats.org/officeDocument/2006/relationships/image" Target="../media/image1100.png"/><Relationship Id="rId24" Type="http://schemas.openxmlformats.org/officeDocument/2006/relationships/customXml" Target="../ink/ink716.xml"/><Relationship Id="rId66" Type="http://schemas.openxmlformats.org/officeDocument/2006/relationships/customXml" Target="../ink/ink737.xml"/><Relationship Id="rId131" Type="http://schemas.openxmlformats.org/officeDocument/2006/relationships/image" Target="../media/image1030.png"/><Relationship Id="rId327" Type="http://schemas.openxmlformats.org/officeDocument/2006/relationships/image" Target="../media/image1128.png"/><Relationship Id="rId369" Type="http://schemas.openxmlformats.org/officeDocument/2006/relationships/image" Target="../media/image1149.png"/><Relationship Id="rId173" Type="http://schemas.openxmlformats.org/officeDocument/2006/relationships/image" Target="../media/image1051.png"/><Relationship Id="rId229" Type="http://schemas.openxmlformats.org/officeDocument/2006/relationships/image" Target="../media/image1079.png"/><Relationship Id="rId380" Type="http://schemas.openxmlformats.org/officeDocument/2006/relationships/customXml" Target="../ink/ink894.xml"/><Relationship Id="rId240" Type="http://schemas.openxmlformats.org/officeDocument/2006/relationships/customXml" Target="../ink/ink824.xml"/><Relationship Id="rId35" Type="http://schemas.openxmlformats.org/officeDocument/2006/relationships/image" Target="../media/image982.png"/><Relationship Id="rId77" Type="http://schemas.openxmlformats.org/officeDocument/2006/relationships/image" Target="../media/image1003.png"/><Relationship Id="rId100" Type="http://schemas.openxmlformats.org/officeDocument/2006/relationships/customXml" Target="../ink/ink754.xml"/><Relationship Id="rId282" Type="http://schemas.openxmlformats.org/officeDocument/2006/relationships/customXml" Target="../ink/ink845.xml"/><Relationship Id="rId338" Type="http://schemas.openxmlformats.org/officeDocument/2006/relationships/customXml" Target="../ink/ink873.xml"/><Relationship Id="rId8" Type="http://schemas.openxmlformats.org/officeDocument/2006/relationships/customXml" Target="../ink/ink708.xml"/><Relationship Id="rId142" Type="http://schemas.openxmlformats.org/officeDocument/2006/relationships/customXml" Target="../ink/ink775.xml"/><Relationship Id="rId184" Type="http://schemas.openxmlformats.org/officeDocument/2006/relationships/customXml" Target="../ink/ink796.xml"/><Relationship Id="rId391" Type="http://schemas.openxmlformats.org/officeDocument/2006/relationships/image" Target="../media/image621.png"/><Relationship Id="rId251" Type="http://schemas.openxmlformats.org/officeDocument/2006/relationships/image" Target="../media/image1090.png"/><Relationship Id="rId46" Type="http://schemas.openxmlformats.org/officeDocument/2006/relationships/customXml" Target="../ink/ink727.xml"/><Relationship Id="rId293" Type="http://schemas.openxmlformats.org/officeDocument/2006/relationships/image" Target="../media/image1111.png"/><Relationship Id="rId307" Type="http://schemas.openxmlformats.org/officeDocument/2006/relationships/image" Target="../media/image1118.png"/><Relationship Id="rId349" Type="http://schemas.openxmlformats.org/officeDocument/2006/relationships/image" Target="../media/image1139.png"/><Relationship Id="rId88" Type="http://schemas.openxmlformats.org/officeDocument/2006/relationships/customXml" Target="../ink/ink748.xml"/><Relationship Id="rId111" Type="http://schemas.openxmlformats.org/officeDocument/2006/relationships/image" Target="../media/image1020.png"/><Relationship Id="rId153" Type="http://schemas.openxmlformats.org/officeDocument/2006/relationships/image" Target="../media/image1041.png"/><Relationship Id="rId195" Type="http://schemas.openxmlformats.org/officeDocument/2006/relationships/image" Target="../media/image1062.png"/><Relationship Id="rId209" Type="http://schemas.openxmlformats.org/officeDocument/2006/relationships/image" Target="../media/image1069.png"/><Relationship Id="rId360" Type="http://schemas.openxmlformats.org/officeDocument/2006/relationships/customXml" Target="../ink/ink884.xml"/><Relationship Id="rId220" Type="http://schemas.openxmlformats.org/officeDocument/2006/relationships/customXml" Target="../ink/ink814.xml"/><Relationship Id="rId15" Type="http://schemas.openxmlformats.org/officeDocument/2006/relationships/image" Target="../media/image972.png"/><Relationship Id="rId57" Type="http://schemas.openxmlformats.org/officeDocument/2006/relationships/image" Target="../media/image993.png"/><Relationship Id="rId262" Type="http://schemas.openxmlformats.org/officeDocument/2006/relationships/customXml" Target="../ink/ink835.xml"/><Relationship Id="rId318" Type="http://schemas.openxmlformats.org/officeDocument/2006/relationships/customXml" Target="../ink/ink863.xml"/><Relationship Id="rId99" Type="http://schemas.openxmlformats.org/officeDocument/2006/relationships/image" Target="../media/image1014.png"/><Relationship Id="rId122" Type="http://schemas.openxmlformats.org/officeDocument/2006/relationships/customXml" Target="../ink/ink765.xml"/><Relationship Id="rId164" Type="http://schemas.openxmlformats.org/officeDocument/2006/relationships/customXml" Target="../ink/ink786.xml"/><Relationship Id="rId371" Type="http://schemas.openxmlformats.org/officeDocument/2006/relationships/image" Target="../media/image1150.png"/><Relationship Id="rId26" Type="http://schemas.openxmlformats.org/officeDocument/2006/relationships/customXml" Target="../ink/ink717.xml"/><Relationship Id="rId231" Type="http://schemas.openxmlformats.org/officeDocument/2006/relationships/image" Target="../media/image1080.png"/><Relationship Id="rId273" Type="http://schemas.openxmlformats.org/officeDocument/2006/relationships/image" Target="../media/image1101.png"/><Relationship Id="rId329" Type="http://schemas.openxmlformats.org/officeDocument/2006/relationships/image" Target="../media/image1129.png"/><Relationship Id="rId68" Type="http://schemas.openxmlformats.org/officeDocument/2006/relationships/customXml" Target="../ink/ink738.xml"/><Relationship Id="rId133" Type="http://schemas.openxmlformats.org/officeDocument/2006/relationships/image" Target="../media/image1031.png"/><Relationship Id="rId175" Type="http://schemas.openxmlformats.org/officeDocument/2006/relationships/image" Target="../media/image1052.png"/><Relationship Id="rId340" Type="http://schemas.openxmlformats.org/officeDocument/2006/relationships/customXml" Target="../ink/ink874.xml"/><Relationship Id="rId200" Type="http://schemas.openxmlformats.org/officeDocument/2006/relationships/customXml" Target="../ink/ink804.xml"/><Relationship Id="rId382" Type="http://schemas.openxmlformats.org/officeDocument/2006/relationships/customXml" Target="../ink/ink895.xml"/><Relationship Id="rId242" Type="http://schemas.openxmlformats.org/officeDocument/2006/relationships/customXml" Target="../ink/ink825.xml"/><Relationship Id="rId284" Type="http://schemas.openxmlformats.org/officeDocument/2006/relationships/customXml" Target="../ink/ink84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61.xml"/><Relationship Id="rId21" Type="http://schemas.openxmlformats.org/officeDocument/2006/relationships/customXml" Target="../ink/ink913.xml"/><Relationship Id="rId42" Type="http://schemas.openxmlformats.org/officeDocument/2006/relationships/image" Target="../media/image1178.png"/><Relationship Id="rId63" Type="http://schemas.openxmlformats.org/officeDocument/2006/relationships/customXml" Target="../ink/ink934.xml"/><Relationship Id="rId84" Type="http://schemas.openxmlformats.org/officeDocument/2006/relationships/image" Target="../media/image1199.png"/><Relationship Id="rId138" Type="http://schemas.openxmlformats.org/officeDocument/2006/relationships/image" Target="../media/image1226.png"/><Relationship Id="rId159" Type="http://schemas.openxmlformats.org/officeDocument/2006/relationships/customXml" Target="../ink/ink982.xml"/><Relationship Id="rId170" Type="http://schemas.openxmlformats.org/officeDocument/2006/relationships/image" Target="../media/image1242.png"/><Relationship Id="rId107" Type="http://schemas.openxmlformats.org/officeDocument/2006/relationships/customXml" Target="../ink/ink956.xml"/><Relationship Id="rId11" Type="http://schemas.openxmlformats.org/officeDocument/2006/relationships/customXml" Target="../ink/ink908.xml"/><Relationship Id="rId32" Type="http://schemas.openxmlformats.org/officeDocument/2006/relationships/image" Target="../media/image1173.png"/><Relationship Id="rId53" Type="http://schemas.openxmlformats.org/officeDocument/2006/relationships/customXml" Target="../ink/ink929.xml"/><Relationship Id="rId74" Type="http://schemas.openxmlformats.org/officeDocument/2006/relationships/image" Target="../media/image1194.png"/><Relationship Id="rId128" Type="http://schemas.openxmlformats.org/officeDocument/2006/relationships/image" Target="../media/image1221.png"/><Relationship Id="rId149" Type="http://schemas.openxmlformats.org/officeDocument/2006/relationships/customXml" Target="../ink/ink977.xml"/><Relationship Id="rId5" Type="http://schemas.openxmlformats.org/officeDocument/2006/relationships/customXml" Target="../ink/ink905.xml"/><Relationship Id="rId95" Type="http://schemas.openxmlformats.org/officeDocument/2006/relationships/customXml" Target="../ink/ink950.xml"/><Relationship Id="rId160" Type="http://schemas.openxmlformats.org/officeDocument/2006/relationships/image" Target="../media/image1237.png"/><Relationship Id="rId181" Type="http://schemas.openxmlformats.org/officeDocument/2006/relationships/customXml" Target="../ink/ink993.xml"/><Relationship Id="rId22" Type="http://schemas.openxmlformats.org/officeDocument/2006/relationships/image" Target="../media/image1168.png"/><Relationship Id="rId43" Type="http://schemas.openxmlformats.org/officeDocument/2006/relationships/customXml" Target="../ink/ink924.xml"/><Relationship Id="rId64" Type="http://schemas.openxmlformats.org/officeDocument/2006/relationships/image" Target="../media/image1189.png"/><Relationship Id="rId118" Type="http://schemas.openxmlformats.org/officeDocument/2006/relationships/image" Target="../media/image1216.png"/><Relationship Id="rId139" Type="http://schemas.openxmlformats.org/officeDocument/2006/relationships/customXml" Target="../ink/ink972.xml"/><Relationship Id="rId85" Type="http://schemas.openxmlformats.org/officeDocument/2006/relationships/customXml" Target="../ink/ink945.xml"/><Relationship Id="rId150" Type="http://schemas.openxmlformats.org/officeDocument/2006/relationships/image" Target="../media/image1232.png"/><Relationship Id="rId171" Type="http://schemas.openxmlformats.org/officeDocument/2006/relationships/customXml" Target="../ink/ink988.xml"/><Relationship Id="rId12" Type="http://schemas.openxmlformats.org/officeDocument/2006/relationships/image" Target="../media/image1163.png"/><Relationship Id="rId33" Type="http://schemas.openxmlformats.org/officeDocument/2006/relationships/customXml" Target="../ink/ink919.xml"/><Relationship Id="rId108" Type="http://schemas.openxmlformats.org/officeDocument/2006/relationships/image" Target="../media/image1211.png"/><Relationship Id="rId129" Type="http://schemas.openxmlformats.org/officeDocument/2006/relationships/customXml" Target="../ink/ink967.xml"/><Relationship Id="rId54" Type="http://schemas.openxmlformats.org/officeDocument/2006/relationships/image" Target="../media/image1184.png"/><Relationship Id="rId75" Type="http://schemas.openxmlformats.org/officeDocument/2006/relationships/customXml" Target="../ink/ink940.xml"/><Relationship Id="rId96" Type="http://schemas.openxmlformats.org/officeDocument/2006/relationships/image" Target="../media/image1205.png"/><Relationship Id="rId140" Type="http://schemas.openxmlformats.org/officeDocument/2006/relationships/image" Target="../media/image1227.png"/><Relationship Id="rId161" Type="http://schemas.openxmlformats.org/officeDocument/2006/relationships/customXml" Target="../ink/ink983.xml"/><Relationship Id="rId182" Type="http://schemas.openxmlformats.org/officeDocument/2006/relationships/image" Target="../media/image1248.png"/><Relationship Id="rId6" Type="http://schemas.openxmlformats.org/officeDocument/2006/relationships/image" Target="../media/image1160.png"/><Relationship Id="rId23" Type="http://schemas.openxmlformats.org/officeDocument/2006/relationships/customXml" Target="../ink/ink914.xml"/><Relationship Id="rId119" Type="http://schemas.openxmlformats.org/officeDocument/2006/relationships/customXml" Target="../ink/ink962.xml"/><Relationship Id="rId44" Type="http://schemas.openxmlformats.org/officeDocument/2006/relationships/image" Target="../media/image1179.png"/><Relationship Id="rId65" Type="http://schemas.openxmlformats.org/officeDocument/2006/relationships/customXml" Target="../ink/ink935.xml"/><Relationship Id="rId86" Type="http://schemas.openxmlformats.org/officeDocument/2006/relationships/image" Target="../media/image1200.png"/><Relationship Id="rId130" Type="http://schemas.openxmlformats.org/officeDocument/2006/relationships/image" Target="../media/image1222.png"/><Relationship Id="rId151" Type="http://schemas.openxmlformats.org/officeDocument/2006/relationships/customXml" Target="../ink/ink978.xml"/><Relationship Id="rId172" Type="http://schemas.openxmlformats.org/officeDocument/2006/relationships/image" Target="../media/image1243.png"/><Relationship Id="rId13" Type="http://schemas.openxmlformats.org/officeDocument/2006/relationships/customXml" Target="../ink/ink909.xml"/><Relationship Id="rId18" Type="http://schemas.openxmlformats.org/officeDocument/2006/relationships/image" Target="../media/image1166.png"/><Relationship Id="rId39" Type="http://schemas.openxmlformats.org/officeDocument/2006/relationships/customXml" Target="../ink/ink922.xml"/><Relationship Id="rId109" Type="http://schemas.openxmlformats.org/officeDocument/2006/relationships/customXml" Target="../ink/ink957.xml"/><Relationship Id="rId34" Type="http://schemas.openxmlformats.org/officeDocument/2006/relationships/image" Target="../media/image1174.png"/><Relationship Id="rId50" Type="http://schemas.openxmlformats.org/officeDocument/2006/relationships/image" Target="../media/image1182.png"/><Relationship Id="rId55" Type="http://schemas.openxmlformats.org/officeDocument/2006/relationships/customXml" Target="../ink/ink930.xml"/><Relationship Id="rId76" Type="http://schemas.openxmlformats.org/officeDocument/2006/relationships/image" Target="../media/image1195.png"/><Relationship Id="rId97" Type="http://schemas.openxmlformats.org/officeDocument/2006/relationships/customXml" Target="../ink/ink951.xml"/><Relationship Id="rId104" Type="http://schemas.openxmlformats.org/officeDocument/2006/relationships/image" Target="../media/image1209.png"/><Relationship Id="rId120" Type="http://schemas.openxmlformats.org/officeDocument/2006/relationships/image" Target="../media/image1217.png"/><Relationship Id="rId125" Type="http://schemas.openxmlformats.org/officeDocument/2006/relationships/customXml" Target="../ink/ink965.xml"/><Relationship Id="rId141" Type="http://schemas.openxmlformats.org/officeDocument/2006/relationships/customXml" Target="../ink/ink973.xml"/><Relationship Id="rId146" Type="http://schemas.openxmlformats.org/officeDocument/2006/relationships/image" Target="../media/image1230.png"/><Relationship Id="rId167" Type="http://schemas.openxmlformats.org/officeDocument/2006/relationships/customXml" Target="../ink/ink986.xml"/><Relationship Id="rId188" Type="http://schemas.openxmlformats.org/officeDocument/2006/relationships/image" Target="../media/image1251.png"/><Relationship Id="rId7" Type="http://schemas.openxmlformats.org/officeDocument/2006/relationships/customXml" Target="../ink/ink906.xml"/><Relationship Id="rId71" Type="http://schemas.openxmlformats.org/officeDocument/2006/relationships/customXml" Target="../ink/ink938.xml"/><Relationship Id="rId92" Type="http://schemas.openxmlformats.org/officeDocument/2006/relationships/image" Target="../media/image1203.png"/><Relationship Id="rId162" Type="http://schemas.openxmlformats.org/officeDocument/2006/relationships/image" Target="../media/image1238.png"/><Relationship Id="rId183" Type="http://schemas.openxmlformats.org/officeDocument/2006/relationships/customXml" Target="../ink/ink994.xml"/><Relationship Id="rId2" Type="http://schemas.openxmlformats.org/officeDocument/2006/relationships/image" Target="../media/image626.png"/><Relationship Id="rId29" Type="http://schemas.openxmlformats.org/officeDocument/2006/relationships/customXml" Target="../ink/ink917.xml"/><Relationship Id="rId24" Type="http://schemas.openxmlformats.org/officeDocument/2006/relationships/image" Target="../media/image1169.png"/><Relationship Id="rId40" Type="http://schemas.openxmlformats.org/officeDocument/2006/relationships/image" Target="../media/image1177.png"/><Relationship Id="rId45" Type="http://schemas.openxmlformats.org/officeDocument/2006/relationships/customXml" Target="../ink/ink925.xml"/><Relationship Id="rId66" Type="http://schemas.openxmlformats.org/officeDocument/2006/relationships/image" Target="../media/image1190.png"/><Relationship Id="rId87" Type="http://schemas.openxmlformats.org/officeDocument/2006/relationships/customXml" Target="../ink/ink946.xml"/><Relationship Id="rId110" Type="http://schemas.openxmlformats.org/officeDocument/2006/relationships/image" Target="../media/image1212.png"/><Relationship Id="rId115" Type="http://schemas.openxmlformats.org/officeDocument/2006/relationships/customXml" Target="../ink/ink960.xml"/><Relationship Id="rId131" Type="http://schemas.openxmlformats.org/officeDocument/2006/relationships/customXml" Target="../ink/ink968.xml"/><Relationship Id="rId136" Type="http://schemas.openxmlformats.org/officeDocument/2006/relationships/image" Target="../media/image1225.png"/><Relationship Id="rId157" Type="http://schemas.openxmlformats.org/officeDocument/2006/relationships/customXml" Target="../ink/ink981.xml"/><Relationship Id="rId178" Type="http://schemas.openxmlformats.org/officeDocument/2006/relationships/image" Target="../media/image1246.png"/><Relationship Id="rId61" Type="http://schemas.openxmlformats.org/officeDocument/2006/relationships/customXml" Target="../ink/ink933.xml"/><Relationship Id="rId82" Type="http://schemas.openxmlformats.org/officeDocument/2006/relationships/image" Target="../media/image1198.png"/><Relationship Id="rId152" Type="http://schemas.openxmlformats.org/officeDocument/2006/relationships/image" Target="../media/image1233.png"/><Relationship Id="rId173" Type="http://schemas.openxmlformats.org/officeDocument/2006/relationships/customXml" Target="../ink/ink989.xml"/><Relationship Id="rId19" Type="http://schemas.openxmlformats.org/officeDocument/2006/relationships/customXml" Target="../ink/ink912.xml"/><Relationship Id="rId14" Type="http://schemas.openxmlformats.org/officeDocument/2006/relationships/image" Target="../media/image1164.png"/><Relationship Id="rId30" Type="http://schemas.openxmlformats.org/officeDocument/2006/relationships/image" Target="../media/image1172.png"/><Relationship Id="rId35" Type="http://schemas.openxmlformats.org/officeDocument/2006/relationships/customXml" Target="../ink/ink920.xml"/><Relationship Id="rId56" Type="http://schemas.openxmlformats.org/officeDocument/2006/relationships/image" Target="../media/image1185.png"/><Relationship Id="rId77" Type="http://schemas.openxmlformats.org/officeDocument/2006/relationships/customXml" Target="../ink/ink941.xml"/><Relationship Id="rId100" Type="http://schemas.openxmlformats.org/officeDocument/2006/relationships/image" Target="../media/image1207.png"/><Relationship Id="rId105" Type="http://schemas.openxmlformats.org/officeDocument/2006/relationships/customXml" Target="../ink/ink955.xml"/><Relationship Id="rId126" Type="http://schemas.openxmlformats.org/officeDocument/2006/relationships/image" Target="../media/image1220.png"/><Relationship Id="rId147" Type="http://schemas.openxmlformats.org/officeDocument/2006/relationships/customXml" Target="../ink/ink976.xml"/><Relationship Id="rId168" Type="http://schemas.openxmlformats.org/officeDocument/2006/relationships/image" Target="../media/image1241.png"/><Relationship Id="rId8" Type="http://schemas.openxmlformats.org/officeDocument/2006/relationships/image" Target="../media/image1161.png"/><Relationship Id="rId51" Type="http://schemas.openxmlformats.org/officeDocument/2006/relationships/customXml" Target="../ink/ink928.xml"/><Relationship Id="rId72" Type="http://schemas.openxmlformats.org/officeDocument/2006/relationships/image" Target="../media/image1193.png"/><Relationship Id="rId93" Type="http://schemas.openxmlformats.org/officeDocument/2006/relationships/customXml" Target="../ink/ink949.xml"/><Relationship Id="rId98" Type="http://schemas.openxmlformats.org/officeDocument/2006/relationships/image" Target="../media/image1206.png"/><Relationship Id="rId121" Type="http://schemas.openxmlformats.org/officeDocument/2006/relationships/customXml" Target="../ink/ink963.xml"/><Relationship Id="rId142" Type="http://schemas.openxmlformats.org/officeDocument/2006/relationships/image" Target="../media/image1228.png"/><Relationship Id="rId163" Type="http://schemas.openxmlformats.org/officeDocument/2006/relationships/customXml" Target="../ink/ink984.xml"/><Relationship Id="rId184" Type="http://schemas.openxmlformats.org/officeDocument/2006/relationships/image" Target="../media/image1249.png"/><Relationship Id="rId189" Type="http://schemas.openxmlformats.org/officeDocument/2006/relationships/customXml" Target="../ink/ink997.xml"/><Relationship Id="rId3" Type="http://schemas.openxmlformats.org/officeDocument/2006/relationships/customXml" Target="../ink/ink904.xml"/><Relationship Id="rId25" Type="http://schemas.openxmlformats.org/officeDocument/2006/relationships/customXml" Target="../ink/ink915.xml"/><Relationship Id="rId46" Type="http://schemas.openxmlformats.org/officeDocument/2006/relationships/image" Target="../media/image1180.png"/><Relationship Id="rId67" Type="http://schemas.openxmlformats.org/officeDocument/2006/relationships/customXml" Target="../ink/ink936.xml"/><Relationship Id="rId116" Type="http://schemas.openxmlformats.org/officeDocument/2006/relationships/image" Target="../media/image1215.png"/><Relationship Id="rId137" Type="http://schemas.openxmlformats.org/officeDocument/2006/relationships/customXml" Target="../ink/ink971.xml"/><Relationship Id="rId158" Type="http://schemas.openxmlformats.org/officeDocument/2006/relationships/image" Target="../media/image1236.png"/><Relationship Id="rId20" Type="http://schemas.openxmlformats.org/officeDocument/2006/relationships/image" Target="../media/image1167.png"/><Relationship Id="rId41" Type="http://schemas.openxmlformats.org/officeDocument/2006/relationships/customXml" Target="../ink/ink923.xml"/><Relationship Id="rId62" Type="http://schemas.openxmlformats.org/officeDocument/2006/relationships/image" Target="../media/image1188.png"/><Relationship Id="rId83" Type="http://schemas.openxmlformats.org/officeDocument/2006/relationships/customXml" Target="../ink/ink944.xml"/><Relationship Id="rId88" Type="http://schemas.openxmlformats.org/officeDocument/2006/relationships/image" Target="../media/image1201.png"/><Relationship Id="rId111" Type="http://schemas.openxmlformats.org/officeDocument/2006/relationships/customXml" Target="../ink/ink958.xml"/><Relationship Id="rId132" Type="http://schemas.openxmlformats.org/officeDocument/2006/relationships/image" Target="../media/image1223.png"/><Relationship Id="rId153" Type="http://schemas.openxmlformats.org/officeDocument/2006/relationships/customXml" Target="../ink/ink979.xml"/><Relationship Id="rId174" Type="http://schemas.openxmlformats.org/officeDocument/2006/relationships/image" Target="../media/image1244.png"/><Relationship Id="rId179" Type="http://schemas.openxmlformats.org/officeDocument/2006/relationships/customXml" Target="../ink/ink992.xml"/><Relationship Id="rId190" Type="http://schemas.openxmlformats.org/officeDocument/2006/relationships/image" Target="../media/image1252.png"/><Relationship Id="rId15" Type="http://schemas.openxmlformats.org/officeDocument/2006/relationships/customXml" Target="../ink/ink910.xml"/><Relationship Id="rId36" Type="http://schemas.openxmlformats.org/officeDocument/2006/relationships/image" Target="../media/image1175.png"/><Relationship Id="rId57" Type="http://schemas.openxmlformats.org/officeDocument/2006/relationships/customXml" Target="../ink/ink931.xml"/><Relationship Id="rId106" Type="http://schemas.openxmlformats.org/officeDocument/2006/relationships/image" Target="../media/image1210.png"/><Relationship Id="rId127" Type="http://schemas.openxmlformats.org/officeDocument/2006/relationships/customXml" Target="../ink/ink966.xml"/><Relationship Id="rId10" Type="http://schemas.openxmlformats.org/officeDocument/2006/relationships/image" Target="../media/image1162.png"/><Relationship Id="rId31" Type="http://schemas.openxmlformats.org/officeDocument/2006/relationships/customXml" Target="../ink/ink918.xml"/><Relationship Id="rId52" Type="http://schemas.openxmlformats.org/officeDocument/2006/relationships/image" Target="../media/image1183.png"/><Relationship Id="rId73" Type="http://schemas.openxmlformats.org/officeDocument/2006/relationships/customXml" Target="../ink/ink939.xml"/><Relationship Id="rId78" Type="http://schemas.openxmlformats.org/officeDocument/2006/relationships/image" Target="../media/image1196.png"/><Relationship Id="rId94" Type="http://schemas.openxmlformats.org/officeDocument/2006/relationships/image" Target="../media/image1204.png"/><Relationship Id="rId99" Type="http://schemas.openxmlformats.org/officeDocument/2006/relationships/customXml" Target="../ink/ink952.xml"/><Relationship Id="rId101" Type="http://schemas.openxmlformats.org/officeDocument/2006/relationships/customXml" Target="../ink/ink953.xml"/><Relationship Id="rId122" Type="http://schemas.openxmlformats.org/officeDocument/2006/relationships/image" Target="../media/image1218.png"/><Relationship Id="rId143" Type="http://schemas.openxmlformats.org/officeDocument/2006/relationships/customXml" Target="../ink/ink974.xml"/><Relationship Id="rId148" Type="http://schemas.openxmlformats.org/officeDocument/2006/relationships/image" Target="../media/image1231.png"/><Relationship Id="rId164" Type="http://schemas.openxmlformats.org/officeDocument/2006/relationships/image" Target="../media/image1239.png"/><Relationship Id="rId169" Type="http://schemas.openxmlformats.org/officeDocument/2006/relationships/customXml" Target="../ink/ink987.xml"/><Relationship Id="rId185" Type="http://schemas.openxmlformats.org/officeDocument/2006/relationships/customXml" Target="../ink/ink995.xml"/><Relationship Id="rId4" Type="http://schemas.openxmlformats.org/officeDocument/2006/relationships/image" Target="../media/image1159.png"/><Relationship Id="rId9" Type="http://schemas.openxmlformats.org/officeDocument/2006/relationships/customXml" Target="../ink/ink907.xml"/><Relationship Id="rId180" Type="http://schemas.openxmlformats.org/officeDocument/2006/relationships/image" Target="../media/image1247.png"/><Relationship Id="rId26" Type="http://schemas.openxmlformats.org/officeDocument/2006/relationships/image" Target="../media/image1170.png"/><Relationship Id="rId47" Type="http://schemas.openxmlformats.org/officeDocument/2006/relationships/customXml" Target="../ink/ink926.xml"/><Relationship Id="rId68" Type="http://schemas.openxmlformats.org/officeDocument/2006/relationships/image" Target="../media/image1191.png"/><Relationship Id="rId89" Type="http://schemas.openxmlformats.org/officeDocument/2006/relationships/customXml" Target="../ink/ink947.xml"/><Relationship Id="rId112" Type="http://schemas.openxmlformats.org/officeDocument/2006/relationships/image" Target="../media/image1213.png"/><Relationship Id="rId133" Type="http://schemas.openxmlformats.org/officeDocument/2006/relationships/customXml" Target="../ink/ink969.xml"/><Relationship Id="rId154" Type="http://schemas.openxmlformats.org/officeDocument/2006/relationships/image" Target="../media/image1234.png"/><Relationship Id="rId175" Type="http://schemas.openxmlformats.org/officeDocument/2006/relationships/customXml" Target="../ink/ink990.xml"/><Relationship Id="rId16" Type="http://schemas.openxmlformats.org/officeDocument/2006/relationships/image" Target="../media/image1165.png"/><Relationship Id="rId37" Type="http://schemas.openxmlformats.org/officeDocument/2006/relationships/customXml" Target="../ink/ink921.xml"/><Relationship Id="rId58" Type="http://schemas.openxmlformats.org/officeDocument/2006/relationships/image" Target="../media/image1186.png"/><Relationship Id="rId79" Type="http://schemas.openxmlformats.org/officeDocument/2006/relationships/customXml" Target="../ink/ink942.xml"/><Relationship Id="rId102" Type="http://schemas.openxmlformats.org/officeDocument/2006/relationships/image" Target="../media/image1208.png"/><Relationship Id="rId123" Type="http://schemas.openxmlformats.org/officeDocument/2006/relationships/customXml" Target="../ink/ink964.xml"/><Relationship Id="rId144" Type="http://schemas.openxmlformats.org/officeDocument/2006/relationships/image" Target="../media/image1229.png"/><Relationship Id="rId90" Type="http://schemas.openxmlformats.org/officeDocument/2006/relationships/image" Target="../media/image1202.png"/><Relationship Id="rId165" Type="http://schemas.openxmlformats.org/officeDocument/2006/relationships/customXml" Target="../ink/ink985.xml"/><Relationship Id="rId186" Type="http://schemas.openxmlformats.org/officeDocument/2006/relationships/image" Target="../media/image1250.png"/><Relationship Id="rId27" Type="http://schemas.openxmlformats.org/officeDocument/2006/relationships/customXml" Target="../ink/ink916.xml"/><Relationship Id="rId48" Type="http://schemas.openxmlformats.org/officeDocument/2006/relationships/image" Target="../media/image1181.png"/><Relationship Id="rId69" Type="http://schemas.openxmlformats.org/officeDocument/2006/relationships/customXml" Target="../ink/ink937.xml"/><Relationship Id="rId113" Type="http://schemas.openxmlformats.org/officeDocument/2006/relationships/customXml" Target="../ink/ink959.xml"/><Relationship Id="rId134" Type="http://schemas.openxmlformats.org/officeDocument/2006/relationships/image" Target="../media/image1224.png"/><Relationship Id="rId80" Type="http://schemas.openxmlformats.org/officeDocument/2006/relationships/image" Target="../media/image1197.png"/><Relationship Id="rId155" Type="http://schemas.openxmlformats.org/officeDocument/2006/relationships/customXml" Target="../ink/ink980.xml"/><Relationship Id="rId176" Type="http://schemas.openxmlformats.org/officeDocument/2006/relationships/image" Target="../media/image1245.png"/><Relationship Id="rId17" Type="http://schemas.openxmlformats.org/officeDocument/2006/relationships/customXml" Target="../ink/ink911.xml"/><Relationship Id="rId38" Type="http://schemas.openxmlformats.org/officeDocument/2006/relationships/image" Target="../media/image1176.png"/><Relationship Id="rId59" Type="http://schemas.openxmlformats.org/officeDocument/2006/relationships/customXml" Target="../ink/ink932.xml"/><Relationship Id="rId103" Type="http://schemas.openxmlformats.org/officeDocument/2006/relationships/customXml" Target="../ink/ink954.xml"/><Relationship Id="rId124" Type="http://schemas.openxmlformats.org/officeDocument/2006/relationships/image" Target="../media/image1219.png"/><Relationship Id="rId70" Type="http://schemas.openxmlformats.org/officeDocument/2006/relationships/image" Target="../media/image1192.png"/><Relationship Id="rId91" Type="http://schemas.openxmlformats.org/officeDocument/2006/relationships/customXml" Target="../ink/ink948.xml"/><Relationship Id="rId145" Type="http://schemas.openxmlformats.org/officeDocument/2006/relationships/customXml" Target="../ink/ink975.xml"/><Relationship Id="rId166" Type="http://schemas.openxmlformats.org/officeDocument/2006/relationships/image" Target="../media/image1240.png"/><Relationship Id="rId187" Type="http://schemas.openxmlformats.org/officeDocument/2006/relationships/customXml" Target="../ink/ink996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171.png"/><Relationship Id="rId49" Type="http://schemas.openxmlformats.org/officeDocument/2006/relationships/customXml" Target="../ink/ink927.xml"/><Relationship Id="rId114" Type="http://schemas.openxmlformats.org/officeDocument/2006/relationships/image" Target="../media/image1214.png"/><Relationship Id="rId60" Type="http://schemas.openxmlformats.org/officeDocument/2006/relationships/image" Target="../media/image1187.png"/><Relationship Id="rId81" Type="http://schemas.openxmlformats.org/officeDocument/2006/relationships/customXml" Target="../ink/ink943.xml"/><Relationship Id="rId135" Type="http://schemas.openxmlformats.org/officeDocument/2006/relationships/customXml" Target="../ink/ink970.xml"/><Relationship Id="rId156" Type="http://schemas.openxmlformats.org/officeDocument/2006/relationships/image" Target="../media/image1235.png"/><Relationship Id="rId177" Type="http://schemas.openxmlformats.org/officeDocument/2006/relationships/customXml" Target="../ink/ink99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55.xml"/><Relationship Id="rId21" Type="http://schemas.openxmlformats.org/officeDocument/2006/relationships/customXml" Target="../ink/ink1007.xml"/><Relationship Id="rId42" Type="http://schemas.openxmlformats.org/officeDocument/2006/relationships/image" Target="../media/image646.png"/><Relationship Id="rId63" Type="http://schemas.openxmlformats.org/officeDocument/2006/relationships/customXml" Target="../ink/ink1028.xml"/><Relationship Id="rId84" Type="http://schemas.openxmlformats.org/officeDocument/2006/relationships/image" Target="../media/image667.png"/><Relationship Id="rId138" Type="http://schemas.openxmlformats.org/officeDocument/2006/relationships/image" Target="../media/image694.png"/><Relationship Id="rId159" Type="http://schemas.openxmlformats.org/officeDocument/2006/relationships/customXml" Target="../ink/ink1076.xml"/><Relationship Id="rId170" Type="http://schemas.openxmlformats.org/officeDocument/2006/relationships/image" Target="../media/image710.png"/><Relationship Id="rId191" Type="http://schemas.openxmlformats.org/officeDocument/2006/relationships/customXml" Target="../ink/ink1092.xml"/><Relationship Id="rId107" Type="http://schemas.openxmlformats.org/officeDocument/2006/relationships/customXml" Target="../ink/ink1050.xml"/><Relationship Id="rId11" Type="http://schemas.openxmlformats.org/officeDocument/2006/relationships/customXml" Target="../ink/ink1002.xml"/><Relationship Id="rId32" Type="http://schemas.openxmlformats.org/officeDocument/2006/relationships/image" Target="../media/image641.png"/><Relationship Id="rId53" Type="http://schemas.openxmlformats.org/officeDocument/2006/relationships/customXml" Target="../ink/ink1023.xml"/><Relationship Id="rId74" Type="http://schemas.openxmlformats.org/officeDocument/2006/relationships/image" Target="../media/image662.png"/><Relationship Id="rId128" Type="http://schemas.openxmlformats.org/officeDocument/2006/relationships/image" Target="../media/image689.png"/><Relationship Id="rId149" Type="http://schemas.openxmlformats.org/officeDocument/2006/relationships/customXml" Target="../ink/ink1071.xml"/><Relationship Id="rId5" Type="http://schemas.openxmlformats.org/officeDocument/2006/relationships/customXml" Target="../ink/ink999.xml"/><Relationship Id="rId95" Type="http://schemas.openxmlformats.org/officeDocument/2006/relationships/customXml" Target="../ink/ink1044.xml"/><Relationship Id="rId160" Type="http://schemas.openxmlformats.org/officeDocument/2006/relationships/image" Target="../media/image705.png"/><Relationship Id="rId181" Type="http://schemas.openxmlformats.org/officeDocument/2006/relationships/customXml" Target="../ink/ink1087.xml"/><Relationship Id="rId22" Type="http://schemas.openxmlformats.org/officeDocument/2006/relationships/image" Target="../media/image636.png"/><Relationship Id="rId43" Type="http://schemas.openxmlformats.org/officeDocument/2006/relationships/customXml" Target="../ink/ink1018.xml"/><Relationship Id="rId64" Type="http://schemas.openxmlformats.org/officeDocument/2006/relationships/image" Target="../media/image657.png"/><Relationship Id="rId118" Type="http://schemas.openxmlformats.org/officeDocument/2006/relationships/image" Target="../media/image684.png"/><Relationship Id="rId139" Type="http://schemas.openxmlformats.org/officeDocument/2006/relationships/customXml" Target="../ink/ink1066.xml"/><Relationship Id="rId85" Type="http://schemas.openxmlformats.org/officeDocument/2006/relationships/customXml" Target="../ink/ink1039.xml"/><Relationship Id="rId150" Type="http://schemas.openxmlformats.org/officeDocument/2006/relationships/image" Target="../media/image700.png"/><Relationship Id="rId171" Type="http://schemas.openxmlformats.org/officeDocument/2006/relationships/customXml" Target="../ink/ink1082.xml"/><Relationship Id="rId192" Type="http://schemas.openxmlformats.org/officeDocument/2006/relationships/image" Target="../media/image721.png"/><Relationship Id="rId12" Type="http://schemas.openxmlformats.org/officeDocument/2006/relationships/image" Target="../media/image631.png"/><Relationship Id="rId33" Type="http://schemas.openxmlformats.org/officeDocument/2006/relationships/customXml" Target="../ink/ink1013.xml"/><Relationship Id="rId108" Type="http://schemas.openxmlformats.org/officeDocument/2006/relationships/image" Target="../media/image679.png"/><Relationship Id="rId129" Type="http://schemas.openxmlformats.org/officeDocument/2006/relationships/customXml" Target="../ink/ink1061.xml"/><Relationship Id="rId54" Type="http://schemas.openxmlformats.org/officeDocument/2006/relationships/image" Target="../media/image652.png"/><Relationship Id="rId75" Type="http://schemas.openxmlformats.org/officeDocument/2006/relationships/customXml" Target="../ink/ink1034.xml"/><Relationship Id="rId96" Type="http://schemas.openxmlformats.org/officeDocument/2006/relationships/image" Target="../media/image673.png"/><Relationship Id="rId140" Type="http://schemas.openxmlformats.org/officeDocument/2006/relationships/image" Target="../media/image695.png"/><Relationship Id="rId161" Type="http://schemas.openxmlformats.org/officeDocument/2006/relationships/customXml" Target="../ink/ink1077.xml"/><Relationship Id="rId182" Type="http://schemas.openxmlformats.org/officeDocument/2006/relationships/image" Target="../media/image716.png"/><Relationship Id="rId6" Type="http://schemas.openxmlformats.org/officeDocument/2006/relationships/image" Target="../media/image628.png"/><Relationship Id="rId23" Type="http://schemas.openxmlformats.org/officeDocument/2006/relationships/customXml" Target="../ink/ink1008.xml"/><Relationship Id="rId119" Type="http://schemas.openxmlformats.org/officeDocument/2006/relationships/customXml" Target="../ink/ink1056.xml"/><Relationship Id="rId44" Type="http://schemas.openxmlformats.org/officeDocument/2006/relationships/image" Target="../media/image647.png"/><Relationship Id="rId65" Type="http://schemas.openxmlformats.org/officeDocument/2006/relationships/customXml" Target="../ink/ink1029.xml"/><Relationship Id="rId86" Type="http://schemas.openxmlformats.org/officeDocument/2006/relationships/image" Target="../media/image668.png"/><Relationship Id="rId130" Type="http://schemas.openxmlformats.org/officeDocument/2006/relationships/image" Target="../media/image690.png"/><Relationship Id="rId151" Type="http://schemas.openxmlformats.org/officeDocument/2006/relationships/customXml" Target="../ink/ink1072.xml"/><Relationship Id="rId172" Type="http://schemas.openxmlformats.org/officeDocument/2006/relationships/image" Target="../media/image711.png"/><Relationship Id="rId13" Type="http://schemas.openxmlformats.org/officeDocument/2006/relationships/customXml" Target="../ink/ink1003.xml"/><Relationship Id="rId18" Type="http://schemas.openxmlformats.org/officeDocument/2006/relationships/image" Target="../media/image634.png"/><Relationship Id="rId39" Type="http://schemas.openxmlformats.org/officeDocument/2006/relationships/customXml" Target="../ink/ink1016.xml"/><Relationship Id="rId109" Type="http://schemas.openxmlformats.org/officeDocument/2006/relationships/customXml" Target="../ink/ink1051.xml"/><Relationship Id="rId34" Type="http://schemas.openxmlformats.org/officeDocument/2006/relationships/image" Target="../media/image642.png"/><Relationship Id="rId50" Type="http://schemas.openxmlformats.org/officeDocument/2006/relationships/image" Target="../media/image650.png"/><Relationship Id="rId55" Type="http://schemas.openxmlformats.org/officeDocument/2006/relationships/customXml" Target="../ink/ink1024.xml"/><Relationship Id="rId76" Type="http://schemas.openxmlformats.org/officeDocument/2006/relationships/image" Target="../media/image663.png"/><Relationship Id="rId97" Type="http://schemas.openxmlformats.org/officeDocument/2006/relationships/customXml" Target="../ink/ink1045.xml"/><Relationship Id="rId104" Type="http://schemas.openxmlformats.org/officeDocument/2006/relationships/image" Target="../media/image677.png"/><Relationship Id="rId120" Type="http://schemas.openxmlformats.org/officeDocument/2006/relationships/image" Target="../media/image685.png"/><Relationship Id="rId125" Type="http://schemas.openxmlformats.org/officeDocument/2006/relationships/customXml" Target="../ink/ink1059.xml"/><Relationship Id="rId141" Type="http://schemas.openxmlformats.org/officeDocument/2006/relationships/customXml" Target="../ink/ink1067.xml"/><Relationship Id="rId146" Type="http://schemas.openxmlformats.org/officeDocument/2006/relationships/image" Target="../media/image698.png"/><Relationship Id="rId167" Type="http://schemas.openxmlformats.org/officeDocument/2006/relationships/customXml" Target="../ink/ink1080.xml"/><Relationship Id="rId188" Type="http://schemas.openxmlformats.org/officeDocument/2006/relationships/image" Target="../media/image719.png"/><Relationship Id="rId7" Type="http://schemas.openxmlformats.org/officeDocument/2006/relationships/customXml" Target="../ink/ink1000.xml"/><Relationship Id="rId71" Type="http://schemas.openxmlformats.org/officeDocument/2006/relationships/customXml" Target="../ink/ink1032.xml"/><Relationship Id="rId92" Type="http://schemas.openxmlformats.org/officeDocument/2006/relationships/image" Target="../media/image671.png"/><Relationship Id="rId162" Type="http://schemas.openxmlformats.org/officeDocument/2006/relationships/image" Target="../media/image706.png"/><Relationship Id="rId183" Type="http://schemas.openxmlformats.org/officeDocument/2006/relationships/customXml" Target="../ink/ink1088.xml"/><Relationship Id="rId2" Type="http://schemas.openxmlformats.org/officeDocument/2006/relationships/image" Target="../media/image626.png"/><Relationship Id="rId29" Type="http://schemas.openxmlformats.org/officeDocument/2006/relationships/customXml" Target="../ink/ink1011.xml"/><Relationship Id="rId24" Type="http://schemas.openxmlformats.org/officeDocument/2006/relationships/image" Target="../media/image637.png"/><Relationship Id="rId40" Type="http://schemas.openxmlformats.org/officeDocument/2006/relationships/image" Target="../media/image645.png"/><Relationship Id="rId45" Type="http://schemas.openxmlformats.org/officeDocument/2006/relationships/customXml" Target="../ink/ink1019.xml"/><Relationship Id="rId66" Type="http://schemas.openxmlformats.org/officeDocument/2006/relationships/image" Target="../media/image658.png"/><Relationship Id="rId87" Type="http://schemas.openxmlformats.org/officeDocument/2006/relationships/customXml" Target="../ink/ink1040.xml"/><Relationship Id="rId110" Type="http://schemas.openxmlformats.org/officeDocument/2006/relationships/image" Target="../media/image680.png"/><Relationship Id="rId115" Type="http://schemas.openxmlformats.org/officeDocument/2006/relationships/customXml" Target="../ink/ink1054.xml"/><Relationship Id="rId131" Type="http://schemas.openxmlformats.org/officeDocument/2006/relationships/customXml" Target="../ink/ink1062.xml"/><Relationship Id="rId136" Type="http://schemas.openxmlformats.org/officeDocument/2006/relationships/image" Target="../media/image693.png"/><Relationship Id="rId157" Type="http://schemas.openxmlformats.org/officeDocument/2006/relationships/customXml" Target="../ink/ink1075.xml"/><Relationship Id="rId178" Type="http://schemas.openxmlformats.org/officeDocument/2006/relationships/image" Target="../media/image714.png"/><Relationship Id="rId61" Type="http://schemas.openxmlformats.org/officeDocument/2006/relationships/customXml" Target="../ink/ink1027.xml"/><Relationship Id="rId82" Type="http://schemas.openxmlformats.org/officeDocument/2006/relationships/image" Target="../media/image666.png"/><Relationship Id="rId152" Type="http://schemas.openxmlformats.org/officeDocument/2006/relationships/image" Target="../media/image701.png"/><Relationship Id="rId173" Type="http://schemas.openxmlformats.org/officeDocument/2006/relationships/customXml" Target="../ink/ink1083.xml"/><Relationship Id="rId19" Type="http://schemas.openxmlformats.org/officeDocument/2006/relationships/customXml" Target="../ink/ink1006.xml"/><Relationship Id="rId14" Type="http://schemas.openxmlformats.org/officeDocument/2006/relationships/image" Target="../media/image632.png"/><Relationship Id="rId30" Type="http://schemas.openxmlformats.org/officeDocument/2006/relationships/image" Target="../media/image640.png"/><Relationship Id="rId35" Type="http://schemas.openxmlformats.org/officeDocument/2006/relationships/customXml" Target="../ink/ink1014.xml"/><Relationship Id="rId56" Type="http://schemas.openxmlformats.org/officeDocument/2006/relationships/image" Target="../media/image653.png"/><Relationship Id="rId77" Type="http://schemas.openxmlformats.org/officeDocument/2006/relationships/customXml" Target="../ink/ink1035.xml"/><Relationship Id="rId100" Type="http://schemas.openxmlformats.org/officeDocument/2006/relationships/image" Target="../media/image675.png"/><Relationship Id="rId105" Type="http://schemas.openxmlformats.org/officeDocument/2006/relationships/customXml" Target="../ink/ink1049.xml"/><Relationship Id="rId126" Type="http://schemas.openxmlformats.org/officeDocument/2006/relationships/image" Target="../media/image688.png"/><Relationship Id="rId147" Type="http://schemas.openxmlformats.org/officeDocument/2006/relationships/customXml" Target="../ink/ink1070.xml"/><Relationship Id="rId168" Type="http://schemas.openxmlformats.org/officeDocument/2006/relationships/image" Target="../media/image709.png"/><Relationship Id="rId8" Type="http://schemas.openxmlformats.org/officeDocument/2006/relationships/image" Target="../media/image629.png"/><Relationship Id="rId51" Type="http://schemas.openxmlformats.org/officeDocument/2006/relationships/customXml" Target="../ink/ink1022.xml"/><Relationship Id="rId72" Type="http://schemas.openxmlformats.org/officeDocument/2006/relationships/image" Target="../media/image661.png"/><Relationship Id="rId93" Type="http://schemas.openxmlformats.org/officeDocument/2006/relationships/customXml" Target="../ink/ink1043.xml"/><Relationship Id="rId98" Type="http://schemas.openxmlformats.org/officeDocument/2006/relationships/image" Target="../media/image674.png"/><Relationship Id="rId121" Type="http://schemas.openxmlformats.org/officeDocument/2006/relationships/customXml" Target="../ink/ink1057.xml"/><Relationship Id="rId142" Type="http://schemas.openxmlformats.org/officeDocument/2006/relationships/image" Target="../media/image696.png"/><Relationship Id="rId163" Type="http://schemas.openxmlformats.org/officeDocument/2006/relationships/customXml" Target="../ink/ink1078.xml"/><Relationship Id="rId184" Type="http://schemas.openxmlformats.org/officeDocument/2006/relationships/image" Target="../media/image717.png"/><Relationship Id="rId189" Type="http://schemas.openxmlformats.org/officeDocument/2006/relationships/customXml" Target="../ink/ink1091.xml"/><Relationship Id="rId3" Type="http://schemas.openxmlformats.org/officeDocument/2006/relationships/customXml" Target="../ink/ink998.xml"/><Relationship Id="rId25" Type="http://schemas.openxmlformats.org/officeDocument/2006/relationships/customXml" Target="../ink/ink1009.xml"/><Relationship Id="rId46" Type="http://schemas.openxmlformats.org/officeDocument/2006/relationships/image" Target="../media/image648.png"/><Relationship Id="rId67" Type="http://schemas.openxmlformats.org/officeDocument/2006/relationships/customXml" Target="../ink/ink1030.xml"/><Relationship Id="rId116" Type="http://schemas.openxmlformats.org/officeDocument/2006/relationships/image" Target="../media/image683.png"/><Relationship Id="rId137" Type="http://schemas.openxmlformats.org/officeDocument/2006/relationships/customXml" Target="../ink/ink1065.xml"/><Relationship Id="rId158" Type="http://schemas.openxmlformats.org/officeDocument/2006/relationships/image" Target="../media/image704.png"/><Relationship Id="rId20" Type="http://schemas.openxmlformats.org/officeDocument/2006/relationships/image" Target="../media/image635.png"/><Relationship Id="rId41" Type="http://schemas.openxmlformats.org/officeDocument/2006/relationships/customXml" Target="../ink/ink1017.xml"/><Relationship Id="rId62" Type="http://schemas.openxmlformats.org/officeDocument/2006/relationships/image" Target="../media/image656.png"/><Relationship Id="rId83" Type="http://schemas.openxmlformats.org/officeDocument/2006/relationships/customXml" Target="../ink/ink1038.xml"/><Relationship Id="rId88" Type="http://schemas.openxmlformats.org/officeDocument/2006/relationships/image" Target="../media/image669.png"/><Relationship Id="rId111" Type="http://schemas.openxmlformats.org/officeDocument/2006/relationships/customXml" Target="../ink/ink1052.xml"/><Relationship Id="rId132" Type="http://schemas.openxmlformats.org/officeDocument/2006/relationships/image" Target="../media/image691.png"/><Relationship Id="rId153" Type="http://schemas.openxmlformats.org/officeDocument/2006/relationships/customXml" Target="../ink/ink1073.xml"/><Relationship Id="rId174" Type="http://schemas.openxmlformats.org/officeDocument/2006/relationships/image" Target="../media/image712.png"/><Relationship Id="rId179" Type="http://schemas.openxmlformats.org/officeDocument/2006/relationships/customXml" Target="../ink/ink1086.xml"/><Relationship Id="rId190" Type="http://schemas.openxmlformats.org/officeDocument/2006/relationships/image" Target="../media/image720.png"/><Relationship Id="rId15" Type="http://schemas.openxmlformats.org/officeDocument/2006/relationships/customXml" Target="../ink/ink1004.xml"/><Relationship Id="rId36" Type="http://schemas.openxmlformats.org/officeDocument/2006/relationships/image" Target="../media/image643.png"/><Relationship Id="rId57" Type="http://schemas.openxmlformats.org/officeDocument/2006/relationships/customXml" Target="../ink/ink1025.xml"/><Relationship Id="rId106" Type="http://schemas.openxmlformats.org/officeDocument/2006/relationships/image" Target="../media/image678.png"/><Relationship Id="rId127" Type="http://schemas.openxmlformats.org/officeDocument/2006/relationships/customXml" Target="../ink/ink1060.xml"/><Relationship Id="rId10" Type="http://schemas.openxmlformats.org/officeDocument/2006/relationships/image" Target="../media/image630.png"/><Relationship Id="rId31" Type="http://schemas.openxmlformats.org/officeDocument/2006/relationships/customXml" Target="../ink/ink1012.xml"/><Relationship Id="rId52" Type="http://schemas.openxmlformats.org/officeDocument/2006/relationships/image" Target="../media/image651.png"/><Relationship Id="rId73" Type="http://schemas.openxmlformats.org/officeDocument/2006/relationships/customXml" Target="../ink/ink1033.xml"/><Relationship Id="rId78" Type="http://schemas.openxmlformats.org/officeDocument/2006/relationships/image" Target="../media/image664.png"/><Relationship Id="rId94" Type="http://schemas.openxmlformats.org/officeDocument/2006/relationships/image" Target="../media/image672.png"/><Relationship Id="rId99" Type="http://schemas.openxmlformats.org/officeDocument/2006/relationships/customXml" Target="../ink/ink1046.xml"/><Relationship Id="rId101" Type="http://schemas.openxmlformats.org/officeDocument/2006/relationships/customXml" Target="../ink/ink1047.xml"/><Relationship Id="rId122" Type="http://schemas.openxmlformats.org/officeDocument/2006/relationships/image" Target="../media/image686.png"/><Relationship Id="rId143" Type="http://schemas.openxmlformats.org/officeDocument/2006/relationships/customXml" Target="../ink/ink1068.xml"/><Relationship Id="rId148" Type="http://schemas.openxmlformats.org/officeDocument/2006/relationships/image" Target="../media/image699.png"/><Relationship Id="rId164" Type="http://schemas.openxmlformats.org/officeDocument/2006/relationships/image" Target="../media/image707.png"/><Relationship Id="rId169" Type="http://schemas.openxmlformats.org/officeDocument/2006/relationships/customXml" Target="../ink/ink1081.xml"/><Relationship Id="rId185" Type="http://schemas.openxmlformats.org/officeDocument/2006/relationships/customXml" Target="../ink/ink1089.xml"/><Relationship Id="rId4" Type="http://schemas.openxmlformats.org/officeDocument/2006/relationships/image" Target="../media/image627.png"/><Relationship Id="rId9" Type="http://schemas.openxmlformats.org/officeDocument/2006/relationships/customXml" Target="../ink/ink1001.xml"/><Relationship Id="rId180" Type="http://schemas.openxmlformats.org/officeDocument/2006/relationships/image" Target="../media/image715.png"/><Relationship Id="rId26" Type="http://schemas.openxmlformats.org/officeDocument/2006/relationships/image" Target="../media/image638.png"/><Relationship Id="rId47" Type="http://schemas.openxmlformats.org/officeDocument/2006/relationships/customXml" Target="../ink/ink1020.xml"/><Relationship Id="rId68" Type="http://schemas.openxmlformats.org/officeDocument/2006/relationships/image" Target="../media/image659.png"/><Relationship Id="rId89" Type="http://schemas.openxmlformats.org/officeDocument/2006/relationships/customXml" Target="../ink/ink1041.xml"/><Relationship Id="rId112" Type="http://schemas.openxmlformats.org/officeDocument/2006/relationships/image" Target="../media/image681.png"/><Relationship Id="rId133" Type="http://schemas.openxmlformats.org/officeDocument/2006/relationships/customXml" Target="../ink/ink1063.xml"/><Relationship Id="rId154" Type="http://schemas.openxmlformats.org/officeDocument/2006/relationships/image" Target="../media/image702.png"/><Relationship Id="rId175" Type="http://schemas.openxmlformats.org/officeDocument/2006/relationships/customXml" Target="../ink/ink1084.xml"/><Relationship Id="rId16" Type="http://schemas.openxmlformats.org/officeDocument/2006/relationships/image" Target="../media/image633.png"/><Relationship Id="rId37" Type="http://schemas.openxmlformats.org/officeDocument/2006/relationships/customXml" Target="../ink/ink1015.xml"/><Relationship Id="rId58" Type="http://schemas.openxmlformats.org/officeDocument/2006/relationships/image" Target="../media/image654.png"/><Relationship Id="rId79" Type="http://schemas.openxmlformats.org/officeDocument/2006/relationships/customXml" Target="../ink/ink1036.xml"/><Relationship Id="rId102" Type="http://schemas.openxmlformats.org/officeDocument/2006/relationships/image" Target="../media/image676.png"/><Relationship Id="rId123" Type="http://schemas.openxmlformats.org/officeDocument/2006/relationships/customXml" Target="../ink/ink1058.xml"/><Relationship Id="rId144" Type="http://schemas.openxmlformats.org/officeDocument/2006/relationships/image" Target="../media/image697.png"/><Relationship Id="rId90" Type="http://schemas.openxmlformats.org/officeDocument/2006/relationships/image" Target="../media/image670.png"/><Relationship Id="rId165" Type="http://schemas.openxmlformats.org/officeDocument/2006/relationships/customXml" Target="../ink/ink1079.xml"/><Relationship Id="rId186" Type="http://schemas.openxmlformats.org/officeDocument/2006/relationships/image" Target="../media/image718.png"/><Relationship Id="rId27" Type="http://schemas.openxmlformats.org/officeDocument/2006/relationships/customXml" Target="../ink/ink1010.xml"/><Relationship Id="rId48" Type="http://schemas.openxmlformats.org/officeDocument/2006/relationships/image" Target="../media/image649.png"/><Relationship Id="rId69" Type="http://schemas.openxmlformats.org/officeDocument/2006/relationships/customXml" Target="../ink/ink1031.xml"/><Relationship Id="rId113" Type="http://schemas.openxmlformats.org/officeDocument/2006/relationships/customXml" Target="../ink/ink1053.xml"/><Relationship Id="rId134" Type="http://schemas.openxmlformats.org/officeDocument/2006/relationships/image" Target="../media/image692.png"/><Relationship Id="rId80" Type="http://schemas.openxmlformats.org/officeDocument/2006/relationships/image" Target="../media/image665.png"/><Relationship Id="rId155" Type="http://schemas.openxmlformats.org/officeDocument/2006/relationships/customXml" Target="../ink/ink1074.xml"/><Relationship Id="rId176" Type="http://schemas.openxmlformats.org/officeDocument/2006/relationships/image" Target="../media/image713.png"/><Relationship Id="rId17" Type="http://schemas.openxmlformats.org/officeDocument/2006/relationships/customXml" Target="../ink/ink1005.xml"/><Relationship Id="rId38" Type="http://schemas.openxmlformats.org/officeDocument/2006/relationships/image" Target="../media/image644.png"/><Relationship Id="rId59" Type="http://schemas.openxmlformats.org/officeDocument/2006/relationships/customXml" Target="../ink/ink1026.xml"/><Relationship Id="rId103" Type="http://schemas.openxmlformats.org/officeDocument/2006/relationships/customXml" Target="../ink/ink1048.xml"/><Relationship Id="rId124" Type="http://schemas.openxmlformats.org/officeDocument/2006/relationships/image" Target="../media/image687.png"/><Relationship Id="rId70" Type="http://schemas.openxmlformats.org/officeDocument/2006/relationships/image" Target="../media/image660.png"/><Relationship Id="rId91" Type="http://schemas.openxmlformats.org/officeDocument/2006/relationships/customXml" Target="../ink/ink1042.xml"/><Relationship Id="rId145" Type="http://schemas.openxmlformats.org/officeDocument/2006/relationships/customXml" Target="../ink/ink1069.xml"/><Relationship Id="rId166" Type="http://schemas.openxmlformats.org/officeDocument/2006/relationships/image" Target="../media/image708.png"/><Relationship Id="rId187" Type="http://schemas.openxmlformats.org/officeDocument/2006/relationships/customXml" Target="../ink/ink1090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639.png"/><Relationship Id="rId49" Type="http://schemas.openxmlformats.org/officeDocument/2006/relationships/customXml" Target="../ink/ink1021.xml"/><Relationship Id="rId114" Type="http://schemas.openxmlformats.org/officeDocument/2006/relationships/image" Target="../media/image682.png"/><Relationship Id="rId60" Type="http://schemas.openxmlformats.org/officeDocument/2006/relationships/image" Target="../media/image655.png"/><Relationship Id="rId81" Type="http://schemas.openxmlformats.org/officeDocument/2006/relationships/customXml" Target="../ink/ink1037.xml"/><Relationship Id="rId135" Type="http://schemas.openxmlformats.org/officeDocument/2006/relationships/customXml" Target="../ink/ink1064.xml"/><Relationship Id="rId156" Type="http://schemas.openxmlformats.org/officeDocument/2006/relationships/image" Target="../media/image703.png"/><Relationship Id="rId177" Type="http://schemas.openxmlformats.org/officeDocument/2006/relationships/customXml" Target="../ink/ink108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9.png"/><Relationship Id="rId299" Type="http://schemas.openxmlformats.org/officeDocument/2006/relationships/image" Target="../media/image870.png"/><Relationship Id="rId21" Type="http://schemas.openxmlformats.org/officeDocument/2006/relationships/image" Target="../media/image731.png"/><Relationship Id="rId63" Type="http://schemas.openxmlformats.org/officeDocument/2006/relationships/image" Target="../media/image752.png"/><Relationship Id="rId159" Type="http://schemas.openxmlformats.org/officeDocument/2006/relationships/image" Target="../media/image800.png"/><Relationship Id="rId324" Type="http://schemas.openxmlformats.org/officeDocument/2006/relationships/customXml" Target="../ink/ink1254.xml"/><Relationship Id="rId366" Type="http://schemas.openxmlformats.org/officeDocument/2006/relationships/customXml" Target="../ink/ink1275.xml"/><Relationship Id="rId170" Type="http://schemas.openxmlformats.org/officeDocument/2006/relationships/customXml" Target="../ink/ink1177.xml"/><Relationship Id="rId226" Type="http://schemas.openxmlformats.org/officeDocument/2006/relationships/customXml" Target="../ink/ink1205.xml"/><Relationship Id="rId268" Type="http://schemas.openxmlformats.org/officeDocument/2006/relationships/customXml" Target="../ink/ink1226.xml"/><Relationship Id="rId32" Type="http://schemas.openxmlformats.org/officeDocument/2006/relationships/customXml" Target="../ink/ink1108.xml"/><Relationship Id="rId74" Type="http://schemas.openxmlformats.org/officeDocument/2006/relationships/customXml" Target="../ink/ink1129.xml"/><Relationship Id="rId128" Type="http://schemas.openxmlformats.org/officeDocument/2006/relationships/customXml" Target="../ink/ink1156.xml"/><Relationship Id="rId335" Type="http://schemas.openxmlformats.org/officeDocument/2006/relationships/image" Target="../media/image1263.png"/><Relationship Id="rId5" Type="http://schemas.openxmlformats.org/officeDocument/2006/relationships/image" Target="../media/image723.png"/><Relationship Id="rId181" Type="http://schemas.openxmlformats.org/officeDocument/2006/relationships/image" Target="../media/image811.png"/><Relationship Id="rId237" Type="http://schemas.openxmlformats.org/officeDocument/2006/relationships/image" Target="../media/image839.png"/><Relationship Id="rId279" Type="http://schemas.openxmlformats.org/officeDocument/2006/relationships/image" Target="../media/image860.png"/><Relationship Id="rId43" Type="http://schemas.openxmlformats.org/officeDocument/2006/relationships/image" Target="../media/image742.png"/><Relationship Id="rId139" Type="http://schemas.openxmlformats.org/officeDocument/2006/relationships/image" Target="../media/image790.png"/><Relationship Id="rId290" Type="http://schemas.openxmlformats.org/officeDocument/2006/relationships/customXml" Target="../ink/ink1237.xml"/><Relationship Id="rId304" Type="http://schemas.openxmlformats.org/officeDocument/2006/relationships/customXml" Target="../ink/ink1244.xml"/><Relationship Id="rId346" Type="http://schemas.openxmlformats.org/officeDocument/2006/relationships/customXml" Target="../ink/ink1265.xml"/><Relationship Id="rId85" Type="http://schemas.openxmlformats.org/officeDocument/2006/relationships/image" Target="../media/image763.png"/><Relationship Id="rId150" Type="http://schemas.openxmlformats.org/officeDocument/2006/relationships/customXml" Target="../ink/ink1167.xml"/><Relationship Id="rId192" Type="http://schemas.openxmlformats.org/officeDocument/2006/relationships/customXml" Target="../ink/ink1188.xml"/><Relationship Id="rId206" Type="http://schemas.openxmlformats.org/officeDocument/2006/relationships/customXml" Target="../ink/ink1195.xml"/><Relationship Id="rId248" Type="http://schemas.openxmlformats.org/officeDocument/2006/relationships/customXml" Target="../ink/ink1216.xml"/><Relationship Id="rId12" Type="http://schemas.openxmlformats.org/officeDocument/2006/relationships/customXml" Target="../ink/ink1098.xml"/><Relationship Id="rId108" Type="http://schemas.openxmlformats.org/officeDocument/2006/relationships/customXml" Target="../ink/ink1146.xml"/><Relationship Id="rId315" Type="http://schemas.openxmlformats.org/officeDocument/2006/relationships/image" Target="../media/image1253.png"/><Relationship Id="rId357" Type="http://schemas.openxmlformats.org/officeDocument/2006/relationships/image" Target="../media/image1274.png"/><Relationship Id="rId54" Type="http://schemas.openxmlformats.org/officeDocument/2006/relationships/customXml" Target="../ink/ink1119.xml"/><Relationship Id="rId96" Type="http://schemas.openxmlformats.org/officeDocument/2006/relationships/customXml" Target="../ink/ink1140.xml"/><Relationship Id="rId161" Type="http://schemas.openxmlformats.org/officeDocument/2006/relationships/image" Target="../media/image801.png"/><Relationship Id="rId217" Type="http://schemas.openxmlformats.org/officeDocument/2006/relationships/image" Target="../media/image829.png"/><Relationship Id="rId259" Type="http://schemas.openxmlformats.org/officeDocument/2006/relationships/image" Target="../media/image850.png"/><Relationship Id="rId23" Type="http://schemas.openxmlformats.org/officeDocument/2006/relationships/image" Target="../media/image732.png"/><Relationship Id="rId119" Type="http://schemas.openxmlformats.org/officeDocument/2006/relationships/image" Target="../media/image780.png"/><Relationship Id="rId270" Type="http://schemas.openxmlformats.org/officeDocument/2006/relationships/customXml" Target="../ink/ink1227.xml"/><Relationship Id="rId326" Type="http://schemas.openxmlformats.org/officeDocument/2006/relationships/customXml" Target="../ink/ink1255.xml"/><Relationship Id="rId65" Type="http://schemas.openxmlformats.org/officeDocument/2006/relationships/image" Target="../media/image753.png"/><Relationship Id="rId130" Type="http://schemas.openxmlformats.org/officeDocument/2006/relationships/customXml" Target="../ink/ink1157.xml"/><Relationship Id="rId368" Type="http://schemas.openxmlformats.org/officeDocument/2006/relationships/customXml" Target="../ink/ink1276.xml"/><Relationship Id="rId172" Type="http://schemas.openxmlformats.org/officeDocument/2006/relationships/customXml" Target="../ink/ink1178.xml"/><Relationship Id="rId228" Type="http://schemas.openxmlformats.org/officeDocument/2006/relationships/customXml" Target="../ink/ink1206.xml"/><Relationship Id="rId281" Type="http://schemas.openxmlformats.org/officeDocument/2006/relationships/image" Target="../media/image861.png"/><Relationship Id="rId337" Type="http://schemas.openxmlformats.org/officeDocument/2006/relationships/image" Target="../media/image1264.png"/><Relationship Id="rId34" Type="http://schemas.openxmlformats.org/officeDocument/2006/relationships/customXml" Target="../ink/ink1109.xml"/><Relationship Id="rId76" Type="http://schemas.openxmlformats.org/officeDocument/2006/relationships/customXml" Target="../ink/ink1130.xml"/><Relationship Id="rId141" Type="http://schemas.openxmlformats.org/officeDocument/2006/relationships/image" Target="../media/image791.png"/><Relationship Id="rId7" Type="http://schemas.openxmlformats.org/officeDocument/2006/relationships/image" Target="../media/image724.png"/><Relationship Id="rId183" Type="http://schemas.openxmlformats.org/officeDocument/2006/relationships/image" Target="../media/image812.png"/><Relationship Id="rId239" Type="http://schemas.openxmlformats.org/officeDocument/2006/relationships/image" Target="../media/image840.png"/><Relationship Id="rId250" Type="http://schemas.openxmlformats.org/officeDocument/2006/relationships/customXml" Target="../ink/ink1217.xml"/><Relationship Id="rId292" Type="http://schemas.openxmlformats.org/officeDocument/2006/relationships/customXml" Target="../ink/ink1238.xml"/><Relationship Id="rId306" Type="http://schemas.openxmlformats.org/officeDocument/2006/relationships/customXml" Target="../ink/ink1245.xml"/><Relationship Id="rId45" Type="http://schemas.openxmlformats.org/officeDocument/2006/relationships/image" Target="../media/image743.png"/><Relationship Id="rId87" Type="http://schemas.openxmlformats.org/officeDocument/2006/relationships/image" Target="../media/image764.png"/><Relationship Id="rId110" Type="http://schemas.openxmlformats.org/officeDocument/2006/relationships/customXml" Target="../ink/ink1147.xml"/><Relationship Id="rId348" Type="http://schemas.openxmlformats.org/officeDocument/2006/relationships/customXml" Target="../ink/ink1266.xml"/><Relationship Id="rId152" Type="http://schemas.openxmlformats.org/officeDocument/2006/relationships/customXml" Target="../ink/ink1168.xml"/><Relationship Id="rId194" Type="http://schemas.openxmlformats.org/officeDocument/2006/relationships/customXml" Target="../ink/ink1189.xml"/><Relationship Id="rId208" Type="http://schemas.openxmlformats.org/officeDocument/2006/relationships/customXml" Target="../ink/ink1196.xml"/><Relationship Id="rId261" Type="http://schemas.openxmlformats.org/officeDocument/2006/relationships/image" Target="../media/image851.png"/><Relationship Id="rId14" Type="http://schemas.openxmlformats.org/officeDocument/2006/relationships/customXml" Target="../ink/ink1099.xml"/><Relationship Id="rId56" Type="http://schemas.openxmlformats.org/officeDocument/2006/relationships/customXml" Target="../ink/ink1120.xml"/><Relationship Id="rId317" Type="http://schemas.openxmlformats.org/officeDocument/2006/relationships/image" Target="../media/image1254.png"/><Relationship Id="rId359" Type="http://schemas.openxmlformats.org/officeDocument/2006/relationships/image" Target="../media/image1275.png"/><Relationship Id="rId98" Type="http://schemas.openxmlformats.org/officeDocument/2006/relationships/customXml" Target="../ink/ink1141.xml"/><Relationship Id="rId121" Type="http://schemas.openxmlformats.org/officeDocument/2006/relationships/image" Target="../media/image781.png"/><Relationship Id="rId163" Type="http://schemas.openxmlformats.org/officeDocument/2006/relationships/image" Target="../media/image802.png"/><Relationship Id="rId219" Type="http://schemas.openxmlformats.org/officeDocument/2006/relationships/image" Target="../media/image830.png"/><Relationship Id="rId230" Type="http://schemas.openxmlformats.org/officeDocument/2006/relationships/customXml" Target="../ink/ink1207.xml"/><Relationship Id="rId25" Type="http://schemas.openxmlformats.org/officeDocument/2006/relationships/image" Target="../media/image733.png"/><Relationship Id="rId67" Type="http://schemas.openxmlformats.org/officeDocument/2006/relationships/image" Target="../media/image754.png"/><Relationship Id="rId272" Type="http://schemas.openxmlformats.org/officeDocument/2006/relationships/customXml" Target="../ink/ink1228.xml"/><Relationship Id="rId328" Type="http://schemas.openxmlformats.org/officeDocument/2006/relationships/customXml" Target="../ink/ink1256.xml"/><Relationship Id="rId132" Type="http://schemas.openxmlformats.org/officeDocument/2006/relationships/customXml" Target="../ink/ink1158.xml"/><Relationship Id="rId174" Type="http://schemas.openxmlformats.org/officeDocument/2006/relationships/customXml" Target="../ink/ink1179.xml"/><Relationship Id="rId241" Type="http://schemas.openxmlformats.org/officeDocument/2006/relationships/image" Target="../media/image841.png"/><Relationship Id="rId15" Type="http://schemas.openxmlformats.org/officeDocument/2006/relationships/image" Target="../media/image728.png"/><Relationship Id="rId36" Type="http://schemas.openxmlformats.org/officeDocument/2006/relationships/customXml" Target="../ink/ink1110.xml"/><Relationship Id="rId57" Type="http://schemas.openxmlformats.org/officeDocument/2006/relationships/image" Target="../media/image749.png"/><Relationship Id="rId262" Type="http://schemas.openxmlformats.org/officeDocument/2006/relationships/customXml" Target="../ink/ink1223.xml"/><Relationship Id="rId283" Type="http://schemas.openxmlformats.org/officeDocument/2006/relationships/image" Target="../media/image862.png"/><Relationship Id="rId318" Type="http://schemas.openxmlformats.org/officeDocument/2006/relationships/customXml" Target="../ink/ink1251.xml"/><Relationship Id="rId339" Type="http://schemas.openxmlformats.org/officeDocument/2006/relationships/image" Target="../media/image1265.png"/><Relationship Id="rId78" Type="http://schemas.openxmlformats.org/officeDocument/2006/relationships/customXml" Target="../ink/ink1131.xml"/><Relationship Id="rId99" Type="http://schemas.openxmlformats.org/officeDocument/2006/relationships/image" Target="../media/image770.png"/><Relationship Id="rId101" Type="http://schemas.openxmlformats.org/officeDocument/2006/relationships/image" Target="../media/image771.png"/><Relationship Id="rId122" Type="http://schemas.openxmlformats.org/officeDocument/2006/relationships/customXml" Target="../ink/ink1153.xml"/><Relationship Id="rId143" Type="http://schemas.openxmlformats.org/officeDocument/2006/relationships/image" Target="../media/image792.png"/><Relationship Id="rId164" Type="http://schemas.openxmlformats.org/officeDocument/2006/relationships/customXml" Target="../ink/ink1174.xml"/><Relationship Id="rId185" Type="http://schemas.openxmlformats.org/officeDocument/2006/relationships/image" Target="../media/image813.png"/><Relationship Id="rId350" Type="http://schemas.openxmlformats.org/officeDocument/2006/relationships/customXml" Target="../ink/ink1267.xml"/><Relationship Id="rId9" Type="http://schemas.openxmlformats.org/officeDocument/2006/relationships/image" Target="../media/image725.png"/><Relationship Id="rId210" Type="http://schemas.openxmlformats.org/officeDocument/2006/relationships/customXml" Target="../ink/ink1197.xml"/><Relationship Id="rId26" Type="http://schemas.openxmlformats.org/officeDocument/2006/relationships/customXml" Target="../ink/ink1105.xml"/><Relationship Id="rId231" Type="http://schemas.openxmlformats.org/officeDocument/2006/relationships/image" Target="../media/image836.png"/><Relationship Id="rId252" Type="http://schemas.openxmlformats.org/officeDocument/2006/relationships/customXml" Target="../ink/ink1218.xml"/><Relationship Id="rId273" Type="http://schemas.openxmlformats.org/officeDocument/2006/relationships/image" Target="../media/image857.png"/><Relationship Id="rId294" Type="http://schemas.openxmlformats.org/officeDocument/2006/relationships/customXml" Target="../ink/ink1239.xml"/><Relationship Id="rId308" Type="http://schemas.openxmlformats.org/officeDocument/2006/relationships/customXml" Target="../ink/ink1246.xml"/><Relationship Id="rId329" Type="http://schemas.openxmlformats.org/officeDocument/2006/relationships/image" Target="../media/image1260.png"/><Relationship Id="rId47" Type="http://schemas.openxmlformats.org/officeDocument/2006/relationships/image" Target="../media/image744.png"/><Relationship Id="rId68" Type="http://schemas.openxmlformats.org/officeDocument/2006/relationships/customXml" Target="../ink/ink1126.xml"/><Relationship Id="rId89" Type="http://schemas.openxmlformats.org/officeDocument/2006/relationships/image" Target="../media/image765.png"/><Relationship Id="rId112" Type="http://schemas.openxmlformats.org/officeDocument/2006/relationships/customXml" Target="../ink/ink1148.xml"/><Relationship Id="rId133" Type="http://schemas.openxmlformats.org/officeDocument/2006/relationships/image" Target="../media/image787.png"/><Relationship Id="rId154" Type="http://schemas.openxmlformats.org/officeDocument/2006/relationships/customXml" Target="../ink/ink1169.xml"/><Relationship Id="rId175" Type="http://schemas.openxmlformats.org/officeDocument/2006/relationships/image" Target="../media/image808.png"/><Relationship Id="rId340" Type="http://schemas.openxmlformats.org/officeDocument/2006/relationships/customXml" Target="../ink/ink1262.xml"/><Relationship Id="rId361" Type="http://schemas.openxmlformats.org/officeDocument/2006/relationships/image" Target="../media/image1276.png"/><Relationship Id="rId196" Type="http://schemas.openxmlformats.org/officeDocument/2006/relationships/customXml" Target="../ink/ink1190.xml"/><Relationship Id="rId200" Type="http://schemas.openxmlformats.org/officeDocument/2006/relationships/customXml" Target="../ink/ink1192.xml"/><Relationship Id="rId16" Type="http://schemas.openxmlformats.org/officeDocument/2006/relationships/customXml" Target="../ink/ink1100.xml"/><Relationship Id="rId221" Type="http://schemas.openxmlformats.org/officeDocument/2006/relationships/image" Target="../media/image831.png"/><Relationship Id="rId242" Type="http://schemas.openxmlformats.org/officeDocument/2006/relationships/customXml" Target="../ink/ink1213.xml"/><Relationship Id="rId263" Type="http://schemas.openxmlformats.org/officeDocument/2006/relationships/image" Target="../media/image852.png"/><Relationship Id="rId284" Type="http://schemas.openxmlformats.org/officeDocument/2006/relationships/customXml" Target="../ink/ink1234.xml"/><Relationship Id="rId319" Type="http://schemas.openxmlformats.org/officeDocument/2006/relationships/image" Target="../media/image1255.png"/><Relationship Id="rId37" Type="http://schemas.openxmlformats.org/officeDocument/2006/relationships/image" Target="../media/image739.png"/><Relationship Id="rId58" Type="http://schemas.openxmlformats.org/officeDocument/2006/relationships/customXml" Target="../ink/ink1121.xml"/><Relationship Id="rId79" Type="http://schemas.openxmlformats.org/officeDocument/2006/relationships/image" Target="../media/image760.png"/><Relationship Id="rId102" Type="http://schemas.openxmlformats.org/officeDocument/2006/relationships/customXml" Target="../ink/ink1143.xml"/><Relationship Id="rId123" Type="http://schemas.openxmlformats.org/officeDocument/2006/relationships/image" Target="../media/image782.png"/><Relationship Id="rId144" Type="http://schemas.openxmlformats.org/officeDocument/2006/relationships/customXml" Target="../ink/ink1164.xml"/><Relationship Id="rId330" Type="http://schemas.openxmlformats.org/officeDocument/2006/relationships/customXml" Target="../ink/ink1257.xml"/><Relationship Id="rId90" Type="http://schemas.openxmlformats.org/officeDocument/2006/relationships/customXml" Target="../ink/ink1137.xml"/><Relationship Id="rId165" Type="http://schemas.openxmlformats.org/officeDocument/2006/relationships/image" Target="../media/image803.png"/><Relationship Id="rId186" Type="http://schemas.openxmlformats.org/officeDocument/2006/relationships/customXml" Target="../ink/ink1185.xml"/><Relationship Id="rId351" Type="http://schemas.openxmlformats.org/officeDocument/2006/relationships/image" Target="../media/image1271.png"/><Relationship Id="rId211" Type="http://schemas.openxmlformats.org/officeDocument/2006/relationships/image" Target="../media/image826.png"/><Relationship Id="rId232" Type="http://schemas.openxmlformats.org/officeDocument/2006/relationships/customXml" Target="../ink/ink1208.xml"/><Relationship Id="rId253" Type="http://schemas.openxmlformats.org/officeDocument/2006/relationships/image" Target="../media/image847.png"/><Relationship Id="rId274" Type="http://schemas.openxmlformats.org/officeDocument/2006/relationships/customXml" Target="../ink/ink1229.xml"/><Relationship Id="rId295" Type="http://schemas.openxmlformats.org/officeDocument/2006/relationships/image" Target="../media/image868.png"/><Relationship Id="rId309" Type="http://schemas.openxmlformats.org/officeDocument/2006/relationships/image" Target="../media/image875.png"/><Relationship Id="rId27" Type="http://schemas.openxmlformats.org/officeDocument/2006/relationships/image" Target="../media/image734.png"/><Relationship Id="rId48" Type="http://schemas.openxmlformats.org/officeDocument/2006/relationships/customXml" Target="../ink/ink1116.xml"/><Relationship Id="rId69" Type="http://schemas.openxmlformats.org/officeDocument/2006/relationships/image" Target="../media/image755.png"/><Relationship Id="rId113" Type="http://schemas.openxmlformats.org/officeDocument/2006/relationships/image" Target="../media/image777.png"/><Relationship Id="rId134" Type="http://schemas.openxmlformats.org/officeDocument/2006/relationships/customXml" Target="../ink/ink1159.xml"/><Relationship Id="rId320" Type="http://schemas.openxmlformats.org/officeDocument/2006/relationships/customXml" Target="../ink/ink1252.xml"/><Relationship Id="rId80" Type="http://schemas.openxmlformats.org/officeDocument/2006/relationships/customXml" Target="../ink/ink1132.xml"/><Relationship Id="rId155" Type="http://schemas.openxmlformats.org/officeDocument/2006/relationships/image" Target="../media/image798.png"/><Relationship Id="rId176" Type="http://schemas.openxmlformats.org/officeDocument/2006/relationships/customXml" Target="../ink/ink1180.xml"/><Relationship Id="rId197" Type="http://schemas.openxmlformats.org/officeDocument/2006/relationships/image" Target="../media/image819.png"/><Relationship Id="rId341" Type="http://schemas.openxmlformats.org/officeDocument/2006/relationships/image" Target="../media/image1266.png"/><Relationship Id="rId362" Type="http://schemas.openxmlformats.org/officeDocument/2006/relationships/customXml" Target="../ink/ink1273.xml"/><Relationship Id="rId201" Type="http://schemas.openxmlformats.org/officeDocument/2006/relationships/image" Target="../media/image821.png"/><Relationship Id="rId222" Type="http://schemas.openxmlformats.org/officeDocument/2006/relationships/customXml" Target="../ink/ink1203.xml"/><Relationship Id="rId243" Type="http://schemas.openxmlformats.org/officeDocument/2006/relationships/image" Target="../media/image842.png"/><Relationship Id="rId264" Type="http://schemas.openxmlformats.org/officeDocument/2006/relationships/customXml" Target="../ink/ink1224.xml"/><Relationship Id="rId285" Type="http://schemas.openxmlformats.org/officeDocument/2006/relationships/image" Target="../media/image863.png"/><Relationship Id="rId17" Type="http://schemas.openxmlformats.org/officeDocument/2006/relationships/image" Target="../media/image729.png"/><Relationship Id="rId38" Type="http://schemas.openxmlformats.org/officeDocument/2006/relationships/customXml" Target="../ink/ink1111.xml"/><Relationship Id="rId59" Type="http://schemas.openxmlformats.org/officeDocument/2006/relationships/image" Target="../media/image750.png"/><Relationship Id="rId103" Type="http://schemas.openxmlformats.org/officeDocument/2006/relationships/image" Target="../media/image772.png"/><Relationship Id="rId124" Type="http://schemas.openxmlformats.org/officeDocument/2006/relationships/customXml" Target="../ink/ink1154.xml"/><Relationship Id="rId310" Type="http://schemas.openxmlformats.org/officeDocument/2006/relationships/customXml" Target="../ink/ink1247.xml"/><Relationship Id="rId70" Type="http://schemas.openxmlformats.org/officeDocument/2006/relationships/customXml" Target="../ink/ink1127.xml"/><Relationship Id="rId91" Type="http://schemas.openxmlformats.org/officeDocument/2006/relationships/image" Target="../media/image766.png"/><Relationship Id="rId145" Type="http://schemas.openxmlformats.org/officeDocument/2006/relationships/image" Target="../media/image793.png"/><Relationship Id="rId166" Type="http://schemas.openxmlformats.org/officeDocument/2006/relationships/customXml" Target="../ink/ink1175.xml"/><Relationship Id="rId187" Type="http://schemas.openxmlformats.org/officeDocument/2006/relationships/image" Target="../media/image814.png"/><Relationship Id="rId331" Type="http://schemas.openxmlformats.org/officeDocument/2006/relationships/image" Target="../media/image1261.png"/><Relationship Id="rId352" Type="http://schemas.openxmlformats.org/officeDocument/2006/relationships/customXml" Target="../ink/ink126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98.xml"/><Relationship Id="rId233" Type="http://schemas.openxmlformats.org/officeDocument/2006/relationships/image" Target="../media/image837.png"/><Relationship Id="rId254" Type="http://schemas.openxmlformats.org/officeDocument/2006/relationships/customXml" Target="../ink/ink1219.xml"/><Relationship Id="rId28" Type="http://schemas.openxmlformats.org/officeDocument/2006/relationships/customXml" Target="../ink/ink1106.xml"/><Relationship Id="rId49" Type="http://schemas.openxmlformats.org/officeDocument/2006/relationships/image" Target="../media/image745.png"/><Relationship Id="rId114" Type="http://schemas.openxmlformats.org/officeDocument/2006/relationships/customXml" Target="../ink/ink1149.xml"/><Relationship Id="rId275" Type="http://schemas.openxmlformats.org/officeDocument/2006/relationships/image" Target="../media/image858.png"/><Relationship Id="rId296" Type="http://schemas.openxmlformats.org/officeDocument/2006/relationships/customXml" Target="../ink/ink1240.xml"/><Relationship Id="rId300" Type="http://schemas.openxmlformats.org/officeDocument/2006/relationships/customXml" Target="../ink/ink1242.xml"/><Relationship Id="rId60" Type="http://schemas.openxmlformats.org/officeDocument/2006/relationships/customXml" Target="../ink/ink1122.xml"/><Relationship Id="rId81" Type="http://schemas.openxmlformats.org/officeDocument/2006/relationships/image" Target="../media/image761.png"/><Relationship Id="rId135" Type="http://schemas.openxmlformats.org/officeDocument/2006/relationships/image" Target="../media/image788.png"/><Relationship Id="rId156" Type="http://schemas.openxmlformats.org/officeDocument/2006/relationships/customXml" Target="../ink/ink1170.xml"/><Relationship Id="rId177" Type="http://schemas.openxmlformats.org/officeDocument/2006/relationships/image" Target="../media/image809.png"/><Relationship Id="rId198" Type="http://schemas.openxmlformats.org/officeDocument/2006/relationships/customXml" Target="../ink/ink1191.xml"/><Relationship Id="rId321" Type="http://schemas.openxmlformats.org/officeDocument/2006/relationships/image" Target="../media/image1256.png"/><Relationship Id="rId342" Type="http://schemas.openxmlformats.org/officeDocument/2006/relationships/customXml" Target="../ink/ink1263.xml"/><Relationship Id="rId363" Type="http://schemas.openxmlformats.org/officeDocument/2006/relationships/image" Target="../media/image1277.png"/><Relationship Id="rId202" Type="http://schemas.openxmlformats.org/officeDocument/2006/relationships/customXml" Target="../ink/ink1193.xml"/><Relationship Id="rId223" Type="http://schemas.openxmlformats.org/officeDocument/2006/relationships/image" Target="../media/image832.png"/><Relationship Id="rId244" Type="http://schemas.openxmlformats.org/officeDocument/2006/relationships/customXml" Target="../ink/ink1214.xml"/><Relationship Id="rId18" Type="http://schemas.openxmlformats.org/officeDocument/2006/relationships/customXml" Target="../ink/ink1101.xml"/><Relationship Id="rId39" Type="http://schemas.openxmlformats.org/officeDocument/2006/relationships/image" Target="../media/image740.png"/><Relationship Id="rId265" Type="http://schemas.openxmlformats.org/officeDocument/2006/relationships/image" Target="../media/image853.png"/><Relationship Id="rId286" Type="http://schemas.openxmlformats.org/officeDocument/2006/relationships/customXml" Target="../ink/ink1235.xml"/><Relationship Id="rId50" Type="http://schemas.openxmlformats.org/officeDocument/2006/relationships/customXml" Target="../ink/ink1117.xml"/><Relationship Id="rId104" Type="http://schemas.openxmlformats.org/officeDocument/2006/relationships/customXml" Target="../ink/ink1144.xml"/><Relationship Id="rId125" Type="http://schemas.openxmlformats.org/officeDocument/2006/relationships/image" Target="../media/image783.png"/><Relationship Id="rId146" Type="http://schemas.openxmlformats.org/officeDocument/2006/relationships/customXml" Target="../ink/ink1165.xml"/><Relationship Id="rId167" Type="http://schemas.openxmlformats.org/officeDocument/2006/relationships/image" Target="../media/image804.png"/><Relationship Id="rId188" Type="http://schemas.openxmlformats.org/officeDocument/2006/relationships/customXml" Target="../ink/ink1186.xml"/><Relationship Id="rId311" Type="http://schemas.openxmlformats.org/officeDocument/2006/relationships/image" Target="../media/image876.png"/><Relationship Id="rId332" Type="http://schemas.openxmlformats.org/officeDocument/2006/relationships/customXml" Target="../ink/ink1258.xml"/><Relationship Id="rId353" Type="http://schemas.openxmlformats.org/officeDocument/2006/relationships/image" Target="../media/image1272.png"/><Relationship Id="rId71" Type="http://schemas.openxmlformats.org/officeDocument/2006/relationships/image" Target="../media/image756.png"/><Relationship Id="rId92" Type="http://schemas.openxmlformats.org/officeDocument/2006/relationships/customXml" Target="../ink/ink1138.xml"/><Relationship Id="rId213" Type="http://schemas.openxmlformats.org/officeDocument/2006/relationships/image" Target="../media/image827.png"/><Relationship Id="rId234" Type="http://schemas.openxmlformats.org/officeDocument/2006/relationships/customXml" Target="../ink/ink1209.xml"/><Relationship Id="rId2" Type="http://schemas.openxmlformats.org/officeDocument/2006/relationships/customXml" Target="../ink/ink1093.xml"/><Relationship Id="rId29" Type="http://schemas.openxmlformats.org/officeDocument/2006/relationships/image" Target="../media/image735.png"/><Relationship Id="rId255" Type="http://schemas.openxmlformats.org/officeDocument/2006/relationships/image" Target="../media/image848.png"/><Relationship Id="rId276" Type="http://schemas.openxmlformats.org/officeDocument/2006/relationships/customXml" Target="../ink/ink1230.xml"/><Relationship Id="rId297" Type="http://schemas.openxmlformats.org/officeDocument/2006/relationships/image" Target="../media/image869.png"/><Relationship Id="rId40" Type="http://schemas.openxmlformats.org/officeDocument/2006/relationships/customXml" Target="../ink/ink1112.xml"/><Relationship Id="rId115" Type="http://schemas.openxmlformats.org/officeDocument/2006/relationships/image" Target="../media/image778.png"/><Relationship Id="rId136" Type="http://schemas.openxmlformats.org/officeDocument/2006/relationships/customXml" Target="../ink/ink1160.xml"/><Relationship Id="rId157" Type="http://schemas.openxmlformats.org/officeDocument/2006/relationships/image" Target="../media/image799.png"/><Relationship Id="rId178" Type="http://schemas.openxmlformats.org/officeDocument/2006/relationships/customXml" Target="../ink/ink1181.xml"/><Relationship Id="rId301" Type="http://schemas.openxmlformats.org/officeDocument/2006/relationships/image" Target="../media/image871.png"/><Relationship Id="rId322" Type="http://schemas.openxmlformats.org/officeDocument/2006/relationships/customXml" Target="../ink/ink1253.xml"/><Relationship Id="rId343" Type="http://schemas.openxmlformats.org/officeDocument/2006/relationships/image" Target="../media/image1267.png"/><Relationship Id="rId364" Type="http://schemas.openxmlformats.org/officeDocument/2006/relationships/customXml" Target="../ink/ink1274.xml"/><Relationship Id="rId61" Type="http://schemas.openxmlformats.org/officeDocument/2006/relationships/image" Target="../media/image751.png"/><Relationship Id="rId82" Type="http://schemas.openxmlformats.org/officeDocument/2006/relationships/customXml" Target="../ink/ink1133.xml"/><Relationship Id="rId199" Type="http://schemas.openxmlformats.org/officeDocument/2006/relationships/image" Target="../media/image820.png"/><Relationship Id="rId203" Type="http://schemas.openxmlformats.org/officeDocument/2006/relationships/image" Target="../media/image822.png"/><Relationship Id="rId19" Type="http://schemas.openxmlformats.org/officeDocument/2006/relationships/image" Target="../media/image730.png"/><Relationship Id="rId224" Type="http://schemas.openxmlformats.org/officeDocument/2006/relationships/customXml" Target="../ink/ink1204.xml"/><Relationship Id="rId245" Type="http://schemas.openxmlformats.org/officeDocument/2006/relationships/image" Target="../media/image843.png"/><Relationship Id="rId266" Type="http://schemas.openxmlformats.org/officeDocument/2006/relationships/customXml" Target="../ink/ink1225.xml"/><Relationship Id="rId287" Type="http://schemas.openxmlformats.org/officeDocument/2006/relationships/image" Target="../media/image864.png"/><Relationship Id="rId30" Type="http://schemas.openxmlformats.org/officeDocument/2006/relationships/customXml" Target="../ink/ink1107.xml"/><Relationship Id="rId105" Type="http://schemas.openxmlformats.org/officeDocument/2006/relationships/image" Target="../media/image773.png"/><Relationship Id="rId126" Type="http://schemas.openxmlformats.org/officeDocument/2006/relationships/customXml" Target="../ink/ink1155.xml"/><Relationship Id="rId147" Type="http://schemas.openxmlformats.org/officeDocument/2006/relationships/image" Target="../media/image794.png"/><Relationship Id="rId168" Type="http://schemas.openxmlformats.org/officeDocument/2006/relationships/customXml" Target="../ink/ink1176.xml"/><Relationship Id="rId312" Type="http://schemas.openxmlformats.org/officeDocument/2006/relationships/customXml" Target="../ink/ink1248.xml"/><Relationship Id="rId333" Type="http://schemas.openxmlformats.org/officeDocument/2006/relationships/image" Target="../media/image1262.png"/><Relationship Id="rId354" Type="http://schemas.openxmlformats.org/officeDocument/2006/relationships/customXml" Target="../ink/ink1269.xml"/><Relationship Id="rId51" Type="http://schemas.openxmlformats.org/officeDocument/2006/relationships/image" Target="../media/image746.png"/><Relationship Id="rId72" Type="http://schemas.openxmlformats.org/officeDocument/2006/relationships/customXml" Target="../ink/ink1128.xml"/><Relationship Id="rId93" Type="http://schemas.openxmlformats.org/officeDocument/2006/relationships/image" Target="../media/image767.png"/><Relationship Id="rId189" Type="http://schemas.openxmlformats.org/officeDocument/2006/relationships/image" Target="../media/image815.png"/><Relationship Id="rId3" Type="http://schemas.openxmlformats.org/officeDocument/2006/relationships/image" Target="../media/image722.png"/><Relationship Id="rId214" Type="http://schemas.openxmlformats.org/officeDocument/2006/relationships/customXml" Target="../ink/ink1199.xml"/><Relationship Id="rId235" Type="http://schemas.openxmlformats.org/officeDocument/2006/relationships/image" Target="../media/image838.png"/><Relationship Id="rId256" Type="http://schemas.openxmlformats.org/officeDocument/2006/relationships/customXml" Target="../ink/ink1220.xml"/><Relationship Id="rId277" Type="http://schemas.openxmlformats.org/officeDocument/2006/relationships/image" Target="../media/image859.png"/><Relationship Id="rId298" Type="http://schemas.openxmlformats.org/officeDocument/2006/relationships/customXml" Target="../ink/ink1241.xml"/><Relationship Id="rId116" Type="http://schemas.openxmlformats.org/officeDocument/2006/relationships/customXml" Target="../ink/ink1150.xml"/><Relationship Id="rId137" Type="http://schemas.openxmlformats.org/officeDocument/2006/relationships/image" Target="../media/image789.png"/><Relationship Id="rId158" Type="http://schemas.openxmlformats.org/officeDocument/2006/relationships/customXml" Target="../ink/ink1171.xml"/><Relationship Id="rId302" Type="http://schemas.openxmlformats.org/officeDocument/2006/relationships/customXml" Target="../ink/ink1243.xml"/><Relationship Id="rId323" Type="http://schemas.openxmlformats.org/officeDocument/2006/relationships/image" Target="../media/image1257.png"/><Relationship Id="rId344" Type="http://schemas.openxmlformats.org/officeDocument/2006/relationships/customXml" Target="../ink/ink1264.xml"/><Relationship Id="rId20" Type="http://schemas.openxmlformats.org/officeDocument/2006/relationships/customXml" Target="../ink/ink1102.xml"/><Relationship Id="rId41" Type="http://schemas.openxmlformats.org/officeDocument/2006/relationships/image" Target="../media/image741.png"/><Relationship Id="rId62" Type="http://schemas.openxmlformats.org/officeDocument/2006/relationships/customXml" Target="../ink/ink1123.xml"/><Relationship Id="rId83" Type="http://schemas.openxmlformats.org/officeDocument/2006/relationships/image" Target="../media/image762.png"/><Relationship Id="rId179" Type="http://schemas.openxmlformats.org/officeDocument/2006/relationships/image" Target="../media/image810.png"/><Relationship Id="rId365" Type="http://schemas.openxmlformats.org/officeDocument/2006/relationships/image" Target="../media/image1278.png"/><Relationship Id="rId190" Type="http://schemas.openxmlformats.org/officeDocument/2006/relationships/customXml" Target="../ink/ink1187.xml"/><Relationship Id="rId204" Type="http://schemas.openxmlformats.org/officeDocument/2006/relationships/customXml" Target="../ink/ink1194.xml"/><Relationship Id="rId225" Type="http://schemas.openxmlformats.org/officeDocument/2006/relationships/image" Target="../media/image833.png"/><Relationship Id="rId246" Type="http://schemas.openxmlformats.org/officeDocument/2006/relationships/customXml" Target="../ink/ink1215.xml"/><Relationship Id="rId267" Type="http://schemas.openxmlformats.org/officeDocument/2006/relationships/image" Target="../media/image854.png"/><Relationship Id="rId288" Type="http://schemas.openxmlformats.org/officeDocument/2006/relationships/customXml" Target="../ink/ink1236.xml"/><Relationship Id="rId106" Type="http://schemas.openxmlformats.org/officeDocument/2006/relationships/customXml" Target="../ink/ink1145.xml"/><Relationship Id="rId127" Type="http://schemas.openxmlformats.org/officeDocument/2006/relationships/image" Target="../media/image784.png"/><Relationship Id="rId313" Type="http://schemas.openxmlformats.org/officeDocument/2006/relationships/image" Target="../media/image1158.png"/><Relationship Id="rId10" Type="http://schemas.openxmlformats.org/officeDocument/2006/relationships/customXml" Target="../ink/ink1097.xml"/><Relationship Id="rId31" Type="http://schemas.openxmlformats.org/officeDocument/2006/relationships/image" Target="../media/image736.png"/><Relationship Id="rId52" Type="http://schemas.openxmlformats.org/officeDocument/2006/relationships/customXml" Target="../ink/ink1118.xml"/><Relationship Id="rId73" Type="http://schemas.openxmlformats.org/officeDocument/2006/relationships/image" Target="../media/image757.png"/><Relationship Id="rId94" Type="http://schemas.openxmlformats.org/officeDocument/2006/relationships/customXml" Target="../ink/ink1139.xml"/><Relationship Id="rId148" Type="http://schemas.openxmlformats.org/officeDocument/2006/relationships/customXml" Target="../ink/ink1166.xml"/><Relationship Id="rId169" Type="http://schemas.openxmlformats.org/officeDocument/2006/relationships/image" Target="../media/image805.png"/><Relationship Id="rId334" Type="http://schemas.openxmlformats.org/officeDocument/2006/relationships/customXml" Target="../ink/ink1259.xml"/><Relationship Id="rId355" Type="http://schemas.openxmlformats.org/officeDocument/2006/relationships/image" Target="../media/image1273.png"/><Relationship Id="rId4" Type="http://schemas.openxmlformats.org/officeDocument/2006/relationships/customXml" Target="../ink/ink1094.xml"/><Relationship Id="rId180" Type="http://schemas.openxmlformats.org/officeDocument/2006/relationships/customXml" Target="../ink/ink1182.xml"/><Relationship Id="rId215" Type="http://schemas.openxmlformats.org/officeDocument/2006/relationships/image" Target="../media/image828.png"/><Relationship Id="rId236" Type="http://schemas.openxmlformats.org/officeDocument/2006/relationships/customXml" Target="../ink/ink1210.xml"/><Relationship Id="rId257" Type="http://schemas.openxmlformats.org/officeDocument/2006/relationships/image" Target="../media/image849.png"/><Relationship Id="rId278" Type="http://schemas.openxmlformats.org/officeDocument/2006/relationships/customXml" Target="../ink/ink1231.xml"/><Relationship Id="rId303" Type="http://schemas.openxmlformats.org/officeDocument/2006/relationships/image" Target="../media/image872.png"/><Relationship Id="rId42" Type="http://schemas.openxmlformats.org/officeDocument/2006/relationships/customXml" Target="../ink/ink1113.xml"/><Relationship Id="rId84" Type="http://schemas.openxmlformats.org/officeDocument/2006/relationships/customXml" Target="../ink/ink1134.xml"/><Relationship Id="rId138" Type="http://schemas.openxmlformats.org/officeDocument/2006/relationships/customXml" Target="../ink/ink1161.xml"/><Relationship Id="rId345" Type="http://schemas.openxmlformats.org/officeDocument/2006/relationships/image" Target="../media/image1268.png"/><Relationship Id="rId191" Type="http://schemas.openxmlformats.org/officeDocument/2006/relationships/image" Target="../media/image816.png"/><Relationship Id="rId205" Type="http://schemas.openxmlformats.org/officeDocument/2006/relationships/image" Target="../media/image823.png"/><Relationship Id="rId247" Type="http://schemas.openxmlformats.org/officeDocument/2006/relationships/image" Target="../media/image844.png"/><Relationship Id="rId107" Type="http://schemas.openxmlformats.org/officeDocument/2006/relationships/image" Target="../media/image774.png"/><Relationship Id="rId289" Type="http://schemas.openxmlformats.org/officeDocument/2006/relationships/image" Target="../media/image865.png"/><Relationship Id="rId11" Type="http://schemas.openxmlformats.org/officeDocument/2006/relationships/image" Target="../media/image726.png"/><Relationship Id="rId53" Type="http://schemas.openxmlformats.org/officeDocument/2006/relationships/image" Target="../media/image747.png"/><Relationship Id="rId149" Type="http://schemas.openxmlformats.org/officeDocument/2006/relationships/image" Target="../media/image795.png"/><Relationship Id="rId314" Type="http://schemas.openxmlformats.org/officeDocument/2006/relationships/customXml" Target="../ink/ink1249.xml"/><Relationship Id="rId356" Type="http://schemas.openxmlformats.org/officeDocument/2006/relationships/customXml" Target="../ink/ink1270.xml"/><Relationship Id="rId95" Type="http://schemas.openxmlformats.org/officeDocument/2006/relationships/image" Target="../media/image768.png"/><Relationship Id="rId160" Type="http://schemas.openxmlformats.org/officeDocument/2006/relationships/customXml" Target="../ink/ink1172.xml"/><Relationship Id="rId216" Type="http://schemas.openxmlformats.org/officeDocument/2006/relationships/customXml" Target="../ink/ink1200.xml"/><Relationship Id="rId258" Type="http://schemas.openxmlformats.org/officeDocument/2006/relationships/customXml" Target="../ink/ink1221.xml"/><Relationship Id="rId22" Type="http://schemas.openxmlformats.org/officeDocument/2006/relationships/customXml" Target="../ink/ink1103.xml"/><Relationship Id="rId64" Type="http://schemas.openxmlformats.org/officeDocument/2006/relationships/customXml" Target="../ink/ink1124.xml"/><Relationship Id="rId118" Type="http://schemas.openxmlformats.org/officeDocument/2006/relationships/customXml" Target="../ink/ink1151.xml"/><Relationship Id="rId325" Type="http://schemas.openxmlformats.org/officeDocument/2006/relationships/image" Target="../media/image1258.png"/><Relationship Id="rId367" Type="http://schemas.openxmlformats.org/officeDocument/2006/relationships/image" Target="../media/image1279.png"/><Relationship Id="rId171" Type="http://schemas.openxmlformats.org/officeDocument/2006/relationships/image" Target="../media/image806.png"/><Relationship Id="rId227" Type="http://schemas.openxmlformats.org/officeDocument/2006/relationships/image" Target="../media/image834.png"/><Relationship Id="rId269" Type="http://schemas.openxmlformats.org/officeDocument/2006/relationships/image" Target="../media/image855.png"/><Relationship Id="rId33" Type="http://schemas.openxmlformats.org/officeDocument/2006/relationships/image" Target="../media/image737.png"/><Relationship Id="rId129" Type="http://schemas.openxmlformats.org/officeDocument/2006/relationships/image" Target="../media/image785.png"/><Relationship Id="rId280" Type="http://schemas.openxmlformats.org/officeDocument/2006/relationships/customXml" Target="../ink/ink1232.xml"/><Relationship Id="rId336" Type="http://schemas.openxmlformats.org/officeDocument/2006/relationships/customXml" Target="../ink/ink1260.xml"/><Relationship Id="rId75" Type="http://schemas.openxmlformats.org/officeDocument/2006/relationships/image" Target="../media/image758.png"/><Relationship Id="rId140" Type="http://schemas.openxmlformats.org/officeDocument/2006/relationships/customXml" Target="../ink/ink1162.xml"/><Relationship Id="rId182" Type="http://schemas.openxmlformats.org/officeDocument/2006/relationships/customXml" Target="../ink/ink1183.xml"/><Relationship Id="rId6" Type="http://schemas.openxmlformats.org/officeDocument/2006/relationships/customXml" Target="../ink/ink1095.xml"/><Relationship Id="rId238" Type="http://schemas.openxmlformats.org/officeDocument/2006/relationships/customXml" Target="../ink/ink1211.xml"/><Relationship Id="rId291" Type="http://schemas.openxmlformats.org/officeDocument/2006/relationships/image" Target="../media/image866.png"/><Relationship Id="rId305" Type="http://schemas.openxmlformats.org/officeDocument/2006/relationships/image" Target="../media/image873.png"/><Relationship Id="rId347" Type="http://schemas.openxmlformats.org/officeDocument/2006/relationships/image" Target="../media/image1269.png"/><Relationship Id="rId44" Type="http://schemas.openxmlformats.org/officeDocument/2006/relationships/customXml" Target="../ink/ink1114.xml"/><Relationship Id="rId86" Type="http://schemas.openxmlformats.org/officeDocument/2006/relationships/customXml" Target="../ink/ink1135.xml"/><Relationship Id="rId151" Type="http://schemas.openxmlformats.org/officeDocument/2006/relationships/image" Target="../media/image796.png"/><Relationship Id="rId193" Type="http://schemas.openxmlformats.org/officeDocument/2006/relationships/image" Target="../media/image817.png"/><Relationship Id="rId207" Type="http://schemas.openxmlformats.org/officeDocument/2006/relationships/image" Target="../media/image824.png"/><Relationship Id="rId249" Type="http://schemas.openxmlformats.org/officeDocument/2006/relationships/image" Target="../media/image845.png"/><Relationship Id="rId13" Type="http://schemas.openxmlformats.org/officeDocument/2006/relationships/image" Target="../media/image727.png"/><Relationship Id="rId109" Type="http://schemas.openxmlformats.org/officeDocument/2006/relationships/image" Target="../media/image775.png"/><Relationship Id="rId260" Type="http://schemas.openxmlformats.org/officeDocument/2006/relationships/customXml" Target="../ink/ink1222.xml"/><Relationship Id="rId316" Type="http://schemas.openxmlformats.org/officeDocument/2006/relationships/customXml" Target="../ink/ink1250.xml"/><Relationship Id="rId55" Type="http://schemas.openxmlformats.org/officeDocument/2006/relationships/image" Target="../media/image748.png"/><Relationship Id="rId97" Type="http://schemas.openxmlformats.org/officeDocument/2006/relationships/image" Target="../media/image769.png"/><Relationship Id="rId120" Type="http://schemas.openxmlformats.org/officeDocument/2006/relationships/customXml" Target="../ink/ink1152.xml"/><Relationship Id="rId358" Type="http://schemas.openxmlformats.org/officeDocument/2006/relationships/customXml" Target="../ink/ink1271.xml"/><Relationship Id="rId162" Type="http://schemas.openxmlformats.org/officeDocument/2006/relationships/customXml" Target="../ink/ink1173.xml"/><Relationship Id="rId218" Type="http://schemas.openxmlformats.org/officeDocument/2006/relationships/customXml" Target="../ink/ink1201.xml"/><Relationship Id="rId271" Type="http://schemas.openxmlformats.org/officeDocument/2006/relationships/image" Target="../media/image856.png"/><Relationship Id="rId24" Type="http://schemas.openxmlformats.org/officeDocument/2006/relationships/customXml" Target="../ink/ink1104.xml"/><Relationship Id="rId66" Type="http://schemas.openxmlformats.org/officeDocument/2006/relationships/customXml" Target="../ink/ink1125.xml"/><Relationship Id="rId131" Type="http://schemas.openxmlformats.org/officeDocument/2006/relationships/image" Target="../media/image786.png"/><Relationship Id="rId327" Type="http://schemas.openxmlformats.org/officeDocument/2006/relationships/image" Target="../media/image1259.png"/><Relationship Id="rId369" Type="http://schemas.openxmlformats.org/officeDocument/2006/relationships/image" Target="../media/image1280.png"/><Relationship Id="rId173" Type="http://schemas.openxmlformats.org/officeDocument/2006/relationships/image" Target="../media/image807.png"/><Relationship Id="rId229" Type="http://schemas.openxmlformats.org/officeDocument/2006/relationships/image" Target="../media/image835.png"/><Relationship Id="rId240" Type="http://schemas.openxmlformats.org/officeDocument/2006/relationships/customXml" Target="../ink/ink1212.xml"/><Relationship Id="rId35" Type="http://schemas.openxmlformats.org/officeDocument/2006/relationships/image" Target="../media/image738.png"/><Relationship Id="rId77" Type="http://schemas.openxmlformats.org/officeDocument/2006/relationships/image" Target="../media/image759.png"/><Relationship Id="rId100" Type="http://schemas.openxmlformats.org/officeDocument/2006/relationships/customXml" Target="../ink/ink1142.xml"/><Relationship Id="rId282" Type="http://schemas.openxmlformats.org/officeDocument/2006/relationships/customXml" Target="../ink/ink1233.xml"/><Relationship Id="rId338" Type="http://schemas.openxmlformats.org/officeDocument/2006/relationships/customXml" Target="../ink/ink1261.xml"/><Relationship Id="rId8" Type="http://schemas.openxmlformats.org/officeDocument/2006/relationships/customXml" Target="../ink/ink1096.xml"/><Relationship Id="rId142" Type="http://schemas.openxmlformats.org/officeDocument/2006/relationships/customXml" Target="../ink/ink1163.xml"/><Relationship Id="rId184" Type="http://schemas.openxmlformats.org/officeDocument/2006/relationships/customXml" Target="../ink/ink1184.xml"/><Relationship Id="rId251" Type="http://schemas.openxmlformats.org/officeDocument/2006/relationships/image" Target="../media/image846.png"/><Relationship Id="rId46" Type="http://schemas.openxmlformats.org/officeDocument/2006/relationships/customXml" Target="../ink/ink1115.xml"/><Relationship Id="rId293" Type="http://schemas.openxmlformats.org/officeDocument/2006/relationships/image" Target="../media/image867.png"/><Relationship Id="rId307" Type="http://schemas.openxmlformats.org/officeDocument/2006/relationships/image" Target="../media/image874.png"/><Relationship Id="rId349" Type="http://schemas.openxmlformats.org/officeDocument/2006/relationships/image" Target="../media/image1270.png"/><Relationship Id="rId88" Type="http://schemas.openxmlformats.org/officeDocument/2006/relationships/customXml" Target="../ink/ink1136.xml"/><Relationship Id="rId111" Type="http://schemas.openxmlformats.org/officeDocument/2006/relationships/image" Target="../media/image776.png"/><Relationship Id="rId153" Type="http://schemas.openxmlformats.org/officeDocument/2006/relationships/image" Target="../media/image797.png"/><Relationship Id="rId195" Type="http://schemas.openxmlformats.org/officeDocument/2006/relationships/image" Target="../media/image818.png"/><Relationship Id="rId209" Type="http://schemas.openxmlformats.org/officeDocument/2006/relationships/image" Target="../media/image825.png"/><Relationship Id="rId360" Type="http://schemas.openxmlformats.org/officeDocument/2006/relationships/customXml" Target="../ink/ink1272.xml"/><Relationship Id="rId220" Type="http://schemas.openxmlformats.org/officeDocument/2006/relationships/customXml" Target="../ink/ink120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0.png"/><Relationship Id="rId299" Type="http://schemas.openxmlformats.org/officeDocument/2006/relationships/image" Target="../media/image1401.png"/><Relationship Id="rId21" Type="http://schemas.openxmlformats.org/officeDocument/2006/relationships/image" Target="../media/image12620.png"/><Relationship Id="rId63" Type="http://schemas.openxmlformats.org/officeDocument/2006/relationships/image" Target="../media/image1283.png"/><Relationship Id="rId159" Type="http://schemas.openxmlformats.org/officeDocument/2006/relationships/image" Target="../media/image1331.png"/><Relationship Id="rId324" Type="http://schemas.openxmlformats.org/officeDocument/2006/relationships/customXml" Target="../ink/ink1438.xml"/><Relationship Id="rId366" Type="http://schemas.openxmlformats.org/officeDocument/2006/relationships/customXml" Target="../ink/ink1459.xml"/><Relationship Id="rId170" Type="http://schemas.openxmlformats.org/officeDocument/2006/relationships/customXml" Target="../ink/ink1361.xml"/><Relationship Id="rId226" Type="http://schemas.openxmlformats.org/officeDocument/2006/relationships/customXml" Target="../ink/ink1389.xml"/><Relationship Id="rId268" Type="http://schemas.openxmlformats.org/officeDocument/2006/relationships/customXml" Target="../ink/ink1410.xml"/><Relationship Id="rId32" Type="http://schemas.openxmlformats.org/officeDocument/2006/relationships/customXml" Target="../ink/ink1292.xml"/><Relationship Id="rId74" Type="http://schemas.openxmlformats.org/officeDocument/2006/relationships/customXml" Target="../ink/ink1313.xml"/><Relationship Id="rId128" Type="http://schemas.openxmlformats.org/officeDocument/2006/relationships/customXml" Target="../ink/ink1340.xml"/><Relationship Id="rId335" Type="http://schemas.openxmlformats.org/officeDocument/2006/relationships/image" Target="../media/image1419.png"/><Relationship Id="rId377" Type="http://schemas.openxmlformats.org/officeDocument/2006/relationships/image" Target="../media/image1440.png"/><Relationship Id="rId5" Type="http://schemas.openxmlformats.org/officeDocument/2006/relationships/image" Target="../media/image12540.png"/><Relationship Id="rId181" Type="http://schemas.openxmlformats.org/officeDocument/2006/relationships/image" Target="../media/image1342.png"/><Relationship Id="rId237" Type="http://schemas.openxmlformats.org/officeDocument/2006/relationships/image" Target="../media/image1370.png"/><Relationship Id="rId402" Type="http://schemas.openxmlformats.org/officeDocument/2006/relationships/customXml" Target="../ink/ink1477.xml"/><Relationship Id="rId279" Type="http://schemas.openxmlformats.org/officeDocument/2006/relationships/image" Target="../media/image1391.png"/><Relationship Id="rId43" Type="http://schemas.openxmlformats.org/officeDocument/2006/relationships/image" Target="../media/image12730.png"/><Relationship Id="rId139" Type="http://schemas.openxmlformats.org/officeDocument/2006/relationships/image" Target="../media/image1321.png"/><Relationship Id="rId290" Type="http://schemas.openxmlformats.org/officeDocument/2006/relationships/customXml" Target="../ink/ink1421.xml"/><Relationship Id="rId304" Type="http://schemas.openxmlformats.org/officeDocument/2006/relationships/customXml" Target="../ink/ink1428.xml"/><Relationship Id="rId346" Type="http://schemas.openxmlformats.org/officeDocument/2006/relationships/customXml" Target="../ink/ink1449.xml"/><Relationship Id="rId388" Type="http://schemas.openxmlformats.org/officeDocument/2006/relationships/customXml" Target="../ink/ink1470.xml"/><Relationship Id="rId85" Type="http://schemas.openxmlformats.org/officeDocument/2006/relationships/image" Target="../media/image1294.png"/><Relationship Id="rId150" Type="http://schemas.openxmlformats.org/officeDocument/2006/relationships/customXml" Target="../ink/ink1351.xml"/><Relationship Id="rId192" Type="http://schemas.openxmlformats.org/officeDocument/2006/relationships/customXml" Target="../ink/ink1372.xml"/><Relationship Id="rId206" Type="http://schemas.openxmlformats.org/officeDocument/2006/relationships/customXml" Target="../ink/ink1379.xml"/><Relationship Id="rId248" Type="http://schemas.openxmlformats.org/officeDocument/2006/relationships/customXml" Target="../ink/ink1400.xml"/><Relationship Id="rId12" Type="http://schemas.openxmlformats.org/officeDocument/2006/relationships/customXml" Target="../ink/ink1282.xml"/><Relationship Id="rId108" Type="http://schemas.openxmlformats.org/officeDocument/2006/relationships/customXml" Target="../ink/ink1330.xml"/><Relationship Id="rId315" Type="http://schemas.openxmlformats.org/officeDocument/2006/relationships/image" Target="../media/image1409.png"/><Relationship Id="rId357" Type="http://schemas.openxmlformats.org/officeDocument/2006/relationships/image" Target="../media/image1430.png"/><Relationship Id="rId54" Type="http://schemas.openxmlformats.org/officeDocument/2006/relationships/customXml" Target="../ink/ink1303.xml"/><Relationship Id="rId96" Type="http://schemas.openxmlformats.org/officeDocument/2006/relationships/customXml" Target="../ink/ink1324.xml"/><Relationship Id="rId161" Type="http://schemas.openxmlformats.org/officeDocument/2006/relationships/image" Target="../media/image1332.png"/><Relationship Id="rId217" Type="http://schemas.openxmlformats.org/officeDocument/2006/relationships/image" Target="../media/image1360.png"/><Relationship Id="rId399" Type="http://schemas.openxmlformats.org/officeDocument/2006/relationships/image" Target="../media/image1451.png"/><Relationship Id="rId259" Type="http://schemas.openxmlformats.org/officeDocument/2006/relationships/image" Target="../media/image1381.png"/><Relationship Id="rId23" Type="http://schemas.openxmlformats.org/officeDocument/2006/relationships/image" Target="../media/image12630.png"/><Relationship Id="rId119" Type="http://schemas.openxmlformats.org/officeDocument/2006/relationships/image" Target="../media/image1311.png"/><Relationship Id="rId270" Type="http://schemas.openxmlformats.org/officeDocument/2006/relationships/customXml" Target="../ink/ink1411.xml"/><Relationship Id="rId326" Type="http://schemas.openxmlformats.org/officeDocument/2006/relationships/customXml" Target="../ink/ink1439.xml"/><Relationship Id="rId65" Type="http://schemas.openxmlformats.org/officeDocument/2006/relationships/image" Target="../media/image1284.png"/><Relationship Id="rId130" Type="http://schemas.openxmlformats.org/officeDocument/2006/relationships/customXml" Target="../ink/ink1341.xml"/><Relationship Id="rId368" Type="http://schemas.openxmlformats.org/officeDocument/2006/relationships/customXml" Target="../ink/ink1460.xml"/><Relationship Id="rId172" Type="http://schemas.openxmlformats.org/officeDocument/2006/relationships/customXml" Target="../ink/ink1362.xml"/><Relationship Id="rId228" Type="http://schemas.openxmlformats.org/officeDocument/2006/relationships/customXml" Target="../ink/ink1390.xml"/><Relationship Id="rId281" Type="http://schemas.openxmlformats.org/officeDocument/2006/relationships/image" Target="../media/image1392.png"/><Relationship Id="rId337" Type="http://schemas.openxmlformats.org/officeDocument/2006/relationships/image" Target="../media/image1420.png"/><Relationship Id="rId34" Type="http://schemas.openxmlformats.org/officeDocument/2006/relationships/customXml" Target="../ink/ink1293.xml"/><Relationship Id="rId76" Type="http://schemas.openxmlformats.org/officeDocument/2006/relationships/customXml" Target="../ink/ink1314.xml"/><Relationship Id="rId141" Type="http://schemas.openxmlformats.org/officeDocument/2006/relationships/image" Target="../media/image1322.png"/><Relationship Id="rId379" Type="http://schemas.openxmlformats.org/officeDocument/2006/relationships/image" Target="../media/image1441.png"/><Relationship Id="rId7" Type="http://schemas.openxmlformats.org/officeDocument/2006/relationships/image" Target="../media/image12550.png"/><Relationship Id="rId183" Type="http://schemas.openxmlformats.org/officeDocument/2006/relationships/image" Target="../media/image1343.png"/><Relationship Id="rId239" Type="http://schemas.openxmlformats.org/officeDocument/2006/relationships/image" Target="../media/image1371.png"/><Relationship Id="rId390" Type="http://schemas.openxmlformats.org/officeDocument/2006/relationships/customXml" Target="../ink/ink1471.xml"/><Relationship Id="rId250" Type="http://schemas.openxmlformats.org/officeDocument/2006/relationships/customXml" Target="../ink/ink1401.xml"/><Relationship Id="rId292" Type="http://schemas.openxmlformats.org/officeDocument/2006/relationships/customXml" Target="../ink/ink1422.xml"/><Relationship Id="rId306" Type="http://schemas.openxmlformats.org/officeDocument/2006/relationships/customXml" Target="../ink/ink1429.xml"/><Relationship Id="rId45" Type="http://schemas.openxmlformats.org/officeDocument/2006/relationships/image" Target="../media/image12740.png"/><Relationship Id="rId87" Type="http://schemas.openxmlformats.org/officeDocument/2006/relationships/image" Target="../media/image1295.png"/><Relationship Id="rId110" Type="http://schemas.openxmlformats.org/officeDocument/2006/relationships/customXml" Target="../ink/ink1331.xml"/><Relationship Id="rId348" Type="http://schemas.openxmlformats.org/officeDocument/2006/relationships/customXml" Target="../ink/ink1450.xml"/><Relationship Id="rId152" Type="http://schemas.openxmlformats.org/officeDocument/2006/relationships/customXml" Target="../ink/ink1352.xml"/><Relationship Id="rId194" Type="http://schemas.openxmlformats.org/officeDocument/2006/relationships/customXml" Target="../ink/ink1373.xml"/><Relationship Id="rId208" Type="http://schemas.openxmlformats.org/officeDocument/2006/relationships/customXml" Target="../ink/ink1380.xml"/><Relationship Id="rId261" Type="http://schemas.openxmlformats.org/officeDocument/2006/relationships/image" Target="../media/image1382.png"/><Relationship Id="rId14" Type="http://schemas.openxmlformats.org/officeDocument/2006/relationships/customXml" Target="../ink/ink1283.xml"/><Relationship Id="rId56" Type="http://schemas.openxmlformats.org/officeDocument/2006/relationships/customXml" Target="../ink/ink1304.xml"/><Relationship Id="rId317" Type="http://schemas.openxmlformats.org/officeDocument/2006/relationships/image" Target="../media/image1410.png"/><Relationship Id="rId359" Type="http://schemas.openxmlformats.org/officeDocument/2006/relationships/image" Target="../media/image1431.png"/><Relationship Id="rId98" Type="http://schemas.openxmlformats.org/officeDocument/2006/relationships/customXml" Target="../ink/ink1325.xml"/><Relationship Id="rId121" Type="http://schemas.openxmlformats.org/officeDocument/2006/relationships/image" Target="../media/image1312.png"/><Relationship Id="rId163" Type="http://schemas.openxmlformats.org/officeDocument/2006/relationships/image" Target="../media/image1333.png"/><Relationship Id="rId219" Type="http://schemas.openxmlformats.org/officeDocument/2006/relationships/image" Target="../media/image1361.png"/><Relationship Id="rId370" Type="http://schemas.openxmlformats.org/officeDocument/2006/relationships/customXml" Target="../ink/ink1461.xml"/><Relationship Id="rId230" Type="http://schemas.openxmlformats.org/officeDocument/2006/relationships/customXml" Target="../ink/ink1391.xml"/><Relationship Id="rId25" Type="http://schemas.openxmlformats.org/officeDocument/2006/relationships/image" Target="../media/image12640.png"/><Relationship Id="rId67" Type="http://schemas.openxmlformats.org/officeDocument/2006/relationships/image" Target="../media/image1285.png"/><Relationship Id="rId272" Type="http://schemas.openxmlformats.org/officeDocument/2006/relationships/customXml" Target="../ink/ink1412.xml"/><Relationship Id="rId328" Type="http://schemas.openxmlformats.org/officeDocument/2006/relationships/customXml" Target="../ink/ink1440.xml"/><Relationship Id="rId132" Type="http://schemas.openxmlformats.org/officeDocument/2006/relationships/customXml" Target="../ink/ink1342.xml"/><Relationship Id="rId174" Type="http://schemas.openxmlformats.org/officeDocument/2006/relationships/customXml" Target="../ink/ink1363.xml"/><Relationship Id="rId381" Type="http://schemas.openxmlformats.org/officeDocument/2006/relationships/image" Target="../media/image1442.png"/><Relationship Id="rId241" Type="http://schemas.openxmlformats.org/officeDocument/2006/relationships/image" Target="../media/image1372.png"/><Relationship Id="rId36" Type="http://schemas.openxmlformats.org/officeDocument/2006/relationships/customXml" Target="../ink/ink1294.xml"/><Relationship Id="rId283" Type="http://schemas.openxmlformats.org/officeDocument/2006/relationships/image" Target="../media/image1393.png"/><Relationship Id="rId339" Type="http://schemas.openxmlformats.org/officeDocument/2006/relationships/image" Target="../media/image1421.png"/><Relationship Id="rId78" Type="http://schemas.openxmlformats.org/officeDocument/2006/relationships/customXml" Target="../ink/ink1315.xml"/><Relationship Id="rId101" Type="http://schemas.openxmlformats.org/officeDocument/2006/relationships/image" Target="../media/image1302.png"/><Relationship Id="rId143" Type="http://schemas.openxmlformats.org/officeDocument/2006/relationships/image" Target="../media/image1323.png"/><Relationship Id="rId185" Type="http://schemas.openxmlformats.org/officeDocument/2006/relationships/image" Target="../media/image1344.png"/><Relationship Id="rId350" Type="http://schemas.openxmlformats.org/officeDocument/2006/relationships/customXml" Target="../ink/ink1451.xml"/><Relationship Id="rId9" Type="http://schemas.openxmlformats.org/officeDocument/2006/relationships/image" Target="../media/image12560.png"/><Relationship Id="rId210" Type="http://schemas.openxmlformats.org/officeDocument/2006/relationships/customXml" Target="../ink/ink1381.xml"/><Relationship Id="rId392" Type="http://schemas.openxmlformats.org/officeDocument/2006/relationships/customXml" Target="../ink/ink1472.xml"/><Relationship Id="rId252" Type="http://schemas.openxmlformats.org/officeDocument/2006/relationships/customXml" Target="../ink/ink1402.xml"/><Relationship Id="rId294" Type="http://schemas.openxmlformats.org/officeDocument/2006/relationships/customXml" Target="../ink/ink1423.xml"/><Relationship Id="rId308" Type="http://schemas.openxmlformats.org/officeDocument/2006/relationships/customXml" Target="../ink/ink1430.xml"/><Relationship Id="rId47" Type="http://schemas.openxmlformats.org/officeDocument/2006/relationships/image" Target="../media/image12750.png"/><Relationship Id="rId89" Type="http://schemas.openxmlformats.org/officeDocument/2006/relationships/image" Target="../media/image1296.png"/><Relationship Id="rId112" Type="http://schemas.openxmlformats.org/officeDocument/2006/relationships/customXml" Target="../ink/ink1332.xml"/><Relationship Id="rId154" Type="http://schemas.openxmlformats.org/officeDocument/2006/relationships/customXml" Target="../ink/ink1353.xml"/><Relationship Id="rId361" Type="http://schemas.openxmlformats.org/officeDocument/2006/relationships/image" Target="../media/image1432.png"/><Relationship Id="rId196" Type="http://schemas.openxmlformats.org/officeDocument/2006/relationships/customXml" Target="../ink/ink1374.xml"/><Relationship Id="rId16" Type="http://schemas.openxmlformats.org/officeDocument/2006/relationships/customXml" Target="../ink/ink1284.xml"/><Relationship Id="rId221" Type="http://schemas.openxmlformats.org/officeDocument/2006/relationships/image" Target="../media/image1362.png"/><Relationship Id="rId263" Type="http://schemas.openxmlformats.org/officeDocument/2006/relationships/image" Target="../media/image1383.png"/><Relationship Id="rId319" Type="http://schemas.openxmlformats.org/officeDocument/2006/relationships/image" Target="../media/image1411.png"/><Relationship Id="rId58" Type="http://schemas.openxmlformats.org/officeDocument/2006/relationships/customXml" Target="../ink/ink1305.xml"/><Relationship Id="rId123" Type="http://schemas.openxmlformats.org/officeDocument/2006/relationships/image" Target="../media/image1313.png"/><Relationship Id="rId330" Type="http://schemas.openxmlformats.org/officeDocument/2006/relationships/customXml" Target="../ink/ink1441.xml"/><Relationship Id="rId90" Type="http://schemas.openxmlformats.org/officeDocument/2006/relationships/customXml" Target="../ink/ink1321.xml"/><Relationship Id="rId165" Type="http://schemas.openxmlformats.org/officeDocument/2006/relationships/image" Target="../media/image1334.png"/><Relationship Id="rId186" Type="http://schemas.openxmlformats.org/officeDocument/2006/relationships/customXml" Target="../ink/ink1369.xml"/><Relationship Id="rId351" Type="http://schemas.openxmlformats.org/officeDocument/2006/relationships/image" Target="../media/image1427.png"/><Relationship Id="rId372" Type="http://schemas.openxmlformats.org/officeDocument/2006/relationships/customXml" Target="../ink/ink1462.xml"/><Relationship Id="rId393" Type="http://schemas.openxmlformats.org/officeDocument/2006/relationships/image" Target="../media/image1448.png"/><Relationship Id="rId211" Type="http://schemas.openxmlformats.org/officeDocument/2006/relationships/image" Target="../media/image1357.png"/><Relationship Id="rId232" Type="http://schemas.openxmlformats.org/officeDocument/2006/relationships/customXml" Target="../ink/ink1392.xml"/><Relationship Id="rId253" Type="http://schemas.openxmlformats.org/officeDocument/2006/relationships/image" Target="../media/image1378.png"/><Relationship Id="rId274" Type="http://schemas.openxmlformats.org/officeDocument/2006/relationships/customXml" Target="../ink/ink1413.xml"/><Relationship Id="rId295" Type="http://schemas.openxmlformats.org/officeDocument/2006/relationships/image" Target="../media/image1399.png"/><Relationship Id="rId309" Type="http://schemas.openxmlformats.org/officeDocument/2006/relationships/image" Target="../media/image1406.png"/><Relationship Id="rId27" Type="http://schemas.openxmlformats.org/officeDocument/2006/relationships/image" Target="../media/image12650.png"/><Relationship Id="rId48" Type="http://schemas.openxmlformats.org/officeDocument/2006/relationships/customXml" Target="../ink/ink1300.xml"/><Relationship Id="rId69" Type="http://schemas.openxmlformats.org/officeDocument/2006/relationships/image" Target="../media/image1286.png"/><Relationship Id="rId113" Type="http://schemas.openxmlformats.org/officeDocument/2006/relationships/image" Target="../media/image1308.png"/><Relationship Id="rId134" Type="http://schemas.openxmlformats.org/officeDocument/2006/relationships/customXml" Target="../ink/ink1343.xml"/><Relationship Id="rId320" Type="http://schemas.openxmlformats.org/officeDocument/2006/relationships/customXml" Target="../ink/ink1436.xml"/><Relationship Id="rId80" Type="http://schemas.openxmlformats.org/officeDocument/2006/relationships/customXml" Target="../ink/ink1316.xml"/><Relationship Id="rId155" Type="http://schemas.openxmlformats.org/officeDocument/2006/relationships/image" Target="../media/image1329.png"/><Relationship Id="rId176" Type="http://schemas.openxmlformats.org/officeDocument/2006/relationships/customXml" Target="../ink/ink1364.xml"/><Relationship Id="rId197" Type="http://schemas.openxmlformats.org/officeDocument/2006/relationships/image" Target="../media/image1350.png"/><Relationship Id="rId341" Type="http://schemas.openxmlformats.org/officeDocument/2006/relationships/image" Target="../media/image1422.png"/><Relationship Id="rId362" Type="http://schemas.openxmlformats.org/officeDocument/2006/relationships/customXml" Target="../ink/ink1457.xml"/><Relationship Id="rId383" Type="http://schemas.openxmlformats.org/officeDocument/2006/relationships/image" Target="../media/image1443.png"/><Relationship Id="rId201" Type="http://schemas.openxmlformats.org/officeDocument/2006/relationships/image" Target="../media/image1352.png"/><Relationship Id="rId222" Type="http://schemas.openxmlformats.org/officeDocument/2006/relationships/customXml" Target="../ink/ink1387.xml"/><Relationship Id="rId243" Type="http://schemas.openxmlformats.org/officeDocument/2006/relationships/image" Target="../media/image1373.png"/><Relationship Id="rId264" Type="http://schemas.openxmlformats.org/officeDocument/2006/relationships/customXml" Target="../ink/ink1408.xml"/><Relationship Id="rId285" Type="http://schemas.openxmlformats.org/officeDocument/2006/relationships/image" Target="../media/image1394.png"/><Relationship Id="rId17" Type="http://schemas.openxmlformats.org/officeDocument/2006/relationships/image" Target="../media/image12600.png"/><Relationship Id="rId38" Type="http://schemas.openxmlformats.org/officeDocument/2006/relationships/customXml" Target="../ink/ink1295.xml"/><Relationship Id="rId59" Type="http://schemas.openxmlformats.org/officeDocument/2006/relationships/image" Target="../media/image1281.png"/><Relationship Id="rId103" Type="http://schemas.openxmlformats.org/officeDocument/2006/relationships/image" Target="../media/image1303.png"/><Relationship Id="rId124" Type="http://schemas.openxmlformats.org/officeDocument/2006/relationships/customXml" Target="../ink/ink1338.xml"/><Relationship Id="rId310" Type="http://schemas.openxmlformats.org/officeDocument/2006/relationships/customXml" Target="../ink/ink1431.xml"/><Relationship Id="rId70" Type="http://schemas.openxmlformats.org/officeDocument/2006/relationships/customXml" Target="../ink/ink1311.xml"/><Relationship Id="rId91" Type="http://schemas.openxmlformats.org/officeDocument/2006/relationships/image" Target="../media/image1297.png"/><Relationship Id="rId145" Type="http://schemas.openxmlformats.org/officeDocument/2006/relationships/image" Target="../media/image1324.png"/><Relationship Id="rId166" Type="http://schemas.openxmlformats.org/officeDocument/2006/relationships/customXml" Target="../ink/ink1359.xml"/><Relationship Id="rId187" Type="http://schemas.openxmlformats.org/officeDocument/2006/relationships/image" Target="../media/image1345.png"/><Relationship Id="rId331" Type="http://schemas.openxmlformats.org/officeDocument/2006/relationships/image" Target="../media/image1417.png"/><Relationship Id="rId352" Type="http://schemas.openxmlformats.org/officeDocument/2006/relationships/customXml" Target="../ink/ink1452.xml"/><Relationship Id="rId373" Type="http://schemas.openxmlformats.org/officeDocument/2006/relationships/image" Target="../media/image1438.png"/><Relationship Id="rId394" Type="http://schemas.openxmlformats.org/officeDocument/2006/relationships/customXml" Target="../ink/ink1473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82.xml"/><Relationship Id="rId233" Type="http://schemas.openxmlformats.org/officeDocument/2006/relationships/image" Target="../media/image1368.png"/><Relationship Id="rId254" Type="http://schemas.openxmlformats.org/officeDocument/2006/relationships/customXml" Target="../ink/ink1403.xml"/><Relationship Id="rId28" Type="http://schemas.openxmlformats.org/officeDocument/2006/relationships/customXml" Target="../ink/ink1290.xml"/><Relationship Id="rId49" Type="http://schemas.openxmlformats.org/officeDocument/2006/relationships/image" Target="../media/image12760.png"/><Relationship Id="rId114" Type="http://schemas.openxmlformats.org/officeDocument/2006/relationships/customXml" Target="../ink/ink1333.xml"/><Relationship Id="rId275" Type="http://schemas.openxmlformats.org/officeDocument/2006/relationships/image" Target="../media/image1389.png"/><Relationship Id="rId296" Type="http://schemas.openxmlformats.org/officeDocument/2006/relationships/customXml" Target="../ink/ink1424.xml"/><Relationship Id="rId300" Type="http://schemas.openxmlformats.org/officeDocument/2006/relationships/customXml" Target="../ink/ink1426.xml"/><Relationship Id="rId60" Type="http://schemas.openxmlformats.org/officeDocument/2006/relationships/customXml" Target="../ink/ink1306.xml"/><Relationship Id="rId81" Type="http://schemas.openxmlformats.org/officeDocument/2006/relationships/image" Target="../media/image1292.png"/><Relationship Id="rId135" Type="http://schemas.openxmlformats.org/officeDocument/2006/relationships/image" Target="../media/image1319.png"/><Relationship Id="rId156" Type="http://schemas.openxmlformats.org/officeDocument/2006/relationships/customXml" Target="../ink/ink1354.xml"/><Relationship Id="rId177" Type="http://schemas.openxmlformats.org/officeDocument/2006/relationships/image" Target="../media/image1340.png"/><Relationship Id="rId198" Type="http://schemas.openxmlformats.org/officeDocument/2006/relationships/customXml" Target="../ink/ink1375.xml"/><Relationship Id="rId321" Type="http://schemas.openxmlformats.org/officeDocument/2006/relationships/image" Target="../media/image1412.png"/><Relationship Id="rId342" Type="http://schemas.openxmlformats.org/officeDocument/2006/relationships/customXml" Target="../ink/ink1447.xml"/><Relationship Id="rId363" Type="http://schemas.openxmlformats.org/officeDocument/2006/relationships/image" Target="../media/image1433.png"/><Relationship Id="rId384" Type="http://schemas.openxmlformats.org/officeDocument/2006/relationships/customXml" Target="../ink/ink1468.xml"/><Relationship Id="rId202" Type="http://schemas.openxmlformats.org/officeDocument/2006/relationships/customXml" Target="../ink/ink1377.xml"/><Relationship Id="rId223" Type="http://schemas.openxmlformats.org/officeDocument/2006/relationships/image" Target="../media/image1363.png"/><Relationship Id="rId244" Type="http://schemas.openxmlformats.org/officeDocument/2006/relationships/customXml" Target="../ink/ink1398.xml"/><Relationship Id="rId18" Type="http://schemas.openxmlformats.org/officeDocument/2006/relationships/customXml" Target="../ink/ink1285.xml"/><Relationship Id="rId39" Type="http://schemas.openxmlformats.org/officeDocument/2006/relationships/image" Target="../media/image12710.png"/><Relationship Id="rId265" Type="http://schemas.openxmlformats.org/officeDocument/2006/relationships/image" Target="../media/image1384.png"/><Relationship Id="rId286" Type="http://schemas.openxmlformats.org/officeDocument/2006/relationships/customXml" Target="../ink/ink1419.xml"/><Relationship Id="rId50" Type="http://schemas.openxmlformats.org/officeDocument/2006/relationships/customXml" Target="../ink/ink1301.xml"/><Relationship Id="rId104" Type="http://schemas.openxmlformats.org/officeDocument/2006/relationships/customXml" Target="../ink/ink1328.xml"/><Relationship Id="rId125" Type="http://schemas.openxmlformats.org/officeDocument/2006/relationships/image" Target="../media/image1314.png"/><Relationship Id="rId146" Type="http://schemas.openxmlformats.org/officeDocument/2006/relationships/customXml" Target="../ink/ink1349.xml"/><Relationship Id="rId167" Type="http://schemas.openxmlformats.org/officeDocument/2006/relationships/image" Target="../media/image1335.png"/><Relationship Id="rId188" Type="http://schemas.openxmlformats.org/officeDocument/2006/relationships/customXml" Target="../ink/ink1370.xml"/><Relationship Id="rId311" Type="http://schemas.openxmlformats.org/officeDocument/2006/relationships/image" Target="../media/image1407.png"/><Relationship Id="rId332" Type="http://schemas.openxmlformats.org/officeDocument/2006/relationships/customXml" Target="../ink/ink1442.xml"/><Relationship Id="rId353" Type="http://schemas.openxmlformats.org/officeDocument/2006/relationships/image" Target="../media/image1428.png"/><Relationship Id="rId374" Type="http://schemas.openxmlformats.org/officeDocument/2006/relationships/customXml" Target="../ink/ink1463.xml"/><Relationship Id="rId395" Type="http://schemas.openxmlformats.org/officeDocument/2006/relationships/image" Target="../media/image1449.png"/><Relationship Id="rId71" Type="http://schemas.openxmlformats.org/officeDocument/2006/relationships/image" Target="../media/image1287.png"/><Relationship Id="rId92" Type="http://schemas.openxmlformats.org/officeDocument/2006/relationships/customXml" Target="../ink/ink1322.xml"/><Relationship Id="rId213" Type="http://schemas.openxmlformats.org/officeDocument/2006/relationships/image" Target="../media/image1358.png"/><Relationship Id="rId234" Type="http://schemas.openxmlformats.org/officeDocument/2006/relationships/customXml" Target="../ink/ink1393.xml"/><Relationship Id="rId2" Type="http://schemas.openxmlformats.org/officeDocument/2006/relationships/customXml" Target="../ink/ink1277.xml"/><Relationship Id="rId29" Type="http://schemas.openxmlformats.org/officeDocument/2006/relationships/image" Target="../media/image12660.png"/><Relationship Id="rId255" Type="http://schemas.openxmlformats.org/officeDocument/2006/relationships/image" Target="../media/image1379.png"/><Relationship Id="rId276" Type="http://schemas.openxmlformats.org/officeDocument/2006/relationships/customXml" Target="../ink/ink1414.xml"/><Relationship Id="rId297" Type="http://schemas.openxmlformats.org/officeDocument/2006/relationships/image" Target="../media/image1400.png"/><Relationship Id="rId40" Type="http://schemas.openxmlformats.org/officeDocument/2006/relationships/customXml" Target="../ink/ink1296.xml"/><Relationship Id="rId115" Type="http://schemas.openxmlformats.org/officeDocument/2006/relationships/image" Target="../media/image1309.png"/><Relationship Id="rId136" Type="http://schemas.openxmlformats.org/officeDocument/2006/relationships/customXml" Target="../ink/ink1344.xml"/><Relationship Id="rId157" Type="http://schemas.openxmlformats.org/officeDocument/2006/relationships/image" Target="../media/image1330.png"/><Relationship Id="rId178" Type="http://schemas.openxmlformats.org/officeDocument/2006/relationships/customXml" Target="../ink/ink1365.xml"/><Relationship Id="rId301" Type="http://schemas.openxmlformats.org/officeDocument/2006/relationships/image" Target="../media/image1402.png"/><Relationship Id="rId322" Type="http://schemas.openxmlformats.org/officeDocument/2006/relationships/customXml" Target="../ink/ink1437.xml"/><Relationship Id="rId343" Type="http://schemas.openxmlformats.org/officeDocument/2006/relationships/image" Target="../media/image1423.png"/><Relationship Id="rId364" Type="http://schemas.openxmlformats.org/officeDocument/2006/relationships/customXml" Target="../ink/ink1458.xml"/><Relationship Id="rId61" Type="http://schemas.openxmlformats.org/officeDocument/2006/relationships/image" Target="../media/image1282.png"/><Relationship Id="rId82" Type="http://schemas.openxmlformats.org/officeDocument/2006/relationships/customXml" Target="../ink/ink1317.xml"/><Relationship Id="rId199" Type="http://schemas.openxmlformats.org/officeDocument/2006/relationships/image" Target="../media/image1351.png"/><Relationship Id="rId203" Type="http://schemas.openxmlformats.org/officeDocument/2006/relationships/image" Target="../media/image1353.png"/><Relationship Id="rId385" Type="http://schemas.openxmlformats.org/officeDocument/2006/relationships/image" Target="../media/image1444.png"/><Relationship Id="rId19" Type="http://schemas.openxmlformats.org/officeDocument/2006/relationships/image" Target="../media/image12610.png"/><Relationship Id="rId224" Type="http://schemas.openxmlformats.org/officeDocument/2006/relationships/customXml" Target="../ink/ink1388.xml"/><Relationship Id="rId245" Type="http://schemas.openxmlformats.org/officeDocument/2006/relationships/image" Target="../media/image1374.png"/><Relationship Id="rId266" Type="http://schemas.openxmlformats.org/officeDocument/2006/relationships/customXml" Target="../ink/ink1409.xml"/><Relationship Id="rId287" Type="http://schemas.openxmlformats.org/officeDocument/2006/relationships/image" Target="../media/image1395.png"/><Relationship Id="rId30" Type="http://schemas.openxmlformats.org/officeDocument/2006/relationships/customXml" Target="../ink/ink1291.xml"/><Relationship Id="rId105" Type="http://schemas.openxmlformats.org/officeDocument/2006/relationships/image" Target="../media/image1304.png"/><Relationship Id="rId126" Type="http://schemas.openxmlformats.org/officeDocument/2006/relationships/customXml" Target="../ink/ink1339.xml"/><Relationship Id="rId147" Type="http://schemas.openxmlformats.org/officeDocument/2006/relationships/image" Target="../media/image1325.png"/><Relationship Id="rId168" Type="http://schemas.openxmlformats.org/officeDocument/2006/relationships/customXml" Target="../ink/ink1360.xml"/><Relationship Id="rId312" Type="http://schemas.openxmlformats.org/officeDocument/2006/relationships/customXml" Target="../ink/ink1432.xml"/><Relationship Id="rId333" Type="http://schemas.openxmlformats.org/officeDocument/2006/relationships/image" Target="../media/image1418.png"/><Relationship Id="rId354" Type="http://schemas.openxmlformats.org/officeDocument/2006/relationships/customXml" Target="../ink/ink1453.xml"/><Relationship Id="rId51" Type="http://schemas.openxmlformats.org/officeDocument/2006/relationships/image" Target="../media/image12770.png"/><Relationship Id="rId72" Type="http://schemas.openxmlformats.org/officeDocument/2006/relationships/customXml" Target="../ink/ink1312.xml"/><Relationship Id="rId93" Type="http://schemas.openxmlformats.org/officeDocument/2006/relationships/image" Target="../media/image1298.png"/><Relationship Id="rId189" Type="http://schemas.openxmlformats.org/officeDocument/2006/relationships/image" Target="../media/image1346.png"/><Relationship Id="rId375" Type="http://schemas.openxmlformats.org/officeDocument/2006/relationships/image" Target="../media/image1439.png"/><Relationship Id="rId396" Type="http://schemas.openxmlformats.org/officeDocument/2006/relationships/customXml" Target="../ink/ink1474.xml"/><Relationship Id="rId3" Type="http://schemas.openxmlformats.org/officeDocument/2006/relationships/image" Target="../media/image12530.png"/><Relationship Id="rId214" Type="http://schemas.openxmlformats.org/officeDocument/2006/relationships/customXml" Target="../ink/ink1383.xml"/><Relationship Id="rId235" Type="http://schemas.openxmlformats.org/officeDocument/2006/relationships/image" Target="../media/image1369.png"/><Relationship Id="rId256" Type="http://schemas.openxmlformats.org/officeDocument/2006/relationships/customXml" Target="../ink/ink1404.xml"/><Relationship Id="rId277" Type="http://schemas.openxmlformats.org/officeDocument/2006/relationships/image" Target="../media/image1390.png"/><Relationship Id="rId298" Type="http://schemas.openxmlformats.org/officeDocument/2006/relationships/customXml" Target="../ink/ink1425.xml"/><Relationship Id="rId400" Type="http://schemas.openxmlformats.org/officeDocument/2006/relationships/customXml" Target="../ink/ink1476.xml"/><Relationship Id="rId116" Type="http://schemas.openxmlformats.org/officeDocument/2006/relationships/customXml" Target="../ink/ink1334.xml"/><Relationship Id="rId137" Type="http://schemas.openxmlformats.org/officeDocument/2006/relationships/image" Target="../media/image1320.png"/><Relationship Id="rId158" Type="http://schemas.openxmlformats.org/officeDocument/2006/relationships/customXml" Target="../ink/ink1355.xml"/><Relationship Id="rId302" Type="http://schemas.openxmlformats.org/officeDocument/2006/relationships/customXml" Target="../ink/ink1427.xml"/><Relationship Id="rId323" Type="http://schemas.openxmlformats.org/officeDocument/2006/relationships/image" Target="../media/image1413.png"/><Relationship Id="rId344" Type="http://schemas.openxmlformats.org/officeDocument/2006/relationships/customXml" Target="../ink/ink1448.xml"/><Relationship Id="rId20" Type="http://schemas.openxmlformats.org/officeDocument/2006/relationships/customXml" Target="../ink/ink1286.xml"/><Relationship Id="rId41" Type="http://schemas.openxmlformats.org/officeDocument/2006/relationships/image" Target="../media/image12720.png"/><Relationship Id="rId62" Type="http://schemas.openxmlformats.org/officeDocument/2006/relationships/customXml" Target="../ink/ink1307.xml"/><Relationship Id="rId83" Type="http://schemas.openxmlformats.org/officeDocument/2006/relationships/image" Target="../media/image1293.png"/><Relationship Id="rId179" Type="http://schemas.openxmlformats.org/officeDocument/2006/relationships/image" Target="../media/image1341.png"/><Relationship Id="rId365" Type="http://schemas.openxmlformats.org/officeDocument/2006/relationships/image" Target="../media/image1434.png"/><Relationship Id="rId386" Type="http://schemas.openxmlformats.org/officeDocument/2006/relationships/customXml" Target="../ink/ink1469.xml"/><Relationship Id="rId190" Type="http://schemas.openxmlformats.org/officeDocument/2006/relationships/customXml" Target="../ink/ink1371.xml"/><Relationship Id="rId204" Type="http://schemas.openxmlformats.org/officeDocument/2006/relationships/customXml" Target="../ink/ink1378.xml"/><Relationship Id="rId225" Type="http://schemas.openxmlformats.org/officeDocument/2006/relationships/image" Target="../media/image1364.png"/><Relationship Id="rId246" Type="http://schemas.openxmlformats.org/officeDocument/2006/relationships/customXml" Target="../ink/ink1399.xml"/><Relationship Id="rId267" Type="http://schemas.openxmlformats.org/officeDocument/2006/relationships/image" Target="../media/image1385.png"/><Relationship Id="rId288" Type="http://schemas.openxmlformats.org/officeDocument/2006/relationships/customXml" Target="../ink/ink1420.xml"/><Relationship Id="rId106" Type="http://schemas.openxmlformats.org/officeDocument/2006/relationships/customXml" Target="../ink/ink1329.xml"/><Relationship Id="rId127" Type="http://schemas.openxmlformats.org/officeDocument/2006/relationships/image" Target="../media/image1315.png"/><Relationship Id="rId313" Type="http://schemas.openxmlformats.org/officeDocument/2006/relationships/image" Target="../media/image1408.png"/><Relationship Id="rId10" Type="http://schemas.openxmlformats.org/officeDocument/2006/relationships/customXml" Target="../ink/ink1281.xml"/><Relationship Id="rId31" Type="http://schemas.openxmlformats.org/officeDocument/2006/relationships/image" Target="../media/image12670.png"/><Relationship Id="rId52" Type="http://schemas.openxmlformats.org/officeDocument/2006/relationships/customXml" Target="../ink/ink1302.xml"/><Relationship Id="rId73" Type="http://schemas.openxmlformats.org/officeDocument/2006/relationships/image" Target="../media/image1288.png"/><Relationship Id="rId94" Type="http://schemas.openxmlformats.org/officeDocument/2006/relationships/customXml" Target="../ink/ink1323.xml"/><Relationship Id="rId148" Type="http://schemas.openxmlformats.org/officeDocument/2006/relationships/customXml" Target="../ink/ink1350.xml"/><Relationship Id="rId169" Type="http://schemas.openxmlformats.org/officeDocument/2006/relationships/image" Target="../media/image1336.png"/><Relationship Id="rId334" Type="http://schemas.openxmlformats.org/officeDocument/2006/relationships/customXml" Target="../ink/ink1443.xml"/><Relationship Id="rId355" Type="http://schemas.openxmlformats.org/officeDocument/2006/relationships/image" Target="../media/image1429.png"/><Relationship Id="rId376" Type="http://schemas.openxmlformats.org/officeDocument/2006/relationships/customXml" Target="../ink/ink1464.xml"/><Relationship Id="rId397" Type="http://schemas.openxmlformats.org/officeDocument/2006/relationships/image" Target="../media/image1450.png"/><Relationship Id="rId4" Type="http://schemas.openxmlformats.org/officeDocument/2006/relationships/customXml" Target="../ink/ink1278.xml"/><Relationship Id="rId180" Type="http://schemas.openxmlformats.org/officeDocument/2006/relationships/customXml" Target="../ink/ink1366.xml"/><Relationship Id="rId215" Type="http://schemas.openxmlformats.org/officeDocument/2006/relationships/image" Target="../media/image1359.png"/><Relationship Id="rId236" Type="http://schemas.openxmlformats.org/officeDocument/2006/relationships/customXml" Target="../ink/ink1394.xml"/><Relationship Id="rId257" Type="http://schemas.openxmlformats.org/officeDocument/2006/relationships/image" Target="../media/image1380.png"/><Relationship Id="rId278" Type="http://schemas.openxmlformats.org/officeDocument/2006/relationships/customXml" Target="../ink/ink1415.xml"/><Relationship Id="rId401" Type="http://schemas.openxmlformats.org/officeDocument/2006/relationships/image" Target="../media/image1452.png"/><Relationship Id="rId303" Type="http://schemas.openxmlformats.org/officeDocument/2006/relationships/image" Target="../media/image1403.png"/><Relationship Id="rId42" Type="http://schemas.openxmlformats.org/officeDocument/2006/relationships/customXml" Target="../ink/ink1297.xml"/><Relationship Id="rId84" Type="http://schemas.openxmlformats.org/officeDocument/2006/relationships/customXml" Target="../ink/ink1318.xml"/><Relationship Id="rId138" Type="http://schemas.openxmlformats.org/officeDocument/2006/relationships/customXml" Target="../ink/ink1345.xml"/><Relationship Id="rId345" Type="http://schemas.openxmlformats.org/officeDocument/2006/relationships/image" Target="../media/image1424.png"/><Relationship Id="rId387" Type="http://schemas.openxmlformats.org/officeDocument/2006/relationships/image" Target="../media/image1445.png"/><Relationship Id="rId191" Type="http://schemas.openxmlformats.org/officeDocument/2006/relationships/image" Target="../media/image1347.png"/><Relationship Id="rId205" Type="http://schemas.openxmlformats.org/officeDocument/2006/relationships/image" Target="../media/image1354.png"/><Relationship Id="rId247" Type="http://schemas.openxmlformats.org/officeDocument/2006/relationships/image" Target="../media/image1375.png"/><Relationship Id="rId107" Type="http://schemas.openxmlformats.org/officeDocument/2006/relationships/image" Target="../media/image1305.png"/><Relationship Id="rId289" Type="http://schemas.openxmlformats.org/officeDocument/2006/relationships/image" Target="../media/image1396.png"/><Relationship Id="rId11" Type="http://schemas.openxmlformats.org/officeDocument/2006/relationships/image" Target="../media/image12570.png"/><Relationship Id="rId53" Type="http://schemas.openxmlformats.org/officeDocument/2006/relationships/image" Target="../media/image12780.png"/><Relationship Id="rId149" Type="http://schemas.openxmlformats.org/officeDocument/2006/relationships/image" Target="../media/image1326.png"/><Relationship Id="rId314" Type="http://schemas.openxmlformats.org/officeDocument/2006/relationships/customXml" Target="../ink/ink1433.xml"/><Relationship Id="rId356" Type="http://schemas.openxmlformats.org/officeDocument/2006/relationships/customXml" Target="../ink/ink1454.xml"/><Relationship Id="rId398" Type="http://schemas.openxmlformats.org/officeDocument/2006/relationships/customXml" Target="../ink/ink1475.xml"/><Relationship Id="rId95" Type="http://schemas.openxmlformats.org/officeDocument/2006/relationships/image" Target="../media/image1299.png"/><Relationship Id="rId160" Type="http://schemas.openxmlformats.org/officeDocument/2006/relationships/customXml" Target="../ink/ink1356.xml"/><Relationship Id="rId216" Type="http://schemas.openxmlformats.org/officeDocument/2006/relationships/customXml" Target="../ink/ink1384.xml"/><Relationship Id="rId258" Type="http://schemas.openxmlformats.org/officeDocument/2006/relationships/customXml" Target="../ink/ink1405.xml"/><Relationship Id="rId22" Type="http://schemas.openxmlformats.org/officeDocument/2006/relationships/customXml" Target="../ink/ink1287.xml"/><Relationship Id="rId64" Type="http://schemas.openxmlformats.org/officeDocument/2006/relationships/customXml" Target="../ink/ink1308.xml"/><Relationship Id="rId118" Type="http://schemas.openxmlformats.org/officeDocument/2006/relationships/customXml" Target="../ink/ink1335.xml"/><Relationship Id="rId325" Type="http://schemas.openxmlformats.org/officeDocument/2006/relationships/image" Target="../media/image1414.png"/><Relationship Id="rId367" Type="http://schemas.openxmlformats.org/officeDocument/2006/relationships/image" Target="../media/image1435.png"/><Relationship Id="rId171" Type="http://schemas.openxmlformats.org/officeDocument/2006/relationships/image" Target="../media/image1337.png"/><Relationship Id="rId227" Type="http://schemas.openxmlformats.org/officeDocument/2006/relationships/image" Target="../media/image1365.png"/><Relationship Id="rId269" Type="http://schemas.openxmlformats.org/officeDocument/2006/relationships/image" Target="../media/image1386.png"/><Relationship Id="rId33" Type="http://schemas.openxmlformats.org/officeDocument/2006/relationships/image" Target="../media/image12680.png"/><Relationship Id="rId129" Type="http://schemas.openxmlformats.org/officeDocument/2006/relationships/image" Target="../media/image1316.png"/><Relationship Id="rId280" Type="http://schemas.openxmlformats.org/officeDocument/2006/relationships/customXml" Target="../ink/ink1416.xml"/><Relationship Id="rId336" Type="http://schemas.openxmlformats.org/officeDocument/2006/relationships/customXml" Target="../ink/ink1444.xml"/><Relationship Id="rId75" Type="http://schemas.openxmlformats.org/officeDocument/2006/relationships/image" Target="../media/image1289.png"/><Relationship Id="rId140" Type="http://schemas.openxmlformats.org/officeDocument/2006/relationships/customXml" Target="../ink/ink1346.xml"/><Relationship Id="rId182" Type="http://schemas.openxmlformats.org/officeDocument/2006/relationships/customXml" Target="../ink/ink1367.xml"/><Relationship Id="rId378" Type="http://schemas.openxmlformats.org/officeDocument/2006/relationships/customXml" Target="../ink/ink1465.xml"/><Relationship Id="rId403" Type="http://schemas.openxmlformats.org/officeDocument/2006/relationships/image" Target="../media/image1453.png"/><Relationship Id="rId6" Type="http://schemas.openxmlformats.org/officeDocument/2006/relationships/customXml" Target="../ink/ink1279.xml"/><Relationship Id="rId238" Type="http://schemas.openxmlformats.org/officeDocument/2006/relationships/customXml" Target="../ink/ink1395.xml"/><Relationship Id="rId291" Type="http://schemas.openxmlformats.org/officeDocument/2006/relationships/image" Target="../media/image1397.png"/><Relationship Id="rId305" Type="http://schemas.openxmlformats.org/officeDocument/2006/relationships/image" Target="../media/image1404.png"/><Relationship Id="rId347" Type="http://schemas.openxmlformats.org/officeDocument/2006/relationships/image" Target="../media/image1425.png"/><Relationship Id="rId44" Type="http://schemas.openxmlformats.org/officeDocument/2006/relationships/customXml" Target="../ink/ink1298.xml"/><Relationship Id="rId86" Type="http://schemas.openxmlformats.org/officeDocument/2006/relationships/customXml" Target="../ink/ink1319.xml"/><Relationship Id="rId151" Type="http://schemas.openxmlformats.org/officeDocument/2006/relationships/image" Target="../media/image1327.png"/><Relationship Id="rId389" Type="http://schemas.openxmlformats.org/officeDocument/2006/relationships/image" Target="../media/image1446.png"/><Relationship Id="rId193" Type="http://schemas.openxmlformats.org/officeDocument/2006/relationships/image" Target="../media/image1348.png"/><Relationship Id="rId207" Type="http://schemas.openxmlformats.org/officeDocument/2006/relationships/image" Target="../media/image1355.png"/><Relationship Id="rId249" Type="http://schemas.openxmlformats.org/officeDocument/2006/relationships/image" Target="../media/image1376.png"/><Relationship Id="rId13" Type="http://schemas.openxmlformats.org/officeDocument/2006/relationships/image" Target="../media/image12580.png"/><Relationship Id="rId109" Type="http://schemas.openxmlformats.org/officeDocument/2006/relationships/image" Target="../media/image1306.png"/><Relationship Id="rId260" Type="http://schemas.openxmlformats.org/officeDocument/2006/relationships/customXml" Target="../ink/ink1406.xml"/><Relationship Id="rId316" Type="http://schemas.openxmlformats.org/officeDocument/2006/relationships/customXml" Target="../ink/ink1434.xml"/><Relationship Id="rId55" Type="http://schemas.openxmlformats.org/officeDocument/2006/relationships/image" Target="../media/image12790.png"/><Relationship Id="rId97" Type="http://schemas.openxmlformats.org/officeDocument/2006/relationships/image" Target="../media/image1300.png"/><Relationship Id="rId120" Type="http://schemas.openxmlformats.org/officeDocument/2006/relationships/customXml" Target="../ink/ink1336.xml"/><Relationship Id="rId358" Type="http://schemas.openxmlformats.org/officeDocument/2006/relationships/customXml" Target="../ink/ink1455.xml"/><Relationship Id="rId162" Type="http://schemas.openxmlformats.org/officeDocument/2006/relationships/customXml" Target="../ink/ink1357.xml"/><Relationship Id="rId218" Type="http://schemas.openxmlformats.org/officeDocument/2006/relationships/customXml" Target="../ink/ink1385.xml"/><Relationship Id="rId271" Type="http://schemas.openxmlformats.org/officeDocument/2006/relationships/image" Target="../media/image1387.png"/><Relationship Id="rId24" Type="http://schemas.openxmlformats.org/officeDocument/2006/relationships/customXml" Target="../ink/ink1288.xml"/><Relationship Id="rId66" Type="http://schemas.openxmlformats.org/officeDocument/2006/relationships/customXml" Target="../ink/ink1309.xml"/><Relationship Id="rId131" Type="http://schemas.openxmlformats.org/officeDocument/2006/relationships/image" Target="../media/image1317.png"/><Relationship Id="rId327" Type="http://schemas.openxmlformats.org/officeDocument/2006/relationships/image" Target="../media/image1415.png"/><Relationship Id="rId369" Type="http://schemas.openxmlformats.org/officeDocument/2006/relationships/image" Target="../media/image1436.png"/><Relationship Id="rId173" Type="http://schemas.openxmlformats.org/officeDocument/2006/relationships/image" Target="../media/image1338.png"/><Relationship Id="rId229" Type="http://schemas.openxmlformats.org/officeDocument/2006/relationships/image" Target="../media/image1366.png"/><Relationship Id="rId380" Type="http://schemas.openxmlformats.org/officeDocument/2006/relationships/customXml" Target="../ink/ink1466.xml"/><Relationship Id="rId240" Type="http://schemas.openxmlformats.org/officeDocument/2006/relationships/customXml" Target="../ink/ink1396.xml"/><Relationship Id="rId35" Type="http://schemas.openxmlformats.org/officeDocument/2006/relationships/image" Target="../media/image12690.png"/><Relationship Id="rId77" Type="http://schemas.openxmlformats.org/officeDocument/2006/relationships/image" Target="../media/image1290.png"/><Relationship Id="rId100" Type="http://schemas.openxmlformats.org/officeDocument/2006/relationships/customXml" Target="../ink/ink1326.xml"/><Relationship Id="rId282" Type="http://schemas.openxmlformats.org/officeDocument/2006/relationships/customXml" Target="../ink/ink1417.xml"/><Relationship Id="rId338" Type="http://schemas.openxmlformats.org/officeDocument/2006/relationships/customXml" Target="../ink/ink1445.xml"/><Relationship Id="rId8" Type="http://schemas.openxmlformats.org/officeDocument/2006/relationships/customXml" Target="../ink/ink1280.xml"/><Relationship Id="rId142" Type="http://schemas.openxmlformats.org/officeDocument/2006/relationships/customXml" Target="../ink/ink1347.xml"/><Relationship Id="rId184" Type="http://schemas.openxmlformats.org/officeDocument/2006/relationships/customXml" Target="../ink/ink1368.xml"/><Relationship Id="rId391" Type="http://schemas.openxmlformats.org/officeDocument/2006/relationships/image" Target="../media/image1447.png"/><Relationship Id="rId251" Type="http://schemas.openxmlformats.org/officeDocument/2006/relationships/image" Target="../media/image1377.png"/><Relationship Id="rId46" Type="http://schemas.openxmlformats.org/officeDocument/2006/relationships/customXml" Target="../ink/ink1299.xml"/><Relationship Id="rId293" Type="http://schemas.openxmlformats.org/officeDocument/2006/relationships/image" Target="../media/image1398.png"/><Relationship Id="rId307" Type="http://schemas.openxmlformats.org/officeDocument/2006/relationships/image" Target="../media/image1405.png"/><Relationship Id="rId349" Type="http://schemas.openxmlformats.org/officeDocument/2006/relationships/image" Target="../media/image1426.png"/><Relationship Id="rId88" Type="http://schemas.openxmlformats.org/officeDocument/2006/relationships/customXml" Target="../ink/ink1320.xml"/><Relationship Id="rId111" Type="http://schemas.openxmlformats.org/officeDocument/2006/relationships/image" Target="../media/image1307.png"/><Relationship Id="rId153" Type="http://schemas.openxmlformats.org/officeDocument/2006/relationships/image" Target="../media/image1328.png"/><Relationship Id="rId195" Type="http://schemas.openxmlformats.org/officeDocument/2006/relationships/image" Target="../media/image1349.png"/><Relationship Id="rId209" Type="http://schemas.openxmlformats.org/officeDocument/2006/relationships/image" Target="../media/image1356.png"/><Relationship Id="rId360" Type="http://schemas.openxmlformats.org/officeDocument/2006/relationships/customXml" Target="../ink/ink1456.xml"/><Relationship Id="rId220" Type="http://schemas.openxmlformats.org/officeDocument/2006/relationships/customXml" Target="../ink/ink1386.xml"/><Relationship Id="rId15" Type="http://schemas.openxmlformats.org/officeDocument/2006/relationships/image" Target="../media/image12590.png"/><Relationship Id="rId57" Type="http://schemas.openxmlformats.org/officeDocument/2006/relationships/image" Target="../media/image12800.png"/><Relationship Id="rId262" Type="http://schemas.openxmlformats.org/officeDocument/2006/relationships/customXml" Target="../ink/ink1407.xml"/><Relationship Id="rId318" Type="http://schemas.openxmlformats.org/officeDocument/2006/relationships/customXml" Target="../ink/ink1435.xml"/><Relationship Id="rId99" Type="http://schemas.openxmlformats.org/officeDocument/2006/relationships/image" Target="../media/image1301.png"/><Relationship Id="rId122" Type="http://schemas.openxmlformats.org/officeDocument/2006/relationships/customXml" Target="../ink/ink1337.xml"/><Relationship Id="rId164" Type="http://schemas.openxmlformats.org/officeDocument/2006/relationships/customXml" Target="../ink/ink1358.xml"/><Relationship Id="rId371" Type="http://schemas.openxmlformats.org/officeDocument/2006/relationships/image" Target="../media/image1437.png"/><Relationship Id="rId26" Type="http://schemas.openxmlformats.org/officeDocument/2006/relationships/customXml" Target="../ink/ink1289.xml"/><Relationship Id="rId231" Type="http://schemas.openxmlformats.org/officeDocument/2006/relationships/image" Target="../media/image1367.png"/><Relationship Id="rId273" Type="http://schemas.openxmlformats.org/officeDocument/2006/relationships/image" Target="../media/image1388.png"/><Relationship Id="rId329" Type="http://schemas.openxmlformats.org/officeDocument/2006/relationships/image" Target="../media/image1416.png"/><Relationship Id="rId68" Type="http://schemas.openxmlformats.org/officeDocument/2006/relationships/customXml" Target="../ink/ink1310.xml"/><Relationship Id="rId133" Type="http://schemas.openxmlformats.org/officeDocument/2006/relationships/image" Target="../media/image1318.png"/><Relationship Id="rId175" Type="http://schemas.openxmlformats.org/officeDocument/2006/relationships/image" Target="../media/image1339.png"/><Relationship Id="rId340" Type="http://schemas.openxmlformats.org/officeDocument/2006/relationships/customXml" Target="../ink/ink1446.xml"/><Relationship Id="rId200" Type="http://schemas.openxmlformats.org/officeDocument/2006/relationships/customXml" Target="../ink/ink1376.xml"/><Relationship Id="rId382" Type="http://schemas.openxmlformats.org/officeDocument/2006/relationships/customXml" Target="../ink/ink1467.xml"/><Relationship Id="rId242" Type="http://schemas.openxmlformats.org/officeDocument/2006/relationships/customXml" Target="../ink/ink1397.xml"/><Relationship Id="rId284" Type="http://schemas.openxmlformats.org/officeDocument/2006/relationships/customXml" Target="../ink/ink1418.xml"/><Relationship Id="rId37" Type="http://schemas.openxmlformats.org/officeDocument/2006/relationships/image" Target="../media/image12700.png"/><Relationship Id="rId79" Type="http://schemas.openxmlformats.org/officeDocument/2006/relationships/image" Target="../media/image1291.png"/><Relationship Id="rId102" Type="http://schemas.openxmlformats.org/officeDocument/2006/relationships/customXml" Target="../ink/ink1327.xml"/><Relationship Id="rId144" Type="http://schemas.openxmlformats.org/officeDocument/2006/relationships/customXml" Target="../ink/ink134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7.png"/><Relationship Id="rId3" Type="http://schemas.openxmlformats.org/officeDocument/2006/relationships/customXml" Target="../ink/ink1478.xml"/><Relationship Id="rId7" Type="http://schemas.openxmlformats.org/officeDocument/2006/relationships/customXml" Target="../ink/ink1480.xml"/><Relationship Id="rId2" Type="http://schemas.openxmlformats.org/officeDocument/2006/relationships/image" Target="../media/image14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6.png"/><Relationship Id="rId5" Type="http://schemas.openxmlformats.org/officeDocument/2006/relationships/customXml" Target="../ink/ink1479.xml"/><Relationship Id="rId10" Type="http://schemas.openxmlformats.org/officeDocument/2006/relationships/image" Target="../media/image1458.png"/><Relationship Id="rId4" Type="http://schemas.openxmlformats.org/officeDocument/2006/relationships/image" Target="../media/image1455.png"/><Relationship Id="rId9" Type="http://schemas.openxmlformats.org/officeDocument/2006/relationships/customXml" Target="../ink/ink1481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17.png"/><Relationship Id="rId21" Type="http://schemas.openxmlformats.org/officeDocument/2006/relationships/image" Target="../media/image1469.png"/><Relationship Id="rId42" Type="http://schemas.openxmlformats.org/officeDocument/2006/relationships/customXml" Target="../ink/ink1501.xml"/><Relationship Id="rId63" Type="http://schemas.openxmlformats.org/officeDocument/2006/relationships/image" Target="../media/image1490.png"/><Relationship Id="rId84" Type="http://schemas.openxmlformats.org/officeDocument/2006/relationships/customXml" Target="../ink/ink1522.xml"/><Relationship Id="rId138" Type="http://schemas.openxmlformats.org/officeDocument/2006/relationships/customXml" Target="../ink/ink1549.xml"/><Relationship Id="rId159" Type="http://schemas.openxmlformats.org/officeDocument/2006/relationships/image" Target="../media/image1538.png"/><Relationship Id="rId170" Type="http://schemas.openxmlformats.org/officeDocument/2006/relationships/customXml" Target="../ink/ink1565.xml"/><Relationship Id="rId107" Type="http://schemas.openxmlformats.org/officeDocument/2006/relationships/image" Target="../media/image1512.png"/><Relationship Id="rId11" Type="http://schemas.openxmlformats.org/officeDocument/2006/relationships/image" Target="../media/image1464.png"/><Relationship Id="rId32" Type="http://schemas.openxmlformats.org/officeDocument/2006/relationships/customXml" Target="../ink/ink1496.xml"/><Relationship Id="rId53" Type="http://schemas.openxmlformats.org/officeDocument/2006/relationships/image" Target="../media/image1485.png"/><Relationship Id="rId74" Type="http://schemas.openxmlformats.org/officeDocument/2006/relationships/customXml" Target="../ink/ink1517.xml"/><Relationship Id="rId128" Type="http://schemas.openxmlformats.org/officeDocument/2006/relationships/customXml" Target="../ink/ink1544.xml"/><Relationship Id="rId149" Type="http://schemas.openxmlformats.org/officeDocument/2006/relationships/image" Target="../media/image1533.png"/><Relationship Id="rId5" Type="http://schemas.openxmlformats.org/officeDocument/2006/relationships/image" Target="../media/image1461.png"/><Relationship Id="rId95" Type="http://schemas.openxmlformats.org/officeDocument/2006/relationships/image" Target="../media/image1506.png"/><Relationship Id="rId160" Type="http://schemas.openxmlformats.org/officeDocument/2006/relationships/customXml" Target="../ink/ink1560.xml"/><Relationship Id="rId22" Type="http://schemas.openxmlformats.org/officeDocument/2006/relationships/customXml" Target="../ink/ink1491.xml"/><Relationship Id="rId43" Type="http://schemas.openxmlformats.org/officeDocument/2006/relationships/image" Target="../media/image1480.png"/><Relationship Id="rId64" Type="http://schemas.openxmlformats.org/officeDocument/2006/relationships/customXml" Target="../ink/ink1512.xml"/><Relationship Id="rId118" Type="http://schemas.openxmlformats.org/officeDocument/2006/relationships/customXml" Target="../ink/ink1539.xml"/><Relationship Id="rId139" Type="http://schemas.openxmlformats.org/officeDocument/2006/relationships/image" Target="../media/image1528.png"/><Relationship Id="rId85" Type="http://schemas.openxmlformats.org/officeDocument/2006/relationships/image" Target="../media/image1501.png"/><Relationship Id="rId150" Type="http://schemas.openxmlformats.org/officeDocument/2006/relationships/customXml" Target="../ink/ink1555.xml"/><Relationship Id="rId171" Type="http://schemas.openxmlformats.org/officeDocument/2006/relationships/image" Target="../media/image1544.png"/><Relationship Id="rId12" Type="http://schemas.openxmlformats.org/officeDocument/2006/relationships/customXml" Target="../ink/ink1486.xml"/><Relationship Id="rId33" Type="http://schemas.openxmlformats.org/officeDocument/2006/relationships/image" Target="../media/image1475.png"/><Relationship Id="rId108" Type="http://schemas.openxmlformats.org/officeDocument/2006/relationships/customXml" Target="../ink/ink1534.xml"/><Relationship Id="rId129" Type="http://schemas.openxmlformats.org/officeDocument/2006/relationships/image" Target="../media/image1523.png"/><Relationship Id="rId54" Type="http://schemas.openxmlformats.org/officeDocument/2006/relationships/customXml" Target="../ink/ink1507.xml"/><Relationship Id="rId75" Type="http://schemas.openxmlformats.org/officeDocument/2006/relationships/image" Target="../media/image1496.png"/><Relationship Id="rId96" Type="http://schemas.openxmlformats.org/officeDocument/2006/relationships/customXml" Target="../ink/ink1528.xml"/><Relationship Id="rId140" Type="http://schemas.openxmlformats.org/officeDocument/2006/relationships/customXml" Target="../ink/ink1550.xml"/><Relationship Id="rId161" Type="http://schemas.openxmlformats.org/officeDocument/2006/relationships/image" Target="../media/image1539.png"/><Relationship Id="rId6" Type="http://schemas.openxmlformats.org/officeDocument/2006/relationships/customXml" Target="../ink/ink1483.xml"/><Relationship Id="rId23" Type="http://schemas.openxmlformats.org/officeDocument/2006/relationships/image" Target="../media/image1470.png"/><Relationship Id="rId28" Type="http://schemas.openxmlformats.org/officeDocument/2006/relationships/customXml" Target="../ink/ink1494.xml"/><Relationship Id="rId49" Type="http://schemas.openxmlformats.org/officeDocument/2006/relationships/image" Target="../media/image1483.png"/><Relationship Id="rId114" Type="http://schemas.openxmlformats.org/officeDocument/2006/relationships/customXml" Target="../ink/ink1537.xml"/><Relationship Id="rId119" Type="http://schemas.openxmlformats.org/officeDocument/2006/relationships/image" Target="../media/image1518.png"/><Relationship Id="rId44" Type="http://schemas.openxmlformats.org/officeDocument/2006/relationships/customXml" Target="../ink/ink1502.xml"/><Relationship Id="rId60" Type="http://schemas.openxmlformats.org/officeDocument/2006/relationships/customXml" Target="../ink/ink1510.xml"/><Relationship Id="rId65" Type="http://schemas.openxmlformats.org/officeDocument/2006/relationships/image" Target="../media/image1491.png"/><Relationship Id="rId81" Type="http://schemas.openxmlformats.org/officeDocument/2006/relationships/image" Target="../media/image1499.png"/><Relationship Id="rId86" Type="http://schemas.openxmlformats.org/officeDocument/2006/relationships/customXml" Target="../ink/ink1523.xml"/><Relationship Id="rId130" Type="http://schemas.openxmlformats.org/officeDocument/2006/relationships/customXml" Target="../ink/ink1545.xml"/><Relationship Id="rId135" Type="http://schemas.openxmlformats.org/officeDocument/2006/relationships/image" Target="../media/image1526.png"/><Relationship Id="rId151" Type="http://schemas.openxmlformats.org/officeDocument/2006/relationships/image" Target="../media/image1534.png"/><Relationship Id="rId156" Type="http://schemas.openxmlformats.org/officeDocument/2006/relationships/customXml" Target="../ink/ink1558.xml"/><Relationship Id="rId177" Type="http://schemas.openxmlformats.org/officeDocument/2006/relationships/image" Target="../media/image1547.png"/><Relationship Id="rId172" Type="http://schemas.openxmlformats.org/officeDocument/2006/relationships/customXml" Target="../ink/ink1566.xml"/><Relationship Id="rId13" Type="http://schemas.openxmlformats.org/officeDocument/2006/relationships/image" Target="../media/image1465.png"/><Relationship Id="rId18" Type="http://schemas.openxmlformats.org/officeDocument/2006/relationships/customXml" Target="../ink/ink1489.xml"/><Relationship Id="rId39" Type="http://schemas.openxmlformats.org/officeDocument/2006/relationships/image" Target="../media/image1478.png"/><Relationship Id="rId109" Type="http://schemas.openxmlformats.org/officeDocument/2006/relationships/image" Target="../media/image1513.png"/><Relationship Id="rId34" Type="http://schemas.openxmlformats.org/officeDocument/2006/relationships/customXml" Target="../ink/ink1497.xml"/><Relationship Id="rId50" Type="http://schemas.openxmlformats.org/officeDocument/2006/relationships/customXml" Target="../ink/ink1505.xml"/><Relationship Id="rId55" Type="http://schemas.openxmlformats.org/officeDocument/2006/relationships/image" Target="../media/image1486.png"/><Relationship Id="rId76" Type="http://schemas.openxmlformats.org/officeDocument/2006/relationships/customXml" Target="../ink/ink1518.xml"/><Relationship Id="rId97" Type="http://schemas.openxmlformats.org/officeDocument/2006/relationships/image" Target="../media/image1507.png"/><Relationship Id="rId104" Type="http://schemas.openxmlformats.org/officeDocument/2006/relationships/customXml" Target="../ink/ink1532.xml"/><Relationship Id="rId120" Type="http://schemas.openxmlformats.org/officeDocument/2006/relationships/customXml" Target="../ink/ink1540.xml"/><Relationship Id="rId125" Type="http://schemas.openxmlformats.org/officeDocument/2006/relationships/image" Target="../media/image1521.png"/><Relationship Id="rId141" Type="http://schemas.openxmlformats.org/officeDocument/2006/relationships/image" Target="../media/image1529.png"/><Relationship Id="rId146" Type="http://schemas.openxmlformats.org/officeDocument/2006/relationships/customXml" Target="../ink/ink1553.xml"/><Relationship Id="rId167" Type="http://schemas.openxmlformats.org/officeDocument/2006/relationships/image" Target="../media/image1542.png"/><Relationship Id="rId7" Type="http://schemas.openxmlformats.org/officeDocument/2006/relationships/image" Target="../media/image1462.png"/><Relationship Id="rId71" Type="http://schemas.openxmlformats.org/officeDocument/2006/relationships/image" Target="../media/image1494.png"/><Relationship Id="rId92" Type="http://schemas.openxmlformats.org/officeDocument/2006/relationships/customXml" Target="../ink/ink1526.xml"/><Relationship Id="rId162" Type="http://schemas.openxmlformats.org/officeDocument/2006/relationships/customXml" Target="../ink/ink1561.xml"/><Relationship Id="rId2" Type="http://schemas.openxmlformats.org/officeDocument/2006/relationships/image" Target="../media/image1459.png"/><Relationship Id="rId29" Type="http://schemas.openxmlformats.org/officeDocument/2006/relationships/image" Target="../media/image1473.png"/><Relationship Id="rId24" Type="http://schemas.openxmlformats.org/officeDocument/2006/relationships/customXml" Target="../ink/ink1492.xml"/><Relationship Id="rId40" Type="http://schemas.openxmlformats.org/officeDocument/2006/relationships/customXml" Target="../ink/ink1500.xml"/><Relationship Id="rId45" Type="http://schemas.openxmlformats.org/officeDocument/2006/relationships/image" Target="../media/image1481.png"/><Relationship Id="rId66" Type="http://schemas.openxmlformats.org/officeDocument/2006/relationships/customXml" Target="../ink/ink1513.xml"/><Relationship Id="rId87" Type="http://schemas.openxmlformats.org/officeDocument/2006/relationships/image" Target="../media/image1502.png"/><Relationship Id="rId110" Type="http://schemas.openxmlformats.org/officeDocument/2006/relationships/customXml" Target="../ink/ink1535.xml"/><Relationship Id="rId115" Type="http://schemas.openxmlformats.org/officeDocument/2006/relationships/image" Target="../media/image1516.png"/><Relationship Id="rId131" Type="http://schemas.openxmlformats.org/officeDocument/2006/relationships/image" Target="../media/image1524.png"/><Relationship Id="rId136" Type="http://schemas.openxmlformats.org/officeDocument/2006/relationships/customXml" Target="../ink/ink1548.xml"/><Relationship Id="rId157" Type="http://schemas.openxmlformats.org/officeDocument/2006/relationships/image" Target="../media/image1537.png"/><Relationship Id="rId178" Type="http://schemas.openxmlformats.org/officeDocument/2006/relationships/customXml" Target="../ink/ink1569.xml"/><Relationship Id="rId61" Type="http://schemas.openxmlformats.org/officeDocument/2006/relationships/image" Target="../media/image1489.png"/><Relationship Id="rId82" Type="http://schemas.openxmlformats.org/officeDocument/2006/relationships/customXml" Target="../ink/ink1521.xml"/><Relationship Id="rId152" Type="http://schemas.openxmlformats.org/officeDocument/2006/relationships/customXml" Target="../ink/ink1556.xml"/><Relationship Id="rId173" Type="http://schemas.openxmlformats.org/officeDocument/2006/relationships/image" Target="../media/image1545.png"/><Relationship Id="rId19" Type="http://schemas.openxmlformats.org/officeDocument/2006/relationships/image" Target="../media/image1468.png"/><Relationship Id="rId14" Type="http://schemas.openxmlformats.org/officeDocument/2006/relationships/customXml" Target="../ink/ink1487.xml"/><Relationship Id="rId30" Type="http://schemas.openxmlformats.org/officeDocument/2006/relationships/customXml" Target="../ink/ink1495.xml"/><Relationship Id="rId35" Type="http://schemas.openxmlformats.org/officeDocument/2006/relationships/image" Target="../media/image1476.png"/><Relationship Id="rId56" Type="http://schemas.openxmlformats.org/officeDocument/2006/relationships/customXml" Target="../ink/ink1508.xml"/><Relationship Id="rId77" Type="http://schemas.openxmlformats.org/officeDocument/2006/relationships/image" Target="../media/image1497.png"/><Relationship Id="rId100" Type="http://schemas.openxmlformats.org/officeDocument/2006/relationships/customXml" Target="../ink/ink1530.xml"/><Relationship Id="rId105" Type="http://schemas.openxmlformats.org/officeDocument/2006/relationships/image" Target="../media/image1511.png"/><Relationship Id="rId126" Type="http://schemas.openxmlformats.org/officeDocument/2006/relationships/customXml" Target="../ink/ink1543.xml"/><Relationship Id="rId147" Type="http://schemas.openxmlformats.org/officeDocument/2006/relationships/image" Target="../media/image1532.png"/><Relationship Id="rId168" Type="http://schemas.openxmlformats.org/officeDocument/2006/relationships/customXml" Target="../ink/ink1564.xml"/><Relationship Id="rId8" Type="http://schemas.openxmlformats.org/officeDocument/2006/relationships/customXml" Target="../ink/ink1484.xml"/><Relationship Id="rId51" Type="http://schemas.openxmlformats.org/officeDocument/2006/relationships/image" Target="../media/image1484.png"/><Relationship Id="rId72" Type="http://schemas.openxmlformats.org/officeDocument/2006/relationships/customXml" Target="../ink/ink1516.xml"/><Relationship Id="rId93" Type="http://schemas.openxmlformats.org/officeDocument/2006/relationships/image" Target="../media/image1505.png"/><Relationship Id="rId98" Type="http://schemas.openxmlformats.org/officeDocument/2006/relationships/customXml" Target="../ink/ink1529.xml"/><Relationship Id="rId121" Type="http://schemas.openxmlformats.org/officeDocument/2006/relationships/image" Target="../media/image1519.png"/><Relationship Id="rId142" Type="http://schemas.openxmlformats.org/officeDocument/2006/relationships/customXml" Target="../ink/ink1551.xml"/><Relationship Id="rId163" Type="http://schemas.openxmlformats.org/officeDocument/2006/relationships/image" Target="../media/image1540.png"/><Relationship Id="rId3" Type="http://schemas.openxmlformats.org/officeDocument/2006/relationships/image" Target="../media/image1460.png"/><Relationship Id="rId25" Type="http://schemas.openxmlformats.org/officeDocument/2006/relationships/image" Target="../media/image1471.png"/><Relationship Id="rId46" Type="http://schemas.openxmlformats.org/officeDocument/2006/relationships/customXml" Target="../ink/ink1503.xml"/><Relationship Id="rId67" Type="http://schemas.openxmlformats.org/officeDocument/2006/relationships/image" Target="../media/image1492.png"/><Relationship Id="rId116" Type="http://schemas.openxmlformats.org/officeDocument/2006/relationships/customXml" Target="../ink/ink1538.xml"/><Relationship Id="rId137" Type="http://schemas.openxmlformats.org/officeDocument/2006/relationships/image" Target="../media/image1527.png"/><Relationship Id="rId158" Type="http://schemas.openxmlformats.org/officeDocument/2006/relationships/customXml" Target="../ink/ink1559.xml"/><Relationship Id="rId20" Type="http://schemas.openxmlformats.org/officeDocument/2006/relationships/customXml" Target="../ink/ink1490.xml"/><Relationship Id="rId41" Type="http://schemas.openxmlformats.org/officeDocument/2006/relationships/image" Target="../media/image1479.png"/><Relationship Id="rId62" Type="http://schemas.openxmlformats.org/officeDocument/2006/relationships/customXml" Target="../ink/ink1511.xml"/><Relationship Id="rId83" Type="http://schemas.openxmlformats.org/officeDocument/2006/relationships/image" Target="../media/image1500.png"/><Relationship Id="rId88" Type="http://schemas.openxmlformats.org/officeDocument/2006/relationships/customXml" Target="../ink/ink1524.xml"/><Relationship Id="rId111" Type="http://schemas.openxmlformats.org/officeDocument/2006/relationships/image" Target="../media/image1514.png"/><Relationship Id="rId132" Type="http://schemas.openxmlformats.org/officeDocument/2006/relationships/customXml" Target="../ink/ink1546.xml"/><Relationship Id="rId153" Type="http://schemas.openxmlformats.org/officeDocument/2006/relationships/image" Target="../media/image1535.png"/><Relationship Id="rId174" Type="http://schemas.openxmlformats.org/officeDocument/2006/relationships/customXml" Target="../ink/ink1567.xml"/><Relationship Id="rId179" Type="http://schemas.openxmlformats.org/officeDocument/2006/relationships/image" Target="../media/image1548.png"/><Relationship Id="rId15" Type="http://schemas.openxmlformats.org/officeDocument/2006/relationships/image" Target="../media/image1466.png"/><Relationship Id="rId36" Type="http://schemas.openxmlformats.org/officeDocument/2006/relationships/customXml" Target="../ink/ink1498.xml"/><Relationship Id="rId57" Type="http://schemas.openxmlformats.org/officeDocument/2006/relationships/image" Target="../media/image1487.png"/><Relationship Id="rId106" Type="http://schemas.openxmlformats.org/officeDocument/2006/relationships/customXml" Target="../ink/ink1533.xml"/><Relationship Id="rId127" Type="http://schemas.openxmlformats.org/officeDocument/2006/relationships/image" Target="../media/image1522.png"/><Relationship Id="rId10" Type="http://schemas.openxmlformats.org/officeDocument/2006/relationships/customXml" Target="../ink/ink1485.xml"/><Relationship Id="rId31" Type="http://schemas.openxmlformats.org/officeDocument/2006/relationships/image" Target="../media/image1474.png"/><Relationship Id="rId52" Type="http://schemas.openxmlformats.org/officeDocument/2006/relationships/customXml" Target="../ink/ink1506.xml"/><Relationship Id="rId73" Type="http://schemas.openxmlformats.org/officeDocument/2006/relationships/image" Target="../media/image1495.png"/><Relationship Id="rId78" Type="http://schemas.openxmlformats.org/officeDocument/2006/relationships/customXml" Target="../ink/ink1519.xml"/><Relationship Id="rId94" Type="http://schemas.openxmlformats.org/officeDocument/2006/relationships/customXml" Target="../ink/ink1527.xml"/><Relationship Id="rId99" Type="http://schemas.openxmlformats.org/officeDocument/2006/relationships/image" Target="../media/image1508.png"/><Relationship Id="rId101" Type="http://schemas.openxmlformats.org/officeDocument/2006/relationships/image" Target="../media/image1509.png"/><Relationship Id="rId122" Type="http://schemas.openxmlformats.org/officeDocument/2006/relationships/customXml" Target="../ink/ink1541.xml"/><Relationship Id="rId143" Type="http://schemas.openxmlformats.org/officeDocument/2006/relationships/image" Target="../media/image1530.png"/><Relationship Id="rId148" Type="http://schemas.openxmlformats.org/officeDocument/2006/relationships/customXml" Target="../ink/ink1554.xml"/><Relationship Id="rId164" Type="http://schemas.openxmlformats.org/officeDocument/2006/relationships/customXml" Target="../ink/ink1562.xml"/><Relationship Id="rId169" Type="http://schemas.openxmlformats.org/officeDocument/2006/relationships/image" Target="../media/image1543.png"/><Relationship Id="rId4" Type="http://schemas.openxmlformats.org/officeDocument/2006/relationships/customXml" Target="../ink/ink1482.xml"/><Relationship Id="rId9" Type="http://schemas.openxmlformats.org/officeDocument/2006/relationships/image" Target="../media/image1463.png"/><Relationship Id="rId26" Type="http://schemas.openxmlformats.org/officeDocument/2006/relationships/customXml" Target="../ink/ink1493.xml"/><Relationship Id="rId47" Type="http://schemas.openxmlformats.org/officeDocument/2006/relationships/image" Target="../media/image1482.png"/><Relationship Id="rId68" Type="http://schemas.openxmlformats.org/officeDocument/2006/relationships/customXml" Target="../ink/ink1514.xml"/><Relationship Id="rId89" Type="http://schemas.openxmlformats.org/officeDocument/2006/relationships/image" Target="../media/image1503.png"/><Relationship Id="rId112" Type="http://schemas.openxmlformats.org/officeDocument/2006/relationships/customXml" Target="../ink/ink1536.xml"/><Relationship Id="rId133" Type="http://schemas.openxmlformats.org/officeDocument/2006/relationships/image" Target="../media/image1525.png"/><Relationship Id="rId154" Type="http://schemas.openxmlformats.org/officeDocument/2006/relationships/customXml" Target="../ink/ink1557.xml"/><Relationship Id="rId175" Type="http://schemas.openxmlformats.org/officeDocument/2006/relationships/image" Target="../media/image1546.png"/><Relationship Id="rId16" Type="http://schemas.openxmlformats.org/officeDocument/2006/relationships/customXml" Target="../ink/ink1488.xml"/><Relationship Id="rId37" Type="http://schemas.openxmlformats.org/officeDocument/2006/relationships/image" Target="../media/image1477.png"/><Relationship Id="rId58" Type="http://schemas.openxmlformats.org/officeDocument/2006/relationships/customXml" Target="../ink/ink1509.xml"/><Relationship Id="rId79" Type="http://schemas.openxmlformats.org/officeDocument/2006/relationships/image" Target="../media/image1498.png"/><Relationship Id="rId102" Type="http://schemas.openxmlformats.org/officeDocument/2006/relationships/customXml" Target="../ink/ink1531.xml"/><Relationship Id="rId123" Type="http://schemas.openxmlformats.org/officeDocument/2006/relationships/image" Target="../media/image1520.png"/><Relationship Id="rId144" Type="http://schemas.openxmlformats.org/officeDocument/2006/relationships/customXml" Target="../ink/ink1552.xml"/><Relationship Id="rId90" Type="http://schemas.openxmlformats.org/officeDocument/2006/relationships/customXml" Target="../ink/ink1525.xml"/><Relationship Id="rId165" Type="http://schemas.openxmlformats.org/officeDocument/2006/relationships/image" Target="../media/image1541.png"/><Relationship Id="rId27" Type="http://schemas.openxmlformats.org/officeDocument/2006/relationships/image" Target="../media/image1472.png"/><Relationship Id="rId48" Type="http://schemas.openxmlformats.org/officeDocument/2006/relationships/customXml" Target="../ink/ink1504.xml"/><Relationship Id="rId69" Type="http://schemas.openxmlformats.org/officeDocument/2006/relationships/image" Target="../media/image1493.png"/><Relationship Id="rId113" Type="http://schemas.openxmlformats.org/officeDocument/2006/relationships/image" Target="../media/image1515.png"/><Relationship Id="rId134" Type="http://schemas.openxmlformats.org/officeDocument/2006/relationships/customXml" Target="../ink/ink1547.xml"/><Relationship Id="rId80" Type="http://schemas.openxmlformats.org/officeDocument/2006/relationships/customXml" Target="../ink/ink1520.xml"/><Relationship Id="rId155" Type="http://schemas.openxmlformats.org/officeDocument/2006/relationships/image" Target="../media/image1536.png"/><Relationship Id="rId176" Type="http://schemas.openxmlformats.org/officeDocument/2006/relationships/customXml" Target="../ink/ink1568.xml"/><Relationship Id="rId17" Type="http://schemas.openxmlformats.org/officeDocument/2006/relationships/image" Target="../media/image1467.png"/><Relationship Id="rId38" Type="http://schemas.openxmlformats.org/officeDocument/2006/relationships/customXml" Target="../ink/ink1499.xml"/><Relationship Id="rId59" Type="http://schemas.openxmlformats.org/officeDocument/2006/relationships/image" Target="../media/image1488.png"/><Relationship Id="rId103" Type="http://schemas.openxmlformats.org/officeDocument/2006/relationships/image" Target="../media/image1510.png"/><Relationship Id="rId124" Type="http://schemas.openxmlformats.org/officeDocument/2006/relationships/customXml" Target="../ink/ink1542.xml"/><Relationship Id="rId70" Type="http://schemas.openxmlformats.org/officeDocument/2006/relationships/customXml" Target="../ink/ink1515.xml"/><Relationship Id="rId91" Type="http://schemas.openxmlformats.org/officeDocument/2006/relationships/image" Target="../media/image1504.png"/><Relationship Id="rId145" Type="http://schemas.openxmlformats.org/officeDocument/2006/relationships/image" Target="../media/image1531.png"/><Relationship Id="rId166" Type="http://schemas.openxmlformats.org/officeDocument/2006/relationships/customXml" Target="../ink/ink156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81.xml"/><Relationship Id="rId21" Type="http://schemas.openxmlformats.org/officeDocument/2006/relationships/image" Target="../media/image14680.png"/><Relationship Id="rId42" Type="http://schemas.openxmlformats.org/officeDocument/2006/relationships/customXml" Target="../ink/ink1589.xml"/><Relationship Id="rId47" Type="http://schemas.openxmlformats.org/officeDocument/2006/relationships/image" Target="../media/image14810.png"/><Relationship Id="rId63" Type="http://schemas.openxmlformats.org/officeDocument/2006/relationships/image" Target="../media/image14890.png"/><Relationship Id="rId68" Type="http://schemas.openxmlformats.org/officeDocument/2006/relationships/customXml" Target="../ink/ink1602.xml"/><Relationship Id="rId16" Type="http://schemas.openxmlformats.org/officeDocument/2006/relationships/customXml" Target="../ink/ink1576.xml"/><Relationship Id="rId11" Type="http://schemas.openxmlformats.org/officeDocument/2006/relationships/image" Target="../media/image14630.png"/><Relationship Id="rId32" Type="http://schemas.openxmlformats.org/officeDocument/2006/relationships/customXml" Target="../ink/ink1584.xml"/><Relationship Id="rId37" Type="http://schemas.openxmlformats.org/officeDocument/2006/relationships/image" Target="../media/image14760.png"/><Relationship Id="rId53" Type="http://schemas.openxmlformats.org/officeDocument/2006/relationships/image" Target="../media/image14840.png"/><Relationship Id="rId58" Type="http://schemas.openxmlformats.org/officeDocument/2006/relationships/customXml" Target="../ink/ink1597.xml"/><Relationship Id="rId74" Type="http://schemas.openxmlformats.org/officeDocument/2006/relationships/customXml" Target="../ink/ink1605.xml"/><Relationship Id="rId79" Type="http://schemas.openxmlformats.org/officeDocument/2006/relationships/image" Target="../media/image14970.png"/><Relationship Id="rId5" Type="http://schemas.openxmlformats.org/officeDocument/2006/relationships/image" Target="../media/image14600.png"/><Relationship Id="rId61" Type="http://schemas.openxmlformats.org/officeDocument/2006/relationships/image" Target="../media/image14880.png"/><Relationship Id="rId19" Type="http://schemas.openxmlformats.org/officeDocument/2006/relationships/image" Target="../media/image14670.png"/><Relationship Id="rId14" Type="http://schemas.openxmlformats.org/officeDocument/2006/relationships/customXml" Target="../ink/ink1575.xml"/><Relationship Id="rId22" Type="http://schemas.openxmlformats.org/officeDocument/2006/relationships/customXml" Target="../ink/ink1579.xml"/><Relationship Id="rId27" Type="http://schemas.openxmlformats.org/officeDocument/2006/relationships/image" Target="../media/image14710.png"/><Relationship Id="rId30" Type="http://schemas.openxmlformats.org/officeDocument/2006/relationships/customXml" Target="../ink/ink1583.xml"/><Relationship Id="rId35" Type="http://schemas.openxmlformats.org/officeDocument/2006/relationships/image" Target="../media/image14750.png"/><Relationship Id="rId43" Type="http://schemas.openxmlformats.org/officeDocument/2006/relationships/image" Target="../media/image14790.png"/><Relationship Id="rId48" Type="http://schemas.openxmlformats.org/officeDocument/2006/relationships/customXml" Target="../ink/ink1592.xml"/><Relationship Id="rId56" Type="http://schemas.openxmlformats.org/officeDocument/2006/relationships/customXml" Target="../ink/ink1596.xml"/><Relationship Id="rId64" Type="http://schemas.openxmlformats.org/officeDocument/2006/relationships/customXml" Target="../ink/ink1600.xml"/><Relationship Id="rId69" Type="http://schemas.openxmlformats.org/officeDocument/2006/relationships/image" Target="../media/image14920.png"/><Relationship Id="rId77" Type="http://schemas.openxmlformats.org/officeDocument/2006/relationships/image" Target="../media/image14960.png"/><Relationship Id="rId8" Type="http://schemas.openxmlformats.org/officeDocument/2006/relationships/customXml" Target="../ink/ink1572.xml"/><Relationship Id="rId51" Type="http://schemas.openxmlformats.org/officeDocument/2006/relationships/image" Target="../media/image14830.png"/><Relationship Id="rId72" Type="http://schemas.openxmlformats.org/officeDocument/2006/relationships/customXml" Target="../ink/ink1604.xml"/><Relationship Id="rId80" Type="http://schemas.openxmlformats.org/officeDocument/2006/relationships/customXml" Target="../ink/ink1608.xml"/><Relationship Id="rId3" Type="http://schemas.openxmlformats.org/officeDocument/2006/relationships/image" Target="../media/image1551.png"/><Relationship Id="rId12" Type="http://schemas.openxmlformats.org/officeDocument/2006/relationships/customXml" Target="../ink/ink1574.xml"/><Relationship Id="rId17" Type="http://schemas.openxmlformats.org/officeDocument/2006/relationships/image" Target="../media/image14660.png"/><Relationship Id="rId25" Type="http://schemas.openxmlformats.org/officeDocument/2006/relationships/image" Target="../media/image14700.png"/><Relationship Id="rId33" Type="http://schemas.openxmlformats.org/officeDocument/2006/relationships/image" Target="../media/image14740.png"/><Relationship Id="rId38" Type="http://schemas.openxmlformats.org/officeDocument/2006/relationships/customXml" Target="../ink/ink1587.xml"/><Relationship Id="rId46" Type="http://schemas.openxmlformats.org/officeDocument/2006/relationships/customXml" Target="../ink/ink1591.xml"/><Relationship Id="rId59" Type="http://schemas.openxmlformats.org/officeDocument/2006/relationships/image" Target="../media/image14870.png"/><Relationship Id="rId67" Type="http://schemas.openxmlformats.org/officeDocument/2006/relationships/image" Target="../media/image14910.png"/><Relationship Id="rId20" Type="http://schemas.openxmlformats.org/officeDocument/2006/relationships/customXml" Target="../ink/ink1578.xml"/><Relationship Id="rId41" Type="http://schemas.openxmlformats.org/officeDocument/2006/relationships/image" Target="../media/image14780.png"/><Relationship Id="rId54" Type="http://schemas.openxmlformats.org/officeDocument/2006/relationships/customXml" Target="../ink/ink1595.xml"/><Relationship Id="rId62" Type="http://schemas.openxmlformats.org/officeDocument/2006/relationships/customXml" Target="../ink/ink1599.xml"/><Relationship Id="rId70" Type="http://schemas.openxmlformats.org/officeDocument/2006/relationships/customXml" Target="../ink/ink1603.xml"/><Relationship Id="rId75" Type="http://schemas.openxmlformats.org/officeDocument/2006/relationships/image" Target="../media/image149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71.xml"/><Relationship Id="rId15" Type="http://schemas.openxmlformats.org/officeDocument/2006/relationships/image" Target="../media/image14650.png"/><Relationship Id="rId23" Type="http://schemas.openxmlformats.org/officeDocument/2006/relationships/image" Target="../media/image14690.png"/><Relationship Id="rId28" Type="http://schemas.openxmlformats.org/officeDocument/2006/relationships/customXml" Target="../ink/ink1582.xml"/><Relationship Id="rId36" Type="http://schemas.openxmlformats.org/officeDocument/2006/relationships/customXml" Target="../ink/ink1586.xml"/><Relationship Id="rId49" Type="http://schemas.openxmlformats.org/officeDocument/2006/relationships/image" Target="../media/image14820.png"/><Relationship Id="rId57" Type="http://schemas.openxmlformats.org/officeDocument/2006/relationships/image" Target="../media/image14860.png"/><Relationship Id="rId10" Type="http://schemas.openxmlformats.org/officeDocument/2006/relationships/customXml" Target="../ink/ink1573.xml"/><Relationship Id="rId31" Type="http://schemas.openxmlformats.org/officeDocument/2006/relationships/image" Target="../media/image14730.png"/><Relationship Id="rId44" Type="http://schemas.openxmlformats.org/officeDocument/2006/relationships/customXml" Target="../ink/ink1590.xml"/><Relationship Id="rId52" Type="http://schemas.openxmlformats.org/officeDocument/2006/relationships/customXml" Target="../ink/ink1594.xml"/><Relationship Id="rId60" Type="http://schemas.openxmlformats.org/officeDocument/2006/relationships/customXml" Target="../ink/ink1598.xml"/><Relationship Id="rId65" Type="http://schemas.openxmlformats.org/officeDocument/2006/relationships/image" Target="../media/image14900.png"/><Relationship Id="rId73" Type="http://schemas.openxmlformats.org/officeDocument/2006/relationships/image" Target="../media/image14940.png"/><Relationship Id="rId78" Type="http://schemas.openxmlformats.org/officeDocument/2006/relationships/customXml" Target="../ink/ink1607.xml"/><Relationship Id="rId81" Type="http://schemas.openxmlformats.org/officeDocument/2006/relationships/image" Target="../media/image14980.png"/><Relationship Id="rId4" Type="http://schemas.openxmlformats.org/officeDocument/2006/relationships/customXml" Target="../ink/ink1570.xml"/><Relationship Id="rId9" Type="http://schemas.openxmlformats.org/officeDocument/2006/relationships/image" Target="../media/image14620.png"/><Relationship Id="rId13" Type="http://schemas.openxmlformats.org/officeDocument/2006/relationships/image" Target="../media/image14640.png"/><Relationship Id="rId18" Type="http://schemas.openxmlformats.org/officeDocument/2006/relationships/customXml" Target="../ink/ink1577.xml"/><Relationship Id="rId39" Type="http://schemas.openxmlformats.org/officeDocument/2006/relationships/image" Target="../media/image14770.png"/><Relationship Id="rId34" Type="http://schemas.openxmlformats.org/officeDocument/2006/relationships/customXml" Target="../ink/ink1585.xml"/><Relationship Id="rId50" Type="http://schemas.openxmlformats.org/officeDocument/2006/relationships/customXml" Target="../ink/ink1593.xml"/><Relationship Id="rId55" Type="http://schemas.openxmlformats.org/officeDocument/2006/relationships/image" Target="../media/image14850.png"/><Relationship Id="rId76" Type="http://schemas.openxmlformats.org/officeDocument/2006/relationships/customXml" Target="../ink/ink1606.xml"/><Relationship Id="rId7" Type="http://schemas.openxmlformats.org/officeDocument/2006/relationships/image" Target="../media/image14610.png"/><Relationship Id="rId71" Type="http://schemas.openxmlformats.org/officeDocument/2006/relationships/image" Target="../media/image14930.png"/><Relationship Id="rId2" Type="http://schemas.openxmlformats.org/officeDocument/2006/relationships/image" Target="../media/image1550.png"/><Relationship Id="rId29" Type="http://schemas.openxmlformats.org/officeDocument/2006/relationships/image" Target="../media/image14720.png"/><Relationship Id="rId24" Type="http://schemas.openxmlformats.org/officeDocument/2006/relationships/customXml" Target="../ink/ink1580.xml"/><Relationship Id="rId40" Type="http://schemas.openxmlformats.org/officeDocument/2006/relationships/customXml" Target="../ink/ink1588.xml"/><Relationship Id="rId45" Type="http://schemas.openxmlformats.org/officeDocument/2006/relationships/image" Target="../media/image14800.png"/><Relationship Id="rId66" Type="http://schemas.openxmlformats.org/officeDocument/2006/relationships/customXml" Target="../ink/ink1601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64.png"/><Relationship Id="rId21" Type="http://schemas.openxmlformats.org/officeDocument/2006/relationships/customXml" Target="../ink/ink1618.xml"/><Relationship Id="rId42" Type="http://schemas.openxmlformats.org/officeDocument/2006/relationships/image" Target="../media/image1572.png"/><Relationship Id="rId47" Type="http://schemas.openxmlformats.org/officeDocument/2006/relationships/customXml" Target="../ink/ink1631.xml"/><Relationship Id="rId63" Type="http://schemas.openxmlformats.org/officeDocument/2006/relationships/customXml" Target="../ink/ink1639.xml"/><Relationship Id="rId68" Type="http://schemas.openxmlformats.org/officeDocument/2006/relationships/image" Target="../media/image1585.png"/><Relationship Id="rId84" Type="http://schemas.openxmlformats.org/officeDocument/2006/relationships/image" Target="../media/image1593.png"/><Relationship Id="rId89" Type="http://schemas.openxmlformats.org/officeDocument/2006/relationships/customXml" Target="../ink/ink1652.xml"/><Relationship Id="rId16" Type="http://schemas.openxmlformats.org/officeDocument/2006/relationships/image" Target="../media/image1559.png"/><Relationship Id="rId11" Type="http://schemas.openxmlformats.org/officeDocument/2006/relationships/customXml" Target="../ink/ink1613.xml"/><Relationship Id="rId32" Type="http://schemas.openxmlformats.org/officeDocument/2006/relationships/image" Target="../media/image1567.png"/><Relationship Id="rId37" Type="http://schemas.openxmlformats.org/officeDocument/2006/relationships/customXml" Target="../ink/ink1626.xml"/><Relationship Id="rId53" Type="http://schemas.openxmlformats.org/officeDocument/2006/relationships/customXml" Target="../ink/ink1634.xml"/><Relationship Id="rId58" Type="http://schemas.openxmlformats.org/officeDocument/2006/relationships/image" Target="../media/image1580.png"/><Relationship Id="rId74" Type="http://schemas.openxmlformats.org/officeDocument/2006/relationships/image" Target="../media/image1588.png"/><Relationship Id="rId79" Type="http://schemas.openxmlformats.org/officeDocument/2006/relationships/customXml" Target="../ink/ink1647.xml"/><Relationship Id="rId102" Type="http://schemas.openxmlformats.org/officeDocument/2006/relationships/image" Target="../media/image1602.png"/><Relationship Id="rId5" Type="http://schemas.openxmlformats.org/officeDocument/2006/relationships/customXml" Target="../ink/ink1610.xml"/><Relationship Id="rId90" Type="http://schemas.openxmlformats.org/officeDocument/2006/relationships/image" Target="../media/image1596.png"/><Relationship Id="rId95" Type="http://schemas.openxmlformats.org/officeDocument/2006/relationships/customXml" Target="../ink/ink1655.xml"/><Relationship Id="rId22" Type="http://schemas.openxmlformats.org/officeDocument/2006/relationships/image" Target="../media/image1562.png"/><Relationship Id="rId27" Type="http://schemas.openxmlformats.org/officeDocument/2006/relationships/customXml" Target="../ink/ink1621.xml"/><Relationship Id="rId43" Type="http://schemas.openxmlformats.org/officeDocument/2006/relationships/customXml" Target="../ink/ink1629.xml"/><Relationship Id="rId48" Type="http://schemas.openxmlformats.org/officeDocument/2006/relationships/image" Target="../media/image1575.png"/><Relationship Id="rId64" Type="http://schemas.openxmlformats.org/officeDocument/2006/relationships/image" Target="../media/image1583.png"/><Relationship Id="rId69" Type="http://schemas.openxmlformats.org/officeDocument/2006/relationships/customXml" Target="../ink/ink1642.xml"/><Relationship Id="rId80" Type="http://schemas.openxmlformats.org/officeDocument/2006/relationships/image" Target="../media/image1591.png"/><Relationship Id="rId85" Type="http://schemas.openxmlformats.org/officeDocument/2006/relationships/customXml" Target="../ink/ink1650.xml"/><Relationship Id="rId12" Type="http://schemas.openxmlformats.org/officeDocument/2006/relationships/image" Target="../media/image1557.png"/><Relationship Id="rId17" Type="http://schemas.openxmlformats.org/officeDocument/2006/relationships/customXml" Target="../ink/ink1616.xml"/><Relationship Id="rId33" Type="http://schemas.openxmlformats.org/officeDocument/2006/relationships/customXml" Target="../ink/ink1624.xml"/><Relationship Id="rId38" Type="http://schemas.openxmlformats.org/officeDocument/2006/relationships/image" Target="../media/image1570.png"/><Relationship Id="rId59" Type="http://schemas.openxmlformats.org/officeDocument/2006/relationships/customXml" Target="../ink/ink1637.xml"/><Relationship Id="rId103" Type="http://schemas.openxmlformats.org/officeDocument/2006/relationships/customXml" Target="../ink/ink1659.xml"/><Relationship Id="rId20" Type="http://schemas.openxmlformats.org/officeDocument/2006/relationships/image" Target="../media/image1561.png"/><Relationship Id="rId41" Type="http://schemas.openxmlformats.org/officeDocument/2006/relationships/customXml" Target="../ink/ink1628.xml"/><Relationship Id="rId54" Type="http://schemas.openxmlformats.org/officeDocument/2006/relationships/image" Target="../media/image1578.png"/><Relationship Id="rId62" Type="http://schemas.openxmlformats.org/officeDocument/2006/relationships/image" Target="../media/image1582.png"/><Relationship Id="rId70" Type="http://schemas.openxmlformats.org/officeDocument/2006/relationships/image" Target="../media/image1586.png"/><Relationship Id="rId75" Type="http://schemas.openxmlformats.org/officeDocument/2006/relationships/customXml" Target="../ink/ink1645.xml"/><Relationship Id="rId83" Type="http://schemas.openxmlformats.org/officeDocument/2006/relationships/customXml" Target="../ink/ink1649.xml"/><Relationship Id="rId88" Type="http://schemas.openxmlformats.org/officeDocument/2006/relationships/image" Target="../media/image1595.png"/><Relationship Id="rId91" Type="http://schemas.openxmlformats.org/officeDocument/2006/relationships/customXml" Target="../ink/ink1653.xml"/><Relationship Id="rId96" Type="http://schemas.openxmlformats.org/officeDocument/2006/relationships/image" Target="../media/image15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4.png"/><Relationship Id="rId15" Type="http://schemas.openxmlformats.org/officeDocument/2006/relationships/customXml" Target="../ink/ink1615.xml"/><Relationship Id="rId23" Type="http://schemas.openxmlformats.org/officeDocument/2006/relationships/customXml" Target="../ink/ink1619.xml"/><Relationship Id="rId28" Type="http://schemas.openxmlformats.org/officeDocument/2006/relationships/image" Target="../media/image1565.png"/><Relationship Id="rId36" Type="http://schemas.openxmlformats.org/officeDocument/2006/relationships/image" Target="../media/image1569.png"/><Relationship Id="rId49" Type="http://schemas.openxmlformats.org/officeDocument/2006/relationships/customXml" Target="../ink/ink1632.xml"/><Relationship Id="rId57" Type="http://schemas.openxmlformats.org/officeDocument/2006/relationships/customXml" Target="../ink/ink1636.xml"/><Relationship Id="rId106" Type="http://schemas.openxmlformats.org/officeDocument/2006/relationships/image" Target="../media/image1604.png"/><Relationship Id="rId10" Type="http://schemas.openxmlformats.org/officeDocument/2006/relationships/image" Target="../media/image1556.png"/><Relationship Id="rId31" Type="http://schemas.openxmlformats.org/officeDocument/2006/relationships/customXml" Target="../ink/ink1623.xml"/><Relationship Id="rId44" Type="http://schemas.openxmlformats.org/officeDocument/2006/relationships/image" Target="../media/image1573.png"/><Relationship Id="rId52" Type="http://schemas.openxmlformats.org/officeDocument/2006/relationships/image" Target="../media/image1577.png"/><Relationship Id="rId60" Type="http://schemas.openxmlformats.org/officeDocument/2006/relationships/image" Target="../media/image1581.png"/><Relationship Id="rId65" Type="http://schemas.openxmlformats.org/officeDocument/2006/relationships/customXml" Target="../ink/ink1640.xml"/><Relationship Id="rId73" Type="http://schemas.openxmlformats.org/officeDocument/2006/relationships/customXml" Target="../ink/ink1644.xml"/><Relationship Id="rId78" Type="http://schemas.openxmlformats.org/officeDocument/2006/relationships/image" Target="../media/image1590.png"/><Relationship Id="rId81" Type="http://schemas.openxmlformats.org/officeDocument/2006/relationships/customXml" Target="../ink/ink1648.xml"/><Relationship Id="rId86" Type="http://schemas.openxmlformats.org/officeDocument/2006/relationships/image" Target="../media/image1594.png"/><Relationship Id="rId94" Type="http://schemas.openxmlformats.org/officeDocument/2006/relationships/image" Target="../media/image1598.png"/><Relationship Id="rId99" Type="http://schemas.openxmlformats.org/officeDocument/2006/relationships/customXml" Target="../ink/ink1657.xml"/><Relationship Id="rId101" Type="http://schemas.openxmlformats.org/officeDocument/2006/relationships/customXml" Target="../ink/ink1658.xml"/><Relationship Id="rId4" Type="http://schemas.openxmlformats.org/officeDocument/2006/relationships/image" Target="../media/image1553.png"/><Relationship Id="rId9" Type="http://schemas.openxmlformats.org/officeDocument/2006/relationships/customXml" Target="../ink/ink1612.xml"/><Relationship Id="rId13" Type="http://schemas.openxmlformats.org/officeDocument/2006/relationships/customXml" Target="../ink/ink1614.xml"/><Relationship Id="rId18" Type="http://schemas.openxmlformats.org/officeDocument/2006/relationships/image" Target="../media/image1560.png"/><Relationship Id="rId39" Type="http://schemas.openxmlformats.org/officeDocument/2006/relationships/customXml" Target="../ink/ink1627.xml"/><Relationship Id="rId34" Type="http://schemas.openxmlformats.org/officeDocument/2006/relationships/image" Target="../media/image1568.png"/><Relationship Id="rId50" Type="http://schemas.openxmlformats.org/officeDocument/2006/relationships/image" Target="../media/image1576.png"/><Relationship Id="rId55" Type="http://schemas.openxmlformats.org/officeDocument/2006/relationships/customXml" Target="../ink/ink1635.xml"/><Relationship Id="rId76" Type="http://schemas.openxmlformats.org/officeDocument/2006/relationships/image" Target="../media/image1589.png"/><Relationship Id="rId97" Type="http://schemas.openxmlformats.org/officeDocument/2006/relationships/customXml" Target="../ink/ink1656.xml"/><Relationship Id="rId104" Type="http://schemas.openxmlformats.org/officeDocument/2006/relationships/image" Target="../media/image1603.png"/><Relationship Id="rId7" Type="http://schemas.openxmlformats.org/officeDocument/2006/relationships/customXml" Target="../ink/ink1611.xml"/><Relationship Id="rId71" Type="http://schemas.openxmlformats.org/officeDocument/2006/relationships/customXml" Target="../ink/ink1643.xml"/><Relationship Id="rId92" Type="http://schemas.openxmlformats.org/officeDocument/2006/relationships/image" Target="../media/image1597.png"/><Relationship Id="rId2" Type="http://schemas.openxmlformats.org/officeDocument/2006/relationships/image" Target="../media/image1552.png"/><Relationship Id="rId29" Type="http://schemas.openxmlformats.org/officeDocument/2006/relationships/customXml" Target="../ink/ink1622.xml"/><Relationship Id="rId24" Type="http://schemas.openxmlformats.org/officeDocument/2006/relationships/image" Target="../media/image1563.png"/><Relationship Id="rId40" Type="http://schemas.openxmlformats.org/officeDocument/2006/relationships/image" Target="../media/image1571.png"/><Relationship Id="rId45" Type="http://schemas.openxmlformats.org/officeDocument/2006/relationships/customXml" Target="../ink/ink1630.xml"/><Relationship Id="rId66" Type="http://schemas.openxmlformats.org/officeDocument/2006/relationships/image" Target="../media/image1584.png"/><Relationship Id="rId87" Type="http://schemas.openxmlformats.org/officeDocument/2006/relationships/customXml" Target="../ink/ink1651.xml"/><Relationship Id="rId61" Type="http://schemas.openxmlformats.org/officeDocument/2006/relationships/customXml" Target="../ink/ink1638.xml"/><Relationship Id="rId82" Type="http://schemas.openxmlformats.org/officeDocument/2006/relationships/image" Target="../media/image1592.png"/><Relationship Id="rId19" Type="http://schemas.openxmlformats.org/officeDocument/2006/relationships/customXml" Target="../ink/ink1617.xml"/><Relationship Id="rId14" Type="http://schemas.openxmlformats.org/officeDocument/2006/relationships/image" Target="../media/image1558.png"/><Relationship Id="rId30" Type="http://schemas.openxmlformats.org/officeDocument/2006/relationships/image" Target="../media/image1566.png"/><Relationship Id="rId35" Type="http://schemas.openxmlformats.org/officeDocument/2006/relationships/customXml" Target="../ink/ink1625.xml"/><Relationship Id="rId56" Type="http://schemas.openxmlformats.org/officeDocument/2006/relationships/image" Target="../media/image1579.png"/><Relationship Id="rId77" Type="http://schemas.openxmlformats.org/officeDocument/2006/relationships/customXml" Target="../ink/ink1646.xml"/><Relationship Id="rId100" Type="http://schemas.openxmlformats.org/officeDocument/2006/relationships/image" Target="../media/image1601.png"/><Relationship Id="rId105" Type="http://schemas.openxmlformats.org/officeDocument/2006/relationships/customXml" Target="../ink/ink1660.xml"/><Relationship Id="rId8" Type="http://schemas.openxmlformats.org/officeDocument/2006/relationships/image" Target="../media/image1555.png"/><Relationship Id="rId51" Type="http://schemas.openxmlformats.org/officeDocument/2006/relationships/customXml" Target="../ink/ink1633.xml"/><Relationship Id="rId72" Type="http://schemas.openxmlformats.org/officeDocument/2006/relationships/image" Target="../media/image1587.png"/><Relationship Id="rId93" Type="http://schemas.openxmlformats.org/officeDocument/2006/relationships/customXml" Target="../ink/ink1654.xml"/><Relationship Id="rId98" Type="http://schemas.openxmlformats.org/officeDocument/2006/relationships/image" Target="../media/image1600.png"/><Relationship Id="rId3" Type="http://schemas.openxmlformats.org/officeDocument/2006/relationships/customXml" Target="../ink/ink1609.xml"/><Relationship Id="rId25" Type="http://schemas.openxmlformats.org/officeDocument/2006/relationships/customXml" Target="../ink/ink1620.xml"/><Relationship Id="rId46" Type="http://schemas.openxmlformats.org/officeDocument/2006/relationships/image" Target="../media/image1574.png"/><Relationship Id="rId67" Type="http://schemas.openxmlformats.org/officeDocument/2006/relationships/customXml" Target="../ink/ink164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18.xml"/><Relationship Id="rId21" Type="http://schemas.openxmlformats.org/officeDocument/2006/relationships/customXml" Target="../ink/ink1670.xml"/><Relationship Id="rId42" Type="http://schemas.openxmlformats.org/officeDocument/2006/relationships/image" Target="../media/image1625.png"/><Relationship Id="rId63" Type="http://schemas.openxmlformats.org/officeDocument/2006/relationships/customXml" Target="../ink/ink1691.xml"/><Relationship Id="rId84" Type="http://schemas.openxmlformats.org/officeDocument/2006/relationships/image" Target="../media/image1646.png"/><Relationship Id="rId138" Type="http://schemas.openxmlformats.org/officeDocument/2006/relationships/image" Target="../media/image1673.png"/><Relationship Id="rId159" Type="http://schemas.openxmlformats.org/officeDocument/2006/relationships/customXml" Target="../ink/ink1739.xml"/><Relationship Id="rId170" Type="http://schemas.openxmlformats.org/officeDocument/2006/relationships/image" Target="../media/image1689.png"/><Relationship Id="rId191" Type="http://schemas.openxmlformats.org/officeDocument/2006/relationships/customXml" Target="../ink/ink1755.xml"/><Relationship Id="rId107" Type="http://schemas.openxmlformats.org/officeDocument/2006/relationships/customXml" Target="../ink/ink1713.xml"/><Relationship Id="rId11" Type="http://schemas.openxmlformats.org/officeDocument/2006/relationships/customXml" Target="../ink/ink1665.xml"/><Relationship Id="rId32" Type="http://schemas.openxmlformats.org/officeDocument/2006/relationships/image" Target="../media/image1620.png"/><Relationship Id="rId53" Type="http://schemas.openxmlformats.org/officeDocument/2006/relationships/customXml" Target="../ink/ink1686.xml"/><Relationship Id="rId74" Type="http://schemas.openxmlformats.org/officeDocument/2006/relationships/image" Target="../media/image1641.png"/><Relationship Id="rId128" Type="http://schemas.openxmlformats.org/officeDocument/2006/relationships/image" Target="../media/image1668.png"/><Relationship Id="rId149" Type="http://schemas.openxmlformats.org/officeDocument/2006/relationships/customXml" Target="../ink/ink1734.xml"/><Relationship Id="rId5" Type="http://schemas.openxmlformats.org/officeDocument/2006/relationships/customXml" Target="../ink/ink1662.xml"/><Relationship Id="rId95" Type="http://schemas.openxmlformats.org/officeDocument/2006/relationships/customXml" Target="../ink/ink1707.xml"/><Relationship Id="rId160" Type="http://schemas.openxmlformats.org/officeDocument/2006/relationships/image" Target="../media/image1684.png"/><Relationship Id="rId181" Type="http://schemas.openxmlformats.org/officeDocument/2006/relationships/customXml" Target="../ink/ink1750.xml"/><Relationship Id="rId22" Type="http://schemas.openxmlformats.org/officeDocument/2006/relationships/image" Target="../media/image1615.png"/><Relationship Id="rId43" Type="http://schemas.openxmlformats.org/officeDocument/2006/relationships/customXml" Target="../ink/ink1681.xml"/><Relationship Id="rId64" Type="http://schemas.openxmlformats.org/officeDocument/2006/relationships/image" Target="../media/image1636.png"/><Relationship Id="rId118" Type="http://schemas.openxmlformats.org/officeDocument/2006/relationships/image" Target="../media/image1663.png"/><Relationship Id="rId139" Type="http://schemas.openxmlformats.org/officeDocument/2006/relationships/customXml" Target="../ink/ink1729.xml"/><Relationship Id="rId85" Type="http://schemas.openxmlformats.org/officeDocument/2006/relationships/customXml" Target="../ink/ink1702.xml"/><Relationship Id="rId150" Type="http://schemas.openxmlformats.org/officeDocument/2006/relationships/image" Target="../media/image1679.png"/><Relationship Id="rId171" Type="http://schemas.openxmlformats.org/officeDocument/2006/relationships/customXml" Target="../ink/ink1745.xml"/><Relationship Id="rId192" Type="http://schemas.openxmlformats.org/officeDocument/2006/relationships/image" Target="../media/image1700.png"/><Relationship Id="rId12" Type="http://schemas.openxmlformats.org/officeDocument/2006/relationships/image" Target="../media/image1610.png"/><Relationship Id="rId33" Type="http://schemas.openxmlformats.org/officeDocument/2006/relationships/customXml" Target="../ink/ink1676.xml"/><Relationship Id="rId108" Type="http://schemas.openxmlformats.org/officeDocument/2006/relationships/image" Target="../media/image1658.png"/><Relationship Id="rId129" Type="http://schemas.openxmlformats.org/officeDocument/2006/relationships/customXml" Target="../ink/ink1724.xml"/><Relationship Id="rId54" Type="http://schemas.openxmlformats.org/officeDocument/2006/relationships/image" Target="../media/image1631.png"/><Relationship Id="rId75" Type="http://schemas.openxmlformats.org/officeDocument/2006/relationships/customXml" Target="../ink/ink1697.xml"/><Relationship Id="rId96" Type="http://schemas.openxmlformats.org/officeDocument/2006/relationships/image" Target="../media/image1652.png"/><Relationship Id="rId140" Type="http://schemas.openxmlformats.org/officeDocument/2006/relationships/image" Target="../media/image1674.png"/><Relationship Id="rId161" Type="http://schemas.openxmlformats.org/officeDocument/2006/relationships/customXml" Target="../ink/ink1740.xml"/><Relationship Id="rId182" Type="http://schemas.openxmlformats.org/officeDocument/2006/relationships/image" Target="../media/image1695.png"/><Relationship Id="rId6" Type="http://schemas.openxmlformats.org/officeDocument/2006/relationships/image" Target="../media/image1607.png"/><Relationship Id="rId23" Type="http://schemas.openxmlformats.org/officeDocument/2006/relationships/customXml" Target="../ink/ink1671.xml"/><Relationship Id="rId119" Type="http://schemas.openxmlformats.org/officeDocument/2006/relationships/customXml" Target="../ink/ink1719.xml"/><Relationship Id="rId44" Type="http://schemas.openxmlformats.org/officeDocument/2006/relationships/image" Target="../media/image1626.png"/><Relationship Id="rId65" Type="http://schemas.openxmlformats.org/officeDocument/2006/relationships/customXml" Target="../ink/ink1692.xml"/><Relationship Id="rId86" Type="http://schemas.openxmlformats.org/officeDocument/2006/relationships/image" Target="../media/image1647.png"/><Relationship Id="rId130" Type="http://schemas.openxmlformats.org/officeDocument/2006/relationships/image" Target="../media/image1669.png"/><Relationship Id="rId151" Type="http://schemas.openxmlformats.org/officeDocument/2006/relationships/customXml" Target="../ink/ink1735.xml"/><Relationship Id="rId172" Type="http://schemas.openxmlformats.org/officeDocument/2006/relationships/image" Target="../media/image1690.png"/><Relationship Id="rId193" Type="http://schemas.openxmlformats.org/officeDocument/2006/relationships/customXml" Target="../ink/ink1756.xml"/><Relationship Id="rId13" Type="http://schemas.openxmlformats.org/officeDocument/2006/relationships/customXml" Target="../ink/ink1666.xml"/><Relationship Id="rId109" Type="http://schemas.openxmlformats.org/officeDocument/2006/relationships/customXml" Target="../ink/ink1714.xml"/><Relationship Id="rId34" Type="http://schemas.openxmlformats.org/officeDocument/2006/relationships/image" Target="../media/image1621.png"/><Relationship Id="rId50" Type="http://schemas.openxmlformats.org/officeDocument/2006/relationships/image" Target="../media/image1629.png"/><Relationship Id="rId55" Type="http://schemas.openxmlformats.org/officeDocument/2006/relationships/customXml" Target="../ink/ink1687.xml"/><Relationship Id="rId76" Type="http://schemas.openxmlformats.org/officeDocument/2006/relationships/image" Target="../media/image1642.png"/><Relationship Id="rId97" Type="http://schemas.openxmlformats.org/officeDocument/2006/relationships/customXml" Target="../ink/ink1708.xml"/><Relationship Id="rId104" Type="http://schemas.openxmlformats.org/officeDocument/2006/relationships/image" Target="../media/image1656.png"/><Relationship Id="rId120" Type="http://schemas.openxmlformats.org/officeDocument/2006/relationships/image" Target="../media/image1664.png"/><Relationship Id="rId125" Type="http://schemas.openxmlformats.org/officeDocument/2006/relationships/customXml" Target="../ink/ink1722.xml"/><Relationship Id="rId141" Type="http://schemas.openxmlformats.org/officeDocument/2006/relationships/customXml" Target="../ink/ink1730.xml"/><Relationship Id="rId146" Type="http://schemas.openxmlformats.org/officeDocument/2006/relationships/image" Target="../media/image1677.png"/><Relationship Id="rId167" Type="http://schemas.openxmlformats.org/officeDocument/2006/relationships/customXml" Target="../ink/ink1743.xml"/><Relationship Id="rId188" Type="http://schemas.openxmlformats.org/officeDocument/2006/relationships/image" Target="../media/image1698.png"/><Relationship Id="rId7" Type="http://schemas.openxmlformats.org/officeDocument/2006/relationships/customXml" Target="../ink/ink1663.xml"/><Relationship Id="rId71" Type="http://schemas.openxmlformats.org/officeDocument/2006/relationships/customXml" Target="../ink/ink1695.xml"/><Relationship Id="rId92" Type="http://schemas.openxmlformats.org/officeDocument/2006/relationships/image" Target="../media/image1650.png"/><Relationship Id="rId162" Type="http://schemas.openxmlformats.org/officeDocument/2006/relationships/image" Target="../media/image1685.png"/><Relationship Id="rId183" Type="http://schemas.openxmlformats.org/officeDocument/2006/relationships/customXml" Target="../ink/ink1751.xml"/><Relationship Id="rId2" Type="http://schemas.openxmlformats.org/officeDocument/2006/relationships/image" Target="../media/image1605.png"/><Relationship Id="rId29" Type="http://schemas.openxmlformats.org/officeDocument/2006/relationships/customXml" Target="../ink/ink1674.xml"/><Relationship Id="rId24" Type="http://schemas.openxmlformats.org/officeDocument/2006/relationships/image" Target="../media/image1616.png"/><Relationship Id="rId40" Type="http://schemas.openxmlformats.org/officeDocument/2006/relationships/image" Target="../media/image1624.png"/><Relationship Id="rId45" Type="http://schemas.openxmlformats.org/officeDocument/2006/relationships/customXml" Target="../ink/ink1682.xml"/><Relationship Id="rId66" Type="http://schemas.openxmlformats.org/officeDocument/2006/relationships/image" Target="../media/image1637.png"/><Relationship Id="rId87" Type="http://schemas.openxmlformats.org/officeDocument/2006/relationships/customXml" Target="../ink/ink1703.xml"/><Relationship Id="rId110" Type="http://schemas.openxmlformats.org/officeDocument/2006/relationships/image" Target="../media/image1659.png"/><Relationship Id="rId115" Type="http://schemas.openxmlformats.org/officeDocument/2006/relationships/customXml" Target="../ink/ink1717.xml"/><Relationship Id="rId131" Type="http://schemas.openxmlformats.org/officeDocument/2006/relationships/customXml" Target="../ink/ink1725.xml"/><Relationship Id="rId136" Type="http://schemas.openxmlformats.org/officeDocument/2006/relationships/image" Target="../media/image1672.png"/><Relationship Id="rId157" Type="http://schemas.openxmlformats.org/officeDocument/2006/relationships/customXml" Target="../ink/ink1738.xml"/><Relationship Id="rId178" Type="http://schemas.openxmlformats.org/officeDocument/2006/relationships/image" Target="../media/image1693.png"/><Relationship Id="rId61" Type="http://schemas.openxmlformats.org/officeDocument/2006/relationships/customXml" Target="../ink/ink1690.xml"/><Relationship Id="rId82" Type="http://schemas.openxmlformats.org/officeDocument/2006/relationships/image" Target="../media/image1645.png"/><Relationship Id="rId152" Type="http://schemas.openxmlformats.org/officeDocument/2006/relationships/image" Target="../media/image1680.png"/><Relationship Id="rId173" Type="http://schemas.openxmlformats.org/officeDocument/2006/relationships/customXml" Target="../ink/ink1746.xml"/><Relationship Id="rId194" Type="http://schemas.openxmlformats.org/officeDocument/2006/relationships/image" Target="../media/image1701.png"/><Relationship Id="rId19" Type="http://schemas.openxmlformats.org/officeDocument/2006/relationships/customXml" Target="../ink/ink1669.xml"/><Relationship Id="rId14" Type="http://schemas.openxmlformats.org/officeDocument/2006/relationships/image" Target="../media/image1611.png"/><Relationship Id="rId30" Type="http://schemas.openxmlformats.org/officeDocument/2006/relationships/image" Target="../media/image1619.png"/><Relationship Id="rId35" Type="http://schemas.openxmlformats.org/officeDocument/2006/relationships/customXml" Target="../ink/ink1677.xml"/><Relationship Id="rId56" Type="http://schemas.openxmlformats.org/officeDocument/2006/relationships/image" Target="../media/image1632.png"/><Relationship Id="rId77" Type="http://schemas.openxmlformats.org/officeDocument/2006/relationships/customXml" Target="../ink/ink1698.xml"/><Relationship Id="rId100" Type="http://schemas.openxmlformats.org/officeDocument/2006/relationships/image" Target="../media/image1654.png"/><Relationship Id="rId105" Type="http://schemas.openxmlformats.org/officeDocument/2006/relationships/customXml" Target="../ink/ink1712.xml"/><Relationship Id="rId126" Type="http://schemas.openxmlformats.org/officeDocument/2006/relationships/image" Target="../media/image1667.png"/><Relationship Id="rId147" Type="http://schemas.openxmlformats.org/officeDocument/2006/relationships/customXml" Target="../ink/ink1733.xml"/><Relationship Id="rId168" Type="http://schemas.openxmlformats.org/officeDocument/2006/relationships/image" Target="../media/image1688.png"/><Relationship Id="rId8" Type="http://schemas.openxmlformats.org/officeDocument/2006/relationships/image" Target="../media/image1608.png"/><Relationship Id="rId51" Type="http://schemas.openxmlformats.org/officeDocument/2006/relationships/customXml" Target="../ink/ink1685.xml"/><Relationship Id="rId72" Type="http://schemas.openxmlformats.org/officeDocument/2006/relationships/image" Target="../media/image1640.png"/><Relationship Id="rId93" Type="http://schemas.openxmlformats.org/officeDocument/2006/relationships/customXml" Target="../ink/ink1706.xml"/><Relationship Id="rId98" Type="http://schemas.openxmlformats.org/officeDocument/2006/relationships/image" Target="../media/image1653.png"/><Relationship Id="rId121" Type="http://schemas.openxmlformats.org/officeDocument/2006/relationships/customXml" Target="../ink/ink1720.xml"/><Relationship Id="rId142" Type="http://schemas.openxmlformats.org/officeDocument/2006/relationships/image" Target="../media/image1675.png"/><Relationship Id="rId163" Type="http://schemas.openxmlformats.org/officeDocument/2006/relationships/customXml" Target="../ink/ink1741.xml"/><Relationship Id="rId184" Type="http://schemas.openxmlformats.org/officeDocument/2006/relationships/image" Target="../media/image1696.png"/><Relationship Id="rId189" Type="http://schemas.openxmlformats.org/officeDocument/2006/relationships/customXml" Target="../ink/ink1754.xml"/><Relationship Id="rId3" Type="http://schemas.openxmlformats.org/officeDocument/2006/relationships/customXml" Target="../ink/ink1661.xml"/><Relationship Id="rId25" Type="http://schemas.openxmlformats.org/officeDocument/2006/relationships/customXml" Target="../ink/ink1672.xml"/><Relationship Id="rId46" Type="http://schemas.openxmlformats.org/officeDocument/2006/relationships/image" Target="../media/image1627.png"/><Relationship Id="rId67" Type="http://schemas.openxmlformats.org/officeDocument/2006/relationships/customXml" Target="../ink/ink1693.xml"/><Relationship Id="rId116" Type="http://schemas.openxmlformats.org/officeDocument/2006/relationships/image" Target="../media/image1662.png"/><Relationship Id="rId137" Type="http://schemas.openxmlformats.org/officeDocument/2006/relationships/customXml" Target="../ink/ink1728.xml"/><Relationship Id="rId158" Type="http://schemas.openxmlformats.org/officeDocument/2006/relationships/image" Target="../media/image1683.png"/><Relationship Id="rId20" Type="http://schemas.openxmlformats.org/officeDocument/2006/relationships/image" Target="../media/image1614.png"/><Relationship Id="rId41" Type="http://schemas.openxmlformats.org/officeDocument/2006/relationships/customXml" Target="../ink/ink1680.xml"/><Relationship Id="rId62" Type="http://schemas.openxmlformats.org/officeDocument/2006/relationships/image" Target="../media/image1635.png"/><Relationship Id="rId83" Type="http://schemas.openxmlformats.org/officeDocument/2006/relationships/customXml" Target="../ink/ink1701.xml"/><Relationship Id="rId88" Type="http://schemas.openxmlformats.org/officeDocument/2006/relationships/image" Target="../media/image1648.png"/><Relationship Id="rId111" Type="http://schemas.openxmlformats.org/officeDocument/2006/relationships/customXml" Target="../ink/ink1715.xml"/><Relationship Id="rId132" Type="http://schemas.openxmlformats.org/officeDocument/2006/relationships/image" Target="../media/image1670.png"/><Relationship Id="rId153" Type="http://schemas.openxmlformats.org/officeDocument/2006/relationships/customXml" Target="../ink/ink1736.xml"/><Relationship Id="rId174" Type="http://schemas.openxmlformats.org/officeDocument/2006/relationships/image" Target="../media/image1691.png"/><Relationship Id="rId179" Type="http://schemas.openxmlformats.org/officeDocument/2006/relationships/customXml" Target="../ink/ink1749.xml"/><Relationship Id="rId195" Type="http://schemas.openxmlformats.org/officeDocument/2006/relationships/customXml" Target="../ink/ink1757.xml"/><Relationship Id="rId190" Type="http://schemas.openxmlformats.org/officeDocument/2006/relationships/image" Target="../media/image1699.png"/><Relationship Id="rId15" Type="http://schemas.openxmlformats.org/officeDocument/2006/relationships/customXml" Target="../ink/ink1667.xml"/><Relationship Id="rId36" Type="http://schemas.openxmlformats.org/officeDocument/2006/relationships/image" Target="../media/image1622.png"/><Relationship Id="rId57" Type="http://schemas.openxmlformats.org/officeDocument/2006/relationships/customXml" Target="../ink/ink1688.xml"/><Relationship Id="rId106" Type="http://schemas.openxmlformats.org/officeDocument/2006/relationships/image" Target="../media/image1657.png"/><Relationship Id="rId127" Type="http://schemas.openxmlformats.org/officeDocument/2006/relationships/customXml" Target="../ink/ink1723.xml"/><Relationship Id="rId10" Type="http://schemas.openxmlformats.org/officeDocument/2006/relationships/image" Target="../media/image1609.png"/><Relationship Id="rId31" Type="http://schemas.openxmlformats.org/officeDocument/2006/relationships/customXml" Target="../ink/ink1675.xml"/><Relationship Id="rId52" Type="http://schemas.openxmlformats.org/officeDocument/2006/relationships/image" Target="../media/image1630.png"/><Relationship Id="rId73" Type="http://schemas.openxmlformats.org/officeDocument/2006/relationships/customXml" Target="../ink/ink1696.xml"/><Relationship Id="rId78" Type="http://schemas.openxmlformats.org/officeDocument/2006/relationships/image" Target="../media/image1643.png"/><Relationship Id="rId94" Type="http://schemas.openxmlformats.org/officeDocument/2006/relationships/image" Target="../media/image1651.png"/><Relationship Id="rId99" Type="http://schemas.openxmlformats.org/officeDocument/2006/relationships/customXml" Target="../ink/ink1709.xml"/><Relationship Id="rId101" Type="http://schemas.openxmlformats.org/officeDocument/2006/relationships/customXml" Target="../ink/ink1710.xml"/><Relationship Id="rId122" Type="http://schemas.openxmlformats.org/officeDocument/2006/relationships/image" Target="../media/image1665.png"/><Relationship Id="rId143" Type="http://schemas.openxmlformats.org/officeDocument/2006/relationships/customXml" Target="../ink/ink1731.xml"/><Relationship Id="rId148" Type="http://schemas.openxmlformats.org/officeDocument/2006/relationships/image" Target="../media/image1678.png"/><Relationship Id="rId164" Type="http://schemas.openxmlformats.org/officeDocument/2006/relationships/image" Target="../media/image1686.png"/><Relationship Id="rId169" Type="http://schemas.openxmlformats.org/officeDocument/2006/relationships/customXml" Target="../ink/ink1744.xml"/><Relationship Id="rId185" Type="http://schemas.openxmlformats.org/officeDocument/2006/relationships/customXml" Target="../ink/ink1752.xml"/><Relationship Id="rId4" Type="http://schemas.openxmlformats.org/officeDocument/2006/relationships/image" Target="../media/image1606.png"/><Relationship Id="rId9" Type="http://schemas.openxmlformats.org/officeDocument/2006/relationships/customXml" Target="../ink/ink1664.xml"/><Relationship Id="rId180" Type="http://schemas.openxmlformats.org/officeDocument/2006/relationships/image" Target="../media/image1694.png"/><Relationship Id="rId26" Type="http://schemas.openxmlformats.org/officeDocument/2006/relationships/image" Target="../media/image1617.png"/><Relationship Id="rId47" Type="http://schemas.openxmlformats.org/officeDocument/2006/relationships/customXml" Target="../ink/ink1683.xml"/><Relationship Id="rId68" Type="http://schemas.openxmlformats.org/officeDocument/2006/relationships/image" Target="../media/image1638.png"/><Relationship Id="rId89" Type="http://schemas.openxmlformats.org/officeDocument/2006/relationships/customXml" Target="../ink/ink1704.xml"/><Relationship Id="rId112" Type="http://schemas.openxmlformats.org/officeDocument/2006/relationships/image" Target="../media/image1660.png"/><Relationship Id="rId133" Type="http://schemas.openxmlformats.org/officeDocument/2006/relationships/customXml" Target="../ink/ink1726.xml"/><Relationship Id="rId154" Type="http://schemas.openxmlformats.org/officeDocument/2006/relationships/image" Target="../media/image1681.png"/><Relationship Id="rId175" Type="http://schemas.openxmlformats.org/officeDocument/2006/relationships/customXml" Target="../ink/ink1747.xml"/><Relationship Id="rId196" Type="http://schemas.openxmlformats.org/officeDocument/2006/relationships/image" Target="../media/image1702.png"/><Relationship Id="rId16" Type="http://schemas.openxmlformats.org/officeDocument/2006/relationships/image" Target="../media/image1612.png"/><Relationship Id="rId37" Type="http://schemas.openxmlformats.org/officeDocument/2006/relationships/customXml" Target="../ink/ink1678.xml"/><Relationship Id="rId58" Type="http://schemas.openxmlformats.org/officeDocument/2006/relationships/image" Target="../media/image1633.png"/><Relationship Id="rId79" Type="http://schemas.openxmlformats.org/officeDocument/2006/relationships/customXml" Target="../ink/ink1699.xml"/><Relationship Id="rId102" Type="http://schemas.openxmlformats.org/officeDocument/2006/relationships/image" Target="../media/image1655.png"/><Relationship Id="rId123" Type="http://schemas.openxmlformats.org/officeDocument/2006/relationships/customXml" Target="../ink/ink1721.xml"/><Relationship Id="rId144" Type="http://schemas.openxmlformats.org/officeDocument/2006/relationships/image" Target="../media/image1676.png"/><Relationship Id="rId90" Type="http://schemas.openxmlformats.org/officeDocument/2006/relationships/image" Target="../media/image1649.png"/><Relationship Id="rId165" Type="http://schemas.openxmlformats.org/officeDocument/2006/relationships/customXml" Target="../ink/ink1742.xml"/><Relationship Id="rId186" Type="http://schemas.openxmlformats.org/officeDocument/2006/relationships/image" Target="../media/image1697.png"/><Relationship Id="rId27" Type="http://schemas.openxmlformats.org/officeDocument/2006/relationships/customXml" Target="../ink/ink1673.xml"/><Relationship Id="rId48" Type="http://schemas.openxmlformats.org/officeDocument/2006/relationships/image" Target="../media/image1628.png"/><Relationship Id="rId69" Type="http://schemas.openxmlformats.org/officeDocument/2006/relationships/customXml" Target="../ink/ink1694.xml"/><Relationship Id="rId113" Type="http://schemas.openxmlformats.org/officeDocument/2006/relationships/customXml" Target="../ink/ink1716.xml"/><Relationship Id="rId134" Type="http://schemas.openxmlformats.org/officeDocument/2006/relationships/image" Target="../media/image1671.png"/><Relationship Id="rId80" Type="http://schemas.openxmlformats.org/officeDocument/2006/relationships/image" Target="../media/image1644.png"/><Relationship Id="rId155" Type="http://schemas.openxmlformats.org/officeDocument/2006/relationships/customXml" Target="../ink/ink1737.xml"/><Relationship Id="rId176" Type="http://schemas.openxmlformats.org/officeDocument/2006/relationships/image" Target="../media/image1692.png"/><Relationship Id="rId17" Type="http://schemas.openxmlformats.org/officeDocument/2006/relationships/customXml" Target="../ink/ink1668.xml"/><Relationship Id="rId38" Type="http://schemas.openxmlformats.org/officeDocument/2006/relationships/image" Target="../media/image1623.png"/><Relationship Id="rId59" Type="http://schemas.openxmlformats.org/officeDocument/2006/relationships/customXml" Target="../ink/ink1689.xml"/><Relationship Id="rId103" Type="http://schemas.openxmlformats.org/officeDocument/2006/relationships/customXml" Target="../ink/ink1711.xml"/><Relationship Id="rId124" Type="http://schemas.openxmlformats.org/officeDocument/2006/relationships/image" Target="../media/image1666.png"/><Relationship Id="rId70" Type="http://schemas.openxmlformats.org/officeDocument/2006/relationships/image" Target="../media/image1639.png"/><Relationship Id="rId91" Type="http://schemas.openxmlformats.org/officeDocument/2006/relationships/customXml" Target="../ink/ink1705.xml"/><Relationship Id="rId145" Type="http://schemas.openxmlformats.org/officeDocument/2006/relationships/customXml" Target="../ink/ink1732.xml"/><Relationship Id="rId166" Type="http://schemas.openxmlformats.org/officeDocument/2006/relationships/image" Target="../media/image1687.png"/><Relationship Id="rId187" Type="http://schemas.openxmlformats.org/officeDocument/2006/relationships/customXml" Target="../ink/ink1753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618.png"/><Relationship Id="rId49" Type="http://schemas.openxmlformats.org/officeDocument/2006/relationships/customXml" Target="../ink/ink1684.xml"/><Relationship Id="rId114" Type="http://schemas.openxmlformats.org/officeDocument/2006/relationships/image" Target="../media/image1661.png"/><Relationship Id="rId60" Type="http://schemas.openxmlformats.org/officeDocument/2006/relationships/image" Target="../media/image1634.png"/><Relationship Id="rId81" Type="http://schemas.openxmlformats.org/officeDocument/2006/relationships/customXml" Target="../ink/ink1700.xml"/><Relationship Id="rId135" Type="http://schemas.openxmlformats.org/officeDocument/2006/relationships/customXml" Target="../ink/ink1727.xml"/><Relationship Id="rId156" Type="http://schemas.openxmlformats.org/officeDocument/2006/relationships/image" Target="../media/image1682.png"/><Relationship Id="rId177" Type="http://schemas.openxmlformats.org/officeDocument/2006/relationships/customXml" Target="../ink/ink1748.xml"/><Relationship Id="rId18" Type="http://schemas.openxmlformats.org/officeDocument/2006/relationships/image" Target="../media/image1613.png"/><Relationship Id="rId39" Type="http://schemas.openxmlformats.org/officeDocument/2006/relationships/customXml" Target="../ink/ink1679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15.xml"/><Relationship Id="rId299" Type="http://schemas.openxmlformats.org/officeDocument/2006/relationships/customXml" Target="../ink/ink1906.xml"/><Relationship Id="rId21" Type="http://schemas.openxmlformats.org/officeDocument/2006/relationships/customXml" Target="../ink/ink1767.xml"/><Relationship Id="rId63" Type="http://schemas.openxmlformats.org/officeDocument/2006/relationships/customXml" Target="../ink/ink1788.xml"/><Relationship Id="rId159" Type="http://schemas.openxmlformats.org/officeDocument/2006/relationships/customXml" Target="../ink/ink1836.xml"/><Relationship Id="rId324" Type="http://schemas.openxmlformats.org/officeDocument/2006/relationships/image" Target="../media/image1863.png"/><Relationship Id="rId170" Type="http://schemas.openxmlformats.org/officeDocument/2006/relationships/image" Target="../media/image1786.png"/><Relationship Id="rId226" Type="http://schemas.openxmlformats.org/officeDocument/2006/relationships/image" Target="../media/image1814.png"/><Relationship Id="rId268" Type="http://schemas.openxmlformats.org/officeDocument/2006/relationships/image" Target="../media/image1835.png"/><Relationship Id="rId32" Type="http://schemas.openxmlformats.org/officeDocument/2006/relationships/image" Target="../media/image1717.png"/><Relationship Id="rId74" Type="http://schemas.openxmlformats.org/officeDocument/2006/relationships/image" Target="../media/image1738.png"/><Relationship Id="rId128" Type="http://schemas.openxmlformats.org/officeDocument/2006/relationships/image" Target="../media/image1765.png"/><Relationship Id="rId335" Type="http://schemas.openxmlformats.org/officeDocument/2006/relationships/customXml" Target="../ink/ink1924.xml"/><Relationship Id="rId5" Type="http://schemas.openxmlformats.org/officeDocument/2006/relationships/customXml" Target="../ink/ink1759.xml"/><Relationship Id="rId181" Type="http://schemas.openxmlformats.org/officeDocument/2006/relationships/customXml" Target="../ink/ink1847.xml"/><Relationship Id="rId237" Type="http://schemas.openxmlformats.org/officeDocument/2006/relationships/customXml" Target="../ink/ink1875.xml"/><Relationship Id="rId279" Type="http://schemas.openxmlformats.org/officeDocument/2006/relationships/customXml" Target="../ink/ink1896.xml"/><Relationship Id="rId43" Type="http://schemas.openxmlformats.org/officeDocument/2006/relationships/customXml" Target="../ink/ink1778.xml"/><Relationship Id="rId139" Type="http://schemas.openxmlformats.org/officeDocument/2006/relationships/customXml" Target="../ink/ink1826.xml"/><Relationship Id="rId290" Type="http://schemas.openxmlformats.org/officeDocument/2006/relationships/image" Target="../media/image1846.png"/><Relationship Id="rId304" Type="http://schemas.openxmlformats.org/officeDocument/2006/relationships/image" Target="../media/image1853.png"/><Relationship Id="rId346" Type="http://schemas.openxmlformats.org/officeDocument/2006/relationships/image" Target="../media/image1874.png"/><Relationship Id="rId85" Type="http://schemas.openxmlformats.org/officeDocument/2006/relationships/customXml" Target="../ink/ink1799.xml"/><Relationship Id="rId150" Type="http://schemas.openxmlformats.org/officeDocument/2006/relationships/image" Target="../media/image1776.png"/><Relationship Id="rId192" Type="http://schemas.openxmlformats.org/officeDocument/2006/relationships/image" Target="../media/image1797.png"/><Relationship Id="rId206" Type="http://schemas.openxmlformats.org/officeDocument/2006/relationships/image" Target="../media/image1804.png"/><Relationship Id="rId248" Type="http://schemas.openxmlformats.org/officeDocument/2006/relationships/image" Target="../media/image1825.png"/><Relationship Id="rId12" Type="http://schemas.openxmlformats.org/officeDocument/2006/relationships/image" Target="../media/image1707.png"/><Relationship Id="rId108" Type="http://schemas.openxmlformats.org/officeDocument/2006/relationships/image" Target="../media/image1755.png"/><Relationship Id="rId315" Type="http://schemas.openxmlformats.org/officeDocument/2006/relationships/customXml" Target="../ink/ink1914.xml"/><Relationship Id="rId357" Type="http://schemas.openxmlformats.org/officeDocument/2006/relationships/customXml" Target="../ink/ink1935.xml"/><Relationship Id="rId54" Type="http://schemas.openxmlformats.org/officeDocument/2006/relationships/image" Target="../media/image1728.png"/><Relationship Id="rId96" Type="http://schemas.openxmlformats.org/officeDocument/2006/relationships/image" Target="../media/image1749.png"/><Relationship Id="rId161" Type="http://schemas.openxmlformats.org/officeDocument/2006/relationships/customXml" Target="../ink/ink1837.xml"/><Relationship Id="rId217" Type="http://schemas.openxmlformats.org/officeDocument/2006/relationships/customXml" Target="../ink/ink1865.xml"/><Relationship Id="rId259" Type="http://schemas.openxmlformats.org/officeDocument/2006/relationships/customXml" Target="../ink/ink1886.xml"/><Relationship Id="rId23" Type="http://schemas.openxmlformats.org/officeDocument/2006/relationships/customXml" Target="../ink/ink1768.xml"/><Relationship Id="rId119" Type="http://schemas.openxmlformats.org/officeDocument/2006/relationships/customXml" Target="../ink/ink1816.xml"/><Relationship Id="rId270" Type="http://schemas.openxmlformats.org/officeDocument/2006/relationships/image" Target="../media/image1836.png"/><Relationship Id="rId326" Type="http://schemas.openxmlformats.org/officeDocument/2006/relationships/image" Target="../media/image1864.png"/><Relationship Id="rId65" Type="http://schemas.openxmlformats.org/officeDocument/2006/relationships/customXml" Target="../ink/ink1789.xml"/><Relationship Id="rId130" Type="http://schemas.openxmlformats.org/officeDocument/2006/relationships/image" Target="../media/image1766.png"/><Relationship Id="rId172" Type="http://schemas.openxmlformats.org/officeDocument/2006/relationships/image" Target="../media/image1787.png"/><Relationship Id="rId228" Type="http://schemas.openxmlformats.org/officeDocument/2006/relationships/image" Target="../media/image1815.png"/><Relationship Id="rId281" Type="http://schemas.openxmlformats.org/officeDocument/2006/relationships/customXml" Target="../ink/ink1897.xml"/><Relationship Id="rId337" Type="http://schemas.openxmlformats.org/officeDocument/2006/relationships/customXml" Target="../ink/ink1925.xml"/><Relationship Id="rId34" Type="http://schemas.openxmlformats.org/officeDocument/2006/relationships/image" Target="../media/image1718.png"/><Relationship Id="rId76" Type="http://schemas.openxmlformats.org/officeDocument/2006/relationships/image" Target="../media/image1739.png"/><Relationship Id="rId141" Type="http://schemas.openxmlformats.org/officeDocument/2006/relationships/customXml" Target="../ink/ink1827.xml"/><Relationship Id="rId7" Type="http://schemas.openxmlformats.org/officeDocument/2006/relationships/customXml" Target="../ink/ink1760.xml"/><Relationship Id="rId183" Type="http://schemas.openxmlformats.org/officeDocument/2006/relationships/customXml" Target="../ink/ink1848.xml"/><Relationship Id="rId239" Type="http://schemas.openxmlformats.org/officeDocument/2006/relationships/customXml" Target="../ink/ink1876.xml"/><Relationship Id="rId250" Type="http://schemas.openxmlformats.org/officeDocument/2006/relationships/image" Target="../media/image1826.png"/><Relationship Id="rId292" Type="http://schemas.openxmlformats.org/officeDocument/2006/relationships/image" Target="../media/image1847.png"/><Relationship Id="rId306" Type="http://schemas.openxmlformats.org/officeDocument/2006/relationships/image" Target="../media/image1854.png"/><Relationship Id="rId45" Type="http://schemas.openxmlformats.org/officeDocument/2006/relationships/customXml" Target="../ink/ink1779.xml"/><Relationship Id="rId87" Type="http://schemas.openxmlformats.org/officeDocument/2006/relationships/customXml" Target="../ink/ink1800.xml"/><Relationship Id="rId110" Type="http://schemas.openxmlformats.org/officeDocument/2006/relationships/image" Target="../media/image1756.png"/><Relationship Id="rId348" Type="http://schemas.openxmlformats.org/officeDocument/2006/relationships/image" Target="../media/image1875.png"/><Relationship Id="rId152" Type="http://schemas.openxmlformats.org/officeDocument/2006/relationships/image" Target="../media/image1777.png"/><Relationship Id="rId194" Type="http://schemas.openxmlformats.org/officeDocument/2006/relationships/image" Target="../media/image1798.png"/><Relationship Id="rId208" Type="http://schemas.openxmlformats.org/officeDocument/2006/relationships/image" Target="../media/image1805.png"/><Relationship Id="rId261" Type="http://schemas.openxmlformats.org/officeDocument/2006/relationships/customXml" Target="../ink/ink1887.xml"/><Relationship Id="rId14" Type="http://schemas.openxmlformats.org/officeDocument/2006/relationships/image" Target="../media/image1708.png"/><Relationship Id="rId56" Type="http://schemas.openxmlformats.org/officeDocument/2006/relationships/image" Target="../media/image1729.png"/><Relationship Id="rId317" Type="http://schemas.openxmlformats.org/officeDocument/2006/relationships/customXml" Target="../ink/ink1915.xml"/><Relationship Id="rId98" Type="http://schemas.openxmlformats.org/officeDocument/2006/relationships/image" Target="../media/image1750.png"/><Relationship Id="rId121" Type="http://schemas.openxmlformats.org/officeDocument/2006/relationships/customXml" Target="../ink/ink1817.xml"/><Relationship Id="rId163" Type="http://schemas.openxmlformats.org/officeDocument/2006/relationships/customXml" Target="../ink/ink1838.xml"/><Relationship Id="rId219" Type="http://schemas.openxmlformats.org/officeDocument/2006/relationships/customXml" Target="../ink/ink1866.xml"/><Relationship Id="rId230" Type="http://schemas.openxmlformats.org/officeDocument/2006/relationships/image" Target="../media/image1816.png"/><Relationship Id="rId25" Type="http://schemas.openxmlformats.org/officeDocument/2006/relationships/customXml" Target="../ink/ink1769.xml"/><Relationship Id="rId46" Type="http://schemas.openxmlformats.org/officeDocument/2006/relationships/image" Target="../media/image1724.png"/><Relationship Id="rId67" Type="http://schemas.openxmlformats.org/officeDocument/2006/relationships/customXml" Target="../ink/ink1790.xml"/><Relationship Id="rId272" Type="http://schemas.openxmlformats.org/officeDocument/2006/relationships/image" Target="../media/image1837.png"/><Relationship Id="rId293" Type="http://schemas.openxmlformats.org/officeDocument/2006/relationships/customXml" Target="../ink/ink1903.xml"/><Relationship Id="rId307" Type="http://schemas.openxmlformats.org/officeDocument/2006/relationships/customXml" Target="../ink/ink1910.xml"/><Relationship Id="rId328" Type="http://schemas.openxmlformats.org/officeDocument/2006/relationships/image" Target="../media/image1865.png"/><Relationship Id="rId349" Type="http://schemas.openxmlformats.org/officeDocument/2006/relationships/customXml" Target="../ink/ink1931.xml"/><Relationship Id="rId88" Type="http://schemas.openxmlformats.org/officeDocument/2006/relationships/image" Target="../media/image1745.png"/><Relationship Id="rId111" Type="http://schemas.openxmlformats.org/officeDocument/2006/relationships/customXml" Target="../ink/ink1812.xml"/><Relationship Id="rId132" Type="http://schemas.openxmlformats.org/officeDocument/2006/relationships/image" Target="../media/image1767.png"/><Relationship Id="rId153" Type="http://schemas.openxmlformats.org/officeDocument/2006/relationships/customXml" Target="../ink/ink1833.xml"/><Relationship Id="rId174" Type="http://schemas.openxmlformats.org/officeDocument/2006/relationships/image" Target="../media/image1788.png"/><Relationship Id="rId195" Type="http://schemas.openxmlformats.org/officeDocument/2006/relationships/customXml" Target="../ink/ink1854.xml"/><Relationship Id="rId209" Type="http://schemas.openxmlformats.org/officeDocument/2006/relationships/customXml" Target="../ink/ink1861.xml"/><Relationship Id="rId220" Type="http://schemas.openxmlformats.org/officeDocument/2006/relationships/image" Target="../media/image1811.png"/><Relationship Id="rId241" Type="http://schemas.openxmlformats.org/officeDocument/2006/relationships/customXml" Target="../ink/ink1877.xml"/><Relationship Id="rId15" Type="http://schemas.openxmlformats.org/officeDocument/2006/relationships/customXml" Target="../ink/ink1764.xml"/><Relationship Id="rId36" Type="http://schemas.openxmlformats.org/officeDocument/2006/relationships/image" Target="../media/image1719.png"/><Relationship Id="rId57" Type="http://schemas.openxmlformats.org/officeDocument/2006/relationships/customXml" Target="../ink/ink1785.xml"/><Relationship Id="rId262" Type="http://schemas.openxmlformats.org/officeDocument/2006/relationships/image" Target="../media/image1832.png"/><Relationship Id="rId283" Type="http://schemas.openxmlformats.org/officeDocument/2006/relationships/customXml" Target="../ink/ink1898.xml"/><Relationship Id="rId318" Type="http://schemas.openxmlformats.org/officeDocument/2006/relationships/image" Target="../media/image1860.png"/><Relationship Id="rId339" Type="http://schemas.openxmlformats.org/officeDocument/2006/relationships/customXml" Target="../ink/ink1926.xml"/><Relationship Id="rId78" Type="http://schemas.openxmlformats.org/officeDocument/2006/relationships/image" Target="../media/image1740.png"/><Relationship Id="rId99" Type="http://schemas.openxmlformats.org/officeDocument/2006/relationships/customXml" Target="../ink/ink1806.xml"/><Relationship Id="rId101" Type="http://schemas.openxmlformats.org/officeDocument/2006/relationships/customXml" Target="../ink/ink1807.xml"/><Relationship Id="rId122" Type="http://schemas.openxmlformats.org/officeDocument/2006/relationships/image" Target="../media/image1762.png"/><Relationship Id="rId143" Type="http://schemas.openxmlformats.org/officeDocument/2006/relationships/customXml" Target="../ink/ink1828.xml"/><Relationship Id="rId164" Type="http://schemas.openxmlformats.org/officeDocument/2006/relationships/image" Target="../media/image1783.png"/><Relationship Id="rId185" Type="http://schemas.openxmlformats.org/officeDocument/2006/relationships/customXml" Target="../ink/ink1849.xml"/><Relationship Id="rId350" Type="http://schemas.openxmlformats.org/officeDocument/2006/relationships/image" Target="../media/image1876.png"/><Relationship Id="rId9" Type="http://schemas.openxmlformats.org/officeDocument/2006/relationships/customXml" Target="../ink/ink1761.xml"/><Relationship Id="rId210" Type="http://schemas.openxmlformats.org/officeDocument/2006/relationships/image" Target="../media/image1806.png"/><Relationship Id="rId26" Type="http://schemas.openxmlformats.org/officeDocument/2006/relationships/image" Target="../media/image1714.png"/><Relationship Id="rId231" Type="http://schemas.openxmlformats.org/officeDocument/2006/relationships/customXml" Target="../ink/ink1872.xml"/><Relationship Id="rId252" Type="http://schemas.openxmlformats.org/officeDocument/2006/relationships/image" Target="../media/image1827.png"/><Relationship Id="rId273" Type="http://schemas.openxmlformats.org/officeDocument/2006/relationships/customXml" Target="../ink/ink1893.xml"/><Relationship Id="rId294" Type="http://schemas.openxmlformats.org/officeDocument/2006/relationships/image" Target="../media/image1848.png"/><Relationship Id="rId308" Type="http://schemas.openxmlformats.org/officeDocument/2006/relationships/image" Target="../media/image1855.png"/><Relationship Id="rId329" Type="http://schemas.openxmlformats.org/officeDocument/2006/relationships/customXml" Target="../ink/ink1921.xml"/><Relationship Id="rId47" Type="http://schemas.openxmlformats.org/officeDocument/2006/relationships/customXml" Target="../ink/ink1780.xml"/><Relationship Id="rId68" Type="http://schemas.openxmlformats.org/officeDocument/2006/relationships/image" Target="../media/image1735.png"/><Relationship Id="rId89" Type="http://schemas.openxmlformats.org/officeDocument/2006/relationships/customXml" Target="../ink/ink1801.xml"/><Relationship Id="rId112" Type="http://schemas.openxmlformats.org/officeDocument/2006/relationships/image" Target="../media/image1757.png"/><Relationship Id="rId133" Type="http://schemas.openxmlformats.org/officeDocument/2006/relationships/customXml" Target="../ink/ink1823.xml"/><Relationship Id="rId154" Type="http://schemas.openxmlformats.org/officeDocument/2006/relationships/image" Target="../media/image1778.png"/><Relationship Id="rId175" Type="http://schemas.openxmlformats.org/officeDocument/2006/relationships/customXml" Target="../ink/ink1844.xml"/><Relationship Id="rId340" Type="http://schemas.openxmlformats.org/officeDocument/2006/relationships/image" Target="../media/image1871.png"/><Relationship Id="rId196" Type="http://schemas.openxmlformats.org/officeDocument/2006/relationships/image" Target="../media/image1799.png"/><Relationship Id="rId200" Type="http://schemas.openxmlformats.org/officeDocument/2006/relationships/image" Target="../media/image1801.png"/><Relationship Id="rId16" Type="http://schemas.openxmlformats.org/officeDocument/2006/relationships/image" Target="../media/image1709.png"/><Relationship Id="rId221" Type="http://schemas.openxmlformats.org/officeDocument/2006/relationships/customXml" Target="../ink/ink1867.xml"/><Relationship Id="rId242" Type="http://schemas.openxmlformats.org/officeDocument/2006/relationships/image" Target="../media/image1822.png"/><Relationship Id="rId263" Type="http://schemas.openxmlformats.org/officeDocument/2006/relationships/customXml" Target="../ink/ink1888.xml"/><Relationship Id="rId284" Type="http://schemas.openxmlformats.org/officeDocument/2006/relationships/image" Target="../media/image1843.png"/><Relationship Id="rId319" Type="http://schemas.openxmlformats.org/officeDocument/2006/relationships/customXml" Target="../ink/ink1916.xml"/><Relationship Id="rId37" Type="http://schemas.openxmlformats.org/officeDocument/2006/relationships/customXml" Target="../ink/ink1775.xml"/><Relationship Id="rId58" Type="http://schemas.openxmlformats.org/officeDocument/2006/relationships/image" Target="../media/image1730.png"/><Relationship Id="rId79" Type="http://schemas.openxmlformats.org/officeDocument/2006/relationships/customXml" Target="../ink/ink1796.xml"/><Relationship Id="rId102" Type="http://schemas.openxmlformats.org/officeDocument/2006/relationships/image" Target="../media/image1752.png"/><Relationship Id="rId123" Type="http://schemas.openxmlformats.org/officeDocument/2006/relationships/customXml" Target="../ink/ink1818.xml"/><Relationship Id="rId144" Type="http://schemas.openxmlformats.org/officeDocument/2006/relationships/image" Target="../media/image1773.png"/><Relationship Id="rId330" Type="http://schemas.openxmlformats.org/officeDocument/2006/relationships/image" Target="../media/image1866.png"/><Relationship Id="rId90" Type="http://schemas.openxmlformats.org/officeDocument/2006/relationships/image" Target="../media/image1746.png"/><Relationship Id="rId165" Type="http://schemas.openxmlformats.org/officeDocument/2006/relationships/customXml" Target="../ink/ink1839.xml"/><Relationship Id="rId186" Type="http://schemas.openxmlformats.org/officeDocument/2006/relationships/image" Target="../media/image1794.png"/><Relationship Id="rId351" Type="http://schemas.openxmlformats.org/officeDocument/2006/relationships/customXml" Target="../ink/ink1932.xml"/><Relationship Id="rId211" Type="http://schemas.openxmlformats.org/officeDocument/2006/relationships/customXml" Target="../ink/ink1862.xml"/><Relationship Id="rId232" Type="http://schemas.openxmlformats.org/officeDocument/2006/relationships/image" Target="../media/image1817.png"/><Relationship Id="rId253" Type="http://schemas.openxmlformats.org/officeDocument/2006/relationships/customXml" Target="../ink/ink1883.xml"/><Relationship Id="rId274" Type="http://schemas.openxmlformats.org/officeDocument/2006/relationships/image" Target="../media/image1838.png"/><Relationship Id="rId295" Type="http://schemas.openxmlformats.org/officeDocument/2006/relationships/customXml" Target="../ink/ink1904.xml"/><Relationship Id="rId309" Type="http://schemas.openxmlformats.org/officeDocument/2006/relationships/customXml" Target="../ink/ink1911.xml"/><Relationship Id="rId27" Type="http://schemas.openxmlformats.org/officeDocument/2006/relationships/customXml" Target="../ink/ink1770.xml"/><Relationship Id="rId48" Type="http://schemas.openxmlformats.org/officeDocument/2006/relationships/image" Target="../media/image1725.png"/><Relationship Id="rId69" Type="http://schemas.openxmlformats.org/officeDocument/2006/relationships/customXml" Target="../ink/ink1791.xml"/><Relationship Id="rId113" Type="http://schemas.openxmlformats.org/officeDocument/2006/relationships/customXml" Target="../ink/ink1813.xml"/><Relationship Id="rId134" Type="http://schemas.openxmlformats.org/officeDocument/2006/relationships/image" Target="../media/image1768.png"/><Relationship Id="rId320" Type="http://schemas.openxmlformats.org/officeDocument/2006/relationships/image" Target="../media/image1861.png"/><Relationship Id="rId80" Type="http://schemas.openxmlformats.org/officeDocument/2006/relationships/image" Target="../media/image1741.png"/><Relationship Id="rId155" Type="http://schemas.openxmlformats.org/officeDocument/2006/relationships/customXml" Target="../ink/ink1834.xml"/><Relationship Id="rId176" Type="http://schemas.openxmlformats.org/officeDocument/2006/relationships/image" Target="../media/image1789.png"/><Relationship Id="rId197" Type="http://schemas.openxmlformats.org/officeDocument/2006/relationships/customXml" Target="../ink/ink1855.xml"/><Relationship Id="rId341" Type="http://schemas.openxmlformats.org/officeDocument/2006/relationships/customXml" Target="../ink/ink1927.xml"/><Relationship Id="rId201" Type="http://schemas.openxmlformats.org/officeDocument/2006/relationships/customXml" Target="../ink/ink1857.xml"/><Relationship Id="rId222" Type="http://schemas.openxmlformats.org/officeDocument/2006/relationships/image" Target="../media/image1812.png"/><Relationship Id="rId243" Type="http://schemas.openxmlformats.org/officeDocument/2006/relationships/customXml" Target="../ink/ink1878.xml"/><Relationship Id="rId264" Type="http://schemas.openxmlformats.org/officeDocument/2006/relationships/image" Target="../media/image1833.png"/><Relationship Id="rId285" Type="http://schemas.openxmlformats.org/officeDocument/2006/relationships/customXml" Target="../ink/ink1899.xml"/><Relationship Id="rId17" Type="http://schemas.openxmlformats.org/officeDocument/2006/relationships/customXml" Target="../ink/ink1765.xml"/><Relationship Id="rId38" Type="http://schemas.openxmlformats.org/officeDocument/2006/relationships/image" Target="../media/image1720.png"/><Relationship Id="rId59" Type="http://schemas.openxmlformats.org/officeDocument/2006/relationships/customXml" Target="../ink/ink1786.xml"/><Relationship Id="rId103" Type="http://schemas.openxmlformats.org/officeDocument/2006/relationships/customXml" Target="../ink/ink1808.xml"/><Relationship Id="rId124" Type="http://schemas.openxmlformats.org/officeDocument/2006/relationships/image" Target="../media/image1763.png"/><Relationship Id="rId310" Type="http://schemas.openxmlformats.org/officeDocument/2006/relationships/image" Target="../media/image1856.png"/><Relationship Id="rId70" Type="http://schemas.openxmlformats.org/officeDocument/2006/relationships/image" Target="../media/image1736.png"/><Relationship Id="rId91" Type="http://schemas.openxmlformats.org/officeDocument/2006/relationships/customXml" Target="../ink/ink1802.xml"/><Relationship Id="rId145" Type="http://schemas.openxmlformats.org/officeDocument/2006/relationships/customXml" Target="../ink/ink1829.xml"/><Relationship Id="rId166" Type="http://schemas.openxmlformats.org/officeDocument/2006/relationships/image" Target="../media/image1784.png"/><Relationship Id="rId187" Type="http://schemas.openxmlformats.org/officeDocument/2006/relationships/customXml" Target="../ink/ink1850.xml"/><Relationship Id="rId331" Type="http://schemas.openxmlformats.org/officeDocument/2006/relationships/customXml" Target="../ink/ink1922.xml"/><Relationship Id="rId352" Type="http://schemas.openxmlformats.org/officeDocument/2006/relationships/image" Target="../media/image1877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807.png"/><Relationship Id="rId233" Type="http://schemas.openxmlformats.org/officeDocument/2006/relationships/customXml" Target="../ink/ink1873.xml"/><Relationship Id="rId254" Type="http://schemas.openxmlformats.org/officeDocument/2006/relationships/image" Target="../media/image1828.png"/><Relationship Id="rId28" Type="http://schemas.openxmlformats.org/officeDocument/2006/relationships/image" Target="../media/image1715.png"/><Relationship Id="rId49" Type="http://schemas.openxmlformats.org/officeDocument/2006/relationships/customXml" Target="../ink/ink1781.xml"/><Relationship Id="rId114" Type="http://schemas.openxmlformats.org/officeDocument/2006/relationships/image" Target="../media/image1758.png"/><Relationship Id="rId275" Type="http://schemas.openxmlformats.org/officeDocument/2006/relationships/customXml" Target="../ink/ink1894.xml"/><Relationship Id="rId296" Type="http://schemas.openxmlformats.org/officeDocument/2006/relationships/image" Target="../media/image1849.png"/><Relationship Id="rId300" Type="http://schemas.openxmlformats.org/officeDocument/2006/relationships/image" Target="../media/image1851.png"/><Relationship Id="rId60" Type="http://schemas.openxmlformats.org/officeDocument/2006/relationships/image" Target="../media/image1731.png"/><Relationship Id="rId81" Type="http://schemas.openxmlformats.org/officeDocument/2006/relationships/customXml" Target="../ink/ink1797.xml"/><Relationship Id="rId135" Type="http://schemas.openxmlformats.org/officeDocument/2006/relationships/customXml" Target="../ink/ink1824.xml"/><Relationship Id="rId156" Type="http://schemas.openxmlformats.org/officeDocument/2006/relationships/image" Target="../media/image1779.png"/><Relationship Id="rId177" Type="http://schemas.openxmlformats.org/officeDocument/2006/relationships/customXml" Target="../ink/ink1845.xml"/><Relationship Id="rId198" Type="http://schemas.openxmlformats.org/officeDocument/2006/relationships/image" Target="../media/image1800.png"/><Relationship Id="rId321" Type="http://schemas.openxmlformats.org/officeDocument/2006/relationships/customXml" Target="../ink/ink1917.xml"/><Relationship Id="rId342" Type="http://schemas.openxmlformats.org/officeDocument/2006/relationships/image" Target="../media/image1872.png"/><Relationship Id="rId202" Type="http://schemas.openxmlformats.org/officeDocument/2006/relationships/image" Target="../media/image1802.png"/><Relationship Id="rId223" Type="http://schemas.openxmlformats.org/officeDocument/2006/relationships/customXml" Target="../ink/ink1868.xml"/><Relationship Id="rId244" Type="http://schemas.openxmlformats.org/officeDocument/2006/relationships/image" Target="../media/image1823.png"/><Relationship Id="rId18" Type="http://schemas.openxmlformats.org/officeDocument/2006/relationships/image" Target="../media/image1710.png"/><Relationship Id="rId39" Type="http://schemas.openxmlformats.org/officeDocument/2006/relationships/customXml" Target="../ink/ink1776.xml"/><Relationship Id="rId265" Type="http://schemas.openxmlformats.org/officeDocument/2006/relationships/customXml" Target="../ink/ink1889.xml"/><Relationship Id="rId286" Type="http://schemas.openxmlformats.org/officeDocument/2006/relationships/image" Target="../media/image1844.png"/><Relationship Id="rId50" Type="http://schemas.openxmlformats.org/officeDocument/2006/relationships/image" Target="../media/image1726.png"/><Relationship Id="rId104" Type="http://schemas.openxmlformats.org/officeDocument/2006/relationships/image" Target="../media/image1753.png"/><Relationship Id="rId125" Type="http://schemas.openxmlformats.org/officeDocument/2006/relationships/customXml" Target="../ink/ink1819.xml"/><Relationship Id="rId146" Type="http://schemas.openxmlformats.org/officeDocument/2006/relationships/image" Target="../media/image1774.png"/><Relationship Id="rId167" Type="http://schemas.openxmlformats.org/officeDocument/2006/relationships/customXml" Target="../ink/ink1840.xml"/><Relationship Id="rId188" Type="http://schemas.openxmlformats.org/officeDocument/2006/relationships/image" Target="../media/image1795.png"/><Relationship Id="rId311" Type="http://schemas.openxmlformats.org/officeDocument/2006/relationships/customXml" Target="../ink/ink1912.xml"/><Relationship Id="rId332" Type="http://schemas.openxmlformats.org/officeDocument/2006/relationships/image" Target="../media/image1867.png"/><Relationship Id="rId353" Type="http://schemas.openxmlformats.org/officeDocument/2006/relationships/customXml" Target="../ink/ink1933.xml"/><Relationship Id="rId71" Type="http://schemas.openxmlformats.org/officeDocument/2006/relationships/customXml" Target="../ink/ink1792.xml"/><Relationship Id="rId92" Type="http://schemas.openxmlformats.org/officeDocument/2006/relationships/image" Target="../media/image1747.png"/><Relationship Id="rId213" Type="http://schemas.openxmlformats.org/officeDocument/2006/relationships/customXml" Target="../ink/ink1863.xml"/><Relationship Id="rId234" Type="http://schemas.openxmlformats.org/officeDocument/2006/relationships/image" Target="../media/image1818.png"/><Relationship Id="rId2" Type="http://schemas.openxmlformats.org/officeDocument/2006/relationships/image" Target="../media/image1605.png"/><Relationship Id="rId29" Type="http://schemas.openxmlformats.org/officeDocument/2006/relationships/customXml" Target="../ink/ink1771.xml"/><Relationship Id="rId255" Type="http://schemas.openxmlformats.org/officeDocument/2006/relationships/customXml" Target="../ink/ink1884.xml"/><Relationship Id="rId276" Type="http://schemas.openxmlformats.org/officeDocument/2006/relationships/image" Target="../media/image1839.png"/><Relationship Id="rId297" Type="http://schemas.openxmlformats.org/officeDocument/2006/relationships/customXml" Target="../ink/ink1905.xml"/><Relationship Id="rId40" Type="http://schemas.openxmlformats.org/officeDocument/2006/relationships/image" Target="../media/image1721.png"/><Relationship Id="rId115" Type="http://schemas.openxmlformats.org/officeDocument/2006/relationships/customXml" Target="../ink/ink1814.xml"/><Relationship Id="rId136" Type="http://schemas.openxmlformats.org/officeDocument/2006/relationships/image" Target="../media/image1769.png"/><Relationship Id="rId157" Type="http://schemas.openxmlformats.org/officeDocument/2006/relationships/customXml" Target="../ink/ink1835.xml"/><Relationship Id="rId178" Type="http://schemas.openxmlformats.org/officeDocument/2006/relationships/image" Target="../media/image1790.png"/><Relationship Id="rId301" Type="http://schemas.openxmlformats.org/officeDocument/2006/relationships/customXml" Target="../ink/ink1907.xml"/><Relationship Id="rId322" Type="http://schemas.openxmlformats.org/officeDocument/2006/relationships/image" Target="../media/image1862.png"/><Relationship Id="rId343" Type="http://schemas.openxmlformats.org/officeDocument/2006/relationships/customXml" Target="../ink/ink1928.xml"/><Relationship Id="rId61" Type="http://schemas.openxmlformats.org/officeDocument/2006/relationships/customXml" Target="../ink/ink1787.xml"/><Relationship Id="rId82" Type="http://schemas.openxmlformats.org/officeDocument/2006/relationships/image" Target="../media/image1742.png"/><Relationship Id="rId199" Type="http://schemas.openxmlformats.org/officeDocument/2006/relationships/customXml" Target="../ink/ink1856.xml"/><Relationship Id="rId203" Type="http://schemas.openxmlformats.org/officeDocument/2006/relationships/customXml" Target="../ink/ink1858.xml"/><Relationship Id="rId19" Type="http://schemas.openxmlformats.org/officeDocument/2006/relationships/customXml" Target="../ink/ink1766.xml"/><Relationship Id="rId224" Type="http://schemas.openxmlformats.org/officeDocument/2006/relationships/image" Target="../media/image1813.png"/><Relationship Id="rId245" Type="http://schemas.openxmlformats.org/officeDocument/2006/relationships/customXml" Target="../ink/ink1879.xml"/><Relationship Id="rId266" Type="http://schemas.openxmlformats.org/officeDocument/2006/relationships/image" Target="../media/image1834.png"/><Relationship Id="rId287" Type="http://schemas.openxmlformats.org/officeDocument/2006/relationships/customXml" Target="../ink/ink1900.xml"/><Relationship Id="rId30" Type="http://schemas.openxmlformats.org/officeDocument/2006/relationships/image" Target="../media/image1716.png"/><Relationship Id="rId105" Type="http://schemas.openxmlformats.org/officeDocument/2006/relationships/customXml" Target="../ink/ink1809.xml"/><Relationship Id="rId126" Type="http://schemas.openxmlformats.org/officeDocument/2006/relationships/image" Target="../media/image1764.png"/><Relationship Id="rId147" Type="http://schemas.openxmlformats.org/officeDocument/2006/relationships/customXml" Target="../ink/ink1830.xml"/><Relationship Id="rId168" Type="http://schemas.openxmlformats.org/officeDocument/2006/relationships/image" Target="../media/image1785.png"/><Relationship Id="rId312" Type="http://schemas.openxmlformats.org/officeDocument/2006/relationships/image" Target="../media/image1857.png"/><Relationship Id="rId333" Type="http://schemas.openxmlformats.org/officeDocument/2006/relationships/customXml" Target="../ink/ink1923.xml"/><Relationship Id="rId354" Type="http://schemas.openxmlformats.org/officeDocument/2006/relationships/image" Target="../media/image1878.png"/><Relationship Id="rId51" Type="http://schemas.openxmlformats.org/officeDocument/2006/relationships/customXml" Target="../ink/ink1782.xml"/><Relationship Id="rId72" Type="http://schemas.openxmlformats.org/officeDocument/2006/relationships/image" Target="../media/image1737.png"/><Relationship Id="rId93" Type="http://schemas.openxmlformats.org/officeDocument/2006/relationships/customXml" Target="../ink/ink1803.xml"/><Relationship Id="rId189" Type="http://schemas.openxmlformats.org/officeDocument/2006/relationships/customXml" Target="../ink/ink1851.xml"/><Relationship Id="rId3" Type="http://schemas.openxmlformats.org/officeDocument/2006/relationships/customXml" Target="../ink/ink1758.xml"/><Relationship Id="rId214" Type="http://schemas.openxmlformats.org/officeDocument/2006/relationships/image" Target="../media/image1808.png"/><Relationship Id="rId235" Type="http://schemas.openxmlformats.org/officeDocument/2006/relationships/customXml" Target="../ink/ink1874.xml"/><Relationship Id="rId256" Type="http://schemas.openxmlformats.org/officeDocument/2006/relationships/image" Target="../media/image1829.png"/><Relationship Id="rId277" Type="http://schemas.openxmlformats.org/officeDocument/2006/relationships/customXml" Target="../ink/ink1895.xml"/><Relationship Id="rId298" Type="http://schemas.openxmlformats.org/officeDocument/2006/relationships/image" Target="../media/image1850.png"/><Relationship Id="rId116" Type="http://schemas.openxmlformats.org/officeDocument/2006/relationships/image" Target="../media/image1759.png"/><Relationship Id="rId137" Type="http://schemas.openxmlformats.org/officeDocument/2006/relationships/customXml" Target="../ink/ink1825.xml"/><Relationship Id="rId158" Type="http://schemas.openxmlformats.org/officeDocument/2006/relationships/image" Target="../media/image1780.png"/><Relationship Id="rId302" Type="http://schemas.openxmlformats.org/officeDocument/2006/relationships/image" Target="../media/image1852.png"/><Relationship Id="rId323" Type="http://schemas.openxmlformats.org/officeDocument/2006/relationships/customXml" Target="../ink/ink1918.xml"/><Relationship Id="rId344" Type="http://schemas.openxmlformats.org/officeDocument/2006/relationships/image" Target="../media/image1873.png"/><Relationship Id="rId20" Type="http://schemas.openxmlformats.org/officeDocument/2006/relationships/image" Target="../media/image1711.png"/><Relationship Id="rId41" Type="http://schemas.openxmlformats.org/officeDocument/2006/relationships/customXml" Target="../ink/ink1777.xml"/><Relationship Id="rId62" Type="http://schemas.openxmlformats.org/officeDocument/2006/relationships/image" Target="../media/image1732.png"/><Relationship Id="rId83" Type="http://schemas.openxmlformats.org/officeDocument/2006/relationships/customXml" Target="../ink/ink1798.xml"/><Relationship Id="rId179" Type="http://schemas.openxmlformats.org/officeDocument/2006/relationships/customXml" Target="../ink/ink1846.xml"/><Relationship Id="rId190" Type="http://schemas.openxmlformats.org/officeDocument/2006/relationships/image" Target="../media/image1796.png"/><Relationship Id="rId204" Type="http://schemas.openxmlformats.org/officeDocument/2006/relationships/image" Target="../media/image1803.png"/><Relationship Id="rId225" Type="http://schemas.openxmlformats.org/officeDocument/2006/relationships/customXml" Target="../ink/ink1869.xml"/><Relationship Id="rId246" Type="http://schemas.openxmlformats.org/officeDocument/2006/relationships/image" Target="../media/image1824.png"/><Relationship Id="rId267" Type="http://schemas.openxmlformats.org/officeDocument/2006/relationships/customXml" Target="../ink/ink1890.xml"/><Relationship Id="rId288" Type="http://schemas.openxmlformats.org/officeDocument/2006/relationships/image" Target="../media/image1845.png"/><Relationship Id="rId106" Type="http://schemas.openxmlformats.org/officeDocument/2006/relationships/image" Target="../media/image1754.png"/><Relationship Id="rId127" Type="http://schemas.openxmlformats.org/officeDocument/2006/relationships/customXml" Target="../ink/ink1820.xml"/><Relationship Id="rId313" Type="http://schemas.openxmlformats.org/officeDocument/2006/relationships/customXml" Target="../ink/ink1913.xml"/><Relationship Id="rId10" Type="http://schemas.openxmlformats.org/officeDocument/2006/relationships/image" Target="../media/image1706.png"/><Relationship Id="rId31" Type="http://schemas.openxmlformats.org/officeDocument/2006/relationships/customXml" Target="../ink/ink1772.xml"/><Relationship Id="rId52" Type="http://schemas.openxmlformats.org/officeDocument/2006/relationships/image" Target="../media/image1727.png"/><Relationship Id="rId73" Type="http://schemas.openxmlformats.org/officeDocument/2006/relationships/customXml" Target="../ink/ink1793.xml"/><Relationship Id="rId94" Type="http://schemas.openxmlformats.org/officeDocument/2006/relationships/image" Target="../media/image1748.png"/><Relationship Id="rId148" Type="http://schemas.openxmlformats.org/officeDocument/2006/relationships/image" Target="../media/image1775.png"/><Relationship Id="rId169" Type="http://schemas.openxmlformats.org/officeDocument/2006/relationships/customXml" Target="../ink/ink1841.xml"/><Relationship Id="rId334" Type="http://schemas.openxmlformats.org/officeDocument/2006/relationships/image" Target="../media/image1868.png"/><Relationship Id="rId355" Type="http://schemas.openxmlformats.org/officeDocument/2006/relationships/customXml" Target="../ink/ink1934.xml"/><Relationship Id="rId4" Type="http://schemas.openxmlformats.org/officeDocument/2006/relationships/image" Target="../media/image1703.png"/><Relationship Id="rId180" Type="http://schemas.openxmlformats.org/officeDocument/2006/relationships/image" Target="../media/image1791.png"/><Relationship Id="rId215" Type="http://schemas.openxmlformats.org/officeDocument/2006/relationships/customXml" Target="../ink/ink1864.xml"/><Relationship Id="rId236" Type="http://schemas.openxmlformats.org/officeDocument/2006/relationships/image" Target="../media/image1819.png"/><Relationship Id="rId257" Type="http://schemas.openxmlformats.org/officeDocument/2006/relationships/customXml" Target="../ink/ink1885.xml"/><Relationship Id="rId278" Type="http://schemas.openxmlformats.org/officeDocument/2006/relationships/image" Target="../media/image1840.png"/><Relationship Id="rId303" Type="http://schemas.openxmlformats.org/officeDocument/2006/relationships/customXml" Target="../ink/ink1908.xml"/><Relationship Id="rId42" Type="http://schemas.openxmlformats.org/officeDocument/2006/relationships/image" Target="../media/image1722.png"/><Relationship Id="rId84" Type="http://schemas.openxmlformats.org/officeDocument/2006/relationships/image" Target="../media/image1743.png"/><Relationship Id="rId138" Type="http://schemas.openxmlformats.org/officeDocument/2006/relationships/image" Target="../media/image1770.png"/><Relationship Id="rId345" Type="http://schemas.openxmlformats.org/officeDocument/2006/relationships/customXml" Target="../ink/ink1929.xml"/><Relationship Id="rId191" Type="http://schemas.openxmlformats.org/officeDocument/2006/relationships/customXml" Target="../ink/ink1852.xml"/><Relationship Id="rId205" Type="http://schemas.openxmlformats.org/officeDocument/2006/relationships/customXml" Target="../ink/ink1859.xml"/><Relationship Id="rId247" Type="http://schemas.openxmlformats.org/officeDocument/2006/relationships/customXml" Target="../ink/ink1880.xml"/><Relationship Id="rId107" Type="http://schemas.openxmlformats.org/officeDocument/2006/relationships/customXml" Target="../ink/ink1810.xml"/><Relationship Id="rId289" Type="http://schemas.openxmlformats.org/officeDocument/2006/relationships/customXml" Target="../ink/ink1901.xml"/><Relationship Id="rId11" Type="http://schemas.openxmlformats.org/officeDocument/2006/relationships/customXml" Target="../ink/ink1762.xml"/><Relationship Id="rId53" Type="http://schemas.openxmlformats.org/officeDocument/2006/relationships/customXml" Target="../ink/ink1783.xml"/><Relationship Id="rId149" Type="http://schemas.openxmlformats.org/officeDocument/2006/relationships/customXml" Target="../ink/ink1831.xml"/><Relationship Id="rId314" Type="http://schemas.openxmlformats.org/officeDocument/2006/relationships/image" Target="../media/image1858.png"/><Relationship Id="rId356" Type="http://schemas.openxmlformats.org/officeDocument/2006/relationships/image" Target="../media/image1879.png"/><Relationship Id="rId95" Type="http://schemas.openxmlformats.org/officeDocument/2006/relationships/customXml" Target="../ink/ink1804.xml"/><Relationship Id="rId160" Type="http://schemas.openxmlformats.org/officeDocument/2006/relationships/image" Target="../media/image1781.png"/><Relationship Id="rId216" Type="http://schemas.openxmlformats.org/officeDocument/2006/relationships/image" Target="../media/image1809.png"/><Relationship Id="rId258" Type="http://schemas.openxmlformats.org/officeDocument/2006/relationships/image" Target="../media/image1830.png"/><Relationship Id="rId22" Type="http://schemas.openxmlformats.org/officeDocument/2006/relationships/image" Target="../media/image1712.png"/><Relationship Id="rId64" Type="http://schemas.openxmlformats.org/officeDocument/2006/relationships/image" Target="../media/image1733.png"/><Relationship Id="rId118" Type="http://schemas.openxmlformats.org/officeDocument/2006/relationships/image" Target="../media/image1760.png"/><Relationship Id="rId325" Type="http://schemas.openxmlformats.org/officeDocument/2006/relationships/customXml" Target="../ink/ink1919.xml"/><Relationship Id="rId171" Type="http://schemas.openxmlformats.org/officeDocument/2006/relationships/customXml" Target="../ink/ink1842.xml"/><Relationship Id="rId227" Type="http://schemas.openxmlformats.org/officeDocument/2006/relationships/customXml" Target="../ink/ink1870.xml"/><Relationship Id="rId269" Type="http://schemas.openxmlformats.org/officeDocument/2006/relationships/customXml" Target="../ink/ink1891.xml"/><Relationship Id="rId33" Type="http://schemas.openxmlformats.org/officeDocument/2006/relationships/customXml" Target="../ink/ink1773.xml"/><Relationship Id="rId129" Type="http://schemas.openxmlformats.org/officeDocument/2006/relationships/customXml" Target="../ink/ink1821.xml"/><Relationship Id="rId280" Type="http://schemas.openxmlformats.org/officeDocument/2006/relationships/image" Target="../media/image1841.png"/><Relationship Id="rId336" Type="http://schemas.openxmlformats.org/officeDocument/2006/relationships/image" Target="../media/image1869.png"/><Relationship Id="rId75" Type="http://schemas.openxmlformats.org/officeDocument/2006/relationships/customXml" Target="../ink/ink1794.xml"/><Relationship Id="rId140" Type="http://schemas.openxmlformats.org/officeDocument/2006/relationships/image" Target="../media/image1771.png"/><Relationship Id="rId182" Type="http://schemas.openxmlformats.org/officeDocument/2006/relationships/image" Target="../media/image1792.png"/><Relationship Id="rId6" Type="http://schemas.openxmlformats.org/officeDocument/2006/relationships/image" Target="../media/image1704.png"/><Relationship Id="rId238" Type="http://schemas.openxmlformats.org/officeDocument/2006/relationships/image" Target="../media/image1820.png"/><Relationship Id="rId291" Type="http://schemas.openxmlformats.org/officeDocument/2006/relationships/customXml" Target="../ink/ink1902.xml"/><Relationship Id="rId305" Type="http://schemas.openxmlformats.org/officeDocument/2006/relationships/customXml" Target="../ink/ink1909.xml"/><Relationship Id="rId347" Type="http://schemas.openxmlformats.org/officeDocument/2006/relationships/customXml" Target="../ink/ink1930.xml"/><Relationship Id="rId44" Type="http://schemas.openxmlformats.org/officeDocument/2006/relationships/image" Target="../media/image1723.png"/><Relationship Id="rId86" Type="http://schemas.openxmlformats.org/officeDocument/2006/relationships/image" Target="../media/image1744.png"/><Relationship Id="rId151" Type="http://schemas.openxmlformats.org/officeDocument/2006/relationships/customXml" Target="../ink/ink1832.xml"/><Relationship Id="rId193" Type="http://schemas.openxmlformats.org/officeDocument/2006/relationships/customXml" Target="../ink/ink1853.xml"/><Relationship Id="rId207" Type="http://schemas.openxmlformats.org/officeDocument/2006/relationships/customXml" Target="../ink/ink1860.xml"/><Relationship Id="rId249" Type="http://schemas.openxmlformats.org/officeDocument/2006/relationships/customXml" Target="../ink/ink1881.xml"/><Relationship Id="rId13" Type="http://schemas.openxmlformats.org/officeDocument/2006/relationships/customXml" Target="../ink/ink1763.xml"/><Relationship Id="rId109" Type="http://schemas.openxmlformats.org/officeDocument/2006/relationships/customXml" Target="../ink/ink1811.xml"/><Relationship Id="rId260" Type="http://schemas.openxmlformats.org/officeDocument/2006/relationships/image" Target="../media/image1831.png"/><Relationship Id="rId316" Type="http://schemas.openxmlformats.org/officeDocument/2006/relationships/image" Target="../media/image1859.png"/><Relationship Id="rId55" Type="http://schemas.openxmlformats.org/officeDocument/2006/relationships/customXml" Target="../ink/ink1784.xml"/><Relationship Id="rId97" Type="http://schemas.openxmlformats.org/officeDocument/2006/relationships/customXml" Target="../ink/ink1805.xml"/><Relationship Id="rId120" Type="http://schemas.openxmlformats.org/officeDocument/2006/relationships/image" Target="../media/image1761.png"/><Relationship Id="rId358" Type="http://schemas.openxmlformats.org/officeDocument/2006/relationships/image" Target="../media/image1880.png"/><Relationship Id="rId162" Type="http://schemas.openxmlformats.org/officeDocument/2006/relationships/image" Target="../media/image1782.png"/><Relationship Id="rId218" Type="http://schemas.openxmlformats.org/officeDocument/2006/relationships/image" Target="../media/image1810.png"/><Relationship Id="rId271" Type="http://schemas.openxmlformats.org/officeDocument/2006/relationships/customXml" Target="../ink/ink1892.xml"/><Relationship Id="rId24" Type="http://schemas.openxmlformats.org/officeDocument/2006/relationships/image" Target="../media/image1713.png"/><Relationship Id="rId66" Type="http://schemas.openxmlformats.org/officeDocument/2006/relationships/image" Target="../media/image1734.png"/><Relationship Id="rId131" Type="http://schemas.openxmlformats.org/officeDocument/2006/relationships/customXml" Target="../ink/ink1822.xml"/><Relationship Id="rId327" Type="http://schemas.openxmlformats.org/officeDocument/2006/relationships/customXml" Target="../ink/ink1920.xml"/><Relationship Id="rId173" Type="http://schemas.openxmlformats.org/officeDocument/2006/relationships/customXml" Target="../ink/ink1843.xml"/><Relationship Id="rId229" Type="http://schemas.openxmlformats.org/officeDocument/2006/relationships/customXml" Target="../ink/ink1871.xml"/><Relationship Id="rId240" Type="http://schemas.openxmlformats.org/officeDocument/2006/relationships/image" Target="../media/image1821.png"/><Relationship Id="rId35" Type="http://schemas.openxmlformats.org/officeDocument/2006/relationships/customXml" Target="../ink/ink1774.xml"/><Relationship Id="rId77" Type="http://schemas.openxmlformats.org/officeDocument/2006/relationships/customXml" Target="../ink/ink1795.xml"/><Relationship Id="rId100" Type="http://schemas.openxmlformats.org/officeDocument/2006/relationships/image" Target="../media/image1751.png"/><Relationship Id="rId282" Type="http://schemas.openxmlformats.org/officeDocument/2006/relationships/image" Target="../media/image1842.png"/><Relationship Id="rId338" Type="http://schemas.openxmlformats.org/officeDocument/2006/relationships/image" Target="../media/image1870.png"/><Relationship Id="rId8" Type="http://schemas.openxmlformats.org/officeDocument/2006/relationships/image" Target="../media/image1705.png"/><Relationship Id="rId142" Type="http://schemas.openxmlformats.org/officeDocument/2006/relationships/image" Target="../media/image1772.png"/><Relationship Id="rId184" Type="http://schemas.openxmlformats.org/officeDocument/2006/relationships/image" Target="../media/image1793.png"/><Relationship Id="rId251" Type="http://schemas.openxmlformats.org/officeDocument/2006/relationships/customXml" Target="../ink/ink1882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93.xml"/><Relationship Id="rId299" Type="http://schemas.openxmlformats.org/officeDocument/2006/relationships/customXml" Target="../ink/ink2084.xml"/><Relationship Id="rId21" Type="http://schemas.openxmlformats.org/officeDocument/2006/relationships/customXml" Target="../ink/ink1945.xml"/><Relationship Id="rId63" Type="http://schemas.openxmlformats.org/officeDocument/2006/relationships/customXml" Target="../ink/ink1966.xml"/><Relationship Id="rId159" Type="http://schemas.openxmlformats.org/officeDocument/2006/relationships/customXml" Target="../ink/ink2014.xml"/><Relationship Id="rId170" Type="http://schemas.openxmlformats.org/officeDocument/2006/relationships/image" Target="../media/image1965.png"/><Relationship Id="rId226" Type="http://schemas.openxmlformats.org/officeDocument/2006/relationships/image" Target="../media/image1993.png"/><Relationship Id="rId268" Type="http://schemas.openxmlformats.org/officeDocument/2006/relationships/image" Target="../media/image2014.png"/><Relationship Id="rId32" Type="http://schemas.openxmlformats.org/officeDocument/2006/relationships/image" Target="../media/image1896.png"/><Relationship Id="rId74" Type="http://schemas.openxmlformats.org/officeDocument/2006/relationships/image" Target="../media/image1917.png"/><Relationship Id="rId128" Type="http://schemas.openxmlformats.org/officeDocument/2006/relationships/image" Target="../media/image1944.png"/><Relationship Id="rId5" Type="http://schemas.openxmlformats.org/officeDocument/2006/relationships/customXml" Target="../ink/ink1937.xml"/><Relationship Id="rId181" Type="http://schemas.openxmlformats.org/officeDocument/2006/relationships/customXml" Target="../ink/ink2025.xml"/><Relationship Id="rId237" Type="http://schemas.openxmlformats.org/officeDocument/2006/relationships/customXml" Target="../ink/ink2053.xml"/><Relationship Id="rId279" Type="http://schemas.openxmlformats.org/officeDocument/2006/relationships/customXml" Target="../ink/ink2074.xml"/><Relationship Id="rId43" Type="http://schemas.openxmlformats.org/officeDocument/2006/relationships/customXml" Target="../ink/ink1956.xml"/><Relationship Id="rId139" Type="http://schemas.openxmlformats.org/officeDocument/2006/relationships/customXml" Target="../ink/ink2004.xml"/><Relationship Id="rId290" Type="http://schemas.openxmlformats.org/officeDocument/2006/relationships/image" Target="../media/image2025.png"/><Relationship Id="rId304" Type="http://schemas.openxmlformats.org/officeDocument/2006/relationships/image" Target="../media/image2032.png"/><Relationship Id="rId85" Type="http://schemas.openxmlformats.org/officeDocument/2006/relationships/customXml" Target="../ink/ink1977.xml"/><Relationship Id="rId150" Type="http://schemas.openxmlformats.org/officeDocument/2006/relationships/image" Target="../media/image1955.png"/><Relationship Id="rId192" Type="http://schemas.openxmlformats.org/officeDocument/2006/relationships/image" Target="../media/image1976.png"/><Relationship Id="rId206" Type="http://schemas.openxmlformats.org/officeDocument/2006/relationships/image" Target="../media/image1983.png"/><Relationship Id="rId248" Type="http://schemas.openxmlformats.org/officeDocument/2006/relationships/image" Target="../media/image2004.png"/><Relationship Id="rId12" Type="http://schemas.openxmlformats.org/officeDocument/2006/relationships/image" Target="../media/image1886.png"/><Relationship Id="rId108" Type="http://schemas.openxmlformats.org/officeDocument/2006/relationships/image" Target="../media/image1934.png"/><Relationship Id="rId54" Type="http://schemas.openxmlformats.org/officeDocument/2006/relationships/image" Target="../media/image1907.png"/><Relationship Id="rId96" Type="http://schemas.openxmlformats.org/officeDocument/2006/relationships/image" Target="../media/image1928.png"/><Relationship Id="rId161" Type="http://schemas.openxmlformats.org/officeDocument/2006/relationships/customXml" Target="../ink/ink2015.xml"/><Relationship Id="rId217" Type="http://schemas.openxmlformats.org/officeDocument/2006/relationships/customXml" Target="../ink/ink2043.xml"/><Relationship Id="rId259" Type="http://schemas.openxmlformats.org/officeDocument/2006/relationships/customXml" Target="../ink/ink2064.xml"/><Relationship Id="rId23" Type="http://schemas.openxmlformats.org/officeDocument/2006/relationships/customXml" Target="../ink/ink1946.xml"/><Relationship Id="rId119" Type="http://schemas.openxmlformats.org/officeDocument/2006/relationships/customXml" Target="../ink/ink1994.xml"/><Relationship Id="rId270" Type="http://schemas.openxmlformats.org/officeDocument/2006/relationships/image" Target="../media/image2015.png"/><Relationship Id="rId291" Type="http://schemas.openxmlformats.org/officeDocument/2006/relationships/customXml" Target="../ink/ink2080.xml"/><Relationship Id="rId305" Type="http://schemas.openxmlformats.org/officeDocument/2006/relationships/customXml" Target="../ink/ink2087.xml"/><Relationship Id="rId44" Type="http://schemas.openxmlformats.org/officeDocument/2006/relationships/image" Target="../media/image1902.png"/><Relationship Id="rId65" Type="http://schemas.openxmlformats.org/officeDocument/2006/relationships/customXml" Target="../ink/ink1967.xml"/><Relationship Id="rId86" Type="http://schemas.openxmlformats.org/officeDocument/2006/relationships/image" Target="../media/image1923.png"/><Relationship Id="rId130" Type="http://schemas.openxmlformats.org/officeDocument/2006/relationships/image" Target="../media/image1945.png"/><Relationship Id="rId151" Type="http://schemas.openxmlformats.org/officeDocument/2006/relationships/customXml" Target="../ink/ink2010.xml"/><Relationship Id="rId172" Type="http://schemas.openxmlformats.org/officeDocument/2006/relationships/image" Target="../media/image1966.png"/><Relationship Id="rId193" Type="http://schemas.openxmlformats.org/officeDocument/2006/relationships/customXml" Target="../ink/ink2031.xml"/><Relationship Id="rId207" Type="http://schemas.openxmlformats.org/officeDocument/2006/relationships/customXml" Target="../ink/ink2038.xml"/><Relationship Id="rId228" Type="http://schemas.openxmlformats.org/officeDocument/2006/relationships/image" Target="../media/image1994.png"/><Relationship Id="rId249" Type="http://schemas.openxmlformats.org/officeDocument/2006/relationships/customXml" Target="../ink/ink2059.xml"/><Relationship Id="rId13" Type="http://schemas.openxmlformats.org/officeDocument/2006/relationships/customXml" Target="../ink/ink1941.xml"/><Relationship Id="rId109" Type="http://schemas.openxmlformats.org/officeDocument/2006/relationships/customXml" Target="../ink/ink1989.xml"/><Relationship Id="rId260" Type="http://schemas.openxmlformats.org/officeDocument/2006/relationships/image" Target="../media/image2010.png"/><Relationship Id="rId281" Type="http://schemas.openxmlformats.org/officeDocument/2006/relationships/customXml" Target="../ink/ink2075.xml"/><Relationship Id="rId34" Type="http://schemas.openxmlformats.org/officeDocument/2006/relationships/image" Target="../media/image1897.png"/><Relationship Id="rId55" Type="http://schemas.openxmlformats.org/officeDocument/2006/relationships/customXml" Target="../ink/ink1962.xml"/><Relationship Id="rId76" Type="http://schemas.openxmlformats.org/officeDocument/2006/relationships/image" Target="../media/image1918.png"/><Relationship Id="rId97" Type="http://schemas.openxmlformats.org/officeDocument/2006/relationships/customXml" Target="../ink/ink1983.xml"/><Relationship Id="rId120" Type="http://schemas.openxmlformats.org/officeDocument/2006/relationships/image" Target="../media/image1940.png"/><Relationship Id="rId141" Type="http://schemas.openxmlformats.org/officeDocument/2006/relationships/customXml" Target="../ink/ink2005.xml"/><Relationship Id="rId7" Type="http://schemas.openxmlformats.org/officeDocument/2006/relationships/customXml" Target="../ink/ink1938.xml"/><Relationship Id="rId162" Type="http://schemas.openxmlformats.org/officeDocument/2006/relationships/image" Target="../media/image1961.png"/><Relationship Id="rId183" Type="http://schemas.openxmlformats.org/officeDocument/2006/relationships/customXml" Target="../ink/ink2026.xml"/><Relationship Id="rId218" Type="http://schemas.openxmlformats.org/officeDocument/2006/relationships/image" Target="../media/image1989.png"/><Relationship Id="rId239" Type="http://schemas.openxmlformats.org/officeDocument/2006/relationships/customXml" Target="../ink/ink2054.xml"/><Relationship Id="rId250" Type="http://schemas.openxmlformats.org/officeDocument/2006/relationships/image" Target="../media/image2005.png"/><Relationship Id="rId271" Type="http://schemas.openxmlformats.org/officeDocument/2006/relationships/customXml" Target="../ink/ink2070.xml"/><Relationship Id="rId292" Type="http://schemas.openxmlformats.org/officeDocument/2006/relationships/image" Target="../media/image2026.png"/><Relationship Id="rId306" Type="http://schemas.openxmlformats.org/officeDocument/2006/relationships/image" Target="../media/image2033.png"/><Relationship Id="rId24" Type="http://schemas.openxmlformats.org/officeDocument/2006/relationships/image" Target="../media/image1892.png"/><Relationship Id="rId45" Type="http://schemas.openxmlformats.org/officeDocument/2006/relationships/customXml" Target="../ink/ink1957.xml"/><Relationship Id="rId66" Type="http://schemas.openxmlformats.org/officeDocument/2006/relationships/image" Target="../media/image1913.png"/><Relationship Id="rId87" Type="http://schemas.openxmlformats.org/officeDocument/2006/relationships/customXml" Target="../ink/ink1978.xml"/><Relationship Id="rId110" Type="http://schemas.openxmlformats.org/officeDocument/2006/relationships/image" Target="../media/image1935.png"/><Relationship Id="rId131" Type="http://schemas.openxmlformats.org/officeDocument/2006/relationships/customXml" Target="../ink/ink2000.xml"/><Relationship Id="rId152" Type="http://schemas.openxmlformats.org/officeDocument/2006/relationships/image" Target="../media/image1956.png"/><Relationship Id="rId173" Type="http://schemas.openxmlformats.org/officeDocument/2006/relationships/customXml" Target="../ink/ink2021.xml"/><Relationship Id="rId194" Type="http://schemas.openxmlformats.org/officeDocument/2006/relationships/image" Target="../media/image1977.png"/><Relationship Id="rId208" Type="http://schemas.openxmlformats.org/officeDocument/2006/relationships/image" Target="../media/image1984.png"/><Relationship Id="rId229" Type="http://schemas.openxmlformats.org/officeDocument/2006/relationships/customXml" Target="../ink/ink2049.xml"/><Relationship Id="rId240" Type="http://schemas.openxmlformats.org/officeDocument/2006/relationships/image" Target="../media/image2000.png"/><Relationship Id="rId261" Type="http://schemas.openxmlformats.org/officeDocument/2006/relationships/customXml" Target="../ink/ink2065.xml"/><Relationship Id="rId14" Type="http://schemas.openxmlformats.org/officeDocument/2006/relationships/image" Target="../media/image1887.png"/><Relationship Id="rId35" Type="http://schemas.openxmlformats.org/officeDocument/2006/relationships/customXml" Target="../ink/ink1952.xml"/><Relationship Id="rId56" Type="http://schemas.openxmlformats.org/officeDocument/2006/relationships/image" Target="../media/image1908.png"/><Relationship Id="rId77" Type="http://schemas.openxmlformats.org/officeDocument/2006/relationships/customXml" Target="../ink/ink1973.xml"/><Relationship Id="rId100" Type="http://schemas.openxmlformats.org/officeDocument/2006/relationships/image" Target="../media/image1930.png"/><Relationship Id="rId282" Type="http://schemas.openxmlformats.org/officeDocument/2006/relationships/image" Target="../media/image2021.png"/><Relationship Id="rId8" Type="http://schemas.openxmlformats.org/officeDocument/2006/relationships/image" Target="../media/image1884.png"/><Relationship Id="rId98" Type="http://schemas.openxmlformats.org/officeDocument/2006/relationships/image" Target="../media/image1929.png"/><Relationship Id="rId121" Type="http://schemas.openxmlformats.org/officeDocument/2006/relationships/customXml" Target="../ink/ink1995.xml"/><Relationship Id="rId142" Type="http://schemas.openxmlformats.org/officeDocument/2006/relationships/image" Target="../media/image1951.png"/><Relationship Id="rId163" Type="http://schemas.openxmlformats.org/officeDocument/2006/relationships/customXml" Target="../ink/ink2016.xml"/><Relationship Id="rId184" Type="http://schemas.openxmlformats.org/officeDocument/2006/relationships/image" Target="../media/image1972.png"/><Relationship Id="rId219" Type="http://schemas.openxmlformats.org/officeDocument/2006/relationships/customXml" Target="../ink/ink2044.xml"/><Relationship Id="rId230" Type="http://schemas.openxmlformats.org/officeDocument/2006/relationships/image" Target="../media/image1995.png"/><Relationship Id="rId251" Type="http://schemas.openxmlformats.org/officeDocument/2006/relationships/customXml" Target="../ink/ink2060.xml"/><Relationship Id="rId25" Type="http://schemas.openxmlformats.org/officeDocument/2006/relationships/customXml" Target="../ink/ink1947.xml"/><Relationship Id="rId46" Type="http://schemas.openxmlformats.org/officeDocument/2006/relationships/image" Target="../media/image1903.png"/><Relationship Id="rId67" Type="http://schemas.openxmlformats.org/officeDocument/2006/relationships/customXml" Target="../ink/ink1968.xml"/><Relationship Id="rId272" Type="http://schemas.openxmlformats.org/officeDocument/2006/relationships/image" Target="../media/image2016.png"/><Relationship Id="rId293" Type="http://schemas.openxmlformats.org/officeDocument/2006/relationships/customXml" Target="../ink/ink2081.xml"/><Relationship Id="rId307" Type="http://schemas.openxmlformats.org/officeDocument/2006/relationships/customXml" Target="../ink/ink2088.xml"/><Relationship Id="rId88" Type="http://schemas.openxmlformats.org/officeDocument/2006/relationships/image" Target="../media/image1924.png"/><Relationship Id="rId111" Type="http://schemas.openxmlformats.org/officeDocument/2006/relationships/customXml" Target="../ink/ink1990.xml"/><Relationship Id="rId132" Type="http://schemas.openxmlformats.org/officeDocument/2006/relationships/image" Target="../media/image1946.png"/><Relationship Id="rId153" Type="http://schemas.openxmlformats.org/officeDocument/2006/relationships/customXml" Target="../ink/ink2011.xml"/><Relationship Id="rId174" Type="http://schemas.openxmlformats.org/officeDocument/2006/relationships/image" Target="../media/image1967.png"/><Relationship Id="rId195" Type="http://schemas.openxmlformats.org/officeDocument/2006/relationships/customXml" Target="../ink/ink2032.xml"/><Relationship Id="rId209" Type="http://schemas.openxmlformats.org/officeDocument/2006/relationships/customXml" Target="../ink/ink2039.xml"/><Relationship Id="rId220" Type="http://schemas.openxmlformats.org/officeDocument/2006/relationships/image" Target="../media/image1990.png"/><Relationship Id="rId241" Type="http://schemas.openxmlformats.org/officeDocument/2006/relationships/customXml" Target="../ink/ink2055.xml"/><Relationship Id="rId15" Type="http://schemas.openxmlformats.org/officeDocument/2006/relationships/customXml" Target="../ink/ink1942.xml"/><Relationship Id="rId36" Type="http://schemas.openxmlformats.org/officeDocument/2006/relationships/image" Target="../media/image1898.png"/><Relationship Id="rId57" Type="http://schemas.openxmlformats.org/officeDocument/2006/relationships/customXml" Target="../ink/ink1963.xml"/><Relationship Id="rId262" Type="http://schemas.openxmlformats.org/officeDocument/2006/relationships/image" Target="../media/image2011.png"/><Relationship Id="rId283" Type="http://schemas.openxmlformats.org/officeDocument/2006/relationships/customXml" Target="../ink/ink2076.xml"/><Relationship Id="rId78" Type="http://schemas.openxmlformats.org/officeDocument/2006/relationships/image" Target="../media/image1919.png"/><Relationship Id="rId99" Type="http://schemas.openxmlformats.org/officeDocument/2006/relationships/customXml" Target="../ink/ink1984.xml"/><Relationship Id="rId101" Type="http://schemas.openxmlformats.org/officeDocument/2006/relationships/customXml" Target="../ink/ink1985.xml"/><Relationship Id="rId122" Type="http://schemas.openxmlformats.org/officeDocument/2006/relationships/image" Target="../media/image1941.png"/><Relationship Id="rId143" Type="http://schemas.openxmlformats.org/officeDocument/2006/relationships/customXml" Target="../ink/ink2006.xml"/><Relationship Id="rId164" Type="http://schemas.openxmlformats.org/officeDocument/2006/relationships/image" Target="../media/image1962.png"/><Relationship Id="rId185" Type="http://schemas.openxmlformats.org/officeDocument/2006/relationships/customXml" Target="../ink/ink2027.xml"/><Relationship Id="rId9" Type="http://schemas.openxmlformats.org/officeDocument/2006/relationships/customXml" Target="../ink/ink1939.xml"/><Relationship Id="rId210" Type="http://schemas.openxmlformats.org/officeDocument/2006/relationships/image" Target="../media/image1985.png"/><Relationship Id="rId26" Type="http://schemas.openxmlformats.org/officeDocument/2006/relationships/image" Target="../media/image1893.png"/><Relationship Id="rId231" Type="http://schemas.openxmlformats.org/officeDocument/2006/relationships/customXml" Target="../ink/ink2050.xml"/><Relationship Id="rId252" Type="http://schemas.openxmlformats.org/officeDocument/2006/relationships/image" Target="../media/image2006.png"/><Relationship Id="rId273" Type="http://schemas.openxmlformats.org/officeDocument/2006/relationships/customXml" Target="../ink/ink2071.xml"/><Relationship Id="rId294" Type="http://schemas.openxmlformats.org/officeDocument/2006/relationships/image" Target="../media/image2027.png"/><Relationship Id="rId308" Type="http://schemas.openxmlformats.org/officeDocument/2006/relationships/image" Target="../media/image2034.png"/><Relationship Id="rId47" Type="http://schemas.openxmlformats.org/officeDocument/2006/relationships/customXml" Target="../ink/ink1958.xml"/><Relationship Id="rId68" Type="http://schemas.openxmlformats.org/officeDocument/2006/relationships/image" Target="../media/image1914.png"/><Relationship Id="rId89" Type="http://schemas.openxmlformats.org/officeDocument/2006/relationships/customXml" Target="../ink/ink1979.xml"/><Relationship Id="rId112" Type="http://schemas.openxmlformats.org/officeDocument/2006/relationships/image" Target="../media/image1936.png"/><Relationship Id="rId133" Type="http://schemas.openxmlformats.org/officeDocument/2006/relationships/customXml" Target="../ink/ink2001.xml"/><Relationship Id="rId154" Type="http://schemas.openxmlformats.org/officeDocument/2006/relationships/image" Target="../media/image1957.png"/><Relationship Id="rId175" Type="http://schemas.openxmlformats.org/officeDocument/2006/relationships/customXml" Target="../ink/ink2022.xml"/><Relationship Id="rId196" Type="http://schemas.openxmlformats.org/officeDocument/2006/relationships/image" Target="../media/image1978.png"/><Relationship Id="rId200" Type="http://schemas.openxmlformats.org/officeDocument/2006/relationships/image" Target="../media/image1980.png"/><Relationship Id="rId16" Type="http://schemas.openxmlformats.org/officeDocument/2006/relationships/image" Target="../media/image1888.png"/><Relationship Id="rId221" Type="http://schemas.openxmlformats.org/officeDocument/2006/relationships/customXml" Target="../ink/ink2045.xml"/><Relationship Id="rId242" Type="http://schemas.openxmlformats.org/officeDocument/2006/relationships/image" Target="../media/image2001.png"/><Relationship Id="rId263" Type="http://schemas.openxmlformats.org/officeDocument/2006/relationships/customXml" Target="../ink/ink2066.xml"/><Relationship Id="rId284" Type="http://schemas.openxmlformats.org/officeDocument/2006/relationships/image" Target="../media/image2022.png"/><Relationship Id="rId37" Type="http://schemas.openxmlformats.org/officeDocument/2006/relationships/customXml" Target="../ink/ink1953.xml"/><Relationship Id="rId58" Type="http://schemas.openxmlformats.org/officeDocument/2006/relationships/image" Target="../media/image1909.png"/><Relationship Id="rId79" Type="http://schemas.openxmlformats.org/officeDocument/2006/relationships/customXml" Target="../ink/ink1974.xml"/><Relationship Id="rId102" Type="http://schemas.openxmlformats.org/officeDocument/2006/relationships/image" Target="../media/image1931.png"/><Relationship Id="rId123" Type="http://schemas.openxmlformats.org/officeDocument/2006/relationships/customXml" Target="../ink/ink1996.xml"/><Relationship Id="rId144" Type="http://schemas.openxmlformats.org/officeDocument/2006/relationships/image" Target="../media/image1952.png"/><Relationship Id="rId90" Type="http://schemas.openxmlformats.org/officeDocument/2006/relationships/image" Target="../media/image1925.png"/><Relationship Id="rId165" Type="http://schemas.openxmlformats.org/officeDocument/2006/relationships/customXml" Target="../ink/ink2017.xml"/><Relationship Id="rId186" Type="http://schemas.openxmlformats.org/officeDocument/2006/relationships/image" Target="../media/image1973.png"/><Relationship Id="rId211" Type="http://schemas.openxmlformats.org/officeDocument/2006/relationships/customXml" Target="../ink/ink2040.xml"/><Relationship Id="rId232" Type="http://schemas.openxmlformats.org/officeDocument/2006/relationships/image" Target="../media/image1996.png"/><Relationship Id="rId253" Type="http://schemas.openxmlformats.org/officeDocument/2006/relationships/customXml" Target="../ink/ink2061.xml"/><Relationship Id="rId274" Type="http://schemas.openxmlformats.org/officeDocument/2006/relationships/image" Target="../media/image2017.png"/><Relationship Id="rId295" Type="http://schemas.openxmlformats.org/officeDocument/2006/relationships/customXml" Target="../ink/ink2082.xml"/><Relationship Id="rId27" Type="http://schemas.openxmlformats.org/officeDocument/2006/relationships/customXml" Target="../ink/ink1948.xml"/><Relationship Id="rId48" Type="http://schemas.openxmlformats.org/officeDocument/2006/relationships/image" Target="../media/image1904.png"/><Relationship Id="rId69" Type="http://schemas.openxmlformats.org/officeDocument/2006/relationships/customXml" Target="../ink/ink1969.xml"/><Relationship Id="rId113" Type="http://schemas.openxmlformats.org/officeDocument/2006/relationships/customXml" Target="../ink/ink1991.xml"/><Relationship Id="rId134" Type="http://schemas.openxmlformats.org/officeDocument/2006/relationships/image" Target="../media/image1947.png"/><Relationship Id="rId80" Type="http://schemas.openxmlformats.org/officeDocument/2006/relationships/image" Target="../media/image1920.png"/><Relationship Id="rId155" Type="http://schemas.openxmlformats.org/officeDocument/2006/relationships/customXml" Target="../ink/ink2012.xml"/><Relationship Id="rId176" Type="http://schemas.openxmlformats.org/officeDocument/2006/relationships/image" Target="../media/image1968.png"/><Relationship Id="rId197" Type="http://schemas.openxmlformats.org/officeDocument/2006/relationships/customXml" Target="../ink/ink2033.xml"/><Relationship Id="rId201" Type="http://schemas.openxmlformats.org/officeDocument/2006/relationships/customXml" Target="../ink/ink2035.xml"/><Relationship Id="rId222" Type="http://schemas.openxmlformats.org/officeDocument/2006/relationships/image" Target="../media/image1991.png"/><Relationship Id="rId243" Type="http://schemas.openxmlformats.org/officeDocument/2006/relationships/customXml" Target="../ink/ink2056.xml"/><Relationship Id="rId264" Type="http://schemas.openxmlformats.org/officeDocument/2006/relationships/image" Target="../media/image2012.png"/><Relationship Id="rId285" Type="http://schemas.openxmlformats.org/officeDocument/2006/relationships/customXml" Target="../ink/ink2077.xml"/><Relationship Id="rId17" Type="http://schemas.openxmlformats.org/officeDocument/2006/relationships/customXml" Target="../ink/ink1943.xml"/><Relationship Id="rId38" Type="http://schemas.openxmlformats.org/officeDocument/2006/relationships/image" Target="../media/image1899.png"/><Relationship Id="rId59" Type="http://schemas.openxmlformats.org/officeDocument/2006/relationships/customXml" Target="../ink/ink1964.xml"/><Relationship Id="rId103" Type="http://schemas.openxmlformats.org/officeDocument/2006/relationships/customXml" Target="../ink/ink1986.xml"/><Relationship Id="rId124" Type="http://schemas.openxmlformats.org/officeDocument/2006/relationships/image" Target="../media/image1942.png"/><Relationship Id="rId70" Type="http://schemas.openxmlformats.org/officeDocument/2006/relationships/image" Target="../media/image1915.png"/><Relationship Id="rId91" Type="http://schemas.openxmlformats.org/officeDocument/2006/relationships/customXml" Target="../ink/ink1980.xml"/><Relationship Id="rId145" Type="http://schemas.openxmlformats.org/officeDocument/2006/relationships/customXml" Target="../ink/ink2007.xml"/><Relationship Id="rId166" Type="http://schemas.openxmlformats.org/officeDocument/2006/relationships/image" Target="../media/image1963.png"/><Relationship Id="rId187" Type="http://schemas.openxmlformats.org/officeDocument/2006/relationships/customXml" Target="../ink/ink202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986.png"/><Relationship Id="rId233" Type="http://schemas.openxmlformats.org/officeDocument/2006/relationships/customXml" Target="../ink/ink2051.xml"/><Relationship Id="rId254" Type="http://schemas.openxmlformats.org/officeDocument/2006/relationships/image" Target="../media/image2007.png"/><Relationship Id="rId28" Type="http://schemas.openxmlformats.org/officeDocument/2006/relationships/image" Target="../media/image1894.png"/><Relationship Id="rId49" Type="http://schemas.openxmlformats.org/officeDocument/2006/relationships/customXml" Target="../ink/ink1959.xml"/><Relationship Id="rId114" Type="http://schemas.openxmlformats.org/officeDocument/2006/relationships/image" Target="../media/image1937.png"/><Relationship Id="rId275" Type="http://schemas.openxmlformats.org/officeDocument/2006/relationships/customXml" Target="../ink/ink2072.xml"/><Relationship Id="rId296" Type="http://schemas.openxmlformats.org/officeDocument/2006/relationships/image" Target="../media/image2028.png"/><Relationship Id="rId300" Type="http://schemas.openxmlformats.org/officeDocument/2006/relationships/image" Target="../media/image2030.png"/><Relationship Id="rId60" Type="http://schemas.openxmlformats.org/officeDocument/2006/relationships/image" Target="../media/image1910.png"/><Relationship Id="rId81" Type="http://schemas.openxmlformats.org/officeDocument/2006/relationships/customXml" Target="../ink/ink1975.xml"/><Relationship Id="rId135" Type="http://schemas.openxmlformats.org/officeDocument/2006/relationships/customXml" Target="../ink/ink2002.xml"/><Relationship Id="rId156" Type="http://schemas.openxmlformats.org/officeDocument/2006/relationships/image" Target="../media/image1958.png"/><Relationship Id="rId177" Type="http://schemas.openxmlformats.org/officeDocument/2006/relationships/customXml" Target="../ink/ink2023.xml"/><Relationship Id="rId198" Type="http://schemas.openxmlformats.org/officeDocument/2006/relationships/image" Target="../media/image1979.png"/><Relationship Id="rId202" Type="http://schemas.openxmlformats.org/officeDocument/2006/relationships/image" Target="../media/image1981.png"/><Relationship Id="rId223" Type="http://schemas.openxmlformats.org/officeDocument/2006/relationships/customXml" Target="../ink/ink2046.xml"/><Relationship Id="rId244" Type="http://schemas.openxmlformats.org/officeDocument/2006/relationships/image" Target="../media/image2002.png"/><Relationship Id="rId18" Type="http://schemas.openxmlformats.org/officeDocument/2006/relationships/image" Target="../media/image1889.png"/><Relationship Id="rId39" Type="http://schemas.openxmlformats.org/officeDocument/2006/relationships/customXml" Target="../ink/ink1954.xml"/><Relationship Id="rId265" Type="http://schemas.openxmlformats.org/officeDocument/2006/relationships/customXml" Target="../ink/ink2067.xml"/><Relationship Id="rId286" Type="http://schemas.openxmlformats.org/officeDocument/2006/relationships/image" Target="../media/image2023.png"/><Relationship Id="rId50" Type="http://schemas.openxmlformats.org/officeDocument/2006/relationships/image" Target="../media/image1905.png"/><Relationship Id="rId104" Type="http://schemas.openxmlformats.org/officeDocument/2006/relationships/image" Target="../media/image1932.png"/><Relationship Id="rId125" Type="http://schemas.openxmlformats.org/officeDocument/2006/relationships/customXml" Target="../ink/ink1997.xml"/><Relationship Id="rId146" Type="http://schemas.openxmlformats.org/officeDocument/2006/relationships/image" Target="../media/image1953.png"/><Relationship Id="rId167" Type="http://schemas.openxmlformats.org/officeDocument/2006/relationships/customXml" Target="../ink/ink2018.xml"/><Relationship Id="rId188" Type="http://schemas.openxmlformats.org/officeDocument/2006/relationships/image" Target="../media/image1974.png"/><Relationship Id="rId71" Type="http://schemas.openxmlformats.org/officeDocument/2006/relationships/customXml" Target="../ink/ink1970.xml"/><Relationship Id="rId92" Type="http://schemas.openxmlformats.org/officeDocument/2006/relationships/image" Target="../media/image1926.png"/><Relationship Id="rId213" Type="http://schemas.openxmlformats.org/officeDocument/2006/relationships/customXml" Target="../ink/ink2041.xml"/><Relationship Id="rId234" Type="http://schemas.openxmlformats.org/officeDocument/2006/relationships/image" Target="../media/image1997.png"/><Relationship Id="rId2" Type="http://schemas.openxmlformats.org/officeDocument/2006/relationships/image" Target="../media/image1881.png"/><Relationship Id="rId29" Type="http://schemas.openxmlformats.org/officeDocument/2006/relationships/customXml" Target="../ink/ink1949.xml"/><Relationship Id="rId255" Type="http://schemas.openxmlformats.org/officeDocument/2006/relationships/customXml" Target="../ink/ink2062.xml"/><Relationship Id="rId276" Type="http://schemas.openxmlformats.org/officeDocument/2006/relationships/image" Target="../media/image2018.png"/><Relationship Id="rId297" Type="http://schemas.openxmlformats.org/officeDocument/2006/relationships/customXml" Target="../ink/ink2083.xml"/><Relationship Id="rId40" Type="http://schemas.openxmlformats.org/officeDocument/2006/relationships/image" Target="../media/image1900.png"/><Relationship Id="rId115" Type="http://schemas.openxmlformats.org/officeDocument/2006/relationships/customXml" Target="../ink/ink1992.xml"/><Relationship Id="rId136" Type="http://schemas.openxmlformats.org/officeDocument/2006/relationships/image" Target="../media/image1948.png"/><Relationship Id="rId157" Type="http://schemas.openxmlformats.org/officeDocument/2006/relationships/customXml" Target="../ink/ink2013.xml"/><Relationship Id="rId178" Type="http://schemas.openxmlformats.org/officeDocument/2006/relationships/image" Target="../media/image1969.png"/><Relationship Id="rId301" Type="http://schemas.openxmlformats.org/officeDocument/2006/relationships/customXml" Target="../ink/ink2085.xml"/><Relationship Id="rId61" Type="http://schemas.openxmlformats.org/officeDocument/2006/relationships/customXml" Target="../ink/ink1965.xml"/><Relationship Id="rId82" Type="http://schemas.openxmlformats.org/officeDocument/2006/relationships/image" Target="../media/image1921.png"/><Relationship Id="rId199" Type="http://schemas.openxmlformats.org/officeDocument/2006/relationships/customXml" Target="../ink/ink2034.xml"/><Relationship Id="rId203" Type="http://schemas.openxmlformats.org/officeDocument/2006/relationships/customXml" Target="../ink/ink2036.xml"/><Relationship Id="rId19" Type="http://schemas.openxmlformats.org/officeDocument/2006/relationships/customXml" Target="../ink/ink1944.xml"/><Relationship Id="rId224" Type="http://schemas.openxmlformats.org/officeDocument/2006/relationships/image" Target="../media/image1992.png"/><Relationship Id="rId245" Type="http://schemas.openxmlformats.org/officeDocument/2006/relationships/customXml" Target="../ink/ink2057.xml"/><Relationship Id="rId266" Type="http://schemas.openxmlformats.org/officeDocument/2006/relationships/image" Target="../media/image2013.png"/><Relationship Id="rId287" Type="http://schemas.openxmlformats.org/officeDocument/2006/relationships/customXml" Target="../ink/ink2078.xml"/><Relationship Id="rId30" Type="http://schemas.openxmlformats.org/officeDocument/2006/relationships/image" Target="../media/image1895.png"/><Relationship Id="rId105" Type="http://schemas.openxmlformats.org/officeDocument/2006/relationships/customXml" Target="../ink/ink1987.xml"/><Relationship Id="rId126" Type="http://schemas.openxmlformats.org/officeDocument/2006/relationships/image" Target="../media/image1943.png"/><Relationship Id="rId147" Type="http://schemas.openxmlformats.org/officeDocument/2006/relationships/customXml" Target="../ink/ink2008.xml"/><Relationship Id="rId168" Type="http://schemas.openxmlformats.org/officeDocument/2006/relationships/image" Target="../media/image1964.png"/><Relationship Id="rId51" Type="http://schemas.openxmlformats.org/officeDocument/2006/relationships/customXml" Target="../ink/ink1960.xml"/><Relationship Id="rId72" Type="http://schemas.openxmlformats.org/officeDocument/2006/relationships/image" Target="../media/image1916.png"/><Relationship Id="rId93" Type="http://schemas.openxmlformats.org/officeDocument/2006/relationships/customXml" Target="../ink/ink1981.xml"/><Relationship Id="rId189" Type="http://schemas.openxmlformats.org/officeDocument/2006/relationships/customXml" Target="../ink/ink2029.xml"/><Relationship Id="rId3" Type="http://schemas.openxmlformats.org/officeDocument/2006/relationships/customXml" Target="../ink/ink1936.xml"/><Relationship Id="rId214" Type="http://schemas.openxmlformats.org/officeDocument/2006/relationships/image" Target="../media/image1987.png"/><Relationship Id="rId235" Type="http://schemas.openxmlformats.org/officeDocument/2006/relationships/customXml" Target="../ink/ink2052.xml"/><Relationship Id="rId256" Type="http://schemas.openxmlformats.org/officeDocument/2006/relationships/image" Target="../media/image2008.png"/><Relationship Id="rId277" Type="http://schemas.openxmlformats.org/officeDocument/2006/relationships/customXml" Target="../ink/ink2073.xml"/><Relationship Id="rId298" Type="http://schemas.openxmlformats.org/officeDocument/2006/relationships/image" Target="../media/image2029.png"/><Relationship Id="rId116" Type="http://schemas.openxmlformats.org/officeDocument/2006/relationships/image" Target="../media/image1938.png"/><Relationship Id="rId137" Type="http://schemas.openxmlformats.org/officeDocument/2006/relationships/customXml" Target="../ink/ink2003.xml"/><Relationship Id="rId158" Type="http://schemas.openxmlformats.org/officeDocument/2006/relationships/image" Target="../media/image1959.png"/><Relationship Id="rId302" Type="http://schemas.openxmlformats.org/officeDocument/2006/relationships/image" Target="../media/image2031.png"/><Relationship Id="rId20" Type="http://schemas.openxmlformats.org/officeDocument/2006/relationships/image" Target="../media/image1890.png"/><Relationship Id="rId41" Type="http://schemas.openxmlformats.org/officeDocument/2006/relationships/customXml" Target="../ink/ink1955.xml"/><Relationship Id="rId62" Type="http://schemas.openxmlformats.org/officeDocument/2006/relationships/image" Target="../media/image1911.png"/><Relationship Id="rId83" Type="http://schemas.openxmlformats.org/officeDocument/2006/relationships/customXml" Target="../ink/ink1976.xml"/><Relationship Id="rId179" Type="http://schemas.openxmlformats.org/officeDocument/2006/relationships/customXml" Target="../ink/ink2024.xml"/><Relationship Id="rId190" Type="http://schemas.openxmlformats.org/officeDocument/2006/relationships/image" Target="../media/image1975.png"/><Relationship Id="rId204" Type="http://schemas.openxmlformats.org/officeDocument/2006/relationships/image" Target="../media/image1982.png"/><Relationship Id="rId225" Type="http://schemas.openxmlformats.org/officeDocument/2006/relationships/customXml" Target="../ink/ink2047.xml"/><Relationship Id="rId246" Type="http://schemas.openxmlformats.org/officeDocument/2006/relationships/image" Target="../media/image2003.png"/><Relationship Id="rId267" Type="http://schemas.openxmlformats.org/officeDocument/2006/relationships/customXml" Target="../ink/ink2068.xml"/><Relationship Id="rId288" Type="http://schemas.openxmlformats.org/officeDocument/2006/relationships/image" Target="../media/image2024.png"/><Relationship Id="rId106" Type="http://schemas.openxmlformats.org/officeDocument/2006/relationships/image" Target="../media/image1933.png"/><Relationship Id="rId127" Type="http://schemas.openxmlformats.org/officeDocument/2006/relationships/customXml" Target="../ink/ink1998.xml"/><Relationship Id="rId10" Type="http://schemas.openxmlformats.org/officeDocument/2006/relationships/image" Target="../media/image1885.png"/><Relationship Id="rId31" Type="http://schemas.openxmlformats.org/officeDocument/2006/relationships/customXml" Target="../ink/ink1950.xml"/><Relationship Id="rId52" Type="http://schemas.openxmlformats.org/officeDocument/2006/relationships/image" Target="../media/image1906.png"/><Relationship Id="rId73" Type="http://schemas.openxmlformats.org/officeDocument/2006/relationships/customXml" Target="../ink/ink1971.xml"/><Relationship Id="rId94" Type="http://schemas.openxmlformats.org/officeDocument/2006/relationships/image" Target="../media/image1927.png"/><Relationship Id="rId148" Type="http://schemas.openxmlformats.org/officeDocument/2006/relationships/image" Target="../media/image1954.png"/><Relationship Id="rId169" Type="http://schemas.openxmlformats.org/officeDocument/2006/relationships/customXml" Target="../ink/ink2019.xml"/><Relationship Id="rId4" Type="http://schemas.openxmlformats.org/officeDocument/2006/relationships/image" Target="../media/image1882.png"/><Relationship Id="rId180" Type="http://schemas.openxmlformats.org/officeDocument/2006/relationships/image" Target="../media/image1970.png"/><Relationship Id="rId215" Type="http://schemas.openxmlformats.org/officeDocument/2006/relationships/customXml" Target="../ink/ink2042.xml"/><Relationship Id="rId236" Type="http://schemas.openxmlformats.org/officeDocument/2006/relationships/image" Target="../media/image1998.png"/><Relationship Id="rId257" Type="http://schemas.openxmlformats.org/officeDocument/2006/relationships/customXml" Target="../ink/ink2063.xml"/><Relationship Id="rId278" Type="http://schemas.openxmlformats.org/officeDocument/2006/relationships/image" Target="../media/image2019.png"/><Relationship Id="rId303" Type="http://schemas.openxmlformats.org/officeDocument/2006/relationships/customXml" Target="../ink/ink2086.xml"/><Relationship Id="rId42" Type="http://schemas.openxmlformats.org/officeDocument/2006/relationships/image" Target="../media/image1901.png"/><Relationship Id="rId84" Type="http://schemas.openxmlformats.org/officeDocument/2006/relationships/image" Target="../media/image1922.png"/><Relationship Id="rId138" Type="http://schemas.openxmlformats.org/officeDocument/2006/relationships/image" Target="../media/image1949.png"/><Relationship Id="rId191" Type="http://schemas.openxmlformats.org/officeDocument/2006/relationships/customXml" Target="../ink/ink2030.xml"/><Relationship Id="rId205" Type="http://schemas.openxmlformats.org/officeDocument/2006/relationships/customXml" Target="../ink/ink2037.xml"/><Relationship Id="rId247" Type="http://schemas.openxmlformats.org/officeDocument/2006/relationships/customXml" Target="../ink/ink2058.xml"/><Relationship Id="rId107" Type="http://schemas.openxmlformats.org/officeDocument/2006/relationships/customXml" Target="../ink/ink1988.xml"/><Relationship Id="rId289" Type="http://schemas.openxmlformats.org/officeDocument/2006/relationships/customXml" Target="../ink/ink2079.xml"/><Relationship Id="rId11" Type="http://schemas.openxmlformats.org/officeDocument/2006/relationships/customXml" Target="../ink/ink1940.xml"/><Relationship Id="rId53" Type="http://schemas.openxmlformats.org/officeDocument/2006/relationships/customXml" Target="../ink/ink1961.xml"/><Relationship Id="rId149" Type="http://schemas.openxmlformats.org/officeDocument/2006/relationships/customXml" Target="../ink/ink2009.xml"/><Relationship Id="rId95" Type="http://schemas.openxmlformats.org/officeDocument/2006/relationships/customXml" Target="../ink/ink1982.xml"/><Relationship Id="rId160" Type="http://schemas.openxmlformats.org/officeDocument/2006/relationships/image" Target="../media/image1960.png"/><Relationship Id="rId216" Type="http://schemas.openxmlformats.org/officeDocument/2006/relationships/image" Target="../media/image1988.png"/><Relationship Id="rId258" Type="http://schemas.openxmlformats.org/officeDocument/2006/relationships/image" Target="../media/image2009.png"/><Relationship Id="rId22" Type="http://schemas.openxmlformats.org/officeDocument/2006/relationships/image" Target="../media/image1891.png"/><Relationship Id="rId64" Type="http://schemas.openxmlformats.org/officeDocument/2006/relationships/image" Target="../media/image1912.png"/><Relationship Id="rId118" Type="http://schemas.openxmlformats.org/officeDocument/2006/relationships/image" Target="../media/image1939.png"/><Relationship Id="rId171" Type="http://schemas.openxmlformats.org/officeDocument/2006/relationships/customXml" Target="../ink/ink2020.xml"/><Relationship Id="rId227" Type="http://schemas.openxmlformats.org/officeDocument/2006/relationships/customXml" Target="../ink/ink2048.xml"/><Relationship Id="rId269" Type="http://schemas.openxmlformats.org/officeDocument/2006/relationships/customXml" Target="../ink/ink2069.xml"/><Relationship Id="rId33" Type="http://schemas.openxmlformats.org/officeDocument/2006/relationships/customXml" Target="../ink/ink1951.xml"/><Relationship Id="rId129" Type="http://schemas.openxmlformats.org/officeDocument/2006/relationships/customXml" Target="../ink/ink1999.xml"/><Relationship Id="rId280" Type="http://schemas.openxmlformats.org/officeDocument/2006/relationships/image" Target="../media/image2020.png"/><Relationship Id="rId75" Type="http://schemas.openxmlformats.org/officeDocument/2006/relationships/customXml" Target="../ink/ink1972.xml"/><Relationship Id="rId140" Type="http://schemas.openxmlformats.org/officeDocument/2006/relationships/image" Target="../media/image1950.png"/><Relationship Id="rId182" Type="http://schemas.openxmlformats.org/officeDocument/2006/relationships/image" Target="../media/image1971.png"/><Relationship Id="rId6" Type="http://schemas.openxmlformats.org/officeDocument/2006/relationships/image" Target="../media/image1883.png"/><Relationship Id="rId238" Type="http://schemas.openxmlformats.org/officeDocument/2006/relationships/image" Target="../media/image1999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46.xml"/><Relationship Id="rId21" Type="http://schemas.openxmlformats.org/officeDocument/2006/relationships/customXml" Target="../ink/ink2098.xml"/><Relationship Id="rId42" Type="http://schemas.openxmlformats.org/officeDocument/2006/relationships/image" Target="../media/image2054.png"/><Relationship Id="rId63" Type="http://schemas.openxmlformats.org/officeDocument/2006/relationships/customXml" Target="../ink/ink2119.xml"/><Relationship Id="rId84" Type="http://schemas.openxmlformats.org/officeDocument/2006/relationships/image" Target="../media/image2075.png"/><Relationship Id="rId138" Type="http://schemas.openxmlformats.org/officeDocument/2006/relationships/image" Target="../media/image2102.png"/><Relationship Id="rId107" Type="http://schemas.openxmlformats.org/officeDocument/2006/relationships/customXml" Target="../ink/ink2141.xml"/><Relationship Id="rId11" Type="http://schemas.openxmlformats.org/officeDocument/2006/relationships/customXml" Target="../ink/ink2093.xml"/><Relationship Id="rId32" Type="http://schemas.openxmlformats.org/officeDocument/2006/relationships/image" Target="../media/image2049.png"/><Relationship Id="rId53" Type="http://schemas.openxmlformats.org/officeDocument/2006/relationships/customXml" Target="../ink/ink2114.xml"/><Relationship Id="rId74" Type="http://schemas.openxmlformats.org/officeDocument/2006/relationships/image" Target="../media/image2070.png"/><Relationship Id="rId128" Type="http://schemas.openxmlformats.org/officeDocument/2006/relationships/image" Target="../media/image2097.png"/><Relationship Id="rId5" Type="http://schemas.openxmlformats.org/officeDocument/2006/relationships/customXml" Target="../ink/ink2090.xml"/><Relationship Id="rId90" Type="http://schemas.openxmlformats.org/officeDocument/2006/relationships/image" Target="../media/image2078.png"/><Relationship Id="rId95" Type="http://schemas.openxmlformats.org/officeDocument/2006/relationships/customXml" Target="../ink/ink2135.xml"/><Relationship Id="rId22" Type="http://schemas.openxmlformats.org/officeDocument/2006/relationships/image" Target="../media/image2044.png"/><Relationship Id="rId27" Type="http://schemas.openxmlformats.org/officeDocument/2006/relationships/customXml" Target="../ink/ink2101.xml"/><Relationship Id="rId43" Type="http://schemas.openxmlformats.org/officeDocument/2006/relationships/customXml" Target="../ink/ink2109.xml"/><Relationship Id="rId48" Type="http://schemas.openxmlformats.org/officeDocument/2006/relationships/image" Target="../media/image2057.png"/><Relationship Id="rId64" Type="http://schemas.openxmlformats.org/officeDocument/2006/relationships/image" Target="../media/image2065.png"/><Relationship Id="rId69" Type="http://schemas.openxmlformats.org/officeDocument/2006/relationships/customXml" Target="../ink/ink2122.xml"/><Relationship Id="rId113" Type="http://schemas.openxmlformats.org/officeDocument/2006/relationships/customXml" Target="../ink/ink2144.xml"/><Relationship Id="rId118" Type="http://schemas.openxmlformats.org/officeDocument/2006/relationships/image" Target="../media/image2092.png"/><Relationship Id="rId134" Type="http://schemas.openxmlformats.org/officeDocument/2006/relationships/image" Target="../media/image2100.png"/><Relationship Id="rId139" Type="http://schemas.openxmlformats.org/officeDocument/2006/relationships/customXml" Target="../ink/ink2157.xml"/><Relationship Id="rId80" Type="http://schemas.openxmlformats.org/officeDocument/2006/relationships/image" Target="../media/image2073.png"/><Relationship Id="rId85" Type="http://schemas.openxmlformats.org/officeDocument/2006/relationships/customXml" Target="../ink/ink2130.xml"/><Relationship Id="rId12" Type="http://schemas.openxmlformats.org/officeDocument/2006/relationships/image" Target="../media/image2039.png"/><Relationship Id="rId17" Type="http://schemas.openxmlformats.org/officeDocument/2006/relationships/customXml" Target="../ink/ink2096.xml"/><Relationship Id="rId33" Type="http://schemas.openxmlformats.org/officeDocument/2006/relationships/customXml" Target="../ink/ink2104.xml"/><Relationship Id="rId38" Type="http://schemas.openxmlformats.org/officeDocument/2006/relationships/image" Target="../media/image2052.png"/><Relationship Id="rId59" Type="http://schemas.openxmlformats.org/officeDocument/2006/relationships/customXml" Target="../ink/ink2117.xml"/><Relationship Id="rId103" Type="http://schemas.openxmlformats.org/officeDocument/2006/relationships/customXml" Target="../ink/ink2139.xml"/><Relationship Id="rId108" Type="http://schemas.openxmlformats.org/officeDocument/2006/relationships/image" Target="../media/image2087.png"/><Relationship Id="rId124" Type="http://schemas.openxmlformats.org/officeDocument/2006/relationships/image" Target="../media/image2095.png"/><Relationship Id="rId129" Type="http://schemas.openxmlformats.org/officeDocument/2006/relationships/customXml" Target="../ink/ink2152.xml"/><Relationship Id="rId54" Type="http://schemas.openxmlformats.org/officeDocument/2006/relationships/image" Target="../media/image2060.png"/><Relationship Id="rId70" Type="http://schemas.openxmlformats.org/officeDocument/2006/relationships/image" Target="../media/image2068.png"/><Relationship Id="rId75" Type="http://schemas.openxmlformats.org/officeDocument/2006/relationships/customXml" Target="../ink/ink2125.xml"/><Relationship Id="rId91" Type="http://schemas.openxmlformats.org/officeDocument/2006/relationships/customXml" Target="../ink/ink2133.xml"/><Relationship Id="rId96" Type="http://schemas.openxmlformats.org/officeDocument/2006/relationships/image" Target="../media/image2081.png"/><Relationship Id="rId140" Type="http://schemas.openxmlformats.org/officeDocument/2006/relationships/image" Target="../media/image2103.png"/><Relationship Id="rId145" Type="http://schemas.openxmlformats.org/officeDocument/2006/relationships/customXml" Target="../ink/ink21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6.png"/><Relationship Id="rId23" Type="http://schemas.openxmlformats.org/officeDocument/2006/relationships/customXml" Target="../ink/ink2099.xml"/><Relationship Id="rId28" Type="http://schemas.openxmlformats.org/officeDocument/2006/relationships/image" Target="../media/image2047.png"/><Relationship Id="rId49" Type="http://schemas.openxmlformats.org/officeDocument/2006/relationships/customXml" Target="../ink/ink2112.xml"/><Relationship Id="rId114" Type="http://schemas.openxmlformats.org/officeDocument/2006/relationships/image" Target="../media/image2090.png"/><Relationship Id="rId119" Type="http://schemas.openxmlformats.org/officeDocument/2006/relationships/customXml" Target="../ink/ink2147.xml"/><Relationship Id="rId44" Type="http://schemas.openxmlformats.org/officeDocument/2006/relationships/image" Target="../media/image2055.png"/><Relationship Id="rId60" Type="http://schemas.openxmlformats.org/officeDocument/2006/relationships/image" Target="../media/image2063.png"/><Relationship Id="rId65" Type="http://schemas.openxmlformats.org/officeDocument/2006/relationships/customXml" Target="../ink/ink2120.xml"/><Relationship Id="rId81" Type="http://schemas.openxmlformats.org/officeDocument/2006/relationships/customXml" Target="../ink/ink2128.xml"/><Relationship Id="rId86" Type="http://schemas.openxmlformats.org/officeDocument/2006/relationships/image" Target="../media/image2076.png"/><Relationship Id="rId130" Type="http://schemas.openxmlformats.org/officeDocument/2006/relationships/image" Target="../media/image2098.png"/><Relationship Id="rId135" Type="http://schemas.openxmlformats.org/officeDocument/2006/relationships/customXml" Target="../ink/ink2155.xml"/><Relationship Id="rId13" Type="http://schemas.openxmlformats.org/officeDocument/2006/relationships/customXml" Target="../ink/ink2094.xml"/><Relationship Id="rId18" Type="http://schemas.openxmlformats.org/officeDocument/2006/relationships/image" Target="../media/image2042.png"/><Relationship Id="rId39" Type="http://schemas.openxmlformats.org/officeDocument/2006/relationships/customXml" Target="../ink/ink2107.xml"/><Relationship Id="rId109" Type="http://schemas.openxmlformats.org/officeDocument/2006/relationships/customXml" Target="../ink/ink2142.xml"/><Relationship Id="rId34" Type="http://schemas.openxmlformats.org/officeDocument/2006/relationships/image" Target="../media/image2050.png"/><Relationship Id="rId50" Type="http://schemas.openxmlformats.org/officeDocument/2006/relationships/image" Target="../media/image2058.png"/><Relationship Id="rId55" Type="http://schemas.openxmlformats.org/officeDocument/2006/relationships/customXml" Target="../ink/ink2115.xml"/><Relationship Id="rId76" Type="http://schemas.openxmlformats.org/officeDocument/2006/relationships/image" Target="../media/image2071.png"/><Relationship Id="rId97" Type="http://schemas.openxmlformats.org/officeDocument/2006/relationships/customXml" Target="../ink/ink2136.xml"/><Relationship Id="rId104" Type="http://schemas.openxmlformats.org/officeDocument/2006/relationships/image" Target="../media/image2085.png"/><Relationship Id="rId120" Type="http://schemas.openxmlformats.org/officeDocument/2006/relationships/image" Target="../media/image2093.png"/><Relationship Id="rId125" Type="http://schemas.openxmlformats.org/officeDocument/2006/relationships/customXml" Target="../ink/ink2150.xml"/><Relationship Id="rId141" Type="http://schemas.openxmlformats.org/officeDocument/2006/relationships/customXml" Target="../ink/ink2158.xml"/><Relationship Id="rId146" Type="http://schemas.openxmlformats.org/officeDocument/2006/relationships/image" Target="../media/image2106.png"/><Relationship Id="rId7" Type="http://schemas.openxmlformats.org/officeDocument/2006/relationships/customXml" Target="../ink/ink2091.xml"/><Relationship Id="rId71" Type="http://schemas.openxmlformats.org/officeDocument/2006/relationships/customXml" Target="../ink/ink2123.xml"/><Relationship Id="rId92" Type="http://schemas.openxmlformats.org/officeDocument/2006/relationships/image" Target="../media/image2079.png"/><Relationship Id="rId2" Type="http://schemas.openxmlformats.org/officeDocument/2006/relationships/image" Target="../media/image1881.png"/><Relationship Id="rId29" Type="http://schemas.openxmlformats.org/officeDocument/2006/relationships/customXml" Target="../ink/ink2102.xml"/><Relationship Id="rId24" Type="http://schemas.openxmlformats.org/officeDocument/2006/relationships/image" Target="../media/image2045.png"/><Relationship Id="rId40" Type="http://schemas.openxmlformats.org/officeDocument/2006/relationships/image" Target="../media/image2053.png"/><Relationship Id="rId45" Type="http://schemas.openxmlformats.org/officeDocument/2006/relationships/customXml" Target="../ink/ink2110.xml"/><Relationship Id="rId66" Type="http://schemas.openxmlformats.org/officeDocument/2006/relationships/image" Target="../media/image2066.png"/><Relationship Id="rId87" Type="http://schemas.openxmlformats.org/officeDocument/2006/relationships/customXml" Target="../ink/ink2131.xml"/><Relationship Id="rId110" Type="http://schemas.openxmlformats.org/officeDocument/2006/relationships/image" Target="../media/image2088.png"/><Relationship Id="rId115" Type="http://schemas.openxmlformats.org/officeDocument/2006/relationships/customXml" Target="../ink/ink2145.xml"/><Relationship Id="rId131" Type="http://schemas.openxmlformats.org/officeDocument/2006/relationships/customXml" Target="../ink/ink2153.xml"/><Relationship Id="rId136" Type="http://schemas.openxmlformats.org/officeDocument/2006/relationships/image" Target="../media/image2101.png"/><Relationship Id="rId61" Type="http://schemas.openxmlformats.org/officeDocument/2006/relationships/customXml" Target="../ink/ink2118.xml"/><Relationship Id="rId82" Type="http://schemas.openxmlformats.org/officeDocument/2006/relationships/image" Target="../media/image2074.png"/><Relationship Id="rId19" Type="http://schemas.openxmlformats.org/officeDocument/2006/relationships/customXml" Target="../ink/ink2097.xml"/><Relationship Id="rId14" Type="http://schemas.openxmlformats.org/officeDocument/2006/relationships/image" Target="../media/image2040.png"/><Relationship Id="rId30" Type="http://schemas.openxmlformats.org/officeDocument/2006/relationships/image" Target="../media/image2048.png"/><Relationship Id="rId35" Type="http://schemas.openxmlformats.org/officeDocument/2006/relationships/customXml" Target="../ink/ink2105.xml"/><Relationship Id="rId56" Type="http://schemas.openxmlformats.org/officeDocument/2006/relationships/image" Target="../media/image2061.png"/><Relationship Id="rId77" Type="http://schemas.openxmlformats.org/officeDocument/2006/relationships/customXml" Target="../ink/ink2126.xml"/><Relationship Id="rId100" Type="http://schemas.openxmlformats.org/officeDocument/2006/relationships/image" Target="../media/image2083.png"/><Relationship Id="rId105" Type="http://schemas.openxmlformats.org/officeDocument/2006/relationships/customXml" Target="../ink/ink2140.xml"/><Relationship Id="rId126" Type="http://schemas.openxmlformats.org/officeDocument/2006/relationships/image" Target="../media/image2096.png"/><Relationship Id="rId147" Type="http://schemas.openxmlformats.org/officeDocument/2006/relationships/customXml" Target="../ink/ink2161.xml"/><Relationship Id="rId8" Type="http://schemas.openxmlformats.org/officeDocument/2006/relationships/image" Target="../media/image2037.png"/><Relationship Id="rId51" Type="http://schemas.openxmlformats.org/officeDocument/2006/relationships/customXml" Target="../ink/ink2113.xml"/><Relationship Id="rId72" Type="http://schemas.openxmlformats.org/officeDocument/2006/relationships/image" Target="../media/image2069.png"/><Relationship Id="rId93" Type="http://schemas.openxmlformats.org/officeDocument/2006/relationships/customXml" Target="../ink/ink2134.xml"/><Relationship Id="rId98" Type="http://schemas.openxmlformats.org/officeDocument/2006/relationships/image" Target="../media/image2082.png"/><Relationship Id="rId121" Type="http://schemas.openxmlformats.org/officeDocument/2006/relationships/customXml" Target="../ink/ink2148.xml"/><Relationship Id="rId142" Type="http://schemas.openxmlformats.org/officeDocument/2006/relationships/image" Target="../media/image2104.png"/><Relationship Id="rId3" Type="http://schemas.openxmlformats.org/officeDocument/2006/relationships/customXml" Target="../ink/ink2089.xml"/><Relationship Id="rId25" Type="http://schemas.openxmlformats.org/officeDocument/2006/relationships/customXml" Target="../ink/ink2100.xml"/><Relationship Id="rId46" Type="http://schemas.openxmlformats.org/officeDocument/2006/relationships/image" Target="../media/image2056.png"/><Relationship Id="rId67" Type="http://schemas.openxmlformats.org/officeDocument/2006/relationships/customXml" Target="../ink/ink2121.xml"/><Relationship Id="rId116" Type="http://schemas.openxmlformats.org/officeDocument/2006/relationships/image" Target="../media/image2091.png"/><Relationship Id="rId137" Type="http://schemas.openxmlformats.org/officeDocument/2006/relationships/customXml" Target="../ink/ink2156.xml"/><Relationship Id="rId20" Type="http://schemas.openxmlformats.org/officeDocument/2006/relationships/image" Target="../media/image2043.png"/><Relationship Id="rId41" Type="http://schemas.openxmlformats.org/officeDocument/2006/relationships/customXml" Target="../ink/ink2108.xml"/><Relationship Id="rId62" Type="http://schemas.openxmlformats.org/officeDocument/2006/relationships/image" Target="../media/image2064.png"/><Relationship Id="rId83" Type="http://schemas.openxmlformats.org/officeDocument/2006/relationships/customXml" Target="../ink/ink2129.xml"/><Relationship Id="rId88" Type="http://schemas.openxmlformats.org/officeDocument/2006/relationships/image" Target="../media/image2077.png"/><Relationship Id="rId111" Type="http://schemas.openxmlformats.org/officeDocument/2006/relationships/customXml" Target="../ink/ink2143.xml"/><Relationship Id="rId132" Type="http://schemas.openxmlformats.org/officeDocument/2006/relationships/image" Target="../media/image2099.png"/><Relationship Id="rId15" Type="http://schemas.openxmlformats.org/officeDocument/2006/relationships/customXml" Target="../ink/ink2095.xml"/><Relationship Id="rId36" Type="http://schemas.openxmlformats.org/officeDocument/2006/relationships/image" Target="../media/image2051.png"/><Relationship Id="rId57" Type="http://schemas.openxmlformats.org/officeDocument/2006/relationships/customXml" Target="../ink/ink2116.xml"/><Relationship Id="rId106" Type="http://schemas.openxmlformats.org/officeDocument/2006/relationships/image" Target="../media/image2086.png"/><Relationship Id="rId127" Type="http://schemas.openxmlformats.org/officeDocument/2006/relationships/customXml" Target="../ink/ink2151.xml"/><Relationship Id="rId10" Type="http://schemas.openxmlformats.org/officeDocument/2006/relationships/image" Target="../media/image2038.png"/><Relationship Id="rId31" Type="http://schemas.openxmlformats.org/officeDocument/2006/relationships/customXml" Target="../ink/ink2103.xml"/><Relationship Id="rId52" Type="http://schemas.openxmlformats.org/officeDocument/2006/relationships/image" Target="../media/image2059.png"/><Relationship Id="rId73" Type="http://schemas.openxmlformats.org/officeDocument/2006/relationships/customXml" Target="../ink/ink2124.xml"/><Relationship Id="rId78" Type="http://schemas.openxmlformats.org/officeDocument/2006/relationships/image" Target="../media/image2072.png"/><Relationship Id="rId94" Type="http://schemas.openxmlformats.org/officeDocument/2006/relationships/image" Target="../media/image2080.png"/><Relationship Id="rId99" Type="http://schemas.openxmlformats.org/officeDocument/2006/relationships/customXml" Target="../ink/ink2137.xml"/><Relationship Id="rId101" Type="http://schemas.openxmlformats.org/officeDocument/2006/relationships/customXml" Target="../ink/ink2138.xml"/><Relationship Id="rId122" Type="http://schemas.openxmlformats.org/officeDocument/2006/relationships/image" Target="../media/image2094.png"/><Relationship Id="rId143" Type="http://schemas.openxmlformats.org/officeDocument/2006/relationships/customXml" Target="../ink/ink2159.xml"/><Relationship Id="rId148" Type="http://schemas.openxmlformats.org/officeDocument/2006/relationships/image" Target="../media/image2107.png"/><Relationship Id="rId4" Type="http://schemas.openxmlformats.org/officeDocument/2006/relationships/image" Target="../media/image2035.png"/><Relationship Id="rId9" Type="http://schemas.openxmlformats.org/officeDocument/2006/relationships/customXml" Target="../ink/ink2092.xml"/><Relationship Id="rId26" Type="http://schemas.openxmlformats.org/officeDocument/2006/relationships/image" Target="../media/image2046.png"/><Relationship Id="rId47" Type="http://schemas.openxmlformats.org/officeDocument/2006/relationships/customXml" Target="../ink/ink2111.xml"/><Relationship Id="rId68" Type="http://schemas.openxmlformats.org/officeDocument/2006/relationships/image" Target="../media/image2067.png"/><Relationship Id="rId89" Type="http://schemas.openxmlformats.org/officeDocument/2006/relationships/customXml" Target="../ink/ink2132.xml"/><Relationship Id="rId112" Type="http://schemas.openxmlformats.org/officeDocument/2006/relationships/image" Target="../media/image2089.png"/><Relationship Id="rId133" Type="http://schemas.openxmlformats.org/officeDocument/2006/relationships/customXml" Target="../ink/ink2154.xml"/><Relationship Id="rId16" Type="http://schemas.openxmlformats.org/officeDocument/2006/relationships/image" Target="../media/image2041.png"/><Relationship Id="rId37" Type="http://schemas.openxmlformats.org/officeDocument/2006/relationships/customXml" Target="../ink/ink2106.xml"/><Relationship Id="rId58" Type="http://schemas.openxmlformats.org/officeDocument/2006/relationships/image" Target="../media/image2062.png"/><Relationship Id="rId79" Type="http://schemas.openxmlformats.org/officeDocument/2006/relationships/customXml" Target="../ink/ink2127.xml"/><Relationship Id="rId102" Type="http://schemas.openxmlformats.org/officeDocument/2006/relationships/image" Target="../media/image2084.png"/><Relationship Id="rId123" Type="http://schemas.openxmlformats.org/officeDocument/2006/relationships/customXml" Target="../ink/ink2149.xml"/><Relationship Id="rId144" Type="http://schemas.openxmlformats.org/officeDocument/2006/relationships/image" Target="../media/image2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8</a:t>
            </a:r>
          </a:p>
          <a:p>
            <a:r>
              <a:rPr lang="en-US" sz="2800" dirty="0">
                <a:latin typeface="PT Sans" panose="020B0503020203020204" pitchFamily="34" charset="0"/>
              </a:rPr>
              <a:t>Circuit Problems - Recap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0F0-04BC-5A6B-F84C-BBAF99FD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circuits</a:t>
            </a:r>
          </a:p>
        </p:txBody>
      </p:sp>
      <p:pic>
        <p:nvPicPr>
          <p:cNvPr id="6" name="Content Placeholder 5" descr="A diagram of a black box&#10;&#10;Description automatically generated">
            <a:extLst>
              <a:ext uri="{FF2B5EF4-FFF2-40B4-BE49-F238E27FC236}">
                <a16:creationId xmlns:a16="http://schemas.microsoft.com/office/drawing/2014/main" id="{FED7D7D0-C46C-0077-4E5C-CA4CD515B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52" y="1812897"/>
            <a:ext cx="10107368" cy="30581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953C0-F8FE-71F5-D6D4-57C081893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DF6855-4C71-0076-4970-52502DE18066}"/>
              </a:ext>
            </a:extLst>
          </p:cNvPr>
          <p:cNvGrpSpPr/>
          <p:nvPr/>
        </p:nvGrpSpPr>
        <p:grpSpPr>
          <a:xfrm>
            <a:off x="980851" y="1579180"/>
            <a:ext cx="4745160" cy="4956480"/>
            <a:chOff x="980851" y="1579180"/>
            <a:chExt cx="4745160" cy="495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EF1824-1C7A-DA4D-173D-26E74E23804E}"/>
                    </a:ext>
                  </a:extLst>
                </p14:cNvPr>
                <p14:cNvContentPartPr/>
                <p14:nvPr/>
              </p14:nvContentPartPr>
              <p14:xfrm>
                <a:off x="1150051" y="1580620"/>
                <a:ext cx="3354120" cy="184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EF1824-1C7A-DA4D-173D-26E74E23804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2051" y="1562980"/>
                  <a:ext cx="3389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7BED37-B86D-44E8-1D4A-7CDA7A66C14C}"/>
                    </a:ext>
                  </a:extLst>
                </p14:cNvPr>
                <p14:cNvContentPartPr/>
                <p14:nvPr/>
              </p14:nvContentPartPr>
              <p14:xfrm>
                <a:off x="1805971" y="1649020"/>
                <a:ext cx="3067920" cy="3899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7BED37-B86D-44E8-1D4A-7CDA7A66C1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88331" y="1631020"/>
                  <a:ext cx="3103560" cy="39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8A93D0-83B8-872F-7E1A-CE71BC0166C2}"/>
                    </a:ext>
                  </a:extLst>
                </p14:cNvPr>
                <p14:cNvContentPartPr/>
                <p14:nvPr/>
              </p14:nvContentPartPr>
              <p14:xfrm>
                <a:off x="980851" y="1579180"/>
                <a:ext cx="85680" cy="3872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8A93D0-83B8-872F-7E1A-CE71BC0166C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2851" y="1561180"/>
                  <a:ext cx="121320" cy="39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89AC7C-0710-5878-82F1-03F255E90454}"/>
                    </a:ext>
                  </a:extLst>
                </p14:cNvPr>
                <p14:cNvContentPartPr/>
                <p14:nvPr/>
              </p14:nvContentPartPr>
              <p14:xfrm>
                <a:off x="1205491" y="5551780"/>
                <a:ext cx="47520" cy="4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89AC7C-0710-5878-82F1-03F255E904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87491" y="5534140"/>
                  <a:ext cx="83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4E3791A-B64F-09E0-6CA7-B32574DF575E}"/>
                    </a:ext>
                  </a:extLst>
                </p14:cNvPr>
                <p14:cNvContentPartPr/>
                <p14:nvPr/>
              </p14:nvContentPartPr>
              <p14:xfrm>
                <a:off x="1688971" y="3573220"/>
                <a:ext cx="1024200" cy="2855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4E3791A-B64F-09E0-6CA7-B32574DF57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70971" y="3555580"/>
                  <a:ext cx="1059840" cy="28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050B48-BF95-1212-A99A-11BED507D6C9}"/>
                    </a:ext>
                  </a:extLst>
                </p14:cNvPr>
                <p14:cNvContentPartPr/>
                <p14:nvPr/>
              </p14:nvContentPartPr>
              <p14:xfrm>
                <a:off x="4823131" y="2695900"/>
                <a:ext cx="833400" cy="2361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050B48-BF95-1212-A99A-11BED507D6C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05131" y="2677900"/>
                  <a:ext cx="869040" cy="23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DC9C20-5A75-76AF-6095-A2D96EC8F51F}"/>
                    </a:ext>
                  </a:extLst>
                </p14:cNvPr>
                <p14:cNvContentPartPr/>
                <p14:nvPr/>
              </p14:nvContentPartPr>
              <p14:xfrm>
                <a:off x="1281811" y="3103420"/>
                <a:ext cx="817560" cy="96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DC9C20-5A75-76AF-6095-A2D96EC8F5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63811" y="3085420"/>
                  <a:ext cx="85320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5E95D9-05B6-9D6E-5F5E-CFDDE5C12FB4}"/>
                    </a:ext>
                  </a:extLst>
                </p14:cNvPr>
                <p14:cNvContentPartPr/>
                <p14:nvPr/>
              </p14:nvContentPartPr>
              <p14:xfrm>
                <a:off x="4416691" y="2118820"/>
                <a:ext cx="1023840" cy="1049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5E95D9-05B6-9D6E-5F5E-CFDDE5C12FB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99051" y="2100820"/>
                  <a:ext cx="1059480" cy="10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31C537-9550-D512-2788-076D6AA4B6AC}"/>
                    </a:ext>
                  </a:extLst>
                </p14:cNvPr>
                <p14:cNvContentPartPr/>
                <p14:nvPr/>
              </p14:nvContentPartPr>
              <p14:xfrm>
                <a:off x="2834851" y="6090700"/>
                <a:ext cx="868680" cy="348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31C537-9550-D512-2788-076D6AA4B6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16851" y="6072700"/>
                  <a:ext cx="9043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AC8029-ACBF-8C94-94F9-E73874C91E32}"/>
                    </a:ext>
                  </a:extLst>
                </p14:cNvPr>
                <p14:cNvContentPartPr/>
                <p14:nvPr/>
              </p14:nvContentPartPr>
              <p14:xfrm>
                <a:off x="3570691" y="5876140"/>
                <a:ext cx="397800" cy="65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AC8029-ACBF-8C94-94F9-E73874C91E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52691" y="5858500"/>
                  <a:ext cx="43344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C82772-4A91-555A-0C3D-CA2892B9A644}"/>
                    </a:ext>
                  </a:extLst>
                </p14:cNvPr>
                <p14:cNvContentPartPr/>
                <p14:nvPr/>
              </p14:nvContentPartPr>
              <p14:xfrm>
                <a:off x="3596611" y="5519380"/>
                <a:ext cx="1200240" cy="939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C82772-4A91-555A-0C3D-CA2892B9A64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78971" y="5501740"/>
                  <a:ext cx="123588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B9086C1-C666-22C8-7963-B5E8F21A9C05}"/>
                    </a:ext>
                  </a:extLst>
                </p14:cNvPr>
                <p14:cNvContentPartPr/>
                <p14:nvPr/>
              </p14:nvContentPartPr>
              <p14:xfrm>
                <a:off x="4428211" y="5345860"/>
                <a:ext cx="1101600" cy="592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B9086C1-C666-22C8-7963-B5E8F21A9C0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10211" y="5328220"/>
                  <a:ext cx="113724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3A1A46E-4A50-964A-9A68-6E8B78592B26}"/>
                    </a:ext>
                  </a:extLst>
                </p14:cNvPr>
                <p14:cNvContentPartPr/>
                <p14:nvPr/>
              </p14:nvContentPartPr>
              <p14:xfrm>
                <a:off x="4846171" y="6257380"/>
                <a:ext cx="257400" cy="25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3A1A46E-4A50-964A-9A68-6E8B78592B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28171" y="6239740"/>
                  <a:ext cx="2930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7C6EBF5-F517-B9A2-27D8-7401559819D3}"/>
                    </a:ext>
                  </a:extLst>
                </p14:cNvPr>
                <p14:cNvContentPartPr/>
                <p14:nvPr/>
              </p14:nvContentPartPr>
              <p14:xfrm>
                <a:off x="5114731" y="6272500"/>
                <a:ext cx="122040" cy="184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7C6EBF5-F517-B9A2-27D8-7401559819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96731" y="6254860"/>
                  <a:ext cx="157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4A67B9-81B3-8483-1C45-1E106EA2D7CF}"/>
                    </a:ext>
                  </a:extLst>
                </p14:cNvPr>
                <p14:cNvContentPartPr/>
                <p14:nvPr/>
              </p14:nvContentPartPr>
              <p14:xfrm>
                <a:off x="5331811" y="6191500"/>
                <a:ext cx="177120" cy="19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4A67B9-81B3-8483-1C45-1E106EA2D7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14171" y="6173500"/>
                  <a:ext cx="212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5338A0-449D-70DA-041B-5D35E34C5547}"/>
                    </a:ext>
                  </a:extLst>
                </p14:cNvPr>
                <p14:cNvContentPartPr/>
                <p14:nvPr/>
              </p14:nvContentPartPr>
              <p14:xfrm>
                <a:off x="5557171" y="6013300"/>
                <a:ext cx="168840" cy="300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5338A0-449D-70DA-041B-5D35E34C55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39171" y="5995300"/>
                  <a:ext cx="2044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9CB02BB-38F4-BF34-6538-39A55AC6404A}"/>
                    </a:ext>
                  </a:extLst>
                </p14:cNvPr>
                <p14:cNvContentPartPr/>
                <p14:nvPr/>
              </p14:nvContentPartPr>
              <p14:xfrm>
                <a:off x="5569051" y="5342620"/>
                <a:ext cx="50040" cy="47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9CB02BB-38F4-BF34-6538-39A55AC640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51411" y="5324620"/>
                  <a:ext cx="856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E4B4AC0-E6CF-CC49-FB39-B3AD8DDB622F}"/>
                  </a:ext>
                </a:extLst>
              </p14:cNvPr>
              <p14:cNvContentPartPr/>
              <p14:nvPr/>
            </p14:nvContentPartPr>
            <p14:xfrm>
              <a:off x="2684011" y="6383740"/>
              <a:ext cx="138960" cy="108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E4B4AC0-E6CF-CC49-FB39-B3AD8DDB62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666371" y="6366100"/>
                <a:ext cx="17460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F95B9000-F27D-11D8-1413-9C871DFB66DE}"/>
              </a:ext>
            </a:extLst>
          </p:cNvPr>
          <p:cNvGrpSpPr/>
          <p:nvPr/>
        </p:nvGrpSpPr>
        <p:grpSpPr>
          <a:xfrm>
            <a:off x="6575971" y="350860"/>
            <a:ext cx="1896480" cy="612720"/>
            <a:chOff x="6575971" y="350860"/>
            <a:chExt cx="1896480" cy="61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15882B-0E90-9925-679B-8EF2759E4655}"/>
                    </a:ext>
                  </a:extLst>
                </p14:cNvPr>
                <p14:cNvContentPartPr/>
                <p14:nvPr/>
              </p14:nvContentPartPr>
              <p14:xfrm>
                <a:off x="6575971" y="350860"/>
                <a:ext cx="324720" cy="456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15882B-0E90-9925-679B-8EF2759E46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557971" y="332860"/>
                  <a:ext cx="3603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34BC59-9042-0A45-A470-C582D1E156E5}"/>
                    </a:ext>
                  </a:extLst>
                </p14:cNvPr>
                <p14:cNvContentPartPr/>
                <p14:nvPr/>
              </p14:nvContentPartPr>
              <p14:xfrm>
                <a:off x="7067011" y="724180"/>
                <a:ext cx="50400" cy="23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34BC59-9042-0A45-A470-C582D1E156E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49371" y="706540"/>
                  <a:ext cx="86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71ABA8-756D-CD87-8B70-405757063A1C}"/>
                    </a:ext>
                  </a:extLst>
                </p14:cNvPr>
                <p14:cNvContentPartPr/>
                <p14:nvPr/>
              </p14:nvContentPartPr>
              <p14:xfrm>
                <a:off x="7012651" y="812740"/>
                <a:ext cx="155520" cy="6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71ABA8-756D-CD87-8B70-405757063A1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94651" y="794740"/>
                  <a:ext cx="191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CA552B-2ADD-CFE1-34C5-518EB6C8933A}"/>
                    </a:ext>
                  </a:extLst>
                </p14:cNvPr>
                <p14:cNvContentPartPr/>
                <p14:nvPr/>
              </p14:nvContentPartPr>
              <p14:xfrm>
                <a:off x="7235851" y="740020"/>
                <a:ext cx="241560" cy="19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CA552B-2ADD-CFE1-34C5-518EB6C893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18211" y="722020"/>
                  <a:ext cx="277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1888A4-B844-3CE0-25BC-33A1919D4BFF}"/>
                    </a:ext>
                  </a:extLst>
                </p14:cNvPr>
                <p14:cNvContentPartPr/>
                <p14:nvPr/>
              </p14:nvContentPartPr>
              <p14:xfrm>
                <a:off x="7508731" y="796900"/>
                <a:ext cx="113400" cy="102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1888A4-B844-3CE0-25BC-33A1919D4B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91091" y="779260"/>
                  <a:ext cx="1490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E20E4E-F0E2-9F2D-D9BC-750A5C22830B}"/>
                    </a:ext>
                  </a:extLst>
                </p14:cNvPr>
                <p14:cNvContentPartPr/>
                <p14:nvPr/>
              </p14:nvContentPartPr>
              <p14:xfrm>
                <a:off x="7651651" y="687820"/>
                <a:ext cx="166320" cy="161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E20E4E-F0E2-9F2D-D9BC-750A5C2283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33651" y="669820"/>
                  <a:ext cx="201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6FA287-E708-BE18-2656-966CCD329048}"/>
                    </a:ext>
                  </a:extLst>
                </p14:cNvPr>
                <p14:cNvContentPartPr/>
                <p14:nvPr/>
              </p14:nvContentPartPr>
              <p14:xfrm>
                <a:off x="8043331" y="604300"/>
                <a:ext cx="47520" cy="32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6FA287-E708-BE18-2656-966CCD32904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25331" y="586300"/>
                  <a:ext cx="83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DFE5A5-7897-53BD-742F-F6DDB43F94E9}"/>
                    </a:ext>
                  </a:extLst>
                </p14:cNvPr>
                <p14:cNvContentPartPr/>
                <p14:nvPr/>
              </p14:nvContentPartPr>
              <p14:xfrm>
                <a:off x="8072131" y="692860"/>
                <a:ext cx="71640" cy="34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DFE5A5-7897-53BD-742F-F6DDB43F94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54491" y="674860"/>
                  <a:ext cx="107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5EE4170-7B90-97E4-F472-46AC8C0646C9}"/>
                    </a:ext>
                  </a:extLst>
                </p14:cNvPr>
                <p14:cNvContentPartPr/>
                <p14:nvPr/>
              </p14:nvContentPartPr>
              <p14:xfrm>
                <a:off x="8235571" y="429700"/>
                <a:ext cx="169200" cy="321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5EE4170-7B90-97E4-F472-46AC8C0646C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17931" y="412060"/>
                  <a:ext cx="2048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5EFA97-95C7-3E99-F05B-4EC5443332D6}"/>
                    </a:ext>
                  </a:extLst>
                </p14:cNvPr>
                <p14:cNvContentPartPr/>
                <p14:nvPr/>
              </p14:nvContentPartPr>
              <p14:xfrm>
                <a:off x="8444371" y="938020"/>
                <a:ext cx="28080" cy="1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5EFA97-95C7-3E99-F05B-4EC5443332D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26731" y="920380"/>
                  <a:ext cx="637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B7D717-25FA-A50A-8E37-9752A3A93DC5}"/>
              </a:ext>
            </a:extLst>
          </p:cNvPr>
          <p:cNvGrpSpPr/>
          <p:nvPr/>
        </p:nvGrpSpPr>
        <p:grpSpPr>
          <a:xfrm>
            <a:off x="6881971" y="1291540"/>
            <a:ext cx="1646280" cy="498600"/>
            <a:chOff x="6881971" y="1291540"/>
            <a:chExt cx="164628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1678F4-2667-AE9C-8061-46DD1F7FCA93}"/>
                    </a:ext>
                  </a:extLst>
                </p14:cNvPr>
                <p14:cNvContentPartPr/>
                <p14:nvPr/>
              </p14:nvContentPartPr>
              <p14:xfrm>
                <a:off x="6885931" y="1308100"/>
                <a:ext cx="155520" cy="482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1678F4-2667-AE9C-8061-46DD1F7FCA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868291" y="1290460"/>
                  <a:ext cx="1911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69AA09-9A0E-FD14-A9E0-6F255258CB1A}"/>
                    </a:ext>
                  </a:extLst>
                </p14:cNvPr>
                <p14:cNvContentPartPr/>
                <p14:nvPr/>
              </p14:nvContentPartPr>
              <p14:xfrm>
                <a:off x="6881971" y="1300900"/>
                <a:ext cx="238680" cy="229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69AA09-9A0E-FD14-A9E0-6F255258CB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64331" y="1283260"/>
                  <a:ext cx="274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A46001-F273-591F-3CA6-0469385B2F29}"/>
                    </a:ext>
                  </a:extLst>
                </p14:cNvPr>
                <p14:cNvContentPartPr/>
                <p14:nvPr/>
              </p14:nvContentPartPr>
              <p14:xfrm>
                <a:off x="7287331" y="1458940"/>
                <a:ext cx="46800" cy="207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A46001-F273-591F-3CA6-0469385B2F2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69691" y="1440940"/>
                  <a:ext cx="82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B3CA759-F354-68D9-6A7B-8ED58B523E32}"/>
                    </a:ext>
                  </a:extLst>
                </p14:cNvPr>
                <p14:cNvContentPartPr/>
                <p14:nvPr/>
              </p14:nvContentPartPr>
              <p14:xfrm>
                <a:off x="7262851" y="1487380"/>
                <a:ext cx="447480" cy="187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B3CA759-F354-68D9-6A7B-8ED58B523E3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45211" y="1469380"/>
                  <a:ext cx="483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171604-9192-BDFD-5D80-D58ED244A246}"/>
                    </a:ext>
                  </a:extLst>
                </p14:cNvPr>
                <p14:cNvContentPartPr/>
                <p14:nvPr/>
              </p14:nvContentPartPr>
              <p14:xfrm>
                <a:off x="7744531" y="1471540"/>
                <a:ext cx="204840" cy="163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171604-9192-BDFD-5D80-D58ED244A24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26891" y="1453540"/>
                  <a:ext cx="240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EE7B8B-5B00-DC39-F37E-7C44ABBC85F6}"/>
                    </a:ext>
                  </a:extLst>
                </p14:cNvPr>
                <p14:cNvContentPartPr/>
                <p14:nvPr/>
              </p14:nvContentPartPr>
              <p14:xfrm>
                <a:off x="8102731" y="1377940"/>
                <a:ext cx="83880" cy="35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EE7B8B-5B00-DC39-F37E-7C44ABBC85F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84731" y="1359940"/>
                  <a:ext cx="119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64F21F9-E6FA-98B3-D78D-B49B79D9E870}"/>
                    </a:ext>
                  </a:extLst>
                </p14:cNvPr>
                <p14:cNvContentPartPr/>
                <p14:nvPr/>
              </p14:nvContentPartPr>
              <p14:xfrm>
                <a:off x="8160331" y="1428700"/>
                <a:ext cx="79200" cy="54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64F21F9-E6FA-98B3-D78D-B49B79D9E87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42691" y="1410700"/>
                  <a:ext cx="114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7C94807-8115-C578-FF47-120F0F946A07}"/>
                    </a:ext>
                  </a:extLst>
                </p14:cNvPr>
                <p14:cNvContentPartPr/>
                <p14:nvPr/>
              </p14:nvContentPartPr>
              <p14:xfrm>
                <a:off x="8329531" y="1291540"/>
                <a:ext cx="143640" cy="228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7C94807-8115-C578-FF47-120F0F946A0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11531" y="1273540"/>
                  <a:ext cx="179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ABAC24-C5C1-5535-2A42-1D74AEB8AEC0}"/>
                    </a:ext>
                  </a:extLst>
                </p14:cNvPr>
                <p14:cNvContentPartPr/>
                <p14:nvPr/>
              </p14:nvContentPartPr>
              <p14:xfrm>
                <a:off x="8526091" y="1590340"/>
                <a:ext cx="2160" cy="4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ABAC24-C5C1-5535-2A42-1D74AEB8AEC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08451" y="1572700"/>
                  <a:ext cx="378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A1224B6-076A-6810-2821-D486FAB31690}"/>
              </a:ext>
            </a:extLst>
          </p:cNvPr>
          <p:cNvGrpSpPr/>
          <p:nvPr/>
        </p:nvGrpSpPr>
        <p:grpSpPr>
          <a:xfrm>
            <a:off x="8874211" y="262660"/>
            <a:ext cx="1868760" cy="1308960"/>
            <a:chOff x="8874211" y="262660"/>
            <a:chExt cx="1868760" cy="13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1D9D00-3AE9-FB5A-2E57-43D1132FC0A0}"/>
                    </a:ext>
                  </a:extLst>
                </p14:cNvPr>
                <p14:cNvContentPartPr/>
                <p14:nvPr/>
              </p14:nvContentPartPr>
              <p14:xfrm>
                <a:off x="9107131" y="409900"/>
                <a:ext cx="36000" cy="382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1D9D00-3AE9-FB5A-2E57-43D1132FC0A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89131" y="392260"/>
                  <a:ext cx="716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7788A1-7D98-F0E5-5301-5464835BB485}"/>
                    </a:ext>
                  </a:extLst>
                </p14:cNvPr>
                <p14:cNvContentPartPr/>
                <p14:nvPr/>
              </p14:nvContentPartPr>
              <p14:xfrm>
                <a:off x="8874211" y="791140"/>
                <a:ext cx="421560" cy="54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37788A1-7D98-F0E5-5301-5464835BB48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56211" y="773140"/>
                  <a:ext cx="457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F74910-FE35-CB3D-1DD7-F7DFD207DE97}"/>
                    </a:ext>
                  </a:extLst>
                </p14:cNvPr>
                <p14:cNvContentPartPr/>
                <p14:nvPr/>
              </p14:nvContentPartPr>
              <p14:xfrm>
                <a:off x="9106771" y="428620"/>
                <a:ext cx="534240" cy="31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F74910-FE35-CB3D-1DD7-F7DFD207DE9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088771" y="410620"/>
                  <a:ext cx="569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82A7C3-C117-3037-D78E-1CA10A66229C}"/>
                    </a:ext>
                  </a:extLst>
                </p14:cNvPr>
                <p14:cNvContentPartPr/>
                <p14:nvPr/>
              </p14:nvContentPartPr>
              <p14:xfrm>
                <a:off x="9644251" y="262660"/>
                <a:ext cx="505080" cy="158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82A7C3-C117-3037-D78E-1CA10A66229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26611" y="245020"/>
                  <a:ext cx="540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2A80771-90FA-F177-B3CD-EDD88BFE8B42}"/>
                    </a:ext>
                  </a:extLst>
                </p14:cNvPr>
                <p14:cNvContentPartPr/>
                <p14:nvPr/>
              </p14:nvContentPartPr>
              <p14:xfrm>
                <a:off x="10099651" y="383980"/>
                <a:ext cx="432360" cy="1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2A80771-90FA-F177-B3CD-EDD88BFE8B4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81651" y="365980"/>
                  <a:ext cx="46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25C7D2-0D09-AA72-1689-7DBD2195E386}"/>
                    </a:ext>
                  </a:extLst>
                </p14:cNvPr>
                <p14:cNvContentPartPr/>
                <p14:nvPr/>
              </p14:nvContentPartPr>
              <p14:xfrm>
                <a:off x="10581691" y="325660"/>
                <a:ext cx="74520" cy="115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25C7D2-0D09-AA72-1689-7DBD2195E38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63691" y="308020"/>
                  <a:ext cx="110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9C9374-3B10-7CBE-17AF-9FDA787F3CAF}"/>
                    </a:ext>
                  </a:extLst>
                </p14:cNvPr>
                <p14:cNvContentPartPr/>
                <p14:nvPr/>
              </p14:nvContentPartPr>
              <p14:xfrm>
                <a:off x="9038371" y="959260"/>
                <a:ext cx="161640" cy="49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9C9374-3B10-7CBE-17AF-9FDA787F3CA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20371" y="941620"/>
                  <a:ext cx="197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171EAD-5392-D987-D3D8-20DD518A577D}"/>
                    </a:ext>
                  </a:extLst>
                </p14:cNvPr>
                <p14:cNvContentPartPr/>
                <p14:nvPr/>
              </p14:nvContentPartPr>
              <p14:xfrm>
                <a:off x="9138811" y="984820"/>
                <a:ext cx="109800" cy="586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171EAD-5392-D987-D3D8-20DD518A577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20811" y="967180"/>
                  <a:ext cx="14544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D17F8B1-E0BE-961D-3964-389BC5BEE55C}"/>
                    </a:ext>
                  </a:extLst>
                </p14:cNvPr>
                <p14:cNvContentPartPr/>
                <p14:nvPr/>
              </p14:nvContentPartPr>
              <p14:xfrm>
                <a:off x="9271651" y="1501060"/>
                <a:ext cx="1388520" cy="56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D17F8B1-E0BE-961D-3964-389BC5BEE55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53651" y="1483060"/>
                  <a:ext cx="1424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31B3D03-0A26-214E-9DA1-04E2CA3F7D8F}"/>
                    </a:ext>
                  </a:extLst>
                </p14:cNvPr>
                <p14:cNvContentPartPr/>
                <p14:nvPr/>
              </p14:nvContentPartPr>
              <p14:xfrm>
                <a:off x="10665211" y="1476940"/>
                <a:ext cx="77760" cy="64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31B3D03-0A26-214E-9DA1-04E2CA3F7D8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647571" y="1459300"/>
                  <a:ext cx="113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07EC58-F649-FEB8-3EB9-45F3D9A9AEEC}"/>
                    </a:ext>
                  </a:extLst>
                </p14:cNvPr>
                <p14:cNvContentPartPr/>
                <p14:nvPr/>
              </p14:nvContentPartPr>
              <p14:xfrm>
                <a:off x="9353011" y="974740"/>
                <a:ext cx="180720" cy="213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07EC58-F649-FEB8-3EB9-45F3D9A9AEE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335011" y="957100"/>
                  <a:ext cx="2163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41F92A-D2FD-0A8A-A030-45DFCA3F05C7}"/>
                    </a:ext>
                  </a:extLst>
                </p14:cNvPr>
                <p14:cNvContentPartPr/>
                <p14:nvPr/>
              </p14:nvContentPartPr>
              <p14:xfrm>
                <a:off x="9565771" y="1164460"/>
                <a:ext cx="111600" cy="48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41F92A-D2FD-0A8A-A030-45DFCA3F05C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47771" y="1146820"/>
                  <a:ext cx="147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D9A54BE-840C-A067-3BC6-353BF99C9F9E}"/>
                    </a:ext>
                  </a:extLst>
                </p14:cNvPr>
                <p14:cNvContentPartPr/>
                <p14:nvPr/>
              </p14:nvContentPartPr>
              <p14:xfrm>
                <a:off x="9632371" y="1114780"/>
                <a:ext cx="89280" cy="208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D9A54BE-840C-A067-3BC6-353BF99C9F9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14731" y="1097140"/>
                  <a:ext cx="12492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A266978-B1F7-B6DC-4016-2D327A02AA4C}"/>
              </a:ext>
            </a:extLst>
          </p:cNvPr>
          <p:cNvGrpSpPr/>
          <p:nvPr/>
        </p:nvGrpSpPr>
        <p:grpSpPr>
          <a:xfrm>
            <a:off x="9469291" y="52060"/>
            <a:ext cx="743760" cy="221040"/>
            <a:chOff x="9469291" y="52060"/>
            <a:chExt cx="7437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2F20E2-CA18-1647-00C4-8E5349C8E79E}"/>
                    </a:ext>
                  </a:extLst>
                </p14:cNvPr>
                <p14:cNvContentPartPr/>
                <p14:nvPr/>
              </p14:nvContentPartPr>
              <p14:xfrm>
                <a:off x="9490531" y="83380"/>
                <a:ext cx="97560" cy="189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2F20E2-CA18-1647-00C4-8E5349C8E79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72531" y="65380"/>
                  <a:ext cx="133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5B0005-A6DD-54CC-A77E-E99B12C52EA5}"/>
                    </a:ext>
                  </a:extLst>
                </p14:cNvPr>
                <p14:cNvContentPartPr/>
                <p14:nvPr/>
              </p14:nvContentPartPr>
              <p14:xfrm>
                <a:off x="9469291" y="52060"/>
                <a:ext cx="134280" cy="144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5B0005-A6DD-54CC-A77E-E99B12C52EA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51291" y="34420"/>
                  <a:ext cx="169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6B655DB-4B31-0852-B4FE-32036FCEB572}"/>
                    </a:ext>
                  </a:extLst>
                </p14:cNvPr>
                <p14:cNvContentPartPr/>
                <p14:nvPr/>
              </p14:nvContentPartPr>
              <p14:xfrm>
                <a:off x="9682771" y="117580"/>
                <a:ext cx="64440" cy="93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6B655DB-4B31-0852-B4FE-32036FCEB57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664771" y="99580"/>
                  <a:ext cx="100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EA93B74-87D9-99E3-18B8-C825FE02D37C}"/>
                    </a:ext>
                  </a:extLst>
                </p14:cNvPr>
                <p14:cNvContentPartPr/>
                <p14:nvPr/>
              </p14:nvContentPartPr>
              <p14:xfrm>
                <a:off x="9674851" y="150700"/>
                <a:ext cx="110880" cy="41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EA93B74-87D9-99E3-18B8-C825FE02D37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57211" y="132700"/>
                  <a:ext cx="146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1535C13-CB3E-EDEC-3B52-515356C1E99D}"/>
                    </a:ext>
                  </a:extLst>
                </p14:cNvPr>
                <p14:cNvContentPartPr/>
                <p14:nvPr/>
              </p14:nvContentPartPr>
              <p14:xfrm>
                <a:off x="9813811" y="138820"/>
                <a:ext cx="149400" cy="100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1535C13-CB3E-EDEC-3B52-515356C1E99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96171" y="120820"/>
                  <a:ext cx="185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1DE4E1D-BD71-3301-AB0C-1F562C936AAD}"/>
                    </a:ext>
                  </a:extLst>
                </p14:cNvPr>
                <p14:cNvContentPartPr/>
                <p14:nvPr/>
              </p14:nvContentPartPr>
              <p14:xfrm>
                <a:off x="9992731" y="145300"/>
                <a:ext cx="96120" cy="7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1DE4E1D-BD71-3301-AB0C-1F562C936AA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974731" y="127300"/>
                  <a:ext cx="131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F85F6B6-AA2B-AB35-D84A-AC8644273EED}"/>
                    </a:ext>
                  </a:extLst>
                </p14:cNvPr>
                <p14:cNvContentPartPr/>
                <p14:nvPr/>
              </p14:nvContentPartPr>
              <p14:xfrm>
                <a:off x="10120891" y="73300"/>
                <a:ext cx="92160" cy="109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F85F6B6-AA2B-AB35-D84A-AC8644273EE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03251" y="55300"/>
                  <a:ext cx="12780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F630399-913A-C199-BB4D-80BFC870B821}"/>
              </a:ext>
            </a:extLst>
          </p:cNvPr>
          <p:cNvGrpSpPr/>
          <p:nvPr/>
        </p:nvGrpSpPr>
        <p:grpSpPr>
          <a:xfrm>
            <a:off x="10469011" y="3026380"/>
            <a:ext cx="1307160" cy="1023840"/>
            <a:chOff x="10469011" y="3026380"/>
            <a:chExt cx="1307160" cy="10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EDCA74E-9152-0B66-6501-851CD540B465}"/>
                    </a:ext>
                  </a:extLst>
                </p14:cNvPr>
                <p14:cNvContentPartPr/>
                <p14:nvPr/>
              </p14:nvContentPartPr>
              <p14:xfrm>
                <a:off x="11000371" y="3051580"/>
                <a:ext cx="17280" cy="262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EDCA74E-9152-0B66-6501-851CD540B46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982371" y="3033940"/>
                  <a:ext cx="52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CACB0F1-759F-49A0-793F-E0E58DD31A8F}"/>
                    </a:ext>
                  </a:extLst>
                </p14:cNvPr>
                <p14:cNvContentPartPr/>
                <p14:nvPr/>
              </p14:nvContentPartPr>
              <p14:xfrm>
                <a:off x="10963291" y="3337420"/>
                <a:ext cx="127080" cy="213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CACB0F1-759F-49A0-793F-E0E58DD31A8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945651" y="3319780"/>
                  <a:ext cx="162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2D2D7C-1993-6001-80D6-C57E4DD9E5A8}"/>
                    </a:ext>
                  </a:extLst>
                </p14:cNvPr>
                <p14:cNvContentPartPr/>
                <p14:nvPr/>
              </p14:nvContentPartPr>
              <p14:xfrm>
                <a:off x="11076691" y="3596260"/>
                <a:ext cx="43200" cy="389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2D2D7C-1993-6001-80D6-C57E4DD9E5A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59051" y="3578620"/>
                  <a:ext cx="788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1208C90-8E29-A30C-A5B6-4AE33801E07B}"/>
                    </a:ext>
                  </a:extLst>
                </p14:cNvPr>
                <p14:cNvContentPartPr/>
                <p14:nvPr/>
              </p14:nvContentPartPr>
              <p14:xfrm>
                <a:off x="10469011" y="3432100"/>
                <a:ext cx="20520" cy="164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1208C90-8E29-A30C-A5B6-4AE33801E07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51011" y="3414100"/>
                  <a:ext cx="56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DFF27E2-32AC-BA45-0BC8-21E921FBDEC5}"/>
                    </a:ext>
                  </a:extLst>
                </p14:cNvPr>
                <p14:cNvContentPartPr/>
                <p14:nvPr/>
              </p14:nvContentPartPr>
              <p14:xfrm>
                <a:off x="10587091" y="3393940"/>
                <a:ext cx="187920" cy="147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DFF27E2-32AC-BA45-0BC8-21E921FBDEC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569091" y="3376300"/>
                  <a:ext cx="223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3336E6-45E7-6E11-ABDE-F0AB9236135E}"/>
                    </a:ext>
                  </a:extLst>
                </p14:cNvPr>
                <p14:cNvContentPartPr/>
                <p14:nvPr/>
              </p14:nvContentPartPr>
              <p14:xfrm>
                <a:off x="10817491" y="3604540"/>
                <a:ext cx="120960" cy="95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3336E6-45E7-6E11-ABDE-F0AB9236135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99851" y="3586540"/>
                  <a:ext cx="156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5C2B26F-30F5-FEF5-0987-319390BB11CE}"/>
                    </a:ext>
                  </a:extLst>
                </p14:cNvPr>
                <p14:cNvContentPartPr/>
                <p14:nvPr/>
              </p14:nvContentPartPr>
              <p14:xfrm>
                <a:off x="11043571" y="3026380"/>
                <a:ext cx="677520" cy="53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5C2B26F-30F5-FEF5-0987-319390BB11C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25931" y="3008740"/>
                  <a:ext cx="713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B724AA9-23C8-9B2D-6FD2-59581E7C28CB}"/>
                    </a:ext>
                  </a:extLst>
                </p14:cNvPr>
                <p14:cNvContentPartPr/>
                <p14:nvPr/>
              </p14:nvContentPartPr>
              <p14:xfrm>
                <a:off x="11658451" y="3028540"/>
                <a:ext cx="74520" cy="36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B724AA9-23C8-9B2D-6FD2-59581E7C28C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640451" y="3010540"/>
                  <a:ext cx="1101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ADCC1B3-F2B4-DC3B-88E5-31CAB9B15F62}"/>
                    </a:ext>
                  </a:extLst>
                </p14:cNvPr>
                <p14:cNvContentPartPr/>
                <p14:nvPr/>
              </p14:nvContentPartPr>
              <p14:xfrm>
                <a:off x="11689771" y="3411580"/>
                <a:ext cx="81720" cy="208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ADCC1B3-F2B4-DC3B-88E5-31CAB9B15F6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671771" y="3393580"/>
                  <a:ext cx="1173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69260A-032D-FFC2-A967-3DDA470E776C}"/>
                    </a:ext>
                  </a:extLst>
                </p14:cNvPr>
                <p14:cNvContentPartPr/>
                <p14:nvPr/>
              </p14:nvContentPartPr>
              <p14:xfrm>
                <a:off x="11739091" y="3652780"/>
                <a:ext cx="16560" cy="373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69260A-032D-FFC2-A967-3DDA470E776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721091" y="3634780"/>
                  <a:ext cx="522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E75D104-FE31-1A93-C5B5-284500ADBB5F}"/>
                    </a:ext>
                  </a:extLst>
                </p14:cNvPr>
                <p14:cNvContentPartPr/>
                <p14:nvPr/>
              </p14:nvContentPartPr>
              <p14:xfrm>
                <a:off x="11187931" y="3995860"/>
                <a:ext cx="588240" cy="54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E75D104-FE31-1A93-C5B5-284500ADBB5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170291" y="3978220"/>
                  <a:ext cx="6238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BB4CA0-9D94-7B22-8D03-B5377E0D95EC}"/>
              </a:ext>
            </a:extLst>
          </p:cNvPr>
          <p:cNvGrpSpPr/>
          <p:nvPr/>
        </p:nvGrpSpPr>
        <p:grpSpPr>
          <a:xfrm>
            <a:off x="11359291" y="2649460"/>
            <a:ext cx="379800" cy="205560"/>
            <a:chOff x="11359291" y="2649460"/>
            <a:chExt cx="37980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829C5E-2ABA-49BC-A1A6-C7DEF510F1FB}"/>
                    </a:ext>
                  </a:extLst>
                </p14:cNvPr>
                <p14:cNvContentPartPr/>
                <p14:nvPr/>
              </p14:nvContentPartPr>
              <p14:xfrm>
                <a:off x="11359291" y="2649460"/>
                <a:ext cx="14760" cy="205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829C5E-2ABA-49BC-A1A6-C7DEF510F1F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341291" y="2631820"/>
                  <a:ext cx="50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23F394-F2E1-F78F-F39C-76EF965CF37C}"/>
                    </a:ext>
                  </a:extLst>
                </p14:cNvPr>
                <p14:cNvContentPartPr/>
                <p14:nvPr/>
              </p14:nvContentPartPr>
              <p14:xfrm>
                <a:off x="11491051" y="2659180"/>
                <a:ext cx="248040" cy="161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23F394-F2E1-F78F-F39C-76EF965CF37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473051" y="2641180"/>
                  <a:ext cx="2836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26DEA4C-650B-D61D-2813-B1B98DB9E739}"/>
              </a:ext>
            </a:extLst>
          </p:cNvPr>
          <p:cNvGrpSpPr/>
          <p:nvPr/>
        </p:nvGrpSpPr>
        <p:grpSpPr>
          <a:xfrm>
            <a:off x="11717851" y="2334820"/>
            <a:ext cx="379080" cy="177840"/>
            <a:chOff x="11717851" y="2334820"/>
            <a:chExt cx="37908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6051E78-0917-8A10-22F5-62DF64EA6527}"/>
                    </a:ext>
                  </a:extLst>
                </p14:cNvPr>
                <p14:cNvContentPartPr/>
                <p14:nvPr/>
              </p14:nvContentPartPr>
              <p14:xfrm>
                <a:off x="11717851" y="2334820"/>
                <a:ext cx="145800" cy="162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6051E78-0917-8A10-22F5-62DF64EA652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700211" y="2316820"/>
                  <a:ext cx="1814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BB12929-C398-2D2B-0321-35A4261762A3}"/>
                    </a:ext>
                  </a:extLst>
                </p14:cNvPr>
                <p14:cNvContentPartPr/>
                <p14:nvPr/>
              </p14:nvContentPartPr>
              <p14:xfrm>
                <a:off x="11962291" y="2380900"/>
                <a:ext cx="134640" cy="119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BB12929-C398-2D2B-0321-35A4261762A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944651" y="2362900"/>
                  <a:ext cx="170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861F43-443B-A725-63B4-570592CC6FA1}"/>
                    </a:ext>
                  </a:extLst>
                </p14:cNvPr>
                <p14:cNvContentPartPr/>
                <p14:nvPr/>
              </p14:nvContentPartPr>
              <p14:xfrm>
                <a:off x="11866891" y="2489620"/>
                <a:ext cx="111960" cy="23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861F43-443B-A725-63B4-570592CC6FA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849251" y="2471980"/>
                  <a:ext cx="14760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871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A8E1-6F31-3374-7A58-8BBF85C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BFC027-7C85-B220-72EB-80B9E8CA3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10" y="1017767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D2A8-ED2B-1EAA-7297-15590629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503AD01-517F-8CC2-8F4E-49297BDD7BD0}"/>
              </a:ext>
            </a:extLst>
          </p:cNvPr>
          <p:cNvGrpSpPr/>
          <p:nvPr/>
        </p:nvGrpSpPr>
        <p:grpSpPr>
          <a:xfrm>
            <a:off x="6986011" y="772060"/>
            <a:ext cx="3206880" cy="2100240"/>
            <a:chOff x="6986011" y="772060"/>
            <a:chExt cx="3206880" cy="21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1B61F9-410B-3F10-8277-638B744F06B5}"/>
                    </a:ext>
                  </a:extLst>
                </p14:cNvPr>
                <p14:cNvContentPartPr/>
                <p14:nvPr/>
              </p14:nvContentPartPr>
              <p14:xfrm>
                <a:off x="7441051" y="797620"/>
                <a:ext cx="42840" cy="633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1B61F9-410B-3F10-8277-638B744F06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23051" y="779620"/>
                  <a:ext cx="7848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1406E6-EE27-DF09-5060-FA06613D8C7A}"/>
                    </a:ext>
                  </a:extLst>
                </p14:cNvPr>
                <p14:cNvContentPartPr/>
                <p14:nvPr/>
              </p14:nvContentPartPr>
              <p14:xfrm>
                <a:off x="7146211" y="1417900"/>
                <a:ext cx="705240" cy="74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1406E6-EE27-DF09-5060-FA06613D8C7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28211" y="1399900"/>
                  <a:ext cx="74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48780E-F883-5C2D-FCAD-EBA533E79B88}"/>
                    </a:ext>
                  </a:extLst>
                </p14:cNvPr>
                <p14:cNvContentPartPr/>
                <p14:nvPr/>
              </p14:nvContentPartPr>
              <p14:xfrm>
                <a:off x="7367971" y="1583140"/>
                <a:ext cx="146160" cy="23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48780E-F883-5C2D-FCAD-EBA533E79B8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49971" y="1565140"/>
                  <a:ext cx="181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169ABB-9261-EC34-23DD-A923D6FDF4EB}"/>
                    </a:ext>
                  </a:extLst>
                </p14:cNvPr>
                <p14:cNvContentPartPr/>
                <p14:nvPr/>
              </p14:nvContentPartPr>
              <p14:xfrm>
                <a:off x="7474171" y="1621300"/>
                <a:ext cx="114840" cy="70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169ABB-9261-EC34-23DD-A923D6FDF4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56171" y="1603660"/>
                  <a:ext cx="15048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B4A6572-E0A7-4AF6-5764-F916748E1D8D}"/>
                    </a:ext>
                  </a:extLst>
                </p14:cNvPr>
                <p14:cNvContentPartPr/>
                <p14:nvPr/>
              </p14:nvContentPartPr>
              <p14:xfrm>
                <a:off x="7405771" y="772060"/>
                <a:ext cx="1551600" cy="4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B4A6572-E0A7-4AF6-5764-F916748E1D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87771" y="754060"/>
                  <a:ext cx="1587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D8E443-3602-7F07-57E7-913669E2B1AD}"/>
                    </a:ext>
                  </a:extLst>
                </p14:cNvPr>
                <p14:cNvContentPartPr/>
                <p14:nvPr/>
              </p14:nvContentPartPr>
              <p14:xfrm>
                <a:off x="8883211" y="807700"/>
                <a:ext cx="39600" cy="36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D8E443-3602-7F07-57E7-913669E2B1A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65571" y="789700"/>
                  <a:ext cx="752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115B1E-4334-5D99-C1D2-5F40E1F411AE}"/>
                    </a:ext>
                  </a:extLst>
                </p14:cNvPr>
                <p14:cNvContentPartPr/>
                <p14:nvPr/>
              </p14:nvContentPartPr>
              <p14:xfrm>
                <a:off x="8905531" y="1210180"/>
                <a:ext cx="101520" cy="23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115B1E-4334-5D99-C1D2-5F40E1F411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87891" y="1192180"/>
                  <a:ext cx="137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EB9924-4389-AB53-A219-1591DF542F24}"/>
                    </a:ext>
                  </a:extLst>
                </p14:cNvPr>
                <p14:cNvContentPartPr/>
                <p14:nvPr/>
              </p14:nvContentPartPr>
              <p14:xfrm>
                <a:off x="8980771" y="1461460"/>
                <a:ext cx="31320" cy="56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EB9924-4389-AB53-A219-1591DF542F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62771" y="1443820"/>
                  <a:ext cx="6696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F147AB5-0A2C-E8C2-1365-E4C36AED6B64}"/>
                    </a:ext>
                  </a:extLst>
                </p14:cNvPr>
                <p14:cNvContentPartPr/>
                <p14:nvPr/>
              </p14:nvContentPartPr>
              <p14:xfrm>
                <a:off x="8962051" y="2043940"/>
                <a:ext cx="158040" cy="235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F147AB5-0A2C-E8C2-1365-E4C36AED6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44411" y="2026300"/>
                  <a:ext cx="193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D77E8C-65B4-117D-33E8-E5F029916F78}"/>
                    </a:ext>
                  </a:extLst>
                </p14:cNvPr>
                <p14:cNvContentPartPr/>
                <p14:nvPr/>
              </p14:nvContentPartPr>
              <p14:xfrm>
                <a:off x="9081571" y="2304580"/>
                <a:ext cx="78480" cy="477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D77E8C-65B4-117D-33E8-E5F029916F7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63931" y="2286940"/>
                  <a:ext cx="1141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4EA16C-850E-4C32-482B-278C9B74D8CE}"/>
                    </a:ext>
                  </a:extLst>
                </p14:cNvPr>
                <p14:cNvContentPartPr/>
                <p14:nvPr/>
              </p14:nvContentPartPr>
              <p14:xfrm>
                <a:off x="7662811" y="2742700"/>
                <a:ext cx="1512000" cy="53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4EA16C-850E-4C32-482B-278C9B74D8C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44811" y="2724700"/>
                  <a:ext cx="15476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159E397-11C2-BBE2-0AD9-14015F346253}"/>
                    </a:ext>
                  </a:extLst>
                </p14:cNvPr>
                <p14:cNvContentPartPr/>
                <p14:nvPr/>
              </p14:nvContentPartPr>
              <p14:xfrm>
                <a:off x="7591171" y="2270020"/>
                <a:ext cx="55080" cy="60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159E397-11C2-BBE2-0AD9-14015F34625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73531" y="2252380"/>
                  <a:ext cx="9072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81ABFF-09E2-5EC5-8EDC-21D89DBD3509}"/>
                    </a:ext>
                  </a:extLst>
                </p14:cNvPr>
                <p14:cNvContentPartPr/>
                <p14:nvPr/>
              </p14:nvContentPartPr>
              <p14:xfrm>
                <a:off x="8944051" y="1685740"/>
                <a:ext cx="1081800" cy="66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81ABFF-09E2-5EC5-8EDC-21D89DBD350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26051" y="1668100"/>
                  <a:ext cx="1117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03EF66-4AFC-F189-F53E-292DC52102AB}"/>
                    </a:ext>
                  </a:extLst>
                </p14:cNvPr>
                <p14:cNvContentPartPr/>
                <p14:nvPr/>
              </p14:nvContentPartPr>
              <p14:xfrm>
                <a:off x="10007851" y="1668820"/>
                <a:ext cx="70560" cy="75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03EF66-4AFC-F189-F53E-292DC52102A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89851" y="1650820"/>
                  <a:ext cx="106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D2853B-B780-0B99-BDA6-AD11E5C2D657}"/>
                    </a:ext>
                  </a:extLst>
                </p14:cNvPr>
                <p14:cNvContentPartPr/>
                <p14:nvPr/>
              </p14:nvContentPartPr>
              <p14:xfrm>
                <a:off x="9159691" y="2762140"/>
                <a:ext cx="983160" cy="20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D2853B-B780-0B99-BDA6-AD11E5C2D6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42051" y="2744140"/>
                  <a:ext cx="1018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FFE287-1F3E-44DB-FD18-1D62A48F8ACC}"/>
                    </a:ext>
                  </a:extLst>
                </p14:cNvPr>
                <p14:cNvContentPartPr/>
                <p14:nvPr/>
              </p14:nvContentPartPr>
              <p14:xfrm>
                <a:off x="10125571" y="2731900"/>
                <a:ext cx="67320" cy="62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FFE287-1F3E-44DB-FD18-1D62A48F8AC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7571" y="2713900"/>
                  <a:ext cx="102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DB6FB7-240F-F059-7516-05CB03369E38}"/>
                    </a:ext>
                  </a:extLst>
                </p14:cNvPr>
                <p14:cNvContentPartPr/>
                <p14:nvPr/>
              </p14:nvContentPartPr>
              <p14:xfrm>
                <a:off x="9897331" y="1312780"/>
                <a:ext cx="52920" cy="20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DB6FB7-240F-F059-7516-05CB03369E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79331" y="1294780"/>
                  <a:ext cx="885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E53EF4-59E1-E844-7FB7-42A7256028CB}"/>
                    </a:ext>
                  </a:extLst>
                </p14:cNvPr>
                <p14:cNvContentPartPr/>
                <p14:nvPr/>
              </p14:nvContentPartPr>
              <p14:xfrm>
                <a:off x="9927211" y="1348420"/>
                <a:ext cx="140760" cy="175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E53EF4-59E1-E844-7FB7-42A7256028C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09211" y="1330420"/>
                  <a:ext cx="176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DBAC08-6F48-7072-75F4-A150258D053B}"/>
                    </a:ext>
                  </a:extLst>
                </p14:cNvPr>
                <p14:cNvContentPartPr/>
                <p14:nvPr/>
              </p14:nvContentPartPr>
              <p14:xfrm>
                <a:off x="9945571" y="1439860"/>
                <a:ext cx="74520" cy="38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DBAC08-6F48-7072-75F4-A150258D053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27931" y="1422220"/>
                  <a:ext cx="110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97DF7A-47AA-034E-DFC4-7AE651579652}"/>
                    </a:ext>
                  </a:extLst>
                </p14:cNvPr>
                <p14:cNvContentPartPr/>
                <p14:nvPr/>
              </p14:nvContentPartPr>
              <p14:xfrm>
                <a:off x="8601691" y="2167060"/>
                <a:ext cx="113400" cy="164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97DF7A-47AA-034E-DFC4-7AE65157965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84051" y="2149060"/>
                  <a:ext cx="149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CAF81C-339B-BD1A-5482-86CC3842C716}"/>
                    </a:ext>
                  </a:extLst>
                </p14:cNvPr>
                <p14:cNvContentPartPr/>
                <p14:nvPr/>
              </p14:nvContentPartPr>
              <p14:xfrm>
                <a:off x="8705731" y="2243740"/>
                <a:ext cx="26280" cy="254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CAF81C-339B-BD1A-5482-86CC3842C71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88091" y="2226100"/>
                  <a:ext cx="61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00FFB9-F8A0-30B5-2AB8-4480044048A6}"/>
                    </a:ext>
                  </a:extLst>
                </p14:cNvPr>
                <p14:cNvContentPartPr/>
                <p14:nvPr/>
              </p14:nvContentPartPr>
              <p14:xfrm>
                <a:off x="8830291" y="2280100"/>
                <a:ext cx="16920" cy="174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00FFB9-F8A0-30B5-2AB8-4480044048A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12291" y="2262100"/>
                  <a:ext cx="52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488092-8CE2-5915-390B-421B867ABDE7}"/>
                    </a:ext>
                  </a:extLst>
                </p14:cNvPr>
                <p14:cNvContentPartPr/>
                <p14:nvPr/>
              </p14:nvContentPartPr>
              <p14:xfrm>
                <a:off x="8856571" y="2316100"/>
                <a:ext cx="8748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488092-8CE2-5915-390B-421B867ABD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8931" y="2298460"/>
                  <a:ext cx="123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5195CD-C202-D92A-AA0E-EEA0A8BCA611}"/>
                    </a:ext>
                  </a:extLst>
                </p14:cNvPr>
                <p14:cNvContentPartPr/>
                <p14:nvPr/>
              </p14:nvContentPartPr>
              <p14:xfrm>
                <a:off x="8390371" y="1278940"/>
                <a:ext cx="101520" cy="27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5195CD-C202-D92A-AA0E-EEA0A8BCA61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72371" y="1260940"/>
                  <a:ext cx="1371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9C9EA73-2655-F6F4-01A4-D43E29E21CEB}"/>
                    </a:ext>
                  </a:extLst>
                </p14:cNvPr>
                <p14:cNvContentPartPr/>
                <p14:nvPr/>
              </p14:nvContentPartPr>
              <p14:xfrm>
                <a:off x="8652091" y="1275340"/>
                <a:ext cx="19080" cy="224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9C9EA73-2655-F6F4-01A4-D43E29E21CE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34451" y="1257340"/>
                  <a:ext cx="54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8172290-DF0D-7233-5BA4-42B9FE265B89}"/>
                    </a:ext>
                  </a:extLst>
                </p14:cNvPr>
                <p14:cNvContentPartPr/>
                <p14:nvPr/>
              </p14:nvContentPartPr>
              <p14:xfrm>
                <a:off x="8662531" y="1332220"/>
                <a:ext cx="127800" cy="77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8172290-DF0D-7233-5BA4-42B9FE265B8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644891" y="1314220"/>
                  <a:ext cx="163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8DC683-24A1-5B76-1F2B-5697277BD21B}"/>
                    </a:ext>
                  </a:extLst>
                </p14:cNvPr>
                <p14:cNvContentPartPr/>
                <p14:nvPr/>
              </p14:nvContentPartPr>
              <p14:xfrm>
                <a:off x="6986011" y="1889500"/>
                <a:ext cx="49680" cy="200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8DC683-24A1-5B76-1F2B-5697277BD21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68011" y="1871860"/>
                  <a:ext cx="85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3C48E1-B524-BB19-A980-0CBDCBEE7199}"/>
                    </a:ext>
                  </a:extLst>
                </p14:cNvPr>
                <p14:cNvContentPartPr/>
                <p14:nvPr/>
              </p14:nvContentPartPr>
              <p14:xfrm>
                <a:off x="7101211" y="1860700"/>
                <a:ext cx="11916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3C48E1-B524-BB19-A980-0CBDCBEE719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83211" y="1842700"/>
                  <a:ext cx="154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F32164-1866-4B62-7921-AD3A6BF4E52F}"/>
                    </a:ext>
                  </a:extLst>
                </p14:cNvPr>
                <p14:cNvContentPartPr/>
                <p14:nvPr/>
              </p14:nvContentPartPr>
              <p14:xfrm>
                <a:off x="7289491" y="1763140"/>
                <a:ext cx="112320" cy="124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F32164-1866-4B62-7921-AD3A6BF4E52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71851" y="1745140"/>
                  <a:ext cx="147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1C4B35F-2678-304C-5D5C-63677752FA49}"/>
                    </a:ext>
                  </a:extLst>
                </p14:cNvPr>
                <p14:cNvContentPartPr/>
                <p14:nvPr/>
              </p14:nvContentPartPr>
              <p14:xfrm>
                <a:off x="8678731" y="1264900"/>
                <a:ext cx="105120" cy="89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1C4B35F-2678-304C-5D5C-63677752FA4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660731" y="1246900"/>
                  <a:ext cx="14076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43A4C24-F98C-4164-C760-0FFBD595407F}"/>
              </a:ext>
            </a:extLst>
          </p:cNvPr>
          <p:cNvGrpSpPr/>
          <p:nvPr/>
        </p:nvGrpSpPr>
        <p:grpSpPr>
          <a:xfrm>
            <a:off x="7331971" y="3022780"/>
            <a:ext cx="2945520" cy="2986200"/>
            <a:chOff x="7331971" y="3022780"/>
            <a:chExt cx="2945520" cy="29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DA75F3-CE26-6202-5D58-8E7148CA5462}"/>
                    </a:ext>
                  </a:extLst>
                </p14:cNvPr>
                <p14:cNvContentPartPr/>
                <p14:nvPr/>
              </p14:nvContentPartPr>
              <p14:xfrm>
                <a:off x="10140331" y="3027820"/>
                <a:ext cx="51840" cy="251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DA75F3-CE26-6202-5D58-8E7148CA546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22331" y="3010180"/>
                  <a:ext cx="87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8213F5-1255-48D1-BA6E-51C4354C340D}"/>
                    </a:ext>
                  </a:extLst>
                </p14:cNvPr>
                <p14:cNvContentPartPr/>
                <p14:nvPr/>
              </p14:nvContentPartPr>
              <p14:xfrm>
                <a:off x="10085971" y="3022780"/>
                <a:ext cx="191520" cy="244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8213F5-1255-48D1-BA6E-51C4354C340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067971" y="3005140"/>
                  <a:ext cx="2271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6D849C-DA3B-C551-6476-502175E400BF}"/>
                    </a:ext>
                  </a:extLst>
                </p14:cNvPr>
                <p14:cNvContentPartPr/>
                <p14:nvPr/>
              </p14:nvContentPartPr>
              <p14:xfrm>
                <a:off x="8338171" y="3327700"/>
                <a:ext cx="20880" cy="474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6D849C-DA3B-C551-6476-502175E400B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20531" y="3309700"/>
                  <a:ext cx="5652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8FDA46D-3CFE-4B87-EFE0-4820F25A35F3}"/>
                    </a:ext>
                  </a:extLst>
                </p14:cNvPr>
                <p14:cNvContentPartPr/>
                <p14:nvPr/>
              </p14:nvContentPartPr>
              <p14:xfrm>
                <a:off x="8580811" y="3349300"/>
                <a:ext cx="106200" cy="453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8FDA46D-3CFE-4B87-EFE0-4820F25A35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62811" y="3331300"/>
                  <a:ext cx="1418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3838B64-285F-D0E6-BF58-53F46B6EA573}"/>
                    </a:ext>
                  </a:extLst>
                </p14:cNvPr>
                <p14:cNvContentPartPr/>
                <p14:nvPr/>
              </p14:nvContentPartPr>
              <p14:xfrm>
                <a:off x="8181571" y="3182620"/>
                <a:ext cx="248040" cy="30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3838B64-285F-D0E6-BF58-53F46B6EA57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63571" y="3164980"/>
                  <a:ext cx="2836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6325E9-2C58-A62F-D60E-F63700084178}"/>
                    </a:ext>
                  </a:extLst>
                </p14:cNvPr>
                <p14:cNvContentPartPr/>
                <p14:nvPr/>
              </p14:nvContentPartPr>
              <p14:xfrm>
                <a:off x="8413051" y="3212140"/>
                <a:ext cx="362520" cy="186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6325E9-2C58-A62F-D60E-F6370008417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95411" y="3194140"/>
                  <a:ext cx="398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B3EFA7-1C12-CF93-7C5E-9519C104D02D}"/>
                    </a:ext>
                  </a:extLst>
                </p14:cNvPr>
                <p14:cNvContentPartPr/>
                <p14:nvPr/>
              </p14:nvContentPartPr>
              <p14:xfrm>
                <a:off x="8251411" y="3688060"/>
                <a:ext cx="523800" cy="246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B3EFA7-1C12-CF93-7C5E-9519C104D02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33411" y="3670060"/>
                  <a:ext cx="5594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E359B28-2D9D-252D-7C45-387A6470017E}"/>
                    </a:ext>
                  </a:extLst>
                </p14:cNvPr>
                <p14:cNvContentPartPr/>
                <p14:nvPr/>
              </p14:nvContentPartPr>
              <p14:xfrm>
                <a:off x="7587931" y="4253260"/>
                <a:ext cx="73080" cy="588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E359B28-2D9D-252D-7C45-387A6470017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70291" y="4235260"/>
                  <a:ext cx="10872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F065C6-23E6-5B3F-C92B-B64470C7F12E}"/>
                    </a:ext>
                  </a:extLst>
                </p14:cNvPr>
                <p14:cNvContentPartPr/>
                <p14:nvPr/>
              </p14:nvContentPartPr>
              <p14:xfrm>
                <a:off x="7331971" y="4847980"/>
                <a:ext cx="524880" cy="81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F065C6-23E6-5B3F-C92B-B64470C7F12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14331" y="4830340"/>
                  <a:ext cx="560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7F618F-4ABA-B50D-0CB0-8D85C1696B17}"/>
                    </a:ext>
                  </a:extLst>
                </p14:cNvPr>
                <p14:cNvContentPartPr/>
                <p14:nvPr/>
              </p14:nvContentPartPr>
              <p14:xfrm>
                <a:off x="7592971" y="5011780"/>
                <a:ext cx="133920" cy="12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7F618F-4ABA-B50D-0CB0-8D85C1696B1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575331" y="4994140"/>
                  <a:ext cx="169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3A8671-FF19-57B2-AB3C-0C54221AB24C}"/>
                    </a:ext>
                  </a:extLst>
                </p14:cNvPr>
                <p14:cNvContentPartPr/>
                <p14:nvPr/>
              </p14:nvContentPartPr>
              <p14:xfrm>
                <a:off x="7661371" y="5020060"/>
                <a:ext cx="54720" cy="495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3A8671-FF19-57B2-AB3C-0C54221AB24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43731" y="5002420"/>
                  <a:ext cx="9036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EB2B4C9-2029-28C2-B154-2D9975D11CF5}"/>
                    </a:ext>
                  </a:extLst>
                </p14:cNvPr>
                <p14:cNvContentPartPr/>
                <p14:nvPr/>
              </p14:nvContentPartPr>
              <p14:xfrm>
                <a:off x="7648771" y="4306540"/>
                <a:ext cx="706320" cy="70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EB2B4C9-2029-28C2-B154-2D9975D11C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30771" y="4288540"/>
                  <a:ext cx="74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44473E-3ACE-692C-2F83-1F1E424DA059}"/>
                    </a:ext>
                  </a:extLst>
                </p14:cNvPr>
                <p14:cNvContentPartPr/>
                <p14:nvPr/>
              </p14:nvContentPartPr>
              <p14:xfrm>
                <a:off x="8344651" y="4178380"/>
                <a:ext cx="381960" cy="136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44473E-3ACE-692C-2F83-1F1E424DA05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27011" y="4160380"/>
                  <a:ext cx="417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2F55E89-CB0A-7759-F2B0-62111A81F4CA}"/>
                    </a:ext>
                  </a:extLst>
                </p14:cNvPr>
                <p14:cNvContentPartPr/>
                <p14:nvPr/>
              </p14:nvContentPartPr>
              <p14:xfrm>
                <a:off x="8742811" y="4205380"/>
                <a:ext cx="759960" cy="85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2F55E89-CB0A-7759-F2B0-62111A81F4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24811" y="4187740"/>
                  <a:ext cx="795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C5AB78D-1013-62B0-8E84-B962ABAAFB1F}"/>
                    </a:ext>
                  </a:extLst>
                </p14:cNvPr>
                <p14:cNvContentPartPr/>
                <p14:nvPr/>
              </p14:nvContentPartPr>
              <p14:xfrm>
                <a:off x="9401611" y="4171900"/>
                <a:ext cx="111600" cy="125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C5AB78D-1013-62B0-8E84-B962ABAAFB1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83971" y="4153900"/>
                  <a:ext cx="147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D3BF85-2C84-1CF1-3535-FCA1FF51EBFA}"/>
                    </a:ext>
                  </a:extLst>
                </p14:cNvPr>
                <p14:cNvContentPartPr/>
                <p14:nvPr/>
              </p14:nvContentPartPr>
              <p14:xfrm>
                <a:off x="7760371" y="5515780"/>
                <a:ext cx="23400" cy="464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D3BF85-2C84-1CF1-3535-FCA1FF51EBF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742371" y="5497780"/>
                  <a:ext cx="590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E5B0AFA-67D4-ADDC-040B-12D2C77BC67B}"/>
                    </a:ext>
                  </a:extLst>
                </p14:cNvPr>
                <p14:cNvContentPartPr/>
                <p14:nvPr/>
              </p14:nvContentPartPr>
              <p14:xfrm>
                <a:off x="7770451" y="5840860"/>
                <a:ext cx="2005920" cy="134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E5B0AFA-67D4-ADDC-040B-12D2C77BC67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52451" y="5822860"/>
                  <a:ext cx="2041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4CAEB7-D92F-0B19-C902-7E9E88D904E3}"/>
                    </a:ext>
                  </a:extLst>
                </p14:cNvPr>
                <p14:cNvContentPartPr/>
                <p14:nvPr/>
              </p14:nvContentPartPr>
              <p14:xfrm>
                <a:off x="9762331" y="5739700"/>
                <a:ext cx="30960" cy="143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84CAEB7-D92F-0B19-C902-7E9E88D904E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4691" y="5722060"/>
                  <a:ext cx="66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3D8EC8-800F-8612-F126-488AFAE9EB8D}"/>
                    </a:ext>
                  </a:extLst>
                </p14:cNvPr>
                <p14:cNvContentPartPr/>
                <p14:nvPr/>
              </p14:nvContentPartPr>
              <p14:xfrm>
                <a:off x="7851811" y="5123380"/>
                <a:ext cx="181080" cy="283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3D8EC8-800F-8612-F126-488AFAE9EB8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834171" y="5105740"/>
                  <a:ext cx="2167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D029C4-15D2-97BB-31D6-834B0005568B}"/>
                    </a:ext>
                  </a:extLst>
                </p14:cNvPr>
                <p14:cNvContentPartPr/>
                <p14:nvPr/>
              </p14:nvContentPartPr>
              <p14:xfrm>
                <a:off x="8143411" y="5120500"/>
                <a:ext cx="113040" cy="257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D029C4-15D2-97BB-31D6-834B000556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25771" y="5102500"/>
                  <a:ext cx="148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23C261-7F20-498C-760F-9B81C7C8893D}"/>
                    </a:ext>
                  </a:extLst>
                </p14:cNvPr>
                <p14:cNvContentPartPr/>
                <p14:nvPr/>
              </p14:nvContentPartPr>
              <p14:xfrm>
                <a:off x="8166091" y="5127700"/>
                <a:ext cx="335520" cy="173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23C261-7F20-498C-760F-9B81C7C8893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148451" y="5110060"/>
                  <a:ext cx="371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1F9D34C-72F6-B149-84A4-033C021C4AC6}"/>
                    </a:ext>
                  </a:extLst>
                </p14:cNvPr>
                <p14:cNvContentPartPr/>
                <p14:nvPr/>
              </p14:nvContentPartPr>
              <p14:xfrm>
                <a:off x="8579371" y="5011780"/>
                <a:ext cx="202320" cy="21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1F9D34C-72F6-B149-84A4-033C021C4AC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61371" y="4994140"/>
                  <a:ext cx="237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99310D-6730-9B04-DD68-5CAE9A4CC920}"/>
                    </a:ext>
                  </a:extLst>
                </p14:cNvPr>
                <p14:cNvContentPartPr/>
                <p14:nvPr/>
              </p14:nvContentPartPr>
              <p14:xfrm>
                <a:off x="8896171" y="3908020"/>
                <a:ext cx="91080" cy="23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99310D-6730-9B04-DD68-5CAE9A4CC92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878531" y="3890020"/>
                  <a:ext cx="126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7B25976-EFD4-2EF7-5160-5898024F1666}"/>
                    </a:ext>
                  </a:extLst>
                </p14:cNvPr>
                <p14:cNvContentPartPr/>
                <p14:nvPr/>
              </p14:nvContentPartPr>
              <p14:xfrm>
                <a:off x="8897611" y="3850420"/>
                <a:ext cx="122040" cy="133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7B25976-EFD4-2EF7-5160-5898024F16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79611" y="3832420"/>
                  <a:ext cx="157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20D6AA-318F-2004-33CA-D40B83D722D3}"/>
                    </a:ext>
                  </a:extLst>
                </p14:cNvPr>
                <p14:cNvContentPartPr/>
                <p14:nvPr/>
              </p14:nvContentPartPr>
              <p14:xfrm>
                <a:off x="9126571" y="3885340"/>
                <a:ext cx="74880" cy="16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20D6AA-318F-2004-33CA-D40B83D722D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08931" y="3867340"/>
                  <a:ext cx="110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17EBF74-1F56-8524-6F37-EE281E827DA4}"/>
                    </a:ext>
                  </a:extLst>
                </p14:cNvPr>
                <p14:cNvContentPartPr/>
                <p14:nvPr/>
              </p14:nvContentPartPr>
              <p14:xfrm>
                <a:off x="9135571" y="3850780"/>
                <a:ext cx="259560" cy="145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17EBF74-1F56-8524-6F37-EE281E827DA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117571" y="3832780"/>
                  <a:ext cx="295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2FF1593-BF61-4084-D137-187B132E7EB2}"/>
                    </a:ext>
                  </a:extLst>
                </p14:cNvPr>
                <p14:cNvContentPartPr/>
                <p14:nvPr/>
              </p14:nvContentPartPr>
              <p14:xfrm>
                <a:off x="9421051" y="3789940"/>
                <a:ext cx="75960" cy="119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2FF1593-BF61-4084-D137-187B132E7EB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03051" y="3772300"/>
                  <a:ext cx="111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47F77F7-FB6A-1F6A-F55A-F95F118CF4E6}"/>
                    </a:ext>
                  </a:extLst>
                </p14:cNvPr>
                <p14:cNvContentPartPr/>
                <p14:nvPr/>
              </p14:nvContentPartPr>
              <p14:xfrm>
                <a:off x="9544891" y="3699220"/>
                <a:ext cx="82800" cy="132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47F77F7-FB6A-1F6A-F55A-F95F118CF4E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26891" y="3681580"/>
                  <a:ext cx="118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D098F1A-F5D4-FCA2-8978-E5B32B1C675F}"/>
                    </a:ext>
                  </a:extLst>
                </p14:cNvPr>
                <p14:cNvContentPartPr/>
                <p14:nvPr/>
              </p14:nvContentPartPr>
              <p14:xfrm>
                <a:off x="9809131" y="4164340"/>
                <a:ext cx="12960" cy="271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D098F1A-F5D4-FCA2-8978-E5B32B1C675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791491" y="4146340"/>
                  <a:ext cx="48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CC72705-670E-F6F5-C3D6-D6B36858264B}"/>
                    </a:ext>
                  </a:extLst>
                </p14:cNvPr>
                <p14:cNvContentPartPr/>
                <p14:nvPr/>
              </p14:nvContentPartPr>
              <p14:xfrm>
                <a:off x="9791491" y="4135540"/>
                <a:ext cx="154080" cy="213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CC72705-670E-F6F5-C3D6-D6B36858264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773491" y="4117900"/>
                  <a:ext cx="189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DCD0F0-7150-4011-C8BF-CBF0A02C5D00}"/>
                    </a:ext>
                  </a:extLst>
                </p14:cNvPr>
                <p14:cNvContentPartPr/>
                <p14:nvPr/>
              </p14:nvContentPartPr>
              <p14:xfrm>
                <a:off x="9835411" y="4278460"/>
                <a:ext cx="110520" cy="15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DCD0F0-7150-4011-C8BF-CBF0A02C5D0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817771" y="4260460"/>
                  <a:ext cx="146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76BDA81-B36A-F259-D855-D14D26BF2E0D}"/>
                    </a:ext>
                  </a:extLst>
                </p14:cNvPr>
                <p14:cNvContentPartPr/>
                <p14:nvPr/>
              </p14:nvContentPartPr>
              <p14:xfrm>
                <a:off x="9968971" y="5704780"/>
                <a:ext cx="21240" cy="304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76BDA81-B36A-F259-D855-D14D26BF2E0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951331" y="5687140"/>
                  <a:ext cx="568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16DD1AF-9CC9-2800-BD3A-0C778769B4AD}"/>
                    </a:ext>
                  </a:extLst>
                </p14:cNvPr>
                <p14:cNvContentPartPr/>
                <p14:nvPr/>
              </p14:nvContentPartPr>
              <p14:xfrm>
                <a:off x="9922171" y="5729980"/>
                <a:ext cx="221040" cy="251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16DD1AF-9CC9-2800-BD3A-0C778769B4A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904531" y="5711980"/>
                  <a:ext cx="256680" cy="28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97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62409-9CFF-85C8-D52B-7697AE54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A77D31-07A9-DE43-AD9E-052473604E67}"/>
                  </a:ext>
                </a:extLst>
              </p14:cNvPr>
              <p14:cNvContentPartPr/>
              <p14:nvPr/>
            </p14:nvContentPartPr>
            <p14:xfrm>
              <a:off x="1239071" y="707620"/>
              <a:ext cx="16920" cy="769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A77D31-07A9-DE43-AD9E-052473604E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431" y="689980"/>
                <a:ext cx="52560" cy="80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6AF6EA-0AEA-E857-EE95-BC243D715D72}"/>
                  </a:ext>
                </a:extLst>
              </p14:cNvPr>
              <p14:cNvContentPartPr/>
              <p14:nvPr/>
            </p14:nvContentPartPr>
            <p14:xfrm>
              <a:off x="935231" y="1454620"/>
              <a:ext cx="659520" cy="60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6AF6EA-0AEA-E857-EE95-BC243D715D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591" y="1436980"/>
                <a:ext cx="6951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E037D25-EC3B-12B3-C7FC-58A911AA3B19}"/>
                  </a:ext>
                </a:extLst>
              </p14:cNvPr>
              <p14:cNvContentPartPr/>
              <p14:nvPr/>
            </p14:nvContentPartPr>
            <p14:xfrm>
              <a:off x="1175351" y="1613380"/>
              <a:ext cx="182880" cy="56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E037D25-EC3B-12B3-C7FC-58A911AA3B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7711" y="1595740"/>
                <a:ext cx="218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CC3DCA-0459-3D23-56F4-D5731B6F7227}"/>
                  </a:ext>
                </a:extLst>
              </p14:cNvPr>
              <p14:cNvContentPartPr/>
              <p14:nvPr/>
            </p14:nvContentPartPr>
            <p14:xfrm>
              <a:off x="1309991" y="1656940"/>
              <a:ext cx="53280" cy="693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CC3DCA-0459-3D23-56F4-D5731B6F72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2351" y="1638940"/>
                <a:ext cx="8892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C8F870-1CD8-4189-505E-A78F7F224DDF}"/>
                  </a:ext>
                </a:extLst>
              </p14:cNvPr>
              <p14:cNvContentPartPr/>
              <p14:nvPr/>
            </p14:nvContentPartPr>
            <p14:xfrm>
              <a:off x="1178591" y="718420"/>
              <a:ext cx="948240" cy="69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C8F870-1CD8-4189-505E-A78F7F224DD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0951" y="700420"/>
                <a:ext cx="983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10B394A-46C9-8D56-8A00-050BC0E9F423}"/>
                  </a:ext>
                </a:extLst>
              </p14:cNvPr>
              <p14:cNvContentPartPr/>
              <p14:nvPr/>
            </p14:nvContentPartPr>
            <p14:xfrm>
              <a:off x="2109551" y="611500"/>
              <a:ext cx="790560" cy="107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10B394A-46C9-8D56-8A00-050BC0E9F4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91911" y="593860"/>
                <a:ext cx="8262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82DC3E-BE84-08B8-6C1F-8058625B0247}"/>
                  </a:ext>
                </a:extLst>
              </p14:cNvPr>
              <p14:cNvContentPartPr/>
              <p14:nvPr/>
            </p14:nvContentPartPr>
            <p14:xfrm>
              <a:off x="2895431" y="601780"/>
              <a:ext cx="55440" cy="531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82DC3E-BE84-08B8-6C1F-8058625B02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7431" y="583780"/>
                <a:ext cx="9108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16FAF9A-9BD1-9D50-0E86-6EB792F50C0A}"/>
                  </a:ext>
                </a:extLst>
              </p14:cNvPr>
              <p14:cNvContentPartPr/>
              <p14:nvPr/>
            </p14:nvContentPartPr>
            <p14:xfrm>
              <a:off x="2870951" y="1189300"/>
              <a:ext cx="123120" cy="222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16FAF9A-9BD1-9D50-0E86-6EB792F50C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53311" y="1171660"/>
                <a:ext cx="1587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7E2BBE0-1A7A-CA60-70A6-0024E0B58B74}"/>
                  </a:ext>
                </a:extLst>
              </p14:cNvPr>
              <p14:cNvContentPartPr/>
              <p14:nvPr/>
            </p14:nvContentPartPr>
            <p14:xfrm>
              <a:off x="2982191" y="1407820"/>
              <a:ext cx="55800" cy="608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7E2BBE0-1A7A-CA60-70A6-0024E0B58B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64191" y="1390180"/>
                <a:ext cx="9144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96A8E74-2ACA-454B-678E-233B6B4DB63F}"/>
                  </a:ext>
                </a:extLst>
              </p14:cNvPr>
              <p14:cNvContentPartPr/>
              <p14:nvPr/>
            </p14:nvContentPartPr>
            <p14:xfrm>
              <a:off x="409271" y="1781860"/>
              <a:ext cx="150480" cy="261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96A8E74-2ACA-454B-678E-233B6B4DB6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1271" y="1764220"/>
                <a:ext cx="1861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DC329C0-04B8-D2DA-DD0C-E899BC4B30E6}"/>
                  </a:ext>
                </a:extLst>
              </p14:cNvPr>
              <p14:cNvContentPartPr/>
              <p14:nvPr/>
            </p14:nvContentPartPr>
            <p14:xfrm>
              <a:off x="543551" y="1732540"/>
              <a:ext cx="174240" cy="203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DC329C0-04B8-D2DA-DD0C-E899BC4B30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5551" y="1714540"/>
                <a:ext cx="209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D59781C-B58F-03F1-C16E-8525BE55DAC2}"/>
                  </a:ext>
                </a:extLst>
              </p14:cNvPr>
              <p14:cNvContentPartPr/>
              <p14:nvPr/>
            </p14:nvContentPartPr>
            <p14:xfrm>
              <a:off x="734351" y="1577020"/>
              <a:ext cx="118800" cy="162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D59781C-B58F-03F1-C16E-8525BE55DA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6711" y="1559380"/>
                <a:ext cx="1544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3EC9CAD-F431-B7CD-2193-C89CBDFDC73D}"/>
                  </a:ext>
                </a:extLst>
              </p14:cNvPr>
              <p14:cNvContentPartPr/>
              <p14:nvPr/>
            </p14:nvContentPartPr>
            <p14:xfrm>
              <a:off x="3007031" y="1615540"/>
              <a:ext cx="1052640" cy="25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3EC9CAD-F431-B7CD-2193-C89CBDFDC73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89391" y="1597900"/>
                <a:ext cx="10882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022E342-1011-D608-768D-0F0D47F6BEE4}"/>
                  </a:ext>
                </a:extLst>
              </p14:cNvPr>
              <p14:cNvContentPartPr/>
              <p14:nvPr/>
            </p14:nvContentPartPr>
            <p14:xfrm>
              <a:off x="4002071" y="1538860"/>
              <a:ext cx="137520" cy="101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022E342-1011-D608-768D-0F0D47F6BEE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84431" y="1521220"/>
                <a:ext cx="1731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820BECD-D658-2D9C-9792-93696876347E}"/>
                  </a:ext>
                </a:extLst>
              </p14:cNvPr>
              <p14:cNvContentPartPr/>
              <p14:nvPr/>
            </p14:nvContentPartPr>
            <p14:xfrm>
              <a:off x="3291431" y="2857900"/>
              <a:ext cx="918720" cy="49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820BECD-D658-2D9C-9792-93696876347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73431" y="2840260"/>
                <a:ext cx="9543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BCFF106-FEA8-6C74-41C4-865624928217}"/>
                  </a:ext>
                </a:extLst>
              </p14:cNvPr>
              <p14:cNvContentPartPr/>
              <p14:nvPr/>
            </p14:nvContentPartPr>
            <p14:xfrm>
              <a:off x="4153991" y="2813980"/>
              <a:ext cx="70920" cy="76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BCFF106-FEA8-6C74-41C4-8656249282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35991" y="2795980"/>
                <a:ext cx="1065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EEF80C7-CDC2-071D-2C71-BD74CD62EF1E}"/>
                  </a:ext>
                </a:extLst>
              </p14:cNvPr>
              <p14:cNvContentPartPr/>
              <p14:nvPr/>
            </p14:nvContentPartPr>
            <p14:xfrm>
              <a:off x="4161191" y="1223140"/>
              <a:ext cx="9360" cy="158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EEF80C7-CDC2-071D-2C71-BD74CD62EF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43191" y="1205500"/>
                <a:ext cx="45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BFA5345-0151-965E-061D-9252D3E8A591}"/>
                  </a:ext>
                </a:extLst>
              </p14:cNvPr>
              <p14:cNvContentPartPr/>
              <p14:nvPr/>
            </p14:nvContentPartPr>
            <p14:xfrm>
              <a:off x="4165511" y="1166620"/>
              <a:ext cx="231120" cy="191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BFA5345-0151-965E-061D-9252D3E8A59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47871" y="1148980"/>
                <a:ext cx="2667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8E6D30D-AE5D-85C7-CDC8-6C951D72A784}"/>
                  </a:ext>
                </a:extLst>
              </p14:cNvPr>
              <p14:cNvContentPartPr/>
              <p14:nvPr/>
            </p14:nvContentPartPr>
            <p14:xfrm>
              <a:off x="4235351" y="1258780"/>
              <a:ext cx="138600" cy="55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8E6D30D-AE5D-85C7-CDC8-6C951D72A78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17711" y="1241140"/>
                <a:ext cx="1742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6CA16B2-E4AE-48D5-A1D0-506DC5EF930C}"/>
                  </a:ext>
                </a:extLst>
              </p14:cNvPr>
              <p14:cNvContentPartPr/>
              <p14:nvPr/>
            </p14:nvContentPartPr>
            <p14:xfrm>
              <a:off x="4423271" y="2597980"/>
              <a:ext cx="83160" cy="273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6CA16B2-E4AE-48D5-A1D0-506DC5EF930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05631" y="2579980"/>
                <a:ext cx="1188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F0F4193-AF80-9633-FE19-DB803176627A}"/>
                  </a:ext>
                </a:extLst>
              </p14:cNvPr>
              <p14:cNvContentPartPr/>
              <p14:nvPr/>
            </p14:nvContentPartPr>
            <p14:xfrm>
              <a:off x="4445591" y="2617060"/>
              <a:ext cx="177840" cy="185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F0F4193-AF80-9633-FE19-DB803176627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27591" y="2599420"/>
                <a:ext cx="2134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33A1DD8-5447-8D61-277A-C7C4E001E311}"/>
                  </a:ext>
                </a:extLst>
              </p14:cNvPr>
              <p14:cNvContentPartPr/>
              <p14:nvPr/>
            </p14:nvContentPartPr>
            <p14:xfrm>
              <a:off x="2303591" y="1222060"/>
              <a:ext cx="117000" cy="228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33A1DD8-5447-8D61-277A-C7C4E001E31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285951" y="1204060"/>
                <a:ext cx="1526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379FBC1-0930-85DC-491F-E8968D9A20DB}"/>
                  </a:ext>
                </a:extLst>
              </p14:cNvPr>
              <p14:cNvContentPartPr/>
              <p14:nvPr/>
            </p14:nvContentPartPr>
            <p14:xfrm>
              <a:off x="2445791" y="1152940"/>
              <a:ext cx="136080" cy="199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379FBC1-0930-85DC-491F-E8968D9A20D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28151" y="1134940"/>
                <a:ext cx="1717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43916B2-A1D0-B357-EE1E-32127E4B74D6}"/>
                  </a:ext>
                </a:extLst>
              </p14:cNvPr>
              <p14:cNvContentPartPr/>
              <p14:nvPr/>
            </p14:nvContentPartPr>
            <p14:xfrm>
              <a:off x="2557751" y="1116220"/>
              <a:ext cx="98280" cy="1436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43916B2-A1D0-B357-EE1E-32127E4B74D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39751" y="1098580"/>
                <a:ext cx="13392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07A2D27-0EE0-5754-E086-B883F7DAAF61}"/>
              </a:ext>
            </a:extLst>
          </p:cNvPr>
          <p:cNvGrpSpPr/>
          <p:nvPr/>
        </p:nvGrpSpPr>
        <p:grpSpPr>
          <a:xfrm>
            <a:off x="1289471" y="2166340"/>
            <a:ext cx="1951560" cy="862920"/>
            <a:chOff x="1289471" y="2166340"/>
            <a:chExt cx="1951560" cy="86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A8A537-8917-4CA2-EDE0-6FC92B4F0261}"/>
                    </a:ext>
                  </a:extLst>
                </p14:cNvPr>
                <p14:cNvContentPartPr/>
                <p14:nvPr/>
              </p14:nvContentPartPr>
              <p14:xfrm>
                <a:off x="2991911" y="2171020"/>
                <a:ext cx="99000" cy="26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A8A537-8917-4CA2-EDE0-6FC92B4F02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73911" y="2153020"/>
                  <a:ext cx="134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18098D8-B222-2B93-164B-87B3DF32205D}"/>
                    </a:ext>
                  </a:extLst>
                </p14:cNvPr>
                <p14:cNvContentPartPr/>
                <p14:nvPr/>
              </p14:nvContentPartPr>
              <p14:xfrm>
                <a:off x="1555511" y="2424820"/>
                <a:ext cx="1685520" cy="55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18098D8-B222-2B93-164B-87B3DF3220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37511" y="2406820"/>
                  <a:ext cx="172116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CB1023-9754-7BFF-C55D-6C3039664D6D}"/>
                    </a:ext>
                  </a:extLst>
                </p14:cNvPr>
                <p14:cNvContentPartPr/>
                <p14:nvPr/>
              </p14:nvContentPartPr>
              <p14:xfrm>
                <a:off x="1289471" y="2352460"/>
                <a:ext cx="91440" cy="676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CB1023-9754-7BFF-C55D-6C3039664D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71471" y="2334460"/>
                  <a:ext cx="12708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C51783-1578-3889-541B-69A4BC568AF3}"/>
                    </a:ext>
                  </a:extLst>
                </p14:cNvPr>
                <p14:cNvContentPartPr/>
                <p14:nvPr/>
              </p14:nvContentPartPr>
              <p14:xfrm>
                <a:off x="2513831" y="2166340"/>
                <a:ext cx="5040" cy="39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C51783-1578-3889-541B-69A4BC568A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95831" y="2148700"/>
                  <a:ext cx="40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09C18A-D7CB-C02C-8136-A3161B77F6CA}"/>
                    </a:ext>
                  </a:extLst>
                </p14:cNvPr>
                <p14:cNvContentPartPr/>
                <p14:nvPr/>
              </p14:nvContentPartPr>
              <p14:xfrm>
                <a:off x="2507351" y="2173900"/>
                <a:ext cx="150480" cy="21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09C18A-D7CB-C02C-8136-A3161B77F6C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89351" y="2156260"/>
                  <a:ext cx="186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E253B4-1A91-0F7A-9AAC-F98DFAE5966C}"/>
                    </a:ext>
                  </a:extLst>
                </p14:cNvPr>
                <p14:cNvContentPartPr/>
                <p14:nvPr/>
              </p14:nvContentPartPr>
              <p14:xfrm>
                <a:off x="2633351" y="2298460"/>
                <a:ext cx="54720" cy="160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E253B4-1A91-0F7A-9AAC-F98DFAE596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15351" y="2280460"/>
                  <a:ext cx="90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8EED2B-C4C7-C6A4-03D7-A74F9877D9C7}"/>
                    </a:ext>
                  </a:extLst>
                </p14:cNvPr>
                <p14:cNvContentPartPr/>
                <p14:nvPr/>
              </p14:nvContentPartPr>
              <p14:xfrm>
                <a:off x="2762591" y="2228260"/>
                <a:ext cx="75240" cy="25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8EED2B-C4C7-C6A4-03D7-A74F9877D9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44591" y="2210620"/>
                  <a:ext cx="110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74A8120-E30C-B622-EE3A-C2F987874FCE}"/>
                    </a:ext>
                  </a:extLst>
                </p14:cNvPr>
                <p14:cNvContentPartPr/>
                <p14:nvPr/>
              </p14:nvContentPartPr>
              <p14:xfrm>
                <a:off x="2812271" y="2225740"/>
                <a:ext cx="167400" cy="138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74A8120-E30C-B622-EE3A-C2F987874FC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94271" y="2208100"/>
                  <a:ext cx="2030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F79ED57-EACF-20FC-84A6-540A25F6B964}"/>
              </a:ext>
            </a:extLst>
          </p:cNvPr>
          <p:cNvGrpSpPr/>
          <p:nvPr/>
        </p:nvGrpSpPr>
        <p:grpSpPr>
          <a:xfrm>
            <a:off x="4569431" y="281380"/>
            <a:ext cx="2060280" cy="596160"/>
            <a:chOff x="4569431" y="281380"/>
            <a:chExt cx="206028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E857F5-88CD-D677-C100-58530D7B7488}"/>
                    </a:ext>
                  </a:extLst>
                </p14:cNvPr>
                <p14:cNvContentPartPr/>
                <p14:nvPr/>
              </p14:nvContentPartPr>
              <p14:xfrm>
                <a:off x="4569431" y="469300"/>
                <a:ext cx="253080" cy="28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E857F5-88CD-D677-C100-58530D7B74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1791" y="451300"/>
                  <a:ext cx="288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44E0FA-F0D5-104C-8833-2B82B344D463}"/>
                    </a:ext>
                  </a:extLst>
                </p14:cNvPr>
                <p14:cNvContentPartPr/>
                <p14:nvPr/>
              </p14:nvContentPartPr>
              <p14:xfrm>
                <a:off x="4950671" y="675580"/>
                <a:ext cx="18000" cy="20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44E0FA-F0D5-104C-8833-2B82B344D4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33031" y="657940"/>
                  <a:ext cx="53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FD60F67-8882-49D5-74B0-E9E2137057F9}"/>
                    </a:ext>
                  </a:extLst>
                </p14:cNvPr>
                <p14:cNvContentPartPr/>
                <p14:nvPr/>
              </p14:nvContentPartPr>
              <p14:xfrm>
                <a:off x="4975151" y="630580"/>
                <a:ext cx="114120" cy="13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FD60F67-8882-49D5-74B0-E9E2137057F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57511" y="612580"/>
                  <a:ext cx="149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D64C95-30DA-308A-BA93-2E3441CF416E}"/>
                    </a:ext>
                  </a:extLst>
                </p14:cNvPr>
                <p14:cNvContentPartPr/>
                <p14:nvPr/>
              </p14:nvContentPartPr>
              <p14:xfrm>
                <a:off x="4985231" y="711220"/>
                <a:ext cx="86760" cy="5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D64C95-30DA-308A-BA93-2E3441CF41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67231" y="693580"/>
                  <a:ext cx="122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06EC89-73C0-7AAA-A499-1CDF4A6CFB56}"/>
                    </a:ext>
                  </a:extLst>
                </p14:cNvPr>
                <p14:cNvContentPartPr/>
                <p14:nvPr/>
              </p14:nvContentPartPr>
              <p14:xfrm>
                <a:off x="5159831" y="639940"/>
                <a:ext cx="51120" cy="139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06EC89-73C0-7AAA-A499-1CDF4A6CFB5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41831" y="622300"/>
                  <a:ext cx="86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7D9D9F-3D2C-9EB0-494E-D74AE07C74E0}"/>
                    </a:ext>
                  </a:extLst>
                </p14:cNvPr>
                <p14:cNvContentPartPr/>
                <p14:nvPr/>
              </p14:nvContentPartPr>
              <p14:xfrm>
                <a:off x="5171351" y="581620"/>
                <a:ext cx="165600" cy="250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7D9D9F-3D2C-9EB0-494E-D74AE07C74E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3351" y="563980"/>
                  <a:ext cx="201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EF356A-8E5F-8E55-81A4-63502E8F4C9D}"/>
                    </a:ext>
                  </a:extLst>
                </p14:cNvPr>
                <p14:cNvContentPartPr/>
                <p14:nvPr/>
              </p14:nvContentPartPr>
              <p14:xfrm>
                <a:off x="5464031" y="553900"/>
                <a:ext cx="70560" cy="3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EF356A-8E5F-8E55-81A4-63502E8F4C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46391" y="536260"/>
                  <a:ext cx="106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FB6A51-1B9D-4862-1692-B3C445353D71}"/>
                    </a:ext>
                  </a:extLst>
                </p14:cNvPr>
                <p14:cNvContentPartPr/>
                <p14:nvPr/>
              </p14:nvContentPartPr>
              <p14:xfrm>
                <a:off x="5556911" y="635980"/>
                <a:ext cx="29520" cy="17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FB6A51-1B9D-4862-1692-B3C445353D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38911" y="618340"/>
                  <a:ext cx="65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64448C8-5C56-DA8E-7A68-0FE89F880826}"/>
                    </a:ext>
                  </a:extLst>
                </p14:cNvPr>
                <p14:cNvContentPartPr/>
                <p14:nvPr/>
              </p14:nvContentPartPr>
              <p14:xfrm>
                <a:off x="5686871" y="281380"/>
                <a:ext cx="203400" cy="33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64448C8-5C56-DA8E-7A68-0FE89F8808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69231" y="263740"/>
                  <a:ext cx="2390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56CAE46-828E-A325-38BF-51C98C938FCB}"/>
                    </a:ext>
                  </a:extLst>
                </p14:cNvPr>
                <p14:cNvContentPartPr/>
                <p14:nvPr/>
              </p14:nvContentPartPr>
              <p14:xfrm>
                <a:off x="6006551" y="552460"/>
                <a:ext cx="90360" cy="23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56CAE46-828E-A325-38BF-51C98C938F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8551" y="534820"/>
                  <a:ext cx="126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BB278B-56A0-6BC2-5677-831A135C7DDA}"/>
                    </a:ext>
                  </a:extLst>
                </p14:cNvPr>
                <p14:cNvContentPartPr/>
                <p14:nvPr/>
              </p14:nvContentPartPr>
              <p14:xfrm>
                <a:off x="6026711" y="598180"/>
                <a:ext cx="282240" cy="132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BB278B-56A0-6BC2-5677-831A135C7DD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08711" y="580180"/>
                  <a:ext cx="317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076E25-1075-4CA3-F08B-157C8E194D0B}"/>
                    </a:ext>
                  </a:extLst>
                </p14:cNvPr>
                <p14:cNvContentPartPr/>
                <p14:nvPr/>
              </p14:nvContentPartPr>
              <p14:xfrm>
                <a:off x="6351791" y="578740"/>
                <a:ext cx="133560" cy="10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076E25-1075-4CA3-F08B-157C8E194D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33791" y="560740"/>
                  <a:ext cx="169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5CF0467-F470-399B-31DF-DEE7E783BCAA}"/>
                    </a:ext>
                  </a:extLst>
                </p14:cNvPr>
                <p14:cNvContentPartPr/>
                <p14:nvPr/>
              </p14:nvContentPartPr>
              <p14:xfrm>
                <a:off x="6528911" y="570820"/>
                <a:ext cx="100800" cy="9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5CF0467-F470-399B-31DF-DEE7E783BC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10911" y="552820"/>
                  <a:ext cx="13644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B8DBC42-862C-D593-107E-247D1E92C6E3}"/>
              </a:ext>
            </a:extLst>
          </p:cNvPr>
          <p:cNvGrpSpPr/>
          <p:nvPr/>
        </p:nvGrpSpPr>
        <p:grpSpPr>
          <a:xfrm>
            <a:off x="3246071" y="595660"/>
            <a:ext cx="461520" cy="1417320"/>
            <a:chOff x="3246071" y="595660"/>
            <a:chExt cx="461520" cy="14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CCC1234-B623-3ABD-DBE0-75C6A427B40B}"/>
                    </a:ext>
                  </a:extLst>
                </p14:cNvPr>
                <p14:cNvContentPartPr/>
                <p14:nvPr/>
              </p14:nvContentPartPr>
              <p14:xfrm>
                <a:off x="3246071" y="970780"/>
                <a:ext cx="123840" cy="161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CCC1234-B623-3ABD-DBE0-75C6A427B40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8071" y="953140"/>
                  <a:ext cx="159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24D1940-2C7D-465D-9E04-26B2FFE18CCB}"/>
                    </a:ext>
                  </a:extLst>
                </p14:cNvPr>
                <p14:cNvContentPartPr/>
                <p14:nvPr/>
              </p14:nvContentPartPr>
              <p14:xfrm>
                <a:off x="3404111" y="963220"/>
                <a:ext cx="140400" cy="15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24D1940-2C7D-465D-9E04-26B2FFE18C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6111" y="945580"/>
                  <a:ext cx="176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ADC5FF3-0F92-2BF5-1396-975BBABF703B}"/>
                    </a:ext>
                  </a:extLst>
                </p14:cNvPr>
                <p14:cNvContentPartPr/>
                <p14:nvPr/>
              </p14:nvContentPartPr>
              <p14:xfrm>
                <a:off x="3420671" y="629860"/>
                <a:ext cx="13320" cy="281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ADC5FF3-0F92-2BF5-1396-975BBABF703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03031" y="612220"/>
                  <a:ext cx="489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B0FA581-8CA5-92D0-127B-CF0F94B89096}"/>
                    </a:ext>
                  </a:extLst>
                </p14:cNvPr>
                <p14:cNvContentPartPr/>
                <p14:nvPr/>
              </p14:nvContentPartPr>
              <p14:xfrm>
                <a:off x="3339311" y="595660"/>
                <a:ext cx="183240" cy="126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B0FA581-8CA5-92D0-127B-CF0F94B890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21671" y="577660"/>
                  <a:ext cx="218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688347-ABF2-5485-1846-1795890B969C}"/>
                    </a:ext>
                  </a:extLst>
                </p14:cNvPr>
                <p14:cNvContentPartPr/>
                <p14:nvPr/>
              </p14:nvContentPartPr>
              <p14:xfrm>
                <a:off x="3432551" y="1212700"/>
                <a:ext cx="42120" cy="399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688347-ABF2-5485-1846-1795890B969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14911" y="1195060"/>
                  <a:ext cx="777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692B840-F489-490B-F2B9-CB99F2C50003}"/>
                    </a:ext>
                  </a:extLst>
                </p14:cNvPr>
                <p14:cNvContentPartPr/>
                <p14:nvPr/>
              </p14:nvContentPartPr>
              <p14:xfrm>
                <a:off x="3420311" y="1526260"/>
                <a:ext cx="113040" cy="7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692B840-F489-490B-F2B9-CB99F2C500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02671" y="1508260"/>
                  <a:ext cx="148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C42B760-81DE-0F83-EA0E-F04F734820D1}"/>
                    </a:ext>
                  </a:extLst>
                </p14:cNvPr>
                <p14:cNvContentPartPr/>
                <p14:nvPr/>
              </p14:nvContentPartPr>
              <p14:xfrm>
                <a:off x="3600311" y="1717780"/>
                <a:ext cx="20160" cy="29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C42B760-81DE-0F83-EA0E-F04F734820D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82671" y="1699780"/>
                  <a:ext cx="558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FEE4BEC-63C8-2E0D-F9C2-308F36049C4F}"/>
                    </a:ext>
                  </a:extLst>
                </p14:cNvPr>
                <p14:cNvContentPartPr/>
                <p14:nvPr/>
              </p14:nvContentPartPr>
              <p14:xfrm>
                <a:off x="3517871" y="1711660"/>
                <a:ext cx="189720" cy="151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FEE4BEC-63C8-2E0D-F9C2-308F36049C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99871" y="1693660"/>
                  <a:ext cx="225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35B031-3975-EEA3-5200-44CDB87B8969}"/>
              </a:ext>
            </a:extLst>
          </p:cNvPr>
          <p:cNvGrpSpPr/>
          <p:nvPr/>
        </p:nvGrpSpPr>
        <p:grpSpPr>
          <a:xfrm>
            <a:off x="3390431" y="2174260"/>
            <a:ext cx="331920" cy="663120"/>
            <a:chOff x="3390431" y="2174260"/>
            <a:chExt cx="33192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4D4849-9819-337E-5E58-26ECC9D63A86}"/>
                    </a:ext>
                  </a:extLst>
                </p14:cNvPr>
                <p14:cNvContentPartPr/>
                <p14:nvPr/>
              </p14:nvContentPartPr>
              <p14:xfrm>
                <a:off x="3390431" y="2174260"/>
                <a:ext cx="153720" cy="266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4D4849-9819-337E-5E58-26ECC9D63A8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72791" y="2156620"/>
                  <a:ext cx="189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1044E58-DB64-E580-9FB9-0C9AB9D1E27A}"/>
                    </a:ext>
                  </a:extLst>
                </p14:cNvPr>
                <p14:cNvContentPartPr/>
                <p14:nvPr/>
              </p14:nvContentPartPr>
              <p14:xfrm>
                <a:off x="3585911" y="2200540"/>
                <a:ext cx="119880" cy="124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1044E58-DB64-E580-9FB9-0C9AB9D1E2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67911" y="2182540"/>
                  <a:ext cx="155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DCF3616-424C-8B36-1B30-262849695B68}"/>
                    </a:ext>
                  </a:extLst>
                </p14:cNvPr>
                <p14:cNvContentPartPr/>
                <p14:nvPr/>
              </p14:nvContentPartPr>
              <p14:xfrm>
                <a:off x="3619031" y="2470900"/>
                <a:ext cx="34200" cy="36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DCF3616-424C-8B36-1B30-262849695B6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01391" y="2453260"/>
                  <a:ext cx="698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29B52FC-9599-7843-9E99-860252669697}"/>
                    </a:ext>
                  </a:extLst>
                </p14:cNvPr>
                <p14:cNvContentPartPr/>
                <p14:nvPr/>
              </p14:nvContentPartPr>
              <p14:xfrm>
                <a:off x="3594191" y="2766820"/>
                <a:ext cx="128160" cy="5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29B52FC-9599-7843-9E99-8602526696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76191" y="2748820"/>
                  <a:ext cx="1638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7C4415A-6D0B-CCB3-75E1-0715AB3CF3E4}"/>
              </a:ext>
            </a:extLst>
          </p:cNvPr>
          <p:cNvGrpSpPr/>
          <p:nvPr/>
        </p:nvGrpSpPr>
        <p:grpSpPr>
          <a:xfrm>
            <a:off x="5067311" y="1149340"/>
            <a:ext cx="2491920" cy="779040"/>
            <a:chOff x="5067311" y="1149340"/>
            <a:chExt cx="2491920" cy="77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E924EAD-9CFC-B42A-9A79-724A757E4F0A}"/>
                    </a:ext>
                  </a:extLst>
                </p14:cNvPr>
                <p14:cNvContentPartPr/>
                <p14:nvPr/>
              </p14:nvContentPartPr>
              <p14:xfrm>
                <a:off x="5465831" y="1301980"/>
                <a:ext cx="253440" cy="345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E924EAD-9CFC-B42A-9A79-724A757E4F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48191" y="1284340"/>
                  <a:ext cx="289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7EF7A7A-7965-2F5F-A8E2-C9AC4B7A44DC}"/>
                    </a:ext>
                  </a:extLst>
                </p14:cNvPr>
                <p14:cNvContentPartPr/>
                <p14:nvPr/>
              </p14:nvContentPartPr>
              <p14:xfrm>
                <a:off x="5798831" y="1596100"/>
                <a:ext cx="97200" cy="189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7EF7A7A-7965-2F5F-A8E2-C9AC4B7A44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80831" y="1578460"/>
                  <a:ext cx="132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25388C5-1053-E5D5-3610-B6E568B406FA}"/>
                    </a:ext>
                  </a:extLst>
                </p14:cNvPr>
                <p14:cNvContentPartPr/>
                <p14:nvPr/>
              </p14:nvContentPartPr>
              <p14:xfrm>
                <a:off x="5764271" y="1611580"/>
                <a:ext cx="401760" cy="145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25388C5-1053-E5D5-3610-B6E568B406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46631" y="1593580"/>
                  <a:ext cx="437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DDD69F-1B38-A5B2-B89A-AC3BEC1B3652}"/>
                    </a:ext>
                  </a:extLst>
                </p14:cNvPr>
                <p14:cNvContentPartPr/>
                <p14:nvPr/>
              </p14:nvContentPartPr>
              <p14:xfrm>
                <a:off x="6187991" y="1607260"/>
                <a:ext cx="74520" cy="12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DDD69F-1B38-A5B2-B89A-AC3BEC1B36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70351" y="1589260"/>
                  <a:ext cx="110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907AD4-5C7F-6253-575C-D015E7C99BF2}"/>
                    </a:ext>
                  </a:extLst>
                </p14:cNvPr>
                <p14:cNvContentPartPr/>
                <p14:nvPr/>
              </p14:nvContentPartPr>
              <p14:xfrm>
                <a:off x="6326591" y="1615180"/>
                <a:ext cx="87480" cy="95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907AD4-5C7F-6253-575C-D015E7C99BF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08951" y="1597180"/>
                  <a:ext cx="123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D421CB-02BC-0E59-5366-D367761AF8C5}"/>
                    </a:ext>
                  </a:extLst>
                </p14:cNvPr>
                <p14:cNvContentPartPr/>
                <p14:nvPr/>
              </p14:nvContentPartPr>
              <p14:xfrm>
                <a:off x="6605951" y="1560820"/>
                <a:ext cx="36360" cy="30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D421CB-02BC-0E59-5366-D367761AF8C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88311" y="1543180"/>
                  <a:ext cx="72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C23B28-A2DE-CF4F-0EA5-3F79BBF0BD77}"/>
                    </a:ext>
                  </a:extLst>
                </p14:cNvPr>
                <p14:cNvContentPartPr/>
                <p14:nvPr/>
              </p14:nvContentPartPr>
              <p14:xfrm>
                <a:off x="6595511" y="1598980"/>
                <a:ext cx="83880" cy="38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C23B28-A2DE-CF4F-0EA5-3F79BBF0BD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77511" y="1580980"/>
                  <a:ext cx="119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BF7987B-580F-8638-E364-3A3111E7443D}"/>
                    </a:ext>
                  </a:extLst>
                </p14:cNvPr>
                <p14:cNvContentPartPr/>
                <p14:nvPr/>
              </p14:nvContentPartPr>
              <p14:xfrm>
                <a:off x="6809711" y="1405660"/>
                <a:ext cx="204480" cy="231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BF7987B-580F-8638-E364-3A3111E7443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92071" y="1387660"/>
                  <a:ext cx="240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4AAE8E-688C-2A22-DB7A-9B10BA7C9698}"/>
                    </a:ext>
                  </a:extLst>
                </p14:cNvPr>
                <p14:cNvContentPartPr/>
                <p14:nvPr/>
              </p14:nvContentPartPr>
              <p14:xfrm>
                <a:off x="7053071" y="1370020"/>
                <a:ext cx="161640" cy="205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4AAE8E-688C-2A22-DB7A-9B10BA7C9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35431" y="1352380"/>
                  <a:ext cx="197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77395A-92EE-B5F8-8732-578DB6C66491}"/>
                    </a:ext>
                  </a:extLst>
                </p14:cNvPr>
                <p14:cNvContentPartPr/>
                <p14:nvPr/>
              </p14:nvContentPartPr>
              <p14:xfrm>
                <a:off x="5344871" y="1149340"/>
                <a:ext cx="2214360" cy="779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77395A-92EE-B5F8-8732-578DB6C664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26871" y="1131340"/>
                  <a:ext cx="225000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9371863-6FF2-BB3E-6EF3-77960483E458}"/>
                    </a:ext>
                  </a:extLst>
                </p14:cNvPr>
                <p14:cNvContentPartPr/>
                <p14:nvPr/>
              </p14:nvContentPartPr>
              <p14:xfrm>
                <a:off x="5120951" y="1322500"/>
                <a:ext cx="87480" cy="572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9371863-6FF2-BB3E-6EF3-77960483E45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02951" y="1304860"/>
                  <a:ext cx="12312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D95C37-4113-34E5-130E-A80E73A4EDC3}"/>
                    </a:ext>
                  </a:extLst>
                </p14:cNvPr>
                <p14:cNvContentPartPr/>
                <p14:nvPr/>
              </p14:nvContentPartPr>
              <p14:xfrm>
                <a:off x="5067311" y="1254100"/>
                <a:ext cx="2218320" cy="91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D95C37-4113-34E5-130E-A80E73A4ED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49311" y="1236100"/>
                  <a:ext cx="22539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299E7C7-8DF9-AC5E-EEE2-AC89D47BCE91}"/>
              </a:ext>
            </a:extLst>
          </p:cNvPr>
          <p:cNvGrpSpPr/>
          <p:nvPr/>
        </p:nvGrpSpPr>
        <p:grpSpPr>
          <a:xfrm>
            <a:off x="1288031" y="3514180"/>
            <a:ext cx="1539720" cy="551520"/>
            <a:chOff x="1288031" y="3514180"/>
            <a:chExt cx="153972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3627089-9F9D-5956-9859-835D8789518C}"/>
                    </a:ext>
                  </a:extLst>
                </p14:cNvPr>
                <p14:cNvContentPartPr/>
                <p14:nvPr/>
              </p14:nvContentPartPr>
              <p14:xfrm>
                <a:off x="1288031" y="3514180"/>
                <a:ext cx="34200" cy="416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3627089-9F9D-5956-9859-835D878951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70031" y="3496540"/>
                  <a:ext cx="698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E12F57B-68DE-07EB-9671-2623ED57F410}"/>
                    </a:ext>
                  </a:extLst>
                </p14:cNvPr>
                <p14:cNvContentPartPr/>
                <p14:nvPr/>
              </p14:nvContentPartPr>
              <p14:xfrm>
                <a:off x="1297391" y="3534340"/>
                <a:ext cx="170640" cy="260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E12F57B-68DE-07EB-9671-2623ED57F41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79391" y="3516700"/>
                  <a:ext cx="206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BBF9ACE-E732-CB4F-D258-9AA03F8FCC3A}"/>
                    </a:ext>
                  </a:extLst>
                </p14:cNvPr>
                <p14:cNvContentPartPr/>
                <p14:nvPr/>
              </p14:nvContentPartPr>
              <p14:xfrm>
                <a:off x="1554071" y="3710020"/>
                <a:ext cx="152280" cy="132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BBF9ACE-E732-CB4F-D258-9AA03F8FCC3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36071" y="3692380"/>
                  <a:ext cx="187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FD15CA-3C98-3097-4500-9A218147387A}"/>
                    </a:ext>
                  </a:extLst>
                </p14:cNvPr>
                <p14:cNvContentPartPr/>
                <p14:nvPr/>
              </p14:nvContentPartPr>
              <p14:xfrm>
                <a:off x="1789151" y="3698860"/>
                <a:ext cx="45360" cy="149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FD15CA-3C98-3097-4500-9A218147387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71511" y="3680860"/>
                  <a:ext cx="81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310ECBE-CBC5-D2BC-6BDD-5DD082B82983}"/>
                    </a:ext>
                  </a:extLst>
                </p14:cNvPr>
                <p14:cNvContentPartPr/>
                <p14:nvPr/>
              </p14:nvContentPartPr>
              <p14:xfrm>
                <a:off x="1829111" y="3693100"/>
                <a:ext cx="85320" cy="15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310ECBE-CBC5-D2BC-6BDD-5DD082B8298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11111" y="3675460"/>
                  <a:ext cx="120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FBDABAE-D9E4-8DC9-FAD7-CFABC74879A5}"/>
                    </a:ext>
                  </a:extLst>
                </p14:cNvPr>
                <p14:cNvContentPartPr/>
                <p14:nvPr/>
              </p14:nvContentPartPr>
              <p14:xfrm>
                <a:off x="2058791" y="3594460"/>
                <a:ext cx="51120" cy="236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FBDABAE-D9E4-8DC9-FAD7-CFABC74879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40791" y="3576820"/>
                  <a:ext cx="86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D5D0FB7-D972-CD91-6985-185FF677E168}"/>
                    </a:ext>
                  </a:extLst>
                </p14:cNvPr>
                <p14:cNvContentPartPr/>
                <p14:nvPr/>
              </p14:nvContentPartPr>
              <p14:xfrm>
                <a:off x="2229791" y="3711820"/>
                <a:ext cx="112680" cy="11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D5D0FB7-D972-CD91-6985-185FF677E1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12151" y="3693820"/>
                  <a:ext cx="148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2AA2B8-585A-716F-F306-B51AA63211B6}"/>
                    </a:ext>
                  </a:extLst>
                </p14:cNvPr>
                <p14:cNvContentPartPr/>
                <p14:nvPr/>
              </p14:nvContentPartPr>
              <p14:xfrm>
                <a:off x="2453711" y="3696340"/>
                <a:ext cx="64440" cy="124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2AA2B8-585A-716F-F306-B51AA63211B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35711" y="3678700"/>
                  <a:ext cx="100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DB137F3-80AE-CF6F-2C6B-7A13E4D0E405}"/>
                    </a:ext>
                  </a:extLst>
                </p14:cNvPr>
                <p14:cNvContentPartPr/>
                <p14:nvPr/>
              </p14:nvContentPartPr>
              <p14:xfrm>
                <a:off x="2644511" y="3670780"/>
                <a:ext cx="183240" cy="136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DB137F3-80AE-CF6F-2C6B-7A13E4D0E40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26871" y="3652780"/>
                  <a:ext cx="2188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51908B-891A-0A37-4AC4-D052A6CF1F63}"/>
                    </a:ext>
                  </a:extLst>
                </p14:cNvPr>
                <p14:cNvContentPartPr/>
                <p14:nvPr/>
              </p14:nvContentPartPr>
              <p14:xfrm>
                <a:off x="1827311" y="3836740"/>
                <a:ext cx="47520" cy="228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51908B-891A-0A37-4AC4-D052A6CF1F6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09671" y="3819100"/>
                  <a:ext cx="831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2D3D925-9A0F-8805-29FF-EB1749567EBB}"/>
              </a:ext>
            </a:extLst>
          </p:cNvPr>
          <p:cNvGrpSpPr/>
          <p:nvPr/>
        </p:nvGrpSpPr>
        <p:grpSpPr>
          <a:xfrm>
            <a:off x="3252191" y="3653500"/>
            <a:ext cx="470160" cy="150480"/>
            <a:chOff x="3252191" y="3653500"/>
            <a:chExt cx="47016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6E2DC2D-368F-B476-50B3-D2FB99FFD46D}"/>
                    </a:ext>
                  </a:extLst>
                </p14:cNvPr>
                <p14:cNvContentPartPr/>
                <p14:nvPr/>
              </p14:nvContentPartPr>
              <p14:xfrm>
                <a:off x="3252191" y="3653500"/>
                <a:ext cx="105840" cy="150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6E2DC2D-368F-B476-50B3-D2FB99FFD46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234551" y="3635860"/>
                  <a:ext cx="141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E5A84F-0917-6BB3-2506-B8AAC0B37956}"/>
                    </a:ext>
                  </a:extLst>
                </p14:cNvPr>
                <p14:cNvContentPartPr/>
                <p14:nvPr/>
              </p14:nvContentPartPr>
              <p14:xfrm>
                <a:off x="3420311" y="3669340"/>
                <a:ext cx="139320" cy="109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E5A84F-0917-6BB3-2506-B8AAC0B379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402671" y="3651340"/>
                  <a:ext cx="174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13C5007-38FF-00E9-24F4-6C28038AD842}"/>
                    </a:ext>
                  </a:extLst>
                </p14:cNvPr>
                <p14:cNvContentPartPr/>
                <p14:nvPr/>
              </p14:nvContentPartPr>
              <p14:xfrm>
                <a:off x="3630551" y="3676900"/>
                <a:ext cx="91800" cy="80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13C5007-38FF-00E9-24F4-6C28038AD84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12551" y="3658900"/>
                  <a:ext cx="1274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0237DD6-1CF5-87D4-9B35-DC29FCD33E17}"/>
              </a:ext>
            </a:extLst>
          </p:cNvPr>
          <p:cNvGrpSpPr/>
          <p:nvPr/>
        </p:nvGrpSpPr>
        <p:grpSpPr>
          <a:xfrm>
            <a:off x="4224551" y="3571060"/>
            <a:ext cx="1065600" cy="185760"/>
            <a:chOff x="4224551" y="3571060"/>
            <a:chExt cx="106560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C605BAD-5CF0-39BF-E8CA-B43CDB182D7F}"/>
                    </a:ext>
                  </a:extLst>
                </p14:cNvPr>
                <p14:cNvContentPartPr/>
                <p14:nvPr/>
              </p14:nvContentPartPr>
              <p14:xfrm>
                <a:off x="4224551" y="3571060"/>
                <a:ext cx="110160" cy="185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C605BAD-5CF0-39BF-E8CA-B43CDB182D7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06911" y="3553060"/>
                  <a:ext cx="145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2E3A30-17C2-05F6-ED8F-2D836CA94E71}"/>
                    </a:ext>
                  </a:extLst>
                </p14:cNvPr>
                <p14:cNvContentPartPr/>
                <p14:nvPr/>
              </p14:nvContentPartPr>
              <p14:xfrm>
                <a:off x="4444871" y="3632980"/>
                <a:ext cx="90000" cy="102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2E3A30-17C2-05F6-ED8F-2D836CA94E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26871" y="3614980"/>
                  <a:ext cx="125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EBB2B55-21D0-5F09-EA68-6F4CDB4F3688}"/>
                    </a:ext>
                  </a:extLst>
                </p14:cNvPr>
                <p14:cNvContentPartPr/>
                <p14:nvPr/>
              </p14:nvContentPartPr>
              <p14:xfrm>
                <a:off x="4657631" y="3612100"/>
                <a:ext cx="152280" cy="106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EBB2B55-21D0-5F09-EA68-6F4CDB4F36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39991" y="3594460"/>
                  <a:ext cx="187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5AEA079-B63B-114C-EAA8-156C616FD4BE}"/>
                    </a:ext>
                  </a:extLst>
                </p14:cNvPr>
                <p14:cNvContentPartPr/>
                <p14:nvPr/>
              </p14:nvContentPartPr>
              <p14:xfrm>
                <a:off x="4871471" y="3591220"/>
                <a:ext cx="78480" cy="114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5AEA079-B63B-114C-EAA8-156C616FD4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53831" y="3573220"/>
                  <a:ext cx="114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88631D0-9D0B-7814-2CC4-4AE4606359F9}"/>
                    </a:ext>
                  </a:extLst>
                </p14:cNvPr>
                <p14:cNvContentPartPr/>
                <p14:nvPr/>
              </p14:nvContentPartPr>
              <p14:xfrm>
                <a:off x="5067671" y="3581500"/>
                <a:ext cx="50400" cy="131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88631D0-9D0B-7814-2CC4-4AE4606359F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49671" y="3563860"/>
                  <a:ext cx="86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B7A5B4-C0E1-65D6-B95A-83E4B708ED58}"/>
                    </a:ext>
                  </a:extLst>
                </p14:cNvPr>
                <p14:cNvContentPartPr/>
                <p14:nvPr/>
              </p14:nvContentPartPr>
              <p14:xfrm>
                <a:off x="5192231" y="3577900"/>
                <a:ext cx="97920" cy="126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B7A5B4-C0E1-65D6-B95A-83E4B708ED5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74591" y="3559900"/>
                  <a:ext cx="1335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F706318-B88C-99F9-518A-C24C9FFDDC13}"/>
              </a:ext>
            </a:extLst>
          </p:cNvPr>
          <p:cNvGrpSpPr/>
          <p:nvPr/>
        </p:nvGrpSpPr>
        <p:grpSpPr>
          <a:xfrm>
            <a:off x="5744831" y="3443620"/>
            <a:ext cx="778680" cy="269640"/>
            <a:chOff x="5744831" y="3443620"/>
            <a:chExt cx="7786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D2A8BB3-29AD-B5E8-0071-CE07EA1B7953}"/>
                    </a:ext>
                  </a:extLst>
                </p14:cNvPr>
                <p14:cNvContentPartPr/>
                <p14:nvPr/>
              </p14:nvContentPartPr>
              <p14:xfrm>
                <a:off x="5744831" y="3567460"/>
                <a:ext cx="167400" cy="145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D2A8BB3-29AD-B5E8-0071-CE07EA1B795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26831" y="3549820"/>
                  <a:ext cx="203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78AEE2B-E85B-BE7B-1477-C9CF49FABC7C}"/>
                    </a:ext>
                  </a:extLst>
                </p14:cNvPr>
                <p14:cNvContentPartPr/>
                <p14:nvPr/>
              </p14:nvContentPartPr>
              <p14:xfrm>
                <a:off x="5977391" y="3596620"/>
                <a:ext cx="57240" cy="116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78AEE2B-E85B-BE7B-1477-C9CF49FABC7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59391" y="3578620"/>
                  <a:ext cx="92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1F83D2D-609A-9018-6493-539F91CD317E}"/>
                    </a:ext>
                  </a:extLst>
                </p14:cNvPr>
                <p14:cNvContentPartPr/>
                <p14:nvPr/>
              </p14:nvContentPartPr>
              <p14:xfrm>
                <a:off x="6021311" y="3443620"/>
                <a:ext cx="27000" cy="43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1F83D2D-609A-9018-6493-539F91CD317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003311" y="3425620"/>
                  <a:ext cx="62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0A6E0D8-5116-28BE-4BF9-8EDD9B4F0F99}"/>
                    </a:ext>
                  </a:extLst>
                </p14:cNvPr>
                <p14:cNvContentPartPr/>
                <p14:nvPr/>
              </p14:nvContentPartPr>
              <p14:xfrm>
                <a:off x="6194831" y="3479980"/>
                <a:ext cx="51840" cy="210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0A6E0D8-5116-28BE-4BF9-8EDD9B4F0F9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76831" y="3461980"/>
                  <a:ext cx="87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6DDF098-96B8-F07B-B585-7B4A1D3B042D}"/>
                    </a:ext>
                  </a:extLst>
                </p14:cNvPr>
                <p14:cNvContentPartPr/>
                <p14:nvPr/>
              </p14:nvContentPartPr>
              <p14:xfrm>
                <a:off x="6155591" y="3518500"/>
                <a:ext cx="367920" cy="159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6DDF098-96B8-F07B-B585-7B4A1D3B042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37591" y="3500860"/>
                  <a:ext cx="40356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F4F99FF-D6C3-95C2-B9C0-0F8F88B48077}"/>
                  </a:ext>
                </a:extLst>
              </p14:cNvPr>
              <p14:cNvContentPartPr/>
              <p14:nvPr/>
            </p14:nvContentPartPr>
            <p14:xfrm>
              <a:off x="6797831" y="3574300"/>
              <a:ext cx="136440" cy="1148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F4F99FF-D6C3-95C2-B9C0-0F8F88B4807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780191" y="3556660"/>
                <a:ext cx="17208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B297D00-8738-AF37-856B-B8368CD20812}"/>
              </a:ext>
            </a:extLst>
          </p:cNvPr>
          <p:cNvGrpSpPr/>
          <p:nvPr/>
        </p:nvGrpSpPr>
        <p:grpSpPr>
          <a:xfrm>
            <a:off x="7358711" y="3395380"/>
            <a:ext cx="999360" cy="308160"/>
            <a:chOff x="7358711" y="3395380"/>
            <a:chExt cx="99936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06CBB9E-21C8-029B-FADE-EF2774C8B382}"/>
                    </a:ext>
                  </a:extLst>
                </p14:cNvPr>
                <p14:cNvContentPartPr/>
                <p14:nvPr/>
              </p14:nvContentPartPr>
              <p14:xfrm>
                <a:off x="7358711" y="3501580"/>
                <a:ext cx="126720" cy="201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06CBB9E-21C8-029B-FADE-EF2774C8B38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41071" y="3483580"/>
                  <a:ext cx="162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49FDCB4-D7B3-87FA-0AA6-15D0796836FA}"/>
                    </a:ext>
                  </a:extLst>
                </p14:cNvPr>
                <p14:cNvContentPartPr/>
                <p14:nvPr/>
              </p14:nvContentPartPr>
              <p14:xfrm>
                <a:off x="7590191" y="3415180"/>
                <a:ext cx="236880" cy="256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49FDCB4-D7B3-87FA-0AA6-15D0796836F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72191" y="3397180"/>
                  <a:ext cx="2725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3A3E45-81C5-D5F5-34BE-23C6CF78BCB3}"/>
                    </a:ext>
                  </a:extLst>
                </p14:cNvPr>
                <p14:cNvContentPartPr/>
                <p14:nvPr/>
              </p14:nvContentPartPr>
              <p14:xfrm>
                <a:off x="7898711" y="3545140"/>
                <a:ext cx="107280" cy="140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3A3E45-81C5-D5F5-34BE-23C6CF78BC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81071" y="3527500"/>
                  <a:ext cx="142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AAA5467-985A-2029-E5CC-92BB9713F8FE}"/>
                    </a:ext>
                  </a:extLst>
                </p14:cNvPr>
                <p14:cNvContentPartPr/>
                <p14:nvPr/>
              </p14:nvContentPartPr>
              <p14:xfrm>
                <a:off x="8038391" y="3539020"/>
                <a:ext cx="60840" cy="98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AAA5467-985A-2029-E5CC-92BB9713F8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20751" y="3521020"/>
                  <a:ext cx="96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A13876B-21A8-EAF5-BF84-4343EA48D2AD}"/>
                    </a:ext>
                  </a:extLst>
                </p14:cNvPr>
                <p14:cNvContentPartPr/>
                <p14:nvPr/>
              </p14:nvContentPartPr>
              <p14:xfrm>
                <a:off x="8204351" y="3395380"/>
                <a:ext cx="114480" cy="246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A13876B-21A8-EAF5-BF84-4343EA48D2A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86351" y="3377380"/>
                  <a:ext cx="150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EBF863F-8007-5193-E5D0-D40EFA01460D}"/>
                    </a:ext>
                  </a:extLst>
                </p14:cNvPr>
                <p14:cNvContentPartPr/>
                <p14:nvPr/>
              </p14:nvContentPartPr>
              <p14:xfrm>
                <a:off x="8225591" y="3530740"/>
                <a:ext cx="132480" cy="31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EBF863F-8007-5193-E5D0-D40EFA01460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07951" y="3512740"/>
                  <a:ext cx="16812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AF9B92B-0628-3386-F1DA-717426BDFAD3}"/>
              </a:ext>
            </a:extLst>
          </p:cNvPr>
          <p:cNvGrpSpPr/>
          <p:nvPr/>
        </p:nvGrpSpPr>
        <p:grpSpPr>
          <a:xfrm>
            <a:off x="1650911" y="4434700"/>
            <a:ext cx="2150640" cy="1971360"/>
            <a:chOff x="1650911" y="4434700"/>
            <a:chExt cx="2150640" cy="19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BC2600C-8878-D90A-39A4-6A39A1DDF648}"/>
                    </a:ext>
                  </a:extLst>
                </p14:cNvPr>
                <p14:cNvContentPartPr/>
                <p14:nvPr/>
              </p14:nvContentPartPr>
              <p14:xfrm>
                <a:off x="1676471" y="4638460"/>
                <a:ext cx="26280" cy="1215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BC2600C-8878-D90A-39A4-6A39A1DDF64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58471" y="4620820"/>
                  <a:ext cx="61920" cy="12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D69E4D4-262A-7D63-A585-6B9A9A524AC1}"/>
                    </a:ext>
                  </a:extLst>
                </p14:cNvPr>
                <p14:cNvContentPartPr/>
                <p14:nvPr/>
              </p14:nvContentPartPr>
              <p14:xfrm>
                <a:off x="1673951" y="4478260"/>
                <a:ext cx="1247400" cy="110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D69E4D4-262A-7D63-A585-6B9A9A524AC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55951" y="4460260"/>
                  <a:ext cx="1283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3DA359F-4B07-D478-D794-DBD0A8D8CF83}"/>
                    </a:ext>
                  </a:extLst>
                </p14:cNvPr>
                <p14:cNvContentPartPr/>
                <p14:nvPr/>
              </p14:nvContentPartPr>
              <p14:xfrm>
                <a:off x="2868791" y="4434700"/>
                <a:ext cx="48960" cy="297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3DA359F-4B07-D478-D794-DBD0A8D8CF8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51151" y="4417060"/>
                  <a:ext cx="84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53C7757-1E6B-312C-C5E1-F4268A2923EC}"/>
                    </a:ext>
                  </a:extLst>
                </p14:cNvPr>
                <p14:cNvContentPartPr/>
                <p14:nvPr/>
              </p14:nvContentPartPr>
              <p14:xfrm>
                <a:off x="2839271" y="4757620"/>
                <a:ext cx="122760" cy="234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53C7757-1E6B-312C-C5E1-F4268A2923E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21271" y="4739620"/>
                  <a:ext cx="158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C621BBA-0628-B2EC-0C48-52FE20C7FBBC}"/>
                    </a:ext>
                  </a:extLst>
                </p14:cNvPr>
                <p14:cNvContentPartPr/>
                <p14:nvPr/>
              </p14:nvContentPartPr>
              <p14:xfrm>
                <a:off x="2913791" y="5004580"/>
                <a:ext cx="19800" cy="307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C621BBA-0628-B2EC-0C48-52FE20C7FBB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895791" y="4986580"/>
                  <a:ext cx="554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6904B72-AF58-1558-866F-5E8CBAB7389F}"/>
                    </a:ext>
                  </a:extLst>
                </p14:cNvPr>
                <p14:cNvContentPartPr/>
                <p14:nvPr/>
              </p14:nvContentPartPr>
              <p14:xfrm>
                <a:off x="2885711" y="5254060"/>
                <a:ext cx="74160" cy="80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6904B72-AF58-1558-866F-5E8CBAB7389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67711" y="5236060"/>
                  <a:ext cx="109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F88535E-06CD-54C6-156B-3F03C718BBC7}"/>
                    </a:ext>
                  </a:extLst>
                </p14:cNvPr>
                <p14:cNvContentPartPr/>
                <p14:nvPr/>
              </p14:nvContentPartPr>
              <p14:xfrm>
                <a:off x="2907671" y="5290420"/>
                <a:ext cx="778680" cy="23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F88535E-06CD-54C6-156B-3F03C718BBC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89671" y="5272420"/>
                  <a:ext cx="814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BFAA292-916D-522C-E4BE-0A47471CBD0F}"/>
                    </a:ext>
                  </a:extLst>
                </p14:cNvPr>
                <p14:cNvContentPartPr/>
                <p14:nvPr/>
              </p14:nvContentPartPr>
              <p14:xfrm>
                <a:off x="3671231" y="5241460"/>
                <a:ext cx="41760" cy="63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BFAA292-916D-522C-E4BE-0A47471CBD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53591" y="5223820"/>
                  <a:ext cx="77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C220211-D2AD-6F65-19F9-42EFA2DCED5C}"/>
                    </a:ext>
                  </a:extLst>
                </p14:cNvPr>
                <p14:cNvContentPartPr/>
                <p14:nvPr/>
              </p14:nvContentPartPr>
              <p14:xfrm>
                <a:off x="2935751" y="5345500"/>
                <a:ext cx="18000" cy="356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C220211-D2AD-6F65-19F9-42EFA2DCED5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18111" y="5327860"/>
                  <a:ext cx="536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D921BDD-5195-2EBB-24D3-2AA710D3F224}"/>
                    </a:ext>
                  </a:extLst>
                </p14:cNvPr>
                <p14:cNvContentPartPr/>
                <p14:nvPr/>
              </p14:nvContentPartPr>
              <p14:xfrm>
                <a:off x="2878511" y="5729620"/>
                <a:ext cx="117360" cy="201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D921BDD-5195-2EBB-24D3-2AA710D3F2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60511" y="5711620"/>
                  <a:ext cx="153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4E4B4C8-36B3-C4C7-94F0-6FF111F0A54B}"/>
                    </a:ext>
                  </a:extLst>
                </p14:cNvPr>
                <p14:cNvContentPartPr/>
                <p14:nvPr/>
              </p14:nvContentPartPr>
              <p14:xfrm>
                <a:off x="2960231" y="5944180"/>
                <a:ext cx="20520" cy="393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4E4B4C8-36B3-C4C7-94F0-6FF111F0A54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42591" y="5926180"/>
                  <a:ext cx="561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14A08F-67FF-7B68-427B-B41B208C51C1}"/>
                    </a:ext>
                  </a:extLst>
                </p14:cNvPr>
                <p14:cNvContentPartPr/>
                <p14:nvPr/>
              </p14:nvContentPartPr>
              <p14:xfrm>
                <a:off x="1697711" y="6288340"/>
                <a:ext cx="1288080" cy="46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14A08F-67FF-7B68-427B-B41B208C51C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79711" y="6270340"/>
                  <a:ext cx="1323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2A3BB3D-4363-8676-A545-5E4778B3AEFE}"/>
                    </a:ext>
                  </a:extLst>
                </p14:cNvPr>
                <p14:cNvContentPartPr/>
                <p14:nvPr/>
              </p14:nvContentPartPr>
              <p14:xfrm>
                <a:off x="1650911" y="5846620"/>
                <a:ext cx="23760" cy="559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2A3BB3D-4363-8676-A545-5E4778B3AEF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33271" y="5828620"/>
                  <a:ext cx="594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172AEDA-B222-D235-0B65-053111AFA233}"/>
                    </a:ext>
                  </a:extLst>
                </p14:cNvPr>
                <p14:cNvContentPartPr/>
                <p14:nvPr/>
              </p14:nvContentPartPr>
              <p14:xfrm>
                <a:off x="2956631" y="6240100"/>
                <a:ext cx="798840" cy="86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172AEDA-B222-D235-0B65-053111AFA23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38631" y="6222100"/>
                  <a:ext cx="834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FA730DA-3B0A-A4AE-F81C-C99A3391E78D}"/>
                    </a:ext>
                  </a:extLst>
                </p14:cNvPr>
                <p14:cNvContentPartPr/>
                <p14:nvPr/>
              </p14:nvContentPartPr>
              <p14:xfrm>
                <a:off x="3720551" y="6183580"/>
                <a:ext cx="37080" cy="64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FA730DA-3B0A-A4AE-F81C-C99A3391E78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02911" y="6165940"/>
                  <a:ext cx="72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C296836-897D-3BFC-FB8E-03BBD1862249}"/>
                    </a:ext>
                  </a:extLst>
                </p14:cNvPr>
                <p14:cNvContentPartPr/>
                <p14:nvPr/>
              </p14:nvContentPartPr>
              <p14:xfrm>
                <a:off x="3586631" y="4832140"/>
                <a:ext cx="11160" cy="243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C296836-897D-3BFC-FB8E-03BBD186224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568631" y="4814500"/>
                  <a:ext cx="46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42F60A4-D4F6-6F3A-0A3D-26DD3F5940B7}"/>
                    </a:ext>
                  </a:extLst>
                </p14:cNvPr>
                <p14:cNvContentPartPr/>
                <p14:nvPr/>
              </p14:nvContentPartPr>
              <p14:xfrm>
                <a:off x="3567551" y="4813420"/>
                <a:ext cx="185760" cy="182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42F60A4-D4F6-6F3A-0A3D-26DD3F5940B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49551" y="4795780"/>
                  <a:ext cx="221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953D475-7EB9-FD14-4A48-E3EF54D95C3C}"/>
                    </a:ext>
                  </a:extLst>
                </p14:cNvPr>
                <p14:cNvContentPartPr/>
                <p14:nvPr/>
              </p14:nvContentPartPr>
              <p14:xfrm>
                <a:off x="3602471" y="4926100"/>
                <a:ext cx="104040" cy="48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953D475-7EB9-FD14-4A48-E3EF54D95C3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84471" y="4908460"/>
                  <a:ext cx="139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1521910-1DFE-94ED-FB28-FDC587A7F5BB}"/>
                    </a:ext>
                  </a:extLst>
                </p14:cNvPr>
                <p14:cNvContentPartPr/>
                <p14:nvPr/>
              </p14:nvContentPartPr>
              <p14:xfrm>
                <a:off x="3668711" y="5921140"/>
                <a:ext cx="34200" cy="162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1521910-1DFE-94ED-FB28-FDC587A7F5B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51071" y="5903140"/>
                  <a:ext cx="69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EE753F2-8A73-2041-34D6-1D7794B29416}"/>
                    </a:ext>
                  </a:extLst>
                </p14:cNvPr>
                <p14:cNvContentPartPr/>
                <p14:nvPr/>
              </p14:nvContentPartPr>
              <p14:xfrm>
                <a:off x="3635951" y="5857060"/>
                <a:ext cx="165600" cy="189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EE753F2-8A73-2041-34D6-1D7794B2941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617951" y="5839060"/>
                  <a:ext cx="201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65A327E-E718-E67B-0D34-FC9E47C1B41C}"/>
                    </a:ext>
                  </a:extLst>
                </p14:cNvPr>
                <p14:cNvContentPartPr/>
                <p14:nvPr/>
              </p14:nvContentPartPr>
              <p14:xfrm>
                <a:off x="2424191" y="4890820"/>
                <a:ext cx="71640" cy="167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65A327E-E718-E67B-0D34-FC9E47C1B41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06551" y="4872820"/>
                  <a:ext cx="107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25A2B7D-7C4E-BE5E-4531-297095FC6151}"/>
                    </a:ext>
                  </a:extLst>
                </p14:cNvPr>
                <p14:cNvContentPartPr/>
                <p14:nvPr/>
              </p14:nvContentPartPr>
              <p14:xfrm>
                <a:off x="2562071" y="4849420"/>
                <a:ext cx="84960" cy="146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25A2B7D-7C4E-BE5E-4531-297095FC615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544071" y="4831780"/>
                  <a:ext cx="120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796F50-DCC2-21D5-EC69-8BE0A3F644EC}"/>
                    </a:ext>
                  </a:extLst>
                </p14:cNvPr>
                <p14:cNvContentPartPr/>
                <p14:nvPr/>
              </p14:nvContentPartPr>
              <p14:xfrm>
                <a:off x="2611751" y="4842940"/>
                <a:ext cx="96120" cy="115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796F50-DCC2-21D5-EC69-8BE0A3F644E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594111" y="4824940"/>
                  <a:ext cx="131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006A523-29C9-D3FA-AC19-9D54EF34DA8D}"/>
                    </a:ext>
                  </a:extLst>
                </p14:cNvPr>
                <p14:cNvContentPartPr/>
                <p14:nvPr/>
              </p14:nvContentPartPr>
              <p14:xfrm>
                <a:off x="2455871" y="5786860"/>
                <a:ext cx="143280" cy="165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006A523-29C9-D3FA-AC19-9D54EF34DA8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38231" y="5768860"/>
                  <a:ext cx="178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317F01-67FE-F9A3-086B-8CEF2C60B064}"/>
                    </a:ext>
                  </a:extLst>
                </p14:cNvPr>
                <p14:cNvContentPartPr/>
                <p14:nvPr/>
              </p14:nvContentPartPr>
              <p14:xfrm>
                <a:off x="2585471" y="5850580"/>
                <a:ext cx="39600" cy="184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317F01-67FE-F9A3-086B-8CEF2C60B0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67471" y="5832580"/>
                  <a:ext cx="75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D01CE6-ECE0-4F92-C692-88E99B50CA7A}"/>
                    </a:ext>
                  </a:extLst>
                </p14:cNvPr>
                <p14:cNvContentPartPr/>
                <p14:nvPr/>
              </p14:nvContentPartPr>
              <p14:xfrm>
                <a:off x="2663951" y="5784340"/>
                <a:ext cx="69120" cy="173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D01CE6-ECE0-4F92-C692-88E99B50CA7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45951" y="5766700"/>
                  <a:ext cx="104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71F24B7-A1E1-B9B7-9FAC-C6255A5E1572}"/>
                    </a:ext>
                  </a:extLst>
                </p14:cNvPr>
                <p14:cNvContentPartPr/>
                <p14:nvPr/>
              </p14:nvContentPartPr>
              <p14:xfrm>
                <a:off x="2719031" y="5753740"/>
                <a:ext cx="91080" cy="106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71F24B7-A1E1-B9B7-9FAC-C6255A5E157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01391" y="5735740"/>
                  <a:ext cx="12672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1AB2643-4DEE-16D8-CE79-E4E08487BC6B}"/>
              </a:ext>
            </a:extLst>
          </p:cNvPr>
          <p:cNvGrpSpPr/>
          <p:nvPr/>
        </p:nvGrpSpPr>
        <p:grpSpPr>
          <a:xfrm>
            <a:off x="4163351" y="4189900"/>
            <a:ext cx="1188000" cy="348480"/>
            <a:chOff x="4163351" y="4189900"/>
            <a:chExt cx="118800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FE60CD4-1F9F-C5E6-4580-D0624E7BA329}"/>
                    </a:ext>
                  </a:extLst>
                </p14:cNvPr>
                <p14:cNvContentPartPr/>
                <p14:nvPr/>
              </p14:nvContentPartPr>
              <p14:xfrm>
                <a:off x="4163351" y="4203220"/>
                <a:ext cx="52560" cy="334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FE60CD4-1F9F-C5E6-4580-D0624E7BA32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45711" y="4185580"/>
                  <a:ext cx="882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DB88FC5-A50E-FF1D-F6B7-4D02EB9A7472}"/>
                    </a:ext>
                  </a:extLst>
                </p14:cNvPr>
                <p14:cNvContentPartPr/>
                <p14:nvPr/>
              </p14:nvContentPartPr>
              <p14:xfrm>
                <a:off x="4175591" y="4189900"/>
                <a:ext cx="214920" cy="197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DB88FC5-A50E-FF1D-F6B7-4D02EB9A747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157951" y="4171900"/>
                  <a:ext cx="250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7D8076E-D91B-4FC1-5C0E-4DCBFED8FC6E}"/>
                    </a:ext>
                  </a:extLst>
                </p14:cNvPr>
                <p14:cNvContentPartPr/>
                <p14:nvPr/>
              </p14:nvContentPartPr>
              <p14:xfrm>
                <a:off x="4474391" y="4314820"/>
                <a:ext cx="12960" cy="156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7D8076E-D91B-4FC1-5C0E-4DCBFED8FC6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56391" y="4296820"/>
                  <a:ext cx="48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E5A2452-536E-EE04-C688-CC38D6005C5D}"/>
                    </a:ext>
                  </a:extLst>
                </p14:cNvPr>
                <p14:cNvContentPartPr/>
                <p14:nvPr/>
              </p14:nvContentPartPr>
              <p14:xfrm>
                <a:off x="4491311" y="4293220"/>
                <a:ext cx="107280" cy="105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E5A2452-536E-EE04-C688-CC38D6005C5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73311" y="4275220"/>
                  <a:ext cx="142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18FEC1-0C86-5A94-74F4-4BF4F4C6C354}"/>
                    </a:ext>
                  </a:extLst>
                </p14:cNvPr>
                <p14:cNvContentPartPr/>
                <p14:nvPr/>
              </p14:nvContentPartPr>
              <p14:xfrm>
                <a:off x="4533071" y="4377820"/>
                <a:ext cx="52560" cy="40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18FEC1-0C86-5A94-74F4-4BF4F4C6C35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15071" y="4359820"/>
                  <a:ext cx="88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39190A0-3784-549B-C042-3A5F3BC673D7}"/>
                    </a:ext>
                  </a:extLst>
                </p14:cNvPr>
                <p14:cNvContentPartPr/>
                <p14:nvPr/>
              </p14:nvContentPartPr>
              <p14:xfrm>
                <a:off x="4709831" y="4296100"/>
                <a:ext cx="28800" cy="131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39190A0-3784-549B-C042-3A5F3BC673D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91831" y="4278100"/>
                  <a:ext cx="64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92F541C-3796-C5E8-FDF3-7CA7F1995B60}"/>
                    </a:ext>
                  </a:extLst>
                </p14:cNvPr>
                <p14:cNvContentPartPr/>
                <p14:nvPr/>
              </p14:nvContentPartPr>
              <p14:xfrm>
                <a:off x="4751591" y="4270540"/>
                <a:ext cx="120240" cy="195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92F541C-3796-C5E8-FDF3-7CA7F1995B6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33591" y="4252900"/>
                  <a:ext cx="155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AE2BE1-1ADF-3E21-41AB-D8E99F415A35}"/>
                    </a:ext>
                  </a:extLst>
                </p14:cNvPr>
                <p14:cNvContentPartPr/>
                <p14:nvPr/>
              </p14:nvContentPartPr>
              <p14:xfrm>
                <a:off x="4973351" y="4321300"/>
                <a:ext cx="16200" cy="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AE2BE1-1ADF-3E21-41AB-D8E99F415A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55351" y="4303300"/>
                  <a:ext cx="51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3A10094-1D4B-74A8-84FA-CBBE4BCAE843}"/>
                    </a:ext>
                  </a:extLst>
                </p14:cNvPr>
                <p14:cNvContentPartPr/>
                <p14:nvPr/>
              </p14:nvContentPartPr>
              <p14:xfrm>
                <a:off x="5017991" y="4359460"/>
                <a:ext cx="73800" cy="3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3A10094-1D4B-74A8-84FA-CBBE4BCAE84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000351" y="4341820"/>
                  <a:ext cx="109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517616-7AA5-6FB6-69F6-0ADFC1583DB5}"/>
                    </a:ext>
                  </a:extLst>
                </p14:cNvPr>
                <p14:cNvContentPartPr/>
                <p14:nvPr/>
              </p14:nvContentPartPr>
              <p14:xfrm>
                <a:off x="5194751" y="4219780"/>
                <a:ext cx="113400" cy="170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517616-7AA5-6FB6-69F6-0ADFC1583DB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76751" y="4201780"/>
                  <a:ext cx="149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6175A32-7CD3-3E03-BCA5-78D21300F724}"/>
                    </a:ext>
                  </a:extLst>
                </p14:cNvPr>
                <p14:cNvContentPartPr/>
                <p14:nvPr/>
              </p14:nvContentPartPr>
              <p14:xfrm>
                <a:off x="5339831" y="4520740"/>
                <a:ext cx="11520" cy="17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6175A32-7CD3-3E03-BCA5-78D21300F72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21831" y="4503100"/>
                  <a:ext cx="471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AA821F7-5C11-7689-EA18-F44084FC1621}"/>
              </a:ext>
            </a:extLst>
          </p:cNvPr>
          <p:cNvGrpSpPr/>
          <p:nvPr/>
        </p:nvGrpSpPr>
        <p:grpSpPr>
          <a:xfrm>
            <a:off x="7034351" y="4317340"/>
            <a:ext cx="189360" cy="234360"/>
            <a:chOff x="7034351" y="4317340"/>
            <a:chExt cx="18936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727597C-B700-4A96-17EE-3B01033BEC55}"/>
                    </a:ext>
                  </a:extLst>
                </p14:cNvPr>
                <p14:cNvContentPartPr/>
                <p14:nvPr/>
              </p14:nvContentPartPr>
              <p14:xfrm>
                <a:off x="7048751" y="4333900"/>
                <a:ext cx="16560" cy="217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727597C-B700-4A96-17EE-3B01033BEC5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31111" y="4315900"/>
                  <a:ext cx="52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E378D3B-EA49-C716-B90E-B7C21EC8FD1C}"/>
                    </a:ext>
                  </a:extLst>
                </p14:cNvPr>
                <p14:cNvContentPartPr/>
                <p14:nvPr/>
              </p14:nvContentPartPr>
              <p14:xfrm>
                <a:off x="7034351" y="4317340"/>
                <a:ext cx="189360" cy="210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E378D3B-EA49-C716-B90E-B7C21EC8FD1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16711" y="4299340"/>
                  <a:ext cx="225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CC4B673-7421-2F3E-1430-8EBDC3BDB2D5}"/>
                    </a:ext>
                  </a:extLst>
                </p14:cNvPr>
                <p14:cNvContentPartPr/>
                <p14:nvPr/>
              </p14:nvContentPartPr>
              <p14:xfrm>
                <a:off x="7053791" y="4449820"/>
                <a:ext cx="74160" cy="16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CC4B673-7421-2F3E-1430-8EBDC3BDB2D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35791" y="4431820"/>
                  <a:ext cx="1098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E8892F9-7AE8-85E0-1833-BDF9361874BF}"/>
              </a:ext>
            </a:extLst>
          </p:cNvPr>
          <p:cNvGrpSpPr/>
          <p:nvPr/>
        </p:nvGrpSpPr>
        <p:grpSpPr>
          <a:xfrm>
            <a:off x="4782191" y="4879660"/>
            <a:ext cx="2760840" cy="1478520"/>
            <a:chOff x="4782191" y="4879660"/>
            <a:chExt cx="2760840" cy="147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89B6A2E-3311-6104-91E2-FBCD555E06FB}"/>
                    </a:ext>
                  </a:extLst>
                </p14:cNvPr>
                <p14:cNvContentPartPr/>
                <p14:nvPr/>
              </p14:nvContentPartPr>
              <p14:xfrm>
                <a:off x="5898551" y="4983340"/>
                <a:ext cx="30240" cy="419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89B6A2E-3311-6104-91E2-FBCD555E06F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880911" y="4965340"/>
                  <a:ext cx="658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A7824AB-B49A-AA3F-F8D0-BF7DE01B5B4B}"/>
                    </a:ext>
                  </a:extLst>
                </p14:cNvPr>
                <p14:cNvContentPartPr/>
                <p14:nvPr/>
              </p14:nvContentPartPr>
              <p14:xfrm>
                <a:off x="5910791" y="5412100"/>
                <a:ext cx="132480" cy="293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A7824AB-B49A-AA3F-F8D0-BF7DE01B5B4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92791" y="5394460"/>
                  <a:ext cx="1681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CE1297-2FF1-4063-5704-CFC6C9E6DB2E}"/>
                    </a:ext>
                  </a:extLst>
                </p14:cNvPr>
                <p14:cNvContentPartPr/>
                <p14:nvPr/>
              </p14:nvContentPartPr>
              <p14:xfrm>
                <a:off x="6009791" y="5733940"/>
                <a:ext cx="36360" cy="441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CE1297-2FF1-4063-5704-CFC6C9E6DB2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92151" y="5716300"/>
                  <a:ext cx="720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BFFB0A6-44A1-C812-E336-0A4C0C24D1D6}"/>
                    </a:ext>
                  </a:extLst>
                </p14:cNvPr>
                <p14:cNvContentPartPr/>
                <p14:nvPr/>
              </p14:nvContentPartPr>
              <p14:xfrm>
                <a:off x="6205631" y="5485180"/>
                <a:ext cx="141840" cy="171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BFFB0A6-44A1-C812-E336-0A4C0C24D1D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87991" y="5467180"/>
                  <a:ext cx="177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8C93683-14AA-CF72-5E74-BFD2C1302391}"/>
                    </a:ext>
                  </a:extLst>
                </p14:cNvPr>
                <p14:cNvContentPartPr/>
                <p14:nvPr/>
              </p14:nvContentPartPr>
              <p14:xfrm>
                <a:off x="6348551" y="5551780"/>
                <a:ext cx="15120" cy="214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8C93683-14AA-CF72-5E74-BFD2C130239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30911" y="5534140"/>
                  <a:ext cx="50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EB631CC-0780-6602-874B-38CD1C3DCE83}"/>
                    </a:ext>
                  </a:extLst>
                </p14:cNvPr>
                <p14:cNvContentPartPr/>
                <p14:nvPr/>
              </p14:nvContentPartPr>
              <p14:xfrm>
                <a:off x="6483551" y="5507140"/>
                <a:ext cx="36720" cy="227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EB631CC-0780-6602-874B-38CD1C3DCE8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65911" y="5489500"/>
                  <a:ext cx="723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12BDC3A-5CE0-E747-8705-3A618FE04AF8}"/>
                    </a:ext>
                  </a:extLst>
                </p14:cNvPr>
                <p14:cNvContentPartPr/>
                <p14:nvPr/>
              </p14:nvContentPartPr>
              <p14:xfrm>
                <a:off x="6522071" y="5588860"/>
                <a:ext cx="100080" cy="53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12BDC3A-5CE0-E747-8705-3A618FE04AF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504071" y="5571220"/>
                  <a:ext cx="135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E13AD2F-00EA-7ABE-BA39-2D0BB0F1C74C}"/>
                    </a:ext>
                  </a:extLst>
                </p14:cNvPr>
                <p14:cNvContentPartPr/>
                <p14:nvPr/>
              </p14:nvContentPartPr>
              <p14:xfrm>
                <a:off x="5889911" y="4879660"/>
                <a:ext cx="1281600" cy="115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E13AD2F-00EA-7ABE-BA39-2D0BB0F1C74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72271" y="4862020"/>
                  <a:ext cx="1317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18B5173-4E58-823B-1D48-DBBFD89EAF0A}"/>
                    </a:ext>
                  </a:extLst>
                </p14:cNvPr>
                <p14:cNvContentPartPr/>
                <p14:nvPr/>
              </p14:nvContentPartPr>
              <p14:xfrm>
                <a:off x="5933471" y="6156580"/>
                <a:ext cx="1208520" cy="75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18B5173-4E58-823B-1D48-DBBFD89EAF0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15831" y="6138580"/>
                  <a:ext cx="1244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A5B05F9-71D5-F022-4075-28F63A2C876C}"/>
                    </a:ext>
                  </a:extLst>
                </p14:cNvPr>
                <p14:cNvContentPartPr/>
                <p14:nvPr/>
              </p14:nvContentPartPr>
              <p14:xfrm>
                <a:off x="7095191" y="6098260"/>
                <a:ext cx="111600" cy="128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A5B05F9-71D5-F022-4075-28F63A2C876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077551" y="6080260"/>
                  <a:ext cx="147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01F203F-D932-62A5-2C52-CBD60528F5DD}"/>
                    </a:ext>
                  </a:extLst>
                </p14:cNvPr>
                <p14:cNvContentPartPr/>
                <p14:nvPr/>
              </p14:nvContentPartPr>
              <p14:xfrm>
                <a:off x="7137671" y="6154420"/>
                <a:ext cx="40680" cy="37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01F203F-D932-62A5-2C52-CBD60528F5D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20031" y="6136420"/>
                  <a:ext cx="76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5E712B-47AC-7373-3BB1-A62E596AE7FF}"/>
                    </a:ext>
                  </a:extLst>
                </p14:cNvPr>
                <p14:cNvContentPartPr/>
                <p14:nvPr/>
              </p14:nvContentPartPr>
              <p14:xfrm>
                <a:off x="7169351" y="6159820"/>
                <a:ext cx="4680" cy="37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5E712B-47AC-7373-3BB1-A62E596AE7F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51351" y="6142180"/>
                  <a:ext cx="40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E49BC4E-4F27-5E15-1100-F32C68199B91}"/>
                    </a:ext>
                  </a:extLst>
                </p14:cNvPr>
                <p14:cNvContentPartPr/>
                <p14:nvPr/>
              </p14:nvContentPartPr>
              <p14:xfrm>
                <a:off x="7366991" y="6126340"/>
                <a:ext cx="45000" cy="216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E49BC4E-4F27-5E15-1100-F32C68199B9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49351" y="6108340"/>
                  <a:ext cx="806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A1D73CB-50CD-498D-D41E-492BF6196513}"/>
                    </a:ext>
                  </a:extLst>
                </p14:cNvPr>
                <p14:cNvContentPartPr/>
                <p14:nvPr/>
              </p14:nvContentPartPr>
              <p14:xfrm>
                <a:off x="7369511" y="6097180"/>
                <a:ext cx="173520" cy="261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A1D73CB-50CD-498D-D41E-492BF619651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51511" y="6079180"/>
                  <a:ext cx="209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AF8ABFD-4A1C-FCE1-A244-B4BE0B9308F6}"/>
                    </a:ext>
                  </a:extLst>
                </p14:cNvPr>
                <p14:cNvContentPartPr/>
                <p14:nvPr/>
              </p14:nvContentPartPr>
              <p14:xfrm>
                <a:off x="5221751" y="4968940"/>
                <a:ext cx="721440" cy="84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AF8ABFD-4A1C-FCE1-A244-B4BE0B9308F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204111" y="4951300"/>
                  <a:ext cx="757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0B6BD81-40E7-EC6C-0502-490B0BB65739}"/>
                    </a:ext>
                  </a:extLst>
                </p14:cNvPr>
                <p14:cNvContentPartPr/>
                <p14:nvPr/>
              </p14:nvContentPartPr>
              <p14:xfrm>
                <a:off x="5259551" y="5063980"/>
                <a:ext cx="75600" cy="375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0B6BD81-40E7-EC6C-0502-490B0BB6573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241911" y="5045980"/>
                  <a:ext cx="1112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1AED3FA-9295-179A-54F5-782B6D65FA01}"/>
                    </a:ext>
                  </a:extLst>
                </p14:cNvPr>
                <p14:cNvContentPartPr/>
                <p14:nvPr/>
              </p14:nvContentPartPr>
              <p14:xfrm>
                <a:off x="5281871" y="5422900"/>
                <a:ext cx="111600" cy="294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1AED3FA-9295-179A-54F5-782B6D65FA0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263871" y="5405260"/>
                  <a:ext cx="147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DE16A8F-37AB-14E1-2E8C-443B24397158}"/>
                    </a:ext>
                  </a:extLst>
                </p14:cNvPr>
                <p14:cNvContentPartPr/>
                <p14:nvPr/>
              </p14:nvContentPartPr>
              <p14:xfrm>
                <a:off x="5365031" y="5723140"/>
                <a:ext cx="114120" cy="583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DE16A8F-37AB-14E1-2E8C-443B243971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347391" y="5705140"/>
                  <a:ext cx="1497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64B5D1E-AF17-BA9D-E165-5FF812E129FE}"/>
                    </a:ext>
                  </a:extLst>
                </p14:cNvPr>
                <p14:cNvContentPartPr/>
                <p14:nvPr/>
              </p14:nvContentPartPr>
              <p14:xfrm>
                <a:off x="5432711" y="6230020"/>
                <a:ext cx="610560" cy="44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64B5D1E-AF17-BA9D-E165-5FF812E129F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415071" y="6212020"/>
                  <a:ext cx="646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1BF0370-92DE-C60E-2F6D-DC8CDA23D290}"/>
                    </a:ext>
                  </a:extLst>
                </p14:cNvPr>
                <p14:cNvContentPartPr/>
                <p14:nvPr/>
              </p14:nvContentPartPr>
              <p14:xfrm>
                <a:off x="4782191" y="5546380"/>
                <a:ext cx="75960" cy="207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1BF0370-92DE-C60E-2F6D-DC8CDA23D29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64191" y="5528380"/>
                  <a:ext cx="111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AA97A0-93DC-9CFE-AB07-FBF7D67E68AF}"/>
                    </a:ext>
                  </a:extLst>
                </p14:cNvPr>
                <p14:cNvContentPartPr/>
                <p14:nvPr/>
              </p14:nvContentPartPr>
              <p14:xfrm>
                <a:off x="4900271" y="5522980"/>
                <a:ext cx="95040" cy="198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AA97A0-93DC-9CFE-AB07-FBF7D67E68A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82271" y="5504980"/>
                  <a:ext cx="130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05F1C4B-864B-5C87-1818-A6670112F56B}"/>
                    </a:ext>
                  </a:extLst>
                </p14:cNvPr>
                <p14:cNvContentPartPr/>
                <p14:nvPr/>
              </p14:nvContentPartPr>
              <p14:xfrm>
                <a:off x="4975511" y="5517220"/>
                <a:ext cx="128520" cy="108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05F1C4B-864B-5C87-1818-A6670112F56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957871" y="5499220"/>
                  <a:ext cx="16416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50C9C384-7DD4-6A52-23F1-204061FEF87E}"/>
              </a:ext>
            </a:extLst>
          </p:cNvPr>
          <p:cNvGrpSpPr/>
          <p:nvPr/>
        </p:nvGrpSpPr>
        <p:grpSpPr>
          <a:xfrm>
            <a:off x="7911671" y="4133740"/>
            <a:ext cx="940680" cy="385920"/>
            <a:chOff x="7911671" y="4133740"/>
            <a:chExt cx="94068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2CC35E-415A-0A30-1B07-08F37FEC2F89}"/>
                    </a:ext>
                  </a:extLst>
                </p14:cNvPr>
                <p14:cNvContentPartPr/>
                <p14:nvPr/>
              </p14:nvContentPartPr>
              <p14:xfrm>
                <a:off x="7911671" y="4144180"/>
                <a:ext cx="29520" cy="3002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2CC35E-415A-0A30-1B07-08F37FEC2F8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894031" y="4126180"/>
                  <a:ext cx="651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3890F6F-4B90-13EE-5A2E-8DF8FB6BD7E5}"/>
                    </a:ext>
                  </a:extLst>
                </p14:cNvPr>
                <p14:cNvContentPartPr/>
                <p14:nvPr/>
              </p14:nvContentPartPr>
              <p14:xfrm>
                <a:off x="7912031" y="4133740"/>
                <a:ext cx="148680" cy="174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3890F6F-4B90-13EE-5A2E-8DF8FB6BD7E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94391" y="4115740"/>
                  <a:ext cx="184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74355F2-2259-156B-8E83-D214B6A18E5E}"/>
                    </a:ext>
                  </a:extLst>
                </p14:cNvPr>
                <p14:cNvContentPartPr/>
                <p14:nvPr/>
              </p14:nvContentPartPr>
              <p14:xfrm>
                <a:off x="8183471" y="4280980"/>
                <a:ext cx="33120" cy="187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74355F2-2259-156B-8E83-D214B6A18E5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165471" y="4262980"/>
                  <a:ext cx="68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DA6712F-6257-94A3-4C8C-59CC5F112600}"/>
                    </a:ext>
                  </a:extLst>
                </p14:cNvPr>
                <p14:cNvContentPartPr/>
                <p14:nvPr/>
              </p14:nvContentPartPr>
              <p14:xfrm>
                <a:off x="8220551" y="4291060"/>
                <a:ext cx="110160" cy="128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DA6712F-6257-94A3-4C8C-59CC5F11260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202551" y="4273420"/>
                  <a:ext cx="145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2FAD8C0-8431-1F9A-605F-8E391F497B9A}"/>
                    </a:ext>
                  </a:extLst>
                </p14:cNvPr>
                <p14:cNvContentPartPr/>
                <p14:nvPr/>
              </p14:nvContentPartPr>
              <p14:xfrm>
                <a:off x="8233871" y="4349020"/>
                <a:ext cx="104400" cy="55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2FAD8C0-8431-1F9A-605F-8E391F497B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215871" y="4331380"/>
                  <a:ext cx="140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8491D7D-9209-1E39-BEAC-03D6F473A9B1}"/>
                    </a:ext>
                  </a:extLst>
                </p14:cNvPr>
                <p14:cNvContentPartPr/>
                <p14:nvPr/>
              </p14:nvContentPartPr>
              <p14:xfrm>
                <a:off x="8425031" y="4304740"/>
                <a:ext cx="21240" cy="142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8491D7D-9209-1E39-BEAC-03D6F473A9B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407031" y="4287100"/>
                  <a:ext cx="56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87299B0-D51F-C1E9-C31E-A3ED6A557714}"/>
                    </a:ext>
                  </a:extLst>
                </p14:cNvPr>
                <p14:cNvContentPartPr/>
                <p14:nvPr/>
              </p14:nvContentPartPr>
              <p14:xfrm>
                <a:off x="8440511" y="4295740"/>
                <a:ext cx="156240" cy="223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87299B0-D51F-C1E9-C31E-A3ED6A55771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422511" y="4277740"/>
                  <a:ext cx="191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A7D87AB-04BF-BCEE-A3A2-5016ECC17B4A}"/>
                    </a:ext>
                  </a:extLst>
                </p14:cNvPr>
                <p14:cNvContentPartPr/>
                <p14:nvPr/>
              </p14:nvContentPartPr>
              <p14:xfrm>
                <a:off x="8788991" y="4312300"/>
                <a:ext cx="52560" cy="12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A7D87AB-04BF-BCEE-A3A2-5016ECC17B4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770991" y="4294300"/>
                  <a:ext cx="88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8CB58CB-0FE1-D413-1788-5A18A535F28F}"/>
                    </a:ext>
                  </a:extLst>
                </p14:cNvPr>
                <p14:cNvContentPartPr/>
                <p14:nvPr/>
              </p14:nvContentPartPr>
              <p14:xfrm>
                <a:off x="8798711" y="4375660"/>
                <a:ext cx="53640" cy="14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8CB58CB-0FE1-D413-1788-5A18A535F2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780711" y="4358020"/>
                  <a:ext cx="8928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EF092BA-99FF-3765-E5C9-3DD7118F7011}"/>
              </a:ext>
            </a:extLst>
          </p:cNvPr>
          <p:cNvGrpSpPr/>
          <p:nvPr/>
        </p:nvGrpSpPr>
        <p:grpSpPr>
          <a:xfrm>
            <a:off x="9108671" y="4154620"/>
            <a:ext cx="273600" cy="293760"/>
            <a:chOff x="9108671" y="4154620"/>
            <a:chExt cx="27360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030663B-83DD-2D45-C3AE-9908EDA70138}"/>
                    </a:ext>
                  </a:extLst>
                </p14:cNvPr>
                <p14:cNvContentPartPr/>
                <p14:nvPr/>
              </p14:nvContentPartPr>
              <p14:xfrm>
                <a:off x="9108671" y="4154620"/>
                <a:ext cx="55440" cy="242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030663B-83DD-2D45-C3AE-9908EDA7013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090671" y="4136980"/>
                  <a:ext cx="91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7506007-577E-3A6A-89C8-1E132E194DFD}"/>
                    </a:ext>
                  </a:extLst>
                </p14:cNvPr>
                <p14:cNvContentPartPr/>
                <p14:nvPr/>
              </p14:nvContentPartPr>
              <p14:xfrm>
                <a:off x="9232511" y="4174060"/>
                <a:ext cx="74520" cy="274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7506007-577E-3A6A-89C8-1E132E194DF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14511" y="4156060"/>
                  <a:ext cx="110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B9FE8CF-4F11-2727-06A8-2331F55FB430}"/>
                    </a:ext>
                  </a:extLst>
                </p14:cNvPr>
                <p14:cNvContentPartPr/>
                <p14:nvPr/>
              </p14:nvContentPartPr>
              <p14:xfrm>
                <a:off x="9285071" y="4208260"/>
                <a:ext cx="97200" cy="121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B9FE8CF-4F11-2727-06A8-2331F55FB43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267071" y="4190260"/>
                  <a:ext cx="1328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017BDBC7-B25D-141B-67EE-E14730CDBA2A}"/>
              </a:ext>
            </a:extLst>
          </p:cNvPr>
          <p:cNvGrpSpPr/>
          <p:nvPr/>
        </p:nvGrpSpPr>
        <p:grpSpPr>
          <a:xfrm>
            <a:off x="9600431" y="4152820"/>
            <a:ext cx="182880" cy="306360"/>
            <a:chOff x="9600431" y="4152820"/>
            <a:chExt cx="18288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FB3B34A-B86B-C79E-36F7-FBD4265D4392}"/>
                    </a:ext>
                  </a:extLst>
                </p14:cNvPr>
                <p14:cNvContentPartPr/>
                <p14:nvPr/>
              </p14:nvContentPartPr>
              <p14:xfrm>
                <a:off x="9600431" y="4178740"/>
                <a:ext cx="47160" cy="223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FB3B34A-B86B-C79E-36F7-FBD4265D439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82431" y="4161100"/>
                  <a:ext cx="82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CC23565-8F52-EC21-3C55-15B7A3E6506C}"/>
                    </a:ext>
                  </a:extLst>
                </p14:cNvPr>
                <p14:cNvContentPartPr/>
                <p14:nvPr/>
              </p14:nvContentPartPr>
              <p14:xfrm>
                <a:off x="9768191" y="4152820"/>
                <a:ext cx="15120" cy="306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CC23565-8F52-EC21-3C55-15B7A3E6506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50191" y="4135180"/>
                  <a:ext cx="5076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DDCABCC0-37C1-FFFB-DB6B-9A0203DADB88}"/>
              </a:ext>
            </a:extLst>
          </p:cNvPr>
          <p:cNvGrpSpPr/>
          <p:nvPr/>
        </p:nvGrpSpPr>
        <p:grpSpPr>
          <a:xfrm>
            <a:off x="10039271" y="4175500"/>
            <a:ext cx="131400" cy="222120"/>
            <a:chOff x="10039271" y="4175500"/>
            <a:chExt cx="13140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991674B-A7A7-BDBA-F3D9-14E5E83D47D9}"/>
                    </a:ext>
                  </a:extLst>
                </p14:cNvPr>
                <p14:cNvContentPartPr/>
                <p14:nvPr/>
              </p14:nvContentPartPr>
              <p14:xfrm>
                <a:off x="10039271" y="4175500"/>
                <a:ext cx="131400" cy="181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991674B-A7A7-BDBA-F3D9-14E5E83D47D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21631" y="4157500"/>
                  <a:ext cx="167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D1DEF10-E500-ABB5-6162-D1B0E83B319A}"/>
                    </a:ext>
                  </a:extLst>
                </p14:cNvPr>
                <p14:cNvContentPartPr/>
                <p14:nvPr/>
              </p14:nvContentPartPr>
              <p14:xfrm>
                <a:off x="10147271" y="4238500"/>
                <a:ext cx="23040" cy="159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D1DEF10-E500-ABB5-6162-D1B0E83B319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129271" y="4220500"/>
                  <a:ext cx="586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1B5F86C-5CC3-0223-3470-CDAD9A62A9EB}"/>
              </a:ext>
            </a:extLst>
          </p:cNvPr>
          <p:cNvGrpSpPr/>
          <p:nvPr/>
        </p:nvGrpSpPr>
        <p:grpSpPr>
          <a:xfrm>
            <a:off x="10341671" y="4209700"/>
            <a:ext cx="205920" cy="249120"/>
            <a:chOff x="10341671" y="4209700"/>
            <a:chExt cx="2059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2108922-759B-91F7-2194-3464926D74B5}"/>
                    </a:ext>
                  </a:extLst>
                </p14:cNvPr>
                <p14:cNvContentPartPr/>
                <p14:nvPr/>
              </p14:nvContentPartPr>
              <p14:xfrm>
                <a:off x="10341671" y="4212580"/>
                <a:ext cx="74160" cy="246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2108922-759B-91F7-2194-3464926D74B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324031" y="4194580"/>
                  <a:ext cx="109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9D0363F-BB52-AAA0-99EF-197A07509DE0}"/>
                    </a:ext>
                  </a:extLst>
                </p14:cNvPr>
                <p14:cNvContentPartPr/>
                <p14:nvPr/>
              </p14:nvContentPartPr>
              <p14:xfrm>
                <a:off x="10415471" y="4209700"/>
                <a:ext cx="132120" cy="157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9D0363F-BB52-AAA0-99EF-197A07509DE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397471" y="4192060"/>
                  <a:ext cx="16776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A24C155-4D5C-A103-37FE-9C07FE6351D5}"/>
              </a:ext>
            </a:extLst>
          </p:cNvPr>
          <p:cNvGrpSpPr/>
          <p:nvPr/>
        </p:nvGrpSpPr>
        <p:grpSpPr>
          <a:xfrm>
            <a:off x="8871791" y="5081260"/>
            <a:ext cx="137160" cy="75240"/>
            <a:chOff x="8871791" y="5081260"/>
            <a:chExt cx="13716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A8A522D-0327-5463-3A07-6A31571F1FA2}"/>
                    </a:ext>
                  </a:extLst>
                </p14:cNvPr>
                <p14:cNvContentPartPr/>
                <p14:nvPr/>
              </p14:nvContentPartPr>
              <p14:xfrm>
                <a:off x="8871791" y="5087740"/>
                <a:ext cx="3240" cy="3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A8A522D-0327-5463-3A07-6A31571F1FA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854151" y="5069740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022F9F6-5282-7D95-398F-E47E4249FDFF}"/>
                    </a:ext>
                  </a:extLst>
                </p14:cNvPr>
                <p14:cNvContentPartPr/>
                <p14:nvPr/>
              </p14:nvContentPartPr>
              <p14:xfrm>
                <a:off x="8875751" y="5081260"/>
                <a:ext cx="87120" cy="21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022F9F6-5282-7D95-398F-E47E4249FDF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858111" y="5063260"/>
                  <a:ext cx="122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3D600D2-B044-4D08-2BAE-FEC4096AC6EE}"/>
                    </a:ext>
                  </a:extLst>
                </p14:cNvPr>
                <p14:cNvContentPartPr/>
                <p14:nvPr/>
              </p14:nvContentPartPr>
              <p14:xfrm>
                <a:off x="8905271" y="5124460"/>
                <a:ext cx="103680" cy="32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3D600D2-B044-4D08-2BAE-FEC4096AC6E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887631" y="5106460"/>
                  <a:ext cx="13932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8A23CD8-39E3-23C1-BE92-C22C5E76EE08}"/>
                  </a:ext>
                </a:extLst>
              </p14:cNvPr>
              <p14:cNvContentPartPr/>
              <p14:nvPr/>
            </p14:nvContentPartPr>
            <p14:xfrm>
              <a:off x="8034431" y="5159740"/>
              <a:ext cx="412920" cy="468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8A23CD8-39E3-23C1-BE92-C22C5E76EE08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016431" y="5142100"/>
                <a:ext cx="448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234ACD7-1341-B201-CCBC-D8A01705B3DD}"/>
                  </a:ext>
                </a:extLst>
              </p14:cNvPr>
              <p14:cNvContentPartPr/>
              <p14:nvPr/>
            </p14:nvContentPartPr>
            <p14:xfrm>
              <a:off x="8315231" y="4744300"/>
              <a:ext cx="12600" cy="289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234ACD7-1341-B201-CCBC-D8A01705B3D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8297231" y="4726300"/>
                <a:ext cx="4824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1514CCD-6227-8277-B172-6DDEC21EA6DF}"/>
              </a:ext>
            </a:extLst>
          </p:cNvPr>
          <p:cNvGrpSpPr/>
          <p:nvPr/>
        </p:nvGrpSpPr>
        <p:grpSpPr>
          <a:xfrm>
            <a:off x="8218751" y="5381500"/>
            <a:ext cx="564120" cy="254880"/>
            <a:chOff x="8218751" y="5381500"/>
            <a:chExt cx="56412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51B31DE-3412-EB12-74EF-F5A10211B455}"/>
                    </a:ext>
                  </a:extLst>
                </p14:cNvPr>
                <p14:cNvContentPartPr/>
                <p14:nvPr/>
              </p14:nvContentPartPr>
              <p14:xfrm>
                <a:off x="8220551" y="5412820"/>
                <a:ext cx="44640" cy="223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51B31DE-3412-EB12-74EF-F5A10211B45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02911" y="5394820"/>
                  <a:ext cx="80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9CF88E2-C8B3-C6DF-FEB1-D594731EE38A}"/>
                    </a:ext>
                  </a:extLst>
                </p14:cNvPr>
                <p14:cNvContentPartPr/>
                <p14:nvPr/>
              </p14:nvContentPartPr>
              <p14:xfrm>
                <a:off x="8218751" y="5381500"/>
                <a:ext cx="132120" cy="149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9CF88E2-C8B3-C6DF-FEB1-D594731EE38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200751" y="5363860"/>
                  <a:ext cx="167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95B8B6D-64FE-DE26-EA42-3CB0CC903D69}"/>
                    </a:ext>
                  </a:extLst>
                </p14:cNvPr>
                <p14:cNvContentPartPr/>
                <p14:nvPr/>
              </p14:nvContentPartPr>
              <p14:xfrm>
                <a:off x="8449151" y="5475820"/>
                <a:ext cx="24120" cy="130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95B8B6D-64FE-DE26-EA42-3CB0CC903D6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31511" y="5458180"/>
                  <a:ext cx="5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4B6DD9C-E7C7-3045-C646-21C8A3DAED71}"/>
                    </a:ext>
                  </a:extLst>
                </p14:cNvPr>
                <p14:cNvContentPartPr/>
                <p14:nvPr/>
              </p14:nvContentPartPr>
              <p14:xfrm>
                <a:off x="8477231" y="5445580"/>
                <a:ext cx="90720" cy="164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4B6DD9C-E7C7-3045-C646-21C8A3DAED7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59591" y="5427940"/>
                  <a:ext cx="126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DFBFA6B-929E-28F7-8982-4DAC628A98B6}"/>
                    </a:ext>
                  </a:extLst>
                </p14:cNvPr>
                <p14:cNvContentPartPr/>
                <p14:nvPr/>
              </p14:nvContentPartPr>
              <p14:xfrm>
                <a:off x="8458511" y="5500300"/>
                <a:ext cx="91800" cy="43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DFBFA6B-929E-28F7-8982-4DAC628A98B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440871" y="5482300"/>
                  <a:ext cx="127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E64DB0F-50C8-B060-949D-72393B62B3E8}"/>
                    </a:ext>
                  </a:extLst>
                </p14:cNvPr>
                <p14:cNvContentPartPr/>
                <p14:nvPr/>
              </p14:nvContentPartPr>
              <p14:xfrm>
                <a:off x="8664431" y="5425060"/>
                <a:ext cx="8640" cy="142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E64DB0F-50C8-B060-949D-72393B62B3E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46791" y="5407060"/>
                  <a:ext cx="44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D8B25C7-BDAC-526F-F598-A7E8A8142157}"/>
                    </a:ext>
                  </a:extLst>
                </p14:cNvPr>
                <p14:cNvContentPartPr/>
                <p14:nvPr/>
              </p14:nvContentPartPr>
              <p14:xfrm>
                <a:off x="8671271" y="5411380"/>
                <a:ext cx="111600" cy="136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D8B25C7-BDAC-526F-F598-A7E8A814215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653271" y="5393380"/>
                  <a:ext cx="14724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D79F367-7631-C136-A7A4-CE3AEB62A06C}"/>
                  </a:ext>
                </a:extLst>
              </p14:cNvPr>
              <p14:cNvContentPartPr/>
              <p14:nvPr/>
            </p14:nvContentPartPr>
            <p14:xfrm>
              <a:off x="9475511" y="4718740"/>
              <a:ext cx="58320" cy="1922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D79F367-7631-C136-A7A4-CE3AEB62A06C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457511" y="4700740"/>
                <a:ext cx="939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344F883-5E30-CAD3-CCD0-37D73376B296}"/>
                  </a:ext>
                </a:extLst>
              </p14:cNvPr>
              <p14:cNvContentPartPr/>
              <p14:nvPr/>
            </p14:nvContentPartPr>
            <p14:xfrm>
              <a:off x="9515831" y="5285380"/>
              <a:ext cx="51840" cy="3124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344F883-5E30-CAD3-CCD0-37D73376B296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9497831" y="5267740"/>
                <a:ext cx="8748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259ECC1-2B69-D138-32D4-92D8A7D33BC9}"/>
              </a:ext>
            </a:extLst>
          </p:cNvPr>
          <p:cNvGrpSpPr/>
          <p:nvPr/>
        </p:nvGrpSpPr>
        <p:grpSpPr>
          <a:xfrm>
            <a:off x="9739031" y="5296180"/>
            <a:ext cx="98280" cy="199080"/>
            <a:chOff x="9739031" y="5296180"/>
            <a:chExt cx="982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ADB51AD-8BBF-358C-3353-ECFF8D56329E}"/>
                    </a:ext>
                  </a:extLst>
                </p14:cNvPr>
                <p14:cNvContentPartPr/>
                <p14:nvPr/>
              </p14:nvContentPartPr>
              <p14:xfrm>
                <a:off x="9739031" y="5296180"/>
                <a:ext cx="29520" cy="199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ADB51AD-8BBF-358C-3353-ECFF8D56329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721391" y="5278180"/>
                  <a:ext cx="651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6F7198E-90A9-319A-CCCA-385914159757}"/>
                    </a:ext>
                  </a:extLst>
                </p14:cNvPr>
                <p14:cNvContentPartPr/>
                <p14:nvPr/>
              </p14:nvContentPartPr>
              <p14:xfrm>
                <a:off x="9740831" y="5323180"/>
                <a:ext cx="96480" cy="136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6F7198E-90A9-319A-CCCA-38591415975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723191" y="5305180"/>
                  <a:ext cx="1321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AC0F477-D317-ED4C-AC67-59422660680F}"/>
              </a:ext>
            </a:extLst>
          </p:cNvPr>
          <p:cNvGrpSpPr/>
          <p:nvPr/>
        </p:nvGrpSpPr>
        <p:grpSpPr>
          <a:xfrm>
            <a:off x="9312071" y="5041660"/>
            <a:ext cx="473040" cy="22680"/>
            <a:chOff x="9312071" y="5041660"/>
            <a:chExt cx="473040" cy="2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5F6C829-682D-4245-B919-8CB133D6EBBE}"/>
                    </a:ext>
                  </a:extLst>
                </p14:cNvPr>
                <p14:cNvContentPartPr/>
                <p14:nvPr/>
              </p14:nvContentPartPr>
              <p14:xfrm>
                <a:off x="9312071" y="5049580"/>
                <a:ext cx="298080" cy="14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5F6C829-682D-4245-B919-8CB133D6EBB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294071" y="5031940"/>
                  <a:ext cx="333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A570252-5882-862A-DF75-CA101FA96F8C}"/>
                    </a:ext>
                  </a:extLst>
                </p14:cNvPr>
                <p14:cNvContentPartPr/>
                <p14:nvPr/>
              </p14:nvContentPartPr>
              <p14:xfrm>
                <a:off x="9599351" y="5041660"/>
                <a:ext cx="185760" cy="10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A570252-5882-862A-DF75-CA101FA96F8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581711" y="5024020"/>
                  <a:ext cx="2214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CA8D1D7-DFF6-3E44-8E7A-349696E38DFA}"/>
              </a:ext>
            </a:extLst>
          </p:cNvPr>
          <p:cNvGrpSpPr/>
          <p:nvPr/>
        </p:nvGrpSpPr>
        <p:grpSpPr>
          <a:xfrm>
            <a:off x="9982391" y="4679140"/>
            <a:ext cx="765360" cy="472680"/>
            <a:chOff x="9982391" y="4679140"/>
            <a:chExt cx="76536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4642556-3628-5A42-4F11-243FB6318351}"/>
                    </a:ext>
                  </a:extLst>
                </p14:cNvPr>
                <p14:cNvContentPartPr/>
                <p14:nvPr/>
              </p14:nvContentPartPr>
              <p14:xfrm>
                <a:off x="9982391" y="5005300"/>
                <a:ext cx="227880" cy="37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4642556-3628-5A42-4F11-243FB631835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964751" y="4987660"/>
                  <a:ext cx="263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6A01770-1691-934F-050E-64AEB8B70863}"/>
                    </a:ext>
                  </a:extLst>
                </p14:cNvPr>
                <p14:cNvContentPartPr/>
                <p14:nvPr/>
              </p14:nvContentPartPr>
              <p14:xfrm>
                <a:off x="10111991" y="4902700"/>
                <a:ext cx="54000" cy="249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6A01770-1691-934F-050E-64AEB8B7086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094351" y="4884700"/>
                  <a:ext cx="89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BA7420F-8239-6FE1-AAD0-6FAE8EB19CEA}"/>
                    </a:ext>
                  </a:extLst>
                </p14:cNvPr>
                <p14:cNvContentPartPr/>
                <p14:nvPr/>
              </p14:nvContentPartPr>
              <p14:xfrm>
                <a:off x="10530671" y="4679140"/>
                <a:ext cx="28080" cy="2617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BA7420F-8239-6FE1-AAD0-6FAE8EB19CE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512671" y="4661140"/>
                  <a:ext cx="63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1CE0697-FB48-5314-F4C9-9F22C9D517E3}"/>
                    </a:ext>
                  </a:extLst>
                </p14:cNvPr>
                <p14:cNvContentPartPr/>
                <p14:nvPr/>
              </p14:nvContentPartPr>
              <p14:xfrm>
                <a:off x="10313591" y="5006740"/>
                <a:ext cx="434160" cy="47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1CE0697-FB48-5314-F4C9-9F22C9D517E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95951" y="4989100"/>
                  <a:ext cx="4698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EAC8B99-DCD9-9261-1014-065C448F14C2}"/>
              </a:ext>
            </a:extLst>
          </p:cNvPr>
          <p:cNvGrpSpPr/>
          <p:nvPr/>
        </p:nvGrpSpPr>
        <p:grpSpPr>
          <a:xfrm>
            <a:off x="10524551" y="5236780"/>
            <a:ext cx="427680" cy="274680"/>
            <a:chOff x="10524551" y="5236780"/>
            <a:chExt cx="42768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E39E64B-34B9-6E9E-8D5A-B616B3CAE570}"/>
                    </a:ext>
                  </a:extLst>
                </p14:cNvPr>
                <p14:cNvContentPartPr/>
                <p14:nvPr/>
              </p14:nvContentPartPr>
              <p14:xfrm>
                <a:off x="10524551" y="5236780"/>
                <a:ext cx="27000" cy="168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E39E64B-34B9-6E9E-8D5A-B616B3CAE57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506911" y="5218780"/>
                  <a:ext cx="62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036BD65-299C-5315-1C7D-73050776452A}"/>
                    </a:ext>
                  </a:extLst>
                </p14:cNvPr>
                <p14:cNvContentPartPr/>
                <p14:nvPr/>
              </p14:nvContentPartPr>
              <p14:xfrm>
                <a:off x="10546871" y="5374300"/>
                <a:ext cx="120600" cy="306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036BD65-299C-5315-1C7D-73050776452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529231" y="5356660"/>
                  <a:ext cx="156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22A032A-AC6E-2CF2-CFEB-55FA47C7EF5B}"/>
                    </a:ext>
                  </a:extLst>
                </p14:cNvPr>
                <p14:cNvContentPartPr/>
                <p14:nvPr/>
              </p14:nvContentPartPr>
              <p14:xfrm>
                <a:off x="10647311" y="5255140"/>
                <a:ext cx="70200" cy="2563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22A032A-AC6E-2CF2-CFEB-55FA47C7EF5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629311" y="5237500"/>
                  <a:ext cx="105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50CA5C6-53C3-9CB9-0573-CF8B24295560}"/>
                    </a:ext>
                  </a:extLst>
                </p14:cNvPr>
                <p14:cNvContentPartPr/>
                <p14:nvPr/>
              </p14:nvContentPartPr>
              <p14:xfrm>
                <a:off x="10831631" y="5303380"/>
                <a:ext cx="17640" cy="185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50CA5C6-53C3-9CB9-0573-CF8B2429556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813991" y="5285740"/>
                  <a:ext cx="53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CA14F99-78A6-230E-3FD6-3ABAD40E92FA}"/>
                    </a:ext>
                  </a:extLst>
                </p14:cNvPr>
                <p14:cNvContentPartPr/>
                <p14:nvPr/>
              </p14:nvContentPartPr>
              <p14:xfrm>
                <a:off x="10819751" y="5335060"/>
                <a:ext cx="132480" cy="135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CA14F99-78A6-230E-3FD6-3ABAD40E92F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802111" y="5317060"/>
                  <a:ext cx="1681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DAE5456F-E95B-5E56-D3FA-15D6BE0FD33B}"/>
              </a:ext>
            </a:extLst>
          </p:cNvPr>
          <p:cNvGrpSpPr/>
          <p:nvPr/>
        </p:nvGrpSpPr>
        <p:grpSpPr>
          <a:xfrm>
            <a:off x="9196871" y="6046780"/>
            <a:ext cx="155160" cy="127080"/>
            <a:chOff x="9196871" y="6046780"/>
            <a:chExt cx="15516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E21453C-4F16-ABAF-FFD1-05D4E84C4421}"/>
                    </a:ext>
                  </a:extLst>
                </p14:cNvPr>
                <p14:cNvContentPartPr/>
                <p14:nvPr/>
              </p14:nvContentPartPr>
              <p14:xfrm>
                <a:off x="9196871" y="6046780"/>
                <a:ext cx="155160" cy="38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E21453C-4F16-ABAF-FFD1-05D4E84C442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79231" y="6029140"/>
                  <a:ext cx="190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CCC171E-94B5-0821-2C87-B85D467907CE}"/>
                    </a:ext>
                  </a:extLst>
                </p14:cNvPr>
                <p14:cNvContentPartPr/>
                <p14:nvPr/>
              </p14:nvContentPartPr>
              <p14:xfrm>
                <a:off x="9274271" y="6158020"/>
                <a:ext cx="75240" cy="15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CCC171E-94B5-0821-2C87-B85D467907C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56271" y="6140020"/>
                  <a:ext cx="1108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C4EED24F-57A0-4409-DBE3-02D02250DDEA}"/>
              </a:ext>
            </a:extLst>
          </p:cNvPr>
          <p:cNvGrpSpPr/>
          <p:nvPr/>
        </p:nvGrpSpPr>
        <p:grpSpPr>
          <a:xfrm>
            <a:off x="9775751" y="5821060"/>
            <a:ext cx="989640" cy="298800"/>
            <a:chOff x="9775751" y="5821060"/>
            <a:chExt cx="98964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DE56C27-8FB3-6D8B-AD3C-9847BFC05172}"/>
                    </a:ext>
                  </a:extLst>
                </p14:cNvPr>
                <p14:cNvContentPartPr/>
                <p14:nvPr/>
              </p14:nvContentPartPr>
              <p14:xfrm>
                <a:off x="9775751" y="5898820"/>
                <a:ext cx="158400" cy="2210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DE56C27-8FB3-6D8B-AD3C-9847BFC0517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758111" y="5880820"/>
                  <a:ext cx="194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FC03EAF-DE12-FF10-EBFD-FE518D5BC43C}"/>
                    </a:ext>
                  </a:extLst>
                </p14:cNvPr>
                <p14:cNvContentPartPr/>
                <p14:nvPr/>
              </p14:nvContentPartPr>
              <p14:xfrm>
                <a:off x="10040351" y="5902060"/>
                <a:ext cx="114480" cy="177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FC03EAF-DE12-FF10-EBFD-FE518D5BC43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022351" y="5884420"/>
                  <a:ext cx="150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7BA8461-560F-ED20-DC86-F77D941DBD81}"/>
                    </a:ext>
                  </a:extLst>
                </p14:cNvPr>
                <p14:cNvContentPartPr/>
                <p14:nvPr/>
              </p14:nvContentPartPr>
              <p14:xfrm>
                <a:off x="10236551" y="5869660"/>
                <a:ext cx="97560" cy="1760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7BA8461-560F-ED20-DC86-F77D941DBD8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218551" y="5852020"/>
                  <a:ext cx="133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829F96F-1A1C-E55E-55F8-E7F4DD8F429D}"/>
                    </a:ext>
                  </a:extLst>
                </p14:cNvPr>
                <p14:cNvContentPartPr/>
                <p14:nvPr/>
              </p14:nvContentPartPr>
              <p14:xfrm>
                <a:off x="10433111" y="5821060"/>
                <a:ext cx="332280" cy="159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829F96F-1A1C-E55E-55F8-E7F4DD8F429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415471" y="5803420"/>
                  <a:ext cx="367920" cy="19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425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0ECB-B050-C51B-6B83-6E6FC9FA4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961A0-630B-AED9-E5D7-7D21DCCDA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621305B-119A-9A7F-B05A-F51623601A35}"/>
                  </a:ext>
                </a:extLst>
              </p14:cNvPr>
              <p14:cNvContentPartPr/>
              <p14:nvPr/>
            </p14:nvContentPartPr>
            <p14:xfrm>
              <a:off x="1239071" y="707620"/>
              <a:ext cx="16920" cy="769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621305B-119A-9A7F-B05A-F51623601A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071" y="689620"/>
                <a:ext cx="52560" cy="80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4338FB-548E-1F65-5833-87B3620A9BAA}"/>
                  </a:ext>
                </a:extLst>
              </p14:cNvPr>
              <p14:cNvContentPartPr/>
              <p14:nvPr/>
            </p14:nvContentPartPr>
            <p14:xfrm>
              <a:off x="935231" y="1454620"/>
              <a:ext cx="659520" cy="60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4338FB-548E-1F65-5833-87B3620A9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221" y="1436620"/>
                <a:ext cx="695179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D0CB908-2FCC-C943-5CDC-9218BDDDB3E6}"/>
                  </a:ext>
                </a:extLst>
              </p14:cNvPr>
              <p14:cNvContentPartPr/>
              <p14:nvPr/>
            </p14:nvContentPartPr>
            <p14:xfrm>
              <a:off x="1175351" y="1613380"/>
              <a:ext cx="182880" cy="56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D0CB908-2FCC-C943-5CDC-9218BDDDB3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7351" y="1595264"/>
                <a:ext cx="218520" cy="920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8EF135B-4D05-EEC9-FE6D-2C708A2707B3}"/>
                  </a:ext>
                </a:extLst>
              </p14:cNvPr>
              <p14:cNvContentPartPr/>
              <p14:nvPr/>
            </p14:nvContentPartPr>
            <p14:xfrm>
              <a:off x="1309991" y="1656940"/>
              <a:ext cx="53280" cy="693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8EF135B-4D05-EEC9-FE6D-2C708A2707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1991" y="1638940"/>
                <a:ext cx="8892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A6E024D-2F5A-250E-F0CD-182580CCEFA7}"/>
                  </a:ext>
                </a:extLst>
              </p14:cNvPr>
              <p14:cNvContentPartPr/>
              <p14:nvPr/>
            </p14:nvContentPartPr>
            <p14:xfrm>
              <a:off x="1178591" y="718420"/>
              <a:ext cx="948240" cy="69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A6E024D-2F5A-250E-F0CD-182580CCEF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0591" y="700420"/>
                <a:ext cx="983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34B4CB8-FE5A-DA8B-07A6-E9AA20702696}"/>
                  </a:ext>
                </a:extLst>
              </p14:cNvPr>
              <p14:cNvContentPartPr/>
              <p14:nvPr/>
            </p14:nvContentPartPr>
            <p14:xfrm>
              <a:off x="2109551" y="611500"/>
              <a:ext cx="790560" cy="107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34B4CB8-FE5A-DA8B-07A6-E9AA207026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91551" y="593500"/>
                <a:ext cx="8262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FF53EB-D122-A68A-301C-7896E2732060}"/>
                  </a:ext>
                </a:extLst>
              </p14:cNvPr>
              <p14:cNvContentPartPr/>
              <p14:nvPr/>
            </p14:nvContentPartPr>
            <p14:xfrm>
              <a:off x="2895431" y="601780"/>
              <a:ext cx="55440" cy="531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FF53EB-D122-A68A-301C-7896E27320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7547" y="583792"/>
                <a:ext cx="90850" cy="566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47C6D8B-B082-9169-49D7-A52861DD3129}"/>
                  </a:ext>
                </a:extLst>
              </p14:cNvPr>
              <p14:cNvContentPartPr/>
              <p14:nvPr/>
            </p14:nvContentPartPr>
            <p14:xfrm>
              <a:off x="2870951" y="1189300"/>
              <a:ext cx="123120" cy="222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47C6D8B-B082-9169-49D7-A52861DD31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52951" y="1171300"/>
                <a:ext cx="1587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06EFA8F-B6BF-2807-AAA7-86AD4E08D6BF}"/>
                  </a:ext>
                </a:extLst>
              </p14:cNvPr>
              <p14:cNvContentPartPr/>
              <p14:nvPr/>
            </p14:nvContentPartPr>
            <p14:xfrm>
              <a:off x="2982191" y="1407820"/>
              <a:ext cx="55800" cy="608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06EFA8F-B6BF-2807-AAA7-86AD4E08D6B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64191" y="1389820"/>
                <a:ext cx="9144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FEAB524-4C41-66A9-2601-7E97B6B2BB2F}"/>
                  </a:ext>
                </a:extLst>
              </p14:cNvPr>
              <p14:cNvContentPartPr/>
              <p14:nvPr/>
            </p14:nvContentPartPr>
            <p14:xfrm>
              <a:off x="409271" y="1781860"/>
              <a:ext cx="150480" cy="261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FEAB524-4C41-66A9-2601-7E97B6B2BB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1271" y="1763860"/>
                <a:ext cx="1861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60E1EFD-4476-518F-CDF3-4CEFB1F70944}"/>
                  </a:ext>
                </a:extLst>
              </p14:cNvPr>
              <p14:cNvContentPartPr/>
              <p14:nvPr/>
            </p14:nvContentPartPr>
            <p14:xfrm>
              <a:off x="543551" y="1732540"/>
              <a:ext cx="174240" cy="203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60E1EFD-4476-518F-CDF3-4CEFB1F7094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5551" y="1714540"/>
                <a:ext cx="209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C7FBFD2-BDF0-2F7E-B4E0-FA5C1A039CCB}"/>
                  </a:ext>
                </a:extLst>
              </p14:cNvPr>
              <p14:cNvContentPartPr/>
              <p14:nvPr/>
            </p14:nvContentPartPr>
            <p14:xfrm>
              <a:off x="734351" y="1577020"/>
              <a:ext cx="118800" cy="162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C7FBFD2-BDF0-2F7E-B4E0-FA5C1A039CC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6351" y="1559020"/>
                <a:ext cx="1544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826B27B-D548-1849-EAC2-AA191FFB1B66}"/>
                  </a:ext>
                </a:extLst>
              </p14:cNvPr>
              <p14:cNvContentPartPr/>
              <p14:nvPr/>
            </p14:nvContentPartPr>
            <p14:xfrm>
              <a:off x="3007031" y="1615540"/>
              <a:ext cx="1052640" cy="25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826B27B-D548-1849-EAC2-AA191FFB1B6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89031" y="1597283"/>
                <a:ext cx="1088280" cy="61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7CABE25-B8E3-5B5A-5EED-4A6775F6D358}"/>
                  </a:ext>
                </a:extLst>
              </p14:cNvPr>
              <p14:cNvContentPartPr/>
              <p14:nvPr/>
            </p14:nvContentPartPr>
            <p14:xfrm>
              <a:off x="4002071" y="1538860"/>
              <a:ext cx="137520" cy="101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7CABE25-B8E3-5B5A-5EED-4A6775F6D35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84071" y="1520796"/>
                <a:ext cx="173160" cy="136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F8D6F2E-CF36-8468-7644-C3D80ACC1416}"/>
                  </a:ext>
                </a:extLst>
              </p14:cNvPr>
              <p14:cNvContentPartPr/>
              <p14:nvPr/>
            </p14:nvContentPartPr>
            <p14:xfrm>
              <a:off x="3291431" y="2857900"/>
              <a:ext cx="918720" cy="49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F8D6F2E-CF36-8468-7644-C3D80ACC14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73431" y="2839900"/>
                <a:ext cx="9543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DC6D8B7-A826-02FA-1D65-10484908E7E0}"/>
                  </a:ext>
                </a:extLst>
              </p14:cNvPr>
              <p14:cNvContentPartPr/>
              <p14:nvPr/>
            </p14:nvContentPartPr>
            <p14:xfrm>
              <a:off x="4153991" y="2813980"/>
              <a:ext cx="70920" cy="76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DC6D8B7-A826-02FA-1D65-10484908E7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35991" y="2795980"/>
                <a:ext cx="1065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1087A55-6C6F-D1EA-B83D-E53A9F7FBE76}"/>
                  </a:ext>
                </a:extLst>
              </p14:cNvPr>
              <p14:cNvContentPartPr/>
              <p14:nvPr/>
            </p14:nvContentPartPr>
            <p14:xfrm>
              <a:off x="4161191" y="1223140"/>
              <a:ext cx="9360" cy="158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1087A55-6C6F-D1EA-B83D-E53A9F7FBE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43191" y="1205140"/>
                <a:ext cx="45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E987CCD-82C6-D63C-DC7E-6E706520C502}"/>
                  </a:ext>
                </a:extLst>
              </p14:cNvPr>
              <p14:cNvContentPartPr/>
              <p14:nvPr/>
            </p14:nvContentPartPr>
            <p14:xfrm>
              <a:off x="4165511" y="1166620"/>
              <a:ext cx="231120" cy="191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E987CCD-82C6-D63C-DC7E-6E706520C5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47511" y="1148620"/>
                <a:ext cx="2667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C8A01F4-75CF-42FD-B165-6818E9121B48}"/>
                  </a:ext>
                </a:extLst>
              </p14:cNvPr>
              <p14:cNvContentPartPr/>
              <p14:nvPr/>
            </p14:nvContentPartPr>
            <p14:xfrm>
              <a:off x="4235351" y="1258780"/>
              <a:ext cx="138600" cy="55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C8A01F4-75CF-42FD-B165-6818E9121B4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17351" y="1240780"/>
                <a:ext cx="1742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5D05769-80AA-2DD5-5694-C675476D2C2C}"/>
                  </a:ext>
                </a:extLst>
              </p14:cNvPr>
              <p14:cNvContentPartPr/>
              <p14:nvPr/>
            </p14:nvContentPartPr>
            <p14:xfrm>
              <a:off x="4423271" y="2597980"/>
              <a:ext cx="83160" cy="273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5D05769-80AA-2DD5-5694-C675476D2C2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05193" y="2580004"/>
                <a:ext cx="118955" cy="308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D4D4FB7-D208-91B8-0D40-62F1CDB47FE8}"/>
                  </a:ext>
                </a:extLst>
              </p14:cNvPr>
              <p14:cNvContentPartPr/>
              <p14:nvPr/>
            </p14:nvContentPartPr>
            <p14:xfrm>
              <a:off x="4445591" y="2617060"/>
              <a:ext cx="177840" cy="185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D4D4FB7-D208-91B8-0D40-62F1CDB47FE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27627" y="2599060"/>
                <a:ext cx="213408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40DBB7E-C614-2305-C639-C9EE71AB9B7D}"/>
                  </a:ext>
                </a:extLst>
              </p14:cNvPr>
              <p14:cNvContentPartPr/>
              <p14:nvPr/>
            </p14:nvContentPartPr>
            <p14:xfrm>
              <a:off x="2303591" y="1222060"/>
              <a:ext cx="117000" cy="228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40DBB7E-C614-2305-C639-C9EE71AB9B7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285591" y="1204060"/>
                <a:ext cx="1526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7F002CA-1FF9-7594-212A-E87E06842953}"/>
                  </a:ext>
                </a:extLst>
              </p14:cNvPr>
              <p14:cNvContentPartPr/>
              <p14:nvPr/>
            </p14:nvContentPartPr>
            <p14:xfrm>
              <a:off x="2445791" y="1152940"/>
              <a:ext cx="136080" cy="199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7F002CA-1FF9-7594-212A-E87E068429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27743" y="1134940"/>
                <a:ext cx="171815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A41BDF4-92CA-5FD0-49E5-3241A325C8FF}"/>
                  </a:ext>
                </a:extLst>
              </p14:cNvPr>
              <p14:cNvContentPartPr/>
              <p14:nvPr/>
            </p14:nvContentPartPr>
            <p14:xfrm>
              <a:off x="2557751" y="1116220"/>
              <a:ext cx="98280" cy="1436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A41BDF4-92CA-5FD0-49E5-3241A325C8F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39817" y="1098175"/>
                <a:ext cx="133790" cy="17937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EDB159C4-9D37-0C36-AE9A-EF9CBA5289D7}"/>
              </a:ext>
            </a:extLst>
          </p:cNvPr>
          <p:cNvGrpSpPr/>
          <p:nvPr/>
        </p:nvGrpSpPr>
        <p:grpSpPr>
          <a:xfrm>
            <a:off x="1289471" y="2166340"/>
            <a:ext cx="1951560" cy="862920"/>
            <a:chOff x="1289471" y="2166340"/>
            <a:chExt cx="1951560" cy="86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22BB10-CC36-FD45-1B77-B4BB8EA087EA}"/>
                    </a:ext>
                  </a:extLst>
                </p14:cNvPr>
                <p14:cNvContentPartPr/>
                <p14:nvPr/>
              </p14:nvContentPartPr>
              <p14:xfrm>
                <a:off x="2991911" y="2171020"/>
                <a:ext cx="99000" cy="26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22BB10-CC36-FD45-1B77-B4BB8EA087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73976" y="2153020"/>
                  <a:ext cx="134511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85AE5DE-4AE1-5260-B9BF-E10974B40EA6}"/>
                    </a:ext>
                  </a:extLst>
                </p14:cNvPr>
                <p14:cNvContentPartPr/>
                <p14:nvPr/>
              </p14:nvContentPartPr>
              <p14:xfrm>
                <a:off x="1555511" y="2424820"/>
                <a:ext cx="1685520" cy="55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85AE5DE-4AE1-5260-B9BF-E10974B40E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37515" y="2406832"/>
                  <a:ext cx="1721152" cy="5925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291714-8C3F-DE9C-8975-62E6ED1EF763}"/>
                    </a:ext>
                  </a:extLst>
                </p14:cNvPr>
                <p14:cNvContentPartPr/>
                <p14:nvPr/>
              </p14:nvContentPartPr>
              <p14:xfrm>
                <a:off x="1289471" y="2352460"/>
                <a:ext cx="91440" cy="676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291714-8C3F-DE9C-8975-62E6ED1EF76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71471" y="2334460"/>
                  <a:ext cx="12708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A29BE3F-1547-A412-FF66-F8B2E5830815}"/>
                    </a:ext>
                  </a:extLst>
                </p14:cNvPr>
                <p14:cNvContentPartPr/>
                <p14:nvPr/>
              </p14:nvContentPartPr>
              <p14:xfrm>
                <a:off x="2513831" y="2166340"/>
                <a:ext cx="5040" cy="39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A29BE3F-1547-A412-FF66-F8B2E58308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95831" y="2148340"/>
                  <a:ext cx="40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EE33F9D-762A-8075-AEA6-1AD08FCBDE05}"/>
                    </a:ext>
                  </a:extLst>
                </p14:cNvPr>
                <p14:cNvContentPartPr/>
                <p14:nvPr/>
              </p14:nvContentPartPr>
              <p14:xfrm>
                <a:off x="2507351" y="2173900"/>
                <a:ext cx="150480" cy="21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EE33F9D-762A-8075-AEA6-1AD08FCBDE0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89351" y="2155900"/>
                  <a:ext cx="186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BB2DD9-5085-2A33-1CEC-41E164D6588D}"/>
                    </a:ext>
                  </a:extLst>
                </p14:cNvPr>
                <p14:cNvContentPartPr/>
                <p14:nvPr/>
              </p14:nvContentPartPr>
              <p14:xfrm>
                <a:off x="2633351" y="2298460"/>
                <a:ext cx="54720" cy="160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BB2DD9-5085-2A33-1CEC-41E164D658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15469" y="2280500"/>
                  <a:ext cx="90127" cy="1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DDA622-BE31-802B-78E7-EDCA107138B7}"/>
                    </a:ext>
                  </a:extLst>
                </p14:cNvPr>
                <p14:cNvContentPartPr/>
                <p14:nvPr/>
              </p14:nvContentPartPr>
              <p14:xfrm>
                <a:off x="2762591" y="2228260"/>
                <a:ext cx="75240" cy="25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DDA622-BE31-802B-78E7-EDCA107138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44591" y="2210260"/>
                  <a:ext cx="110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5DFD42-DE1E-BA04-CF6C-1635D20F753C}"/>
                    </a:ext>
                  </a:extLst>
                </p14:cNvPr>
                <p14:cNvContentPartPr/>
                <p14:nvPr/>
              </p14:nvContentPartPr>
              <p14:xfrm>
                <a:off x="2812271" y="2225740"/>
                <a:ext cx="167400" cy="138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DFD42-DE1E-BA04-CF6C-1635D20F75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94271" y="2207740"/>
                  <a:ext cx="2030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66BAC05-2BD6-ACBE-DE89-7295512CD893}"/>
              </a:ext>
            </a:extLst>
          </p:cNvPr>
          <p:cNvGrpSpPr/>
          <p:nvPr/>
        </p:nvGrpSpPr>
        <p:grpSpPr>
          <a:xfrm>
            <a:off x="4569431" y="281380"/>
            <a:ext cx="2060280" cy="596160"/>
            <a:chOff x="4569431" y="281380"/>
            <a:chExt cx="206028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25E588F-A829-23B7-502C-CAE694077DBC}"/>
                    </a:ext>
                  </a:extLst>
                </p14:cNvPr>
                <p14:cNvContentPartPr/>
                <p14:nvPr/>
              </p14:nvContentPartPr>
              <p14:xfrm>
                <a:off x="4569431" y="469300"/>
                <a:ext cx="253080" cy="28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25E588F-A829-23B7-502C-CAE694077D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1431" y="451323"/>
                  <a:ext cx="288720" cy="3214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EF61A0-B0B0-A642-64B4-5E6BA46BA06E}"/>
                    </a:ext>
                  </a:extLst>
                </p14:cNvPr>
                <p14:cNvContentPartPr/>
                <p14:nvPr/>
              </p14:nvContentPartPr>
              <p14:xfrm>
                <a:off x="4950671" y="675580"/>
                <a:ext cx="18000" cy="20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EF61A0-B0B0-A642-64B4-5E6BA46BA0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32671" y="657548"/>
                  <a:ext cx="53640" cy="2376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9FC1B8-48AE-B1AA-3E43-13ABB18E05F5}"/>
                    </a:ext>
                  </a:extLst>
                </p14:cNvPr>
                <p14:cNvContentPartPr/>
                <p14:nvPr/>
              </p14:nvContentPartPr>
              <p14:xfrm>
                <a:off x="4975151" y="630580"/>
                <a:ext cx="114120" cy="13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9FC1B8-48AE-B1AA-3E43-13ABB18E05F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57151" y="612580"/>
                  <a:ext cx="149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3EB471-2589-066D-6B23-F991B8C338B3}"/>
                    </a:ext>
                  </a:extLst>
                </p14:cNvPr>
                <p14:cNvContentPartPr/>
                <p14:nvPr/>
              </p14:nvContentPartPr>
              <p14:xfrm>
                <a:off x="4985231" y="711220"/>
                <a:ext cx="86760" cy="5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3EB471-2589-066D-6B23-F991B8C338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67305" y="693220"/>
                  <a:ext cx="122253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DAE999-C587-82CF-7164-8C7F3FF9658D}"/>
                    </a:ext>
                  </a:extLst>
                </p14:cNvPr>
                <p14:cNvContentPartPr/>
                <p14:nvPr/>
              </p14:nvContentPartPr>
              <p14:xfrm>
                <a:off x="5159831" y="639940"/>
                <a:ext cx="51120" cy="139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DAE999-C587-82CF-7164-8C7F3FF965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41957" y="621940"/>
                  <a:ext cx="86511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832010F-3AA8-3551-5A1E-CF33EB78C881}"/>
                    </a:ext>
                  </a:extLst>
                </p14:cNvPr>
                <p14:cNvContentPartPr/>
                <p14:nvPr/>
              </p14:nvContentPartPr>
              <p14:xfrm>
                <a:off x="5171351" y="581620"/>
                <a:ext cx="165600" cy="250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832010F-3AA8-3551-5A1E-CF33EB78C8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3390" y="563620"/>
                  <a:ext cx="201163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236BF7-E39D-5777-5C72-73347B36DB6B}"/>
                    </a:ext>
                  </a:extLst>
                </p14:cNvPr>
                <p14:cNvContentPartPr/>
                <p14:nvPr/>
              </p14:nvContentPartPr>
              <p14:xfrm>
                <a:off x="5464031" y="553900"/>
                <a:ext cx="70560" cy="3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236BF7-E39D-5777-5C72-73347B36DB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45939" y="535900"/>
                  <a:ext cx="106383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112931-F4F4-FCE0-62C3-C00924E1CBA3}"/>
                    </a:ext>
                  </a:extLst>
                </p14:cNvPr>
                <p14:cNvContentPartPr/>
                <p14:nvPr/>
              </p14:nvContentPartPr>
              <p14:xfrm>
                <a:off x="5556911" y="635980"/>
                <a:ext cx="29520" cy="17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112931-F4F4-FCE0-62C3-C00924E1CB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38911" y="617980"/>
                  <a:ext cx="65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DAD389-3DE5-FD2D-4DF7-6B43E7575CAE}"/>
                    </a:ext>
                  </a:extLst>
                </p14:cNvPr>
                <p14:cNvContentPartPr/>
                <p14:nvPr/>
              </p14:nvContentPartPr>
              <p14:xfrm>
                <a:off x="5686871" y="281380"/>
                <a:ext cx="203400" cy="33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DAD389-3DE5-FD2D-4DF7-6B43E7575CA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68839" y="263360"/>
                  <a:ext cx="239103" cy="3665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4D39848-8618-00E1-71F2-F4A5362B9BD9}"/>
                    </a:ext>
                  </a:extLst>
                </p14:cNvPr>
                <p14:cNvContentPartPr/>
                <p14:nvPr/>
              </p14:nvContentPartPr>
              <p14:xfrm>
                <a:off x="6006551" y="552460"/>
                <a:ext cx="90360" cy="23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4D39848-8618-00E1-71F2-F4A5362B9B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8551" y="534433"/>
                  <a:ext cx="126000" cy="2747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31C8247-856F-A9F4-31D3-8C879E1F35D0}"/>
                    </a:ext>
                  </a:extLst>
                </p14:cNvPr>
                <p14:cNvContentPartPr/>
                <p14:nvPr/>
              </p14:nvContentPartPr>
              <p14:xfrm>
                <a:off x="6026711" y="598180"/>
                <a:ext cx="282240" cy="132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31C8247-856F-A9F4-31D3-8C879E1F35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08711" y="580229"/>
                  <a:ext cx="317880" cy="167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678DB5-3ED7-024D-23D4-ED7D80DA7B10}"/>
                    </a:ext>
                  </a:extLst>
                </p14:cNvPr>
                <p14:cNvContentPartPr/>
                <p14:nvPr/>
              </p14:nvContentPartPr>
              <p14:xfrm>
                <a:off x="6351791" y="578740"/>
                <a:ext cx="133560" cy="10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678DB5-3ED7-024D-23D4-ED7D80DA7B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33839" y="560740"/>
                  <a:ext cx="169104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FC03F4-2925-73B1-11E4-3D8F6E7DE020}"/>
                    </a:ext>
                  </a:extLst>
                </p14:cNvPr>
                <p14:cNvContentPartPr/>
                <p14:nvPr/>
              </p14:nvContentPartPr>
              <p14:xfrm>
                <a:off x="6528911" y="570820"/>
                <a:ext cx="100800" cy="9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FC03F4-2925-73B1-11E4-3D8F6E7DE02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10911" y="552820"/>
                  <a:ext cx="13644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BDC5CE4-C34D-1C3A-9EF1-D02FFC31F709}"/>
              </a:ext>
            </a:extLst>
          </p:cNvPr>
          <p:cNvGrpSpPr/>
          <p:nvPr/>
        </p:nvGrpSpPr>
        <p:grpSpPr>
          <a:xfrm>
            <a:off x="3246071" y="595660"/>
            <a:ext cx="461520" cy="1417320"/>
            <a:chOff x="3246071" y="595660"/>
            <a:chExt cx="461520" cy="14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3AB6DA3-CDD2-D71E-A093-7FCC20774FD0}"/>
                    </a:ext>
                  </a:extLst>
                </p14:cNvPr>
                <p14:cNvContentPartPr/>
                <p14:nvPr/>
              </p14:nvContentPartPr>
              <p14:xfrm>
                <a:off x="3246071" y="970780"/>
                <a:ext cx="123840" cy="161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3AB6DA3-CDD2-D71E-A093-7FCC20774FD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8123" y="952780"/>
                  <a:ext cx="159377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A4A94A-A6EB-3D01-73DF-8CAA1326B150}"/>
                    </a:ext>
                  </a:extLst>
                </p14:cNvPr>
                <p14:cNvContentPartPr/>
                <p14:nvPr/>
              </p14:nvContentPartPr>
              <p14:xfrm>
                <a:off x="3404111" y="963220"/>
                <a:ext cx="140400" cy="15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A4A94A-A6EB-3D01-73DF-8CAA1326B1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6157" y="945220"/>
                  <a:ext cx="175949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A9A89A8-987C-671A-BFCB-7710B341DA43}"/>
                    </a:ext>
                  </a:extLst>
                </p14:cNvPr>
                <p14:cNvContentPartPr/>
                <p14:nvPr/>
              </p14:nvContentPartPr>
              <p14:xfrm>
                <a:off x="3420671" y="629860"/>
                <a:ext cx="13320" cy="281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A9A89A8-987C-671A-BFCB-7710B341DA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02171" y="611837"/>
                  <a:ext cx="49950" cy="316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E77A9B3-F3BD-CF2D-5AF4-5001370C5876}"/>
                    </a:ext>
                  </a:extLst>
                </p14:cNvPr>
                <p14:cNvContentPartPr/>
                <p14:nvPr/>
              </p14:nvContentPartPr>
              <p14:xfrm>
                <a:off x="3339311" y="595660"/>
                <a:ext cx="183240" cy="126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E77A9B3-F3BD-CF2D-5AF4-5001370C58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21276" y="577711"/>
                  <a:ext cx="218950" cy="162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8AB757-7CCF-2549-691B-61C2F6E084EF}"/>
                    </a:ext>
                  </a:extLst>
                </p14:cNvPr>
                <p14:cNvContentPartPr/>
                <p14:nvPr/>
              </p14:nvContentPartPr>
              <p14:xfrm>
                <a:off x="3432551" y="1212700"/>
                <a:ext cx="42120" cy="399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8AB757-7CCF-2549-691B-61C2F6E084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14551" y="1194700"/>
                  <a:ext cx="777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AE294F-C26E-6E92-12C3-F07629892FA7}"/>
                    </a:ext>
                  </a:extLst>
                </p14:cNvPr>
                <p14:cNvContentPartPr/>
                <p14:nvPr/>
              </p14:nvContentPartPr>
              <p14:xfrm>
                <a:off x="3420311" y="1526260"/>
                <a:ext cx="113040" cy="7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7AE294F-C26E-6E92-12C3-F07629892F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02253" y="1508260"/>
                  <a:ext cx="148794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628F05D-88D1-CF3E-CBEB-915BBB392D06}"/>
                    </a:ext>
                  </a:extLst>
                </p14:cNvPr>
                <p14:cNvContentPartPr/>
                <p14:nvPr/>
              </p14:nvContentPartPr>
              <p14:xfrm>
                <a:off x="3600311" y="1717780"/>
                <a:ext cx="20160" cy="29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628F05D-88D1-CF3E-CBEB-915BBB392D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81984" y="1699780"/>
                  <a:ext cx="56448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7DA02BB-A258-646C-0C81-D73498D69493}"/>
                    </a:ext>
                  </a:extLst>
                </p14:cNvPr>
                <p14:cNvContentPartPr/>
                <p14:nvPr/>
              </p14:nvContentPartPr>
              <p14:xfrm>
                <a:off x="3517871" y="1711660"/>
                <a:ext cx="189720" cy="151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7DA02BB-A258-646C-0C81-D73498D694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99871" y="1693660"/>
                  <a:ext cx="225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3AACCD7-9C36-054F-2F14-2C6E31CED358}"/>
              </a:ext>
            </a:extLst>
          </p:cNvPr>
          <p:cNvGrpSpPr/>
          <p:nvPr/>
        </p:nvGrpSpPr>
        <p:grpSpPr>
          <a:xfrm>
            <a:off x="3390431" y="2174260"/>
            <a:ext cx="331920" cy="663120"/>
            <a:chOff x="3390431" y="2174260"/>
            <a:chExt cx="33192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C82AC50-B652-F234-30DE-A359E510A487}"/>
                    </a:ext>
                  </a:extLst>
                </p14:cNvPr>
                <p14:cNvContentPartPr/>
                <p14:nvPr/>
              </p14:nvContentPartPr>
              <p14:xfrm>
                <a:off x="3390431" y="2174260"/>
                <a:ext cx="153720" cy="266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C82AC50-B652-F234-30DE-A359E510A4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72389" y="2156260"/>
                  <a:ext cx="189444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EF0C84-22F0-2E39-057B-4275B21D67AE}"/>
                    </a:ext>
                  </a:extLst>
                </p14:cNvPr>
                <p14:cNvContentPartPr/>
                <p14:nvPr/>
              </p14:nvContentPartPr>
              <p14:xfrm>
                <a:off x="3585911" y="2200540"/>
                <a:ext cx="119880" cy="124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EF0C84-22F0-2E39-057B-4275B21D67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67965" y="2182540"/>
                  <a:ext cx="155413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2A5DBC-64F4-3422-B497-3A2F48C12F51}"/>
                    </a:ext>
                  </a:extLst>
                </p14:cNvPr>
                <p14:cNvContentPartPr/>
                <p14:nvPr/>
              </p14:nvContentPartPr>
              <p14:xfrm>
                <a:off x="3619031" y="2470900"/>
                <a:ext cx="34200" cy="36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2A5DBC-64F4-3422-B497-3A2F48C12F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01031" y="2452882"/>
                  <a:ext cx="69840" cy="40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A23394-A1E0-FC90-0807-4571536570B5}"/>
                    </a:ext>
                  </a:extLst>
                </p14:cNvPr>
                <p14:cNvContentPartPr/>
                <p14:nvPr/>
              </p14:nvContentPartPr>
              <p14:xfrm>
                <a:off x="3594191" y="2766820"/>
                <a:ext cx="128160" cy="5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A23394-A1E0-FC90-0807-4571536570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76191" y="2748820"/>
                  <a:ext cx="1638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2875DBA-1A0A-DF26-581B-886E331D8236}"/>
              </a:ext>
            </a:extLst>
          </p:cNvPr>
          <p:cNvGrpSpPr/>
          <p:nvPr/>
        </p:nvGrpSpPr>
        <p:grpSpPr>
          <a:xfrm>
            <a:off x="5067311" y="1149340"/>
            <a:ext cx="2491920" cy="779040"/>
            <a:chOff x="5067311" y="1149340"/>
            <a:chExt cx="2491920" cy="77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671E1EB-F583-8125-A137-DF1C21C78B95}"/>
                    </a:ext>
                  </a:extLst>
                </p14:cNvPr>
                <p14:cNvContentPartPr/>
                <p14:nvPr/>
              </p14:nvContentPartPr>
              <p14:xfrm>
                <a:off x="5465831" y="1301980"/>
                <a:ext cx="253440" cy="345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671E1EB-F583-8125-A137-DF1C21C78B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47831" y="1283961"/>
                  <a:ext cx="289080" cy="380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2AD493-6E2B-0AAC-98D5-F1BE6DEA2B58}"/>
                    </a:ext>
                  </a:extLst>
                </p14:cNvPr>
                <p14:cNvContentPartPr/>
                <p14:nvPr/>
              </p14:nvContentPartPr>
              <p14:xfrm>
                <a:off x="5798831" y="1596100"/>
                <a:ext cx="97200" cy="189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2AD493-6E2B-0AAC-98D5-F1BE6DEA2B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80897" y="1578100"/>
                  <a:ext cx="132708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CE283C0-7524-A47B-697D-178CA5308F23}"/>
                    </a:ext>
                  </a:extLst>
                </p14:cNvPr>
                <p14:cNvContentPartPr/>
                <p14:nvPr/>
              </p14:nvContentPartPr>
              <p14:xfrm>
                <a:off x="5764271" y="1611580"/>
                <a:ext cx="401760" cy="145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CE283C0-7524-A47B-697D-178CA5308F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46271" y="1593624"/>
                  <a:ext cx="437400" cy="181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050A76-D26D-AE4C-FAF1-7B049DED29F2}"/>
                    </a:ext>
                  </a:extLst>
                </p14:cNvPr>
                <p14:cNvContentPartPr/>
                <p14:nvPr/>
              </p14:nvContentPartPr>
              <p14:xfrm>
                <a:off x="6187991" y="1607260"/>
                <a:ext cx="74520" cy="12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050A76-D26D-AE4C-FAF1-7B049DED29F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69991" y="1589260"/>
                  <a:ext cx="110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12AC03-2FF5-1541-E8FD-5E19FDEFFCBB}"/>
                    </a:ext>
                  </a:extLst>
                </p14:cNvPr>
                <p14:cNvContentPartPr/>
                <p14:nvPr/>
              </p14:nvContentPartPr>
              <p14:xfrm>
                <a:off x="6326591" y="1615180"/>
                <a:ext cx="87480" cy="95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12AC03-2FF5-1541-E8FD-5E19FDEFFCB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08517" y="1597180"/>
                  <a:ext cx="123267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E498B78-5467-F279-D8AB-0D0240955117}"/>
                    </a:ext>
                  </a:extLst>
                </p14:cNvPr>
                <p14:cNvContentPartPr/>
                <p14:nvPr/>
              </p14:nvContentPartPr>
              <p14:xfrm>
                <a:off x="6605951" y="1560820"/>
                <a:ext cx="36360" cy="30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E498B78-5467-F279-D8AB-0D02409551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87951" y="1542820"/>
                  <a:ext cx="72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A16A16-D3AC-AE63-30EE-2016B9EBFDED}"/>
                    </a:ext>
                  </a:extLst>
                </p14:cNvPr>
                <p14:cNvContentPartPr/>
                <p14:nvPr/>
              </p14:nvContentPartPr>
              <p14:xfrm>
                <a:off x="6595511" y="1598980"/>
                <a:ext cx="83880" cy="38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A16A16-D3AC-AE63-30EE-2016B9EBFD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77511" y="1580980"/>
                  <a:ext cx="119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FC70612-F82F-21D0-4BA8-C70715A8E21B}"/>
                    </a:ext>
                  </a:extLst>
                </p14:cNvPr>
                <p14:cNvContentPartPr/>
                <p14:nvPr/>
              </p14:nvContentPartPr>
              <p14:xfrm>
                <a:off x="6809711" y="1405660"/>
                <a:ext cx="204480" cy="231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FC70612-F82F-21D0-4BA8-C70715A8E21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91711" y="1387660"/>
                  <a:ext cx="240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D8E41A8-3F77-3F90-861D-1B119E1CF879}"/>
                    </a:ext>
                  </a:extLst>
                </p14:cNvPr>
                <p14:cNvContentPartPr/>
                <p14:nvPr/>
              </p14:nvContentPartPr>
              <p14:xfrm>
                <a:off x="7053071" y="1370020"/>
                <a:ext cx="161640" cy="205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D8E41A8-3F77-3F90-861D-1B119E1CF8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35071" y="1352020"/>
                  <a:ext cx="197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C955B3-DF46-75BF-41AE-19B7F471C62F}"/>
                    </a:ext>
                  </a:extLst>
                </p14:cNvPr>
                <p14:cNvContentPartPr/>
                <p14:nvPr/>
              </p14:nvContentPartPr>
              <p14:xfrm>
                <a:off x="5344871" y="1149340"/>
                <a:ext cx="2214360" cy="779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C955B3-DF46-75BF-41AE-19B7F471C6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26871" y="1131340"/>
                  <a:ext cx="225000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E60D579-73BA-1EC7-1F1A-4ACEF6909618}"/>
                    </a:ext>
                  </a:extLst>
                </p14:cNvPr>
                <p14:cNvContentPartPr/>
                <p14:nvPr/>
              </p14:nvContentPartPr>
              <p14:xfrm>
                <a:off x="5120951" y="1322500"/>
                <a:ext cx="87480" cy="572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E60D579-73BA-1EC7-1F1A-4ACEF690961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02951" y="1304489"/>
                  <a:ext cx="123120" cy="608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C08807F-FEF7-59F1-7E75-D9E35FCF6C19}"/>
                    </a:ext>
                  </a:extLst>
                </p14:cNvPr>
                <p14:cNvContentPartPr/>
                <p14:nvPr/>
              </p14:nvContentPartPr>
              <p14:xfrm>
                <a:off x="5067311" y="1254100"/>
                <a:ext cx="2218320" cy="91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C08807F-FEF7-59F1-7E75-D9E35FCF6C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49314" y="1236100"/>
                  <a:ext cx="2253954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ADDEA2F-0572-A121-BD92-CAC32C31D331}"/>
              </a:ext>
            </a:extLst>
          </p:cNvPr>
          <p:cNvGrpSpPr/>
          <p:nvPr/>
        </p:nvGrpSpPr>
        <p:grpSpPr>
          <a:xfrm>
            <a:off x="1288031" y="3514180"/>
            <a:ext cx="1539720" cy="551520"/>
            <a:chOff x="1288031" y="3514180"/>
            <a:chExt cx="153972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0D4DDAD-4A80-206B-99F4-AECBA469615E}"/>
                    </a:ext>
                  </a:extLst>
                </p14:cNvPr>
                <p14:cNvContentPartPr/>
                <p14:nvPr/>
              </p14:nvContentPartPr>
              <p14:xfrm>
                <a:off x="1288031" y="3514180"/>
                <a:ext cx="34200" cy="416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0D4DDAD-4A80-206B-99F4-AECBA469615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70031" y="3496180"/>
                  <a:ext cx="698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F17FC3B-2FC8-26B2-E6C9-B643B7B19F32}"/>
                    </a:ext>
                  </a:extLst>
                </p14:cNvPr>
                <p14:cNvContentPartPr/>
                <p14:nvPr/>
              </p14:nvContentPartPr>
              <p14:xfrm>
                <a:off x="1297391" y="3534340"/>
                <a:ext cx="170640" cy="260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F17FC3B-2FC8-26B2-E6C9-B643B7B19F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79391" y="3516340"/>
                  <a:ext cx="206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FAD3CB2-6BAA-1684-D70A-BB86409582C9}"/>
                    </a:ext>
                  </a:extLst>
                </p14:cNvPr>
                <p14:cNvContentPartPr/>
                <p14:nvPr/>
              </p14:nvContentPartPr>
              <p14:xfrm>
                <a:off x="1554071" y="3710020"/>
                <a:ext cx="152280" cy="132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AD3CB2-6BAA-1684-D70A-BB86409582C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36071" y="3691971"/>
                  <a:ext cx="187920" cy="168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C3CB55B-7BB0-6BD8-06D6-01B03B3DF68B}"/>
                    </a:ext>
                  </a:extLst>
                </p14:cNvPr>
                <p14:cNvContentPartPr/>
                <p14:nvPr/>
              </p14:nvContentPartPr>
              <p14:xfrm>
                <a:off x="1789151" y="3698860"/>
                <a:ext cx="45360" cy="149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C3CB55B-7BB0-6BD8-06D6-01B03B3DF6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71151" y="3680903"/>
                  <a:ext cx="81000" cy="184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16790B8-1B04-1917-4CB1-21741F3181C0}"/>
                    </a:ext>
                  </a:extLst>
                </p14:cNvPr>
                <p14:cNvContentPartPr/>
                <p14:nvPr/>
              </p14:nvContentPartPr>
              <p14:xfrm>
                <a:off x="1829111" y="3693100"/>
                <a:ext cx="85320" cy="15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16790B8-1B04-1917-4CB1-21741F3181C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11111" y="3675100"/>
                  <a:ext cx="120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D8C9E2E-D5EB-DC31-0484-3617B31556B4}"/>
                    </a:ext>
                  </a:extLst>
                </p14:cNvPr>
                <p14:cNvContentPartPr/>
                <p14:nvPr/>
              </p14:nvContentPartPr>
              <p14:xfrm>
                <a:off x="2058791" y="3594460"/>
                <a:ext cx="51120" cy="236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D8C9E2E-D5EB-DC31-0484-3617B31556B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40791" y="3576433"/>
                  <a:ext cx="86760" cy="271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B57C07-6184-3275-50DE-B0C5C491478B}"/>
                    </a:ext>
                  </a:extLst>
                </p14:cNvPr>
                <p14:cNvContentPartPr/>
                <p14:nvPr/>
              </p14:nvContentPartPr>
              <p14:xfrm>
                <a:off x="2229791" y="3711820"/>
                <a:ext cx="112680" cy="11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B57C07-6184-3275-50DE-B0C5C49147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11733" y="3693876"/>
                  <a:ext cx="148434" cy="150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FB72D44-F025-AFC9-509E-4E06766850C3}"/>
                    </a:ext>
                  </a:extLst>
                </p14:cNvPr>
                <p14:cNvContentPartPr/>
                <p14:nvPr/>
              </p14:nvContentPartPr>
              <p14:xfrm>
                <a:off x="2453711" y="3696340"/>
                <a:ext cx="64440" cy="124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FB72D44-F025-AFC9-509E-4E06766850C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35711" y="3678340"/>
                  <a:ext cx="100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9C2B49-6DA2-B792-4951-021F33E2E783}"/>
                    </a:ext>
                  </a:extLst>
                </p14:cNvPr>
                <p14:cNvContentPartPr/>
                <p14:nvPr/>
              </p14:nvContentPartPr>
              <p14:xfrm>
                <a:off x="2644511" y="3670780"/>
                <a:ext cx="183240" cy="136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9C2B49-6DA2-B792-4951-021F33E2E78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26511" y="3652780"/>
                  <a:ext cx="2188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4E23D0B-9264-0945-3AC8-58E6BAD8A541}"/>
                    </a:ext>
                  </a:extLst>
                </p14:cNvPr>
                <p14:cNvContentPartPr/>
                <p14:nvPr/>
              </p14:nvContentPartPr>
              <p14:xfrm>
                <a:off x="1827311" y="3836740"/>
                <a:ext cx="47520" cy="228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4E23D0B-9264-0945-3AC8-58E6BAD8A54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09311" y="3818740"/>
                  <a:ext cx="831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27EF6E7-B01B-3101-19B9-724270E79AAF}"/>
              </a:ext>
            </a:extLst>
          </p:cNvPr>
          <p:cNvGrpSpPr/>
          <p:nvPr/>
        </p:nvGrpSpPr>
        <p:grpSpPr>
          <a:xfrm>
            <a:off x="3252191" y="3653500"/>
            <a:ext cx="470160" cy="150480"/>
            <a:chOff x="3252191" y="3653500"/>
            <a:chExt cx="47016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27EE32-3B46-DA7E-84BE-CB499277C639}"/>
                    </a:ext>
                  </a:extLst>
                </p14:cNvPr>
                <p14:cNvContentPartPr/>
                <p14:nvPr/>
              </p14:nvContentPartPr>
              <p14:xfrm>
                <a:off x="3252191" y="3653500"/>
                <a:ext cx="105840" cy="150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27EE32-3B46-DA7E-84BE-CB499277C63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234191" y="3635457"/>
                  <a:ext cx="14148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3C9FCC9-40BD-7B51-0D82-2C1AB5F6007A}"/>
                    </a:ext>
                  </a:extLst>
                </p14:cNvPr>
                <p14:cNvContentPartPr/>
                <p14:nvPr/>
              </p14:nvContentPartPr>
              <p14:xfrm>
                <a:off x="3420311" y="3669340"/>
                <a:ext cx="139320" cy="109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3C9FCC9-40BD-7B51-0D82-2C1AB5F600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402264" y="3651340"/>
                  <a:ext cx="175052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805F95-AB28-DCDB-68FC-990E8989810A}"/>
                    </a:ext>
                  </a:extLst>
                </p14:cNvPr>
                <p14:cNvContentPartPr/>
                <p14:nvPr/>
              </p14:nvContentPartPr>
              <p14:xfrm>
                <a:off x="3630551" y="3676900"/>
                <a:ext cx="91800" cy="80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805F95-AB28-DCDB-68FC-990E8989810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12551" y="3658900"/>
                  <a:ext cx="1274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64F1FA2-64A5-A9B0-1368-890E5BD05CA5}"/>
              </a:ext>
            </a:extLst>
          </p:cNvPr>
          <p:cNvGrpSpPr/>
          <p:nvPr/>
        </p:nvGrpSpPr>
        <p:grpSpPr>
          <a:xfrm>
            <a:off x="4224551" y="3571060"/>
            <a:ext cx="1065600" cy="185760"/>
            <a:chOff x="4224551" y="3571060"/>
            <a:chExt cx="106560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F0E6C50-B956-0EE0-38BD-8B24FCB06942}"/>
                    </a:ext>
                  </a:extLst>
                </p14:cNvPr>
                <p14:cNvContentPartPr/>
                <p14:nvPr/>
              </p14:nvContentPartPr>
              <p14:xfrm>
                <a:off x="4224551" y="3571060"/>
                <a:ext cx="110160" cy="185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F0E6C50-B956-0EE0-38BD-8B24FCB069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06551" y="3553060"/>
                  <a:ext cx="145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EB919E9-890E-5530-8CFB-06B6BD17B032}"/>
                    </a:ext>
                  </a:extLst>
                </p14:cNvPr>
                <p14:cNvContentPartPr/>
                <p14:nvPr/>
              </p14:nvContentPartPr>
              <p14:xfrm>
                <a:off x="4444871" y="3632980"/>
                <a:ext cx="90000" cy="102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EB919E9-890E-5530-8CFB-06B6BD17B0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26943" y="3614980"/>
                  <a:ext cx="125498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03BF995-F61E-0A53-3DB2-41A9237F807C}"/>
                    </a:ext>
                  </a:extLst>
                </p14:cNvPr>
                <p14:cNvContentPartPr/>
                <p14:nvPr/>
              </p14:nvContentPartPr>
              <p14:xfrm>
                <a:off x="4657631" y="3612100"/>
                <a:ext cx="152280" cy="106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03BF995-F61E-0A53-3DB2-41A9237F807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39588" y="3594100"/>
                  <a:ext cx="188004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98202F7-7E22-B465-8865-091EE371C518}"/>
                    </a:ext>
                  </a:extLst>
                </p14:cNvPr>
                <p14:cNvContentPartPr/>
                <p14:nvPr/>
              </p14:nvContentPartPr>
              <p14:xfrm>
                <a:off x="4871471" y="3591220"/>
                <a:ext cx="78480" cy="114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98202F7-7E22-B465-8865-091EE371C51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53471" y="3573220"/>
                  <a:ext cx="114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ADCA908-FC62-323D-C678-B3DCBA0ED028}"/>
                    </a:ext>
                  </a:extLst>
                </p14:cNvPr>
                <p14:cNvContentPartPr/>
                <p14:nvPr/>
              </p14:nvContentPartPr>
              <p14:xfrm>
                <a:off x="5067671" y="3581500"/>
                <a:ext cx="50400" cy="131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ADCA908-FC62-323D-C678-B3DCBA0ED02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49671" y="3563500"/>
                  <a:ext cx="86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A449B3-EAAE-6074-190C-6E8AAB51E872}"/>
                    </a:ext>
                  </a:extLst>
                </p14:cNvPr>
                <p14:cNvContentPartPr/>
                <p14:nvPr/>
              </p14:nvContentPartPr>
              <p14:xfrm>
                <a:off x="5192231" y="3577900"/>
                <a:ext cx="97920" cy="126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A449B3-EAAE-6074-190C-6E8AAB51E8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74165" y="3559900"/>
                  <a:ext cx="133692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EEEDB83-FFA5-D578-8A0E-1B22ABB5F979}"/>
              </a:ext>
            </a:extLst>
          </p:cNvPr>
          <p:cNvGrpSpPr/>
          <p:nvPr/>
        </p:nvGrpSpPr>
        <p:grpSpPr>
          <a:xfrm>
            <a:off x="5744831" y="3443620"/>
            <a:ext cx="778680" cy="269640"/>
            <a:chOff x="5744831" y="3443620"/>
            <a:chExt cx="7786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33A437C-8285-BC7A-77D1-C7066C4375A3}"/>
                    </a:ext>
                  </a:extLst>
                </p14:cNvPr>
                <p14:cNvContentPartPr/>
                <p14:nvPr/>
              </p14:nvContentPartPr>
              <p14:xfrm>
                <a:off x="5744831" y="3567460"/>
                <a:ext cx="167400" cy="145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33A437C-8285-BC7A-77D1-C7066C4375A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26831" y="3549460"/>
                  <a:ext cx="203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E117CF-CE99-6C30-589E-196CD24DC590}"/>
                    </a:ext>
                  </a:extLst>
                </p14:cNvPr>
                <p14:cNvContentPartPr/>
                <p14:nvPr/>
              </p14:nvContentPartPr>
              <p14:xfrm>
                <a:off x="5977391" y="3596620"/>
                <a:ext cx="57240" cy="116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E117CF-CE99-6C30-589E-196CD24DC59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59503" y="3578620"/>
                  <a:ext cx="92657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76EB74-171B-C506-597B-FD0C99FDAD86}"/>
                    </a:ext>
                  </a:extLst>
                </p14:cNvPr>
                <p14:cNvContentPartPr/>
                <p14:nvPr/>
              </p14:nvContentPartPr>
              <p14:xfrm>
                <a:off x="6021311" y="3443620"/>
                <a:ext cx="27000" cy="43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76EB74-171B-C506-597B-FD0C99FDAD8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003311" y="3425768"/>
                  <a:ext cx="62640" cy="78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C8F7EE1-1321-34AF-C674-F7A6E896714E}"/>
                    </a:ext>
                  </a:extLst>
                </p14:cNvPr>
                <p14:cNvContentPartPr/>
                <p14:nvPr/>
              </p14:nvContentPartPr>
              <p14:xfrm>
                <a:off x="6194831" y="3479980"/>
                <a:ext cx="51840" cy="210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C8F7EE1-1321-34AF-C674-F7A6E896714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76831" y="3461980"/>
                  <a:ext cx="87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64CC84-5271-9040-8A00-BFC021EE2471}"/>
                    </a:ext>
                  </a:extLst>
                </p14:cNvPr>
                <p14:cNvContentPartPr/>
                <p14:nvPr/>
              </p14:nvContentPartPr>
              <p14:xfrm>
                <a:off x="6155591" y="3518500"/>
                <a:ext cx="367920" cy="159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64CC84-5271-9040-8A00-BFC021EE247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37591" y="3500500"/>
                  <a:ext cx="40356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6455E73-8AB5-AD12-638D-620290221323}"/>
                  </a:ext>
                </a:extLst>
              </p14:cNvPr>
              <p14:cNvContentPartPr/>
              <p14:nvPr/>
            </p14:nvContentPartPr>
            <p14:xfrm>
              <a:off x="6797831" y="3574300"/>
              <a:ext cx="136440" cy="1148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6455E73-8AB5-AD12-638D-62029022132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779831" y="3556300"/>
                <a:ext cx="17208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B0CFC5C-3CCD-C010-3B20-9295EB0969E3}"/>
              </a:ext>
            </a:extLst>
          </p:cNvPr>
          <p:cNvGrpSpPr/>
          <p:nvPr/>
        </p:nvGrpSpPr>
        <p:grpSpPr>
          <a:xfrm>
            <a:off x="7358711" y="3395380"/>
            <a:ext cx="999360" cy="308160"/>
            <a:chOff x="7358711" y="3395380"/>
            <a:chExt cx="99936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967868A-7294-3A89-88B7-A8687BB1E8F5}"/>
                    </a:ext>
                  </a:extLst>
                </p14:cNvPr>
                <p14:cNvContentPartPr/>
                <p14:nvPr/>
              </p14:nvContentPartPr>
              <p14:xfrm>
                <a:off x="7358711" y="3501580"/>
                <a:ext cx="126720" cy="201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967868A-7294-3A89-88B7-A8687BB1E8F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40711" y="3483580"/>
                  <a:ext cx="162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38E15E4-116D-7F28-8DDF-3D1757212034}"/>
                    </a:ext>
                  </a:extLst>
                </p14:cNvPr>
                <p14:cNvContentPartPr/>
                <p14:nvPr/>
              </p14:nvContentPartPr>
              <p14:xfrm>
                <a:off x="7590191" y="3415180"/>
                <a:ext cx="236880" cy="256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38E15E4-116D-7F28-8DDF-3D175721203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72191" y="3397205"/>
                  <a:ext cx="272520" cy="2919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4BC35D-63C2-7960-CEC1-5C94BBF721A4}"/>
                    </a:ext>
                  </a:extLst>
                </p14:cNvPr>
                <p14:cNvContentPartPr/>
                <p14:nvPr/>
              </p14:nvContentPartPr>
              <p14:xfrm>
                <a:off x="7898711" y="3545140"/>
                <a:ext cx="107280" cy="140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4BC35D-63C2-7960-CEC1-5C94BBF721A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80711" y="3527140"/>
                  <a:ext cx="142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8F71331-965B-032B-7711-BDE2F214E1FE}"/>
                    </a:ext>
                  </a:extLst>
                </p14:cNvPr>
                <p14:cNvContentPartPr/>
                <p14:nvPr/>
              </p14:nvContentPartPr>
              <p14:xfrm>
                <a:off x="8038391" y="3539020"/>
                <a:ext cx="60840" cy="98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8F71331-965B-032B-7711-BDE2F214E1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20391" y="3521020"/>
                  <a:ext cx="96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B6768E-1C1C-FB5B-2CE6-B6123470559A}"/>
                    </a:ext>
                  </a:extLst>
                </p14:cNvPr>
                <p14:cNvContentPartPr/>
                <p14:nvPr/>
              </p14:nvContentPartPr>
              <p14:xfrm>
                <a:off x="8204351" y="3395380"/>
                <a:ext cx="114480" cy="246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B6768E-1C1C-FB5B-2CE6-B6123470559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86351" y="3377406"/>
                  <a:ext cx="150120" cy="281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41D25C3-1197-71B9-88B2-4DBF3C96A2A7}"/>
                    </a:ext>
                  </a:extLst>
                </p14:cNvPr>
                <p14:cNvContentPartPr/>
                <p14:nvPr/>
              </p14:nvContentPartPr>
              <p14:xfrm>
                <a:off x="8225591" y="3530740"/>
                <a:ext cx="132480" cy="31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41D25C3-1197-71B9-88B2-4DBF3C96A2A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07591" y="3512740"/>
                  <a:ext cx="16812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F60B11F-C18D-C67B-EC55-4C9BF1FA4248}"/>
              </a:ext>
            </a:extLst>
          </p:cNvPr>
          <p:cNvGrpSpPr/>
          <p:nvPr/>
        </p:nvGrpSpPr>
        <p:grpSpPr>
          <a:xfrm>
            <a:off x="1650911" y="4434700"/>
            <a:ext cx="2150640" cy="1971360"/>
            <a:chOff x="1650911" y="4434700"/>
            <a:chExt cx="2150640" cy="19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47AF313-F41B-19E0-8575-A72B8E552830}"/>
                    </a:ext>
                  </a:extLst>
                </p14:cNvPr>
                <p14:cNvContentPartPr/>
                <p14:nvPr/>
              </p14:nvContentPartPr>
              <p14:xfrm>
                <a:off x="1676471" y="4638460"/>
                <a:ext cx="26280" cy="1215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47AF313-F41B-19E0-8575-A72B8E55283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58471" y="4620460"/>
                  <a:ext cx="61920" cy="12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19A8EA-522C-1C9A-3B31-D7DE56D9239D}"/>
                    </a:ext>
                  </a:extLst>
                </p14:cNvPr>
                <p14:cNvContentPartPr/>
                <p14:nvPr/>
              </p14:nvContentPartPr>
              <p14:xfrm>
                <a:off x="1673951" y="4478260"/>
                <a:ext cx="1247400" cy="110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19A8EA-522C-1C9A-3B31-D7DE56D9239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55956" y="4460260"/>
                  <a:ext cx="128303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CADD2E-0829-A6D1-6571-D813721E59F0}"/>
                    </a:ext>
                  </a:extLst>
                </p14:cNvPr>
                <p14:cNvContentPartPr/>
                <p14:nvPr/>
              </p14:nvContentPartPr>
              <p14:xfrm>
                <a:off x="2868791" y="4434700"/>
                <a:ext cx="48960" cy="297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CADD2E-0829-A6D1-6571-D813721E59F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50791" y="4416700"/>
                  <a:ext cx="84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E2CA58E-932A-72C0-4A8A-2386BEBC831F}"/>
                    </a:ext>
                  </a:extLst>
                </p14:cNvPr>
                <p14:cNvContentPartPr/>
                <p14:nvPr/>
              </p14:nvContentPartPr>
              <p14:xfrm>
                <a:off x="2839271" y="4757620"/>
                <a:ext cx="122760" cy="234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E2CA58E-932A-72C0-4A8A-2386BEBC831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21324" y="4739620"/>
                  <a:ext cx="158296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6A8189B-0A6A-0503-1F84-D258141BC2CE}"/>
                    </a:ext>
                  </a:extLst>
                </p14:cNvPr>
                <p14:cNvContentPartPr/>
                <p14:nvPr/>
              </p14:nvContentPartPr>
              <p14:xfrm>
                <a:off x="2913791" y="5004580"/>
                <a:ext cx="19800" cy="307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6A8189B-0A6A-0503-1F84-D258141BC2C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896112" y="4986580"/>
                  <a:ext cx="54804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12E69B1-CC63-5373-3CE4-81AA2D5F80FA}"/>
                    </a:ext>
                  </a:extLst>
                </p14:cNvPr>
                <p14:cNvContentPartPr/>
                <p14:nvPr/>
              </p14:nvContentPartPr>
              <p14:xfrm>
                <a:off x="2885711" y="5254060"/>
                <a:ext cx="74160" cy="80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12E69B1-CC63-5373-3CE4-81AA2D5F80F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67711" y="5236060"/>
                  <a:ext cx="109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6A2351E-C9DD-772F-FCB9-B481941407C8}"/>
                    </a:ext>
                  </a:extLst>
                </p14:cNvPr>
                <p14:cNvContentPartPr/>
                <p14:nvPr/>
              </p14:nvContentPartPr>
              <p14:xfrm>
                <a:off x="2907671" y="5290420"/>
                <a:ext cx="778680" cy="23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6A2351E-C9DD-772F-FCB9-B481941407C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89671" y="5272420"/>
                  <a:ext cx="814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7BE57F0-8DD2-CAD9-E67B-C0F29DCD6D7C}"/>
                    </a:ext>
                  </a:extLst>
                </p14:cNvPr>
                <p14:cNvContentPartPr/>
                <p14:nvPr/>
              </p14:nvContentPartPr>
              <p14:xfrm>
                <a:off x="3671231" y="5241460"/>
                <a:ext cx="41760" cy="63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7BE57F0-8DD2-CAD9-E67B-C0F29DCD6D7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53231" y="5223460"/>
                  <a:ext cx="77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EB3C4C2-B3A2-5676-B70B-2AEE689DB066}"/>
                    </a:ext>
                  </a:extLst>
                </p14:cNvPr>
                <p14:cNvContentPartPr/>
                <p14:nvPr/>
              </p14:nvContentPartPr>
              <p14:xfrm>
                <a:off x="2935751" y="5345500"/>
                <a:ext cx="18000" cy="356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EB3C4C2-B3A2-5676-B70B-2AEE689DB06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17384" y="5327482"/>
                  <a:ext cx="54367" cy="391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C402FC5-3D5C-4B91-D6F0-3736BA8CF5A4}"/>
                    </a:ext>
                  </a:extLst>
                </p14:cNvPr>
                <p14:cNvContentPartPr/>
                <p14:nvPr/>
              </p14:nvContentPartPr>
              <p14:xfrm>
                <a:off x="2878511" y="5729620"/>
                <a:ext cx="117360" cy="201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C402FC5-3D5C-4B91-D6F0-3736BA8CF5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60511" y="5711620"/>
                  <a:ext cx="153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A7D1B5E-7743-61A0-C8A2-52B51509B6D9}"/>
                    </a:ext>
                  </a:extLst>
                </p14:cNvPr>
                <p14:cNvContentPartPr/>
                <p14:nvPr/>
              </p14:nvContentPartPr>
              <p14:xfrm>
                <a:off x="2960231" y="5944180"/>
                <a:ext cx="20520" cy="393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A7D1B5E-7743-61A0-C8A2-52B51509B6D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42231" y="5926180"/>
                  <a:ext cx="561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586A317-015C-5319-3EC7-C4CD03C81C76}"/>
                    </a:ext>
                  </a:extLst>
                </p14:cNvPr>
                <p14:cNvContentPartPr/>
                <p14:nvPr/>
              </p14:nvContentPartPr>
              <p14:xfrm>
                <a:off x="1697711" y="6288340"/>
                <a:ext cx="1288080" cy="46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586A317-015C-5319-3EC7-C4CD03C81C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79716" y="6270340"/>
                  <a:ext cx="132371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F908EC4-069F-6B7A-3D6E-D688BFC7A871}"/>
                    </a:ext>
                  </a:extLst>
                </p14:cNvPr>
                <p14:cNvContentPartPr/>
                <p14:nvPr/>
              </p14:nvContentPartPr>
              <p14:xfrm>
                <a:off x="1650911" y="5846620"/>
                <a:ext cx="23760" cy="559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F908EC4-069F-6B7A-3D6E-D688BFC7A87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32911" y="5828632"/>
                  <a:ext cx="59400" cy="5950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B8F8449-E6DF-D176-35EC-0FDD2FD7A79A}"/>
                    </a:ext>
                  </a:extLst>
                </p14:cNvPr>
                <p14:cNvContentPartPr/>
                <p14:nvPr/>
              </p14:nvContentPartPr>
              <p14:xfrm>
                <a:off x="2956631" y="6240100"/>
                <a:ext cx="798840" cy="86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B8F8449-E6DF-D176-35EC-0FDD2FD7A79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38631" y="6222175"/>
                  <a:ext cx="834480" cy="121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05E8B1-2C56-5AFF-0C33-156C491E3F1C}"/>
                    </a:ext>
                  </a:extLst>
                </p14:cNvPr>
                <p14:cNvContentPartPr/>
                <p14:nvPr/>
              </p14:nvContentPartPr>
              <p14:xfrm>
                <a:off x="3720551" y="6183580"/>
                <a:ext cx="37080" cy="64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05E8B1-2C56-5AFF-0C33-156C491E3F1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02375" y="6165580"/>
                  <a:ext cx="73069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0C47FF8-366C-A88B-26A8-BD1849B6CFDC}"/>
                    </a:ext>
                  </a:extLst>
                </p14:cNvPr>
                <p14:cNvContentPartPr/>
                <p14:nvPr/>
              </p14:nvContentPartPr>
              <p14:xfrm>
                <a:off x="3586631" y="4832140"/>
                <a:ext cx="11160" cy="243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0C47FF8-366C-A88B-26A8-BD1849B6CFD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568631" y="4814113"/>
                  <a:ext cx="46800" cy="2790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8C0F11B-3C31-7BFE-5614-965B98DED9E3}"/>
                    </a:ext>
                  </a:extLst>
                </p14:cNvPr>
                <p14:cNvContentPartPr/>
                <p14:nvPr/>
              </p14:nvContentPartPr>
              <p14:xfrm>
                <a:off x="3567551" y="4813420"/>
                <a:ext cx="185760" cy="182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8C0F11B-3C31-7BFE-5614-965B98DED9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49551" y="4795384"/>
                  <a:ext cx="221400" cy="217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1CF68DC-09D4-BC38-8212-4224B2BD1B20}"/>
                    </a:ext>
                  </a:extLst>
                </p14:cNvPr>
                <p14:cNvContentPartPr/>
                <p14:nvPr/>
              </p14:nvContentPartPr>
              <p14:xfrm>
                <a:off x="3602471" y="4926100"/>
                <a:ext cx="104040" cy="48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1CF68DC-09D4-BC38-8212-4224B2BD1B2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84471" y="4908100"/>
                  <a:ext cx="139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1EC8EB7-9940-2C7B-E90F-EDD94ADA8182}"/>
                    </a:ext>
                  </a:extLst>
                </p14:cNvPr>
                <p14:cNvContentPartPr/>
                <p14:nvPr/>
              </p14:nvContentPartPr>
              <p14:xfrm>
                <a:off x="3668711" y="5921140"/>
                <a:ext cx="34200" cy="162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1EC8EB7-9940-2C7B-E90F-EDD94ADA818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50711" y="5903180"/>
                  <a:ext cx="69840" cy="19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78C0870-80F2-AC52-BE14-7B0A4018FC50}"/>
                    </a:ext>
                  </a:extLst>
                </p14:cNvPr>
                <p14:cNvContentPartPr/>
                <p14:nvPr/>
              </p14:nvContentPartPr>
              <p14:xfrm>
                <a:off x="3635951" y="5857060"/>
                <a:ext cx="165600" cy="189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78C0870-80F2-AC52-BE14-7B0A4018FC5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617951" y="5839094"/>
                  <a:ext cx="201240" cy="224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50DF2C1-C1B3-A611-0B26-24993F67601E}"/>
                    </a:ext>
                  </a:extLst>
                </p14:cNvPr>
                <p14:cNvContentPartPr/>
                <p14:nvPr/>
              </p14:nvContentPartPr>
              <p14:xfrm>
                <a:off x="2424191" y="4890820"/>
                <a:ext cx="71640" cy="167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50DF2C1-C1B3-A611-0B26-24993F67601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06191" y="4872859"/>
                  <a:ext cx="107280" cy="202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4631F38-7B32-B2DC-195E-8FD658B046DF}"/>
                    </a:ext>
                  </a:extLst>
                </p14:cNvPr>
                <p14:cNvContentPartPr/>
                <p14:nvPr/>
              </p14:nvContentPartPr>
              <p14:xfrm>
                <a:off x="2562071" y="4849420"/>
                <a:ext cx="84960" cy="146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4631F38-7B32-B2DC-195E-8FD658B046D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544071" y="4831376"/>
                  <a:ext cx="120600" cy="182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ED2632D-DD8D-7F2F-8666-EC6BC5880E4C}"/>
                    </a:ext>
                  </a:extLst>
                </p14:cNvPr>
                <p14:cNvContentPartPr/>
                <p14:nvPr/>
              </p14:nvContentPartPr>
              <p14:xfrm>
                <a:off x="2611751" y="4842940"/>
                <a:ext cx="96120" cy="115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ED2632D-DD8D-7F2F-8666-EC6BC5880E4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593751" y="4824996"/>
                  <a:ext cx="131760" cy="150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8BCCC74-3296-59FF-F458-79010D24B07A}"/>
                    </a:ext>
                  </a:extLst>
                </p14:cNvPr>
                <p14:cNvContentPartPr/>
                <p14:nvPr/>
              </p14:nvContentPartPr>
              <p14:xfrm>
                <a:off x="2455871" y="5786860"/>
                <a:ext cx="143280" cy="165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8BCCC74-3296-59FF-F458-79010D24B07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37871" y="5768860"/>
                  <a:ext cx="178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22281DA-B24A-CE8A-3563-3201EFE15DE5}"/>
                    </a:ext>
                  </a:extLst>
                </p14:cNvPr>
                <p14:cNvContentPartPr/>
                <p14:nvPr/>
              </p14:nvContentPartPr>
              <p14:xfrm>
                <a:off x="2585471" y="5850580"/>
                <a:ext cx="39600" cy="184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22281DA-B24A-CE8A-3563-3201EFE15DE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67471" y="5832580"/>
                  <a:ext cx="75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1898035-7B0D-6A00-F70C-2D3594E7F419}"/>
                    </a:ext>
                  </a:extLst>
                </p14:cNvPr>
                <p14:cNvContentPartPr/>
                <p14:nvPr/>
              </p14:nvContentPartPr>
              <p14:xfrm>
                <a:off x="2663951" y="5784340"/>
                <a:ext cx="69120" cy="173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1898035-7B0D-6A00-F70C-2D3594E7F41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45951" y="5766302"/>
                  <a:ext cx="104760" cy="208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95F20DA-E180-EF52-4EEB-35950C2BC03B}"/>
                    </a:ext>
                  </a:extLst>
                </p14:cNvPr>
                <p14:cNvContentPartPr/>
                <p14:nvPr/>
              </p14:nvContentPartPr>
              <p14:xfrm>
                <a:off x="2719031" y="5753740"/>
                <a:ext cx="91080" cy="106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95F20DA-E180-EF52-4EEB-35950C2BC0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01031" y="5735740"/>
                  <a:ext cx="12672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BA7E76D-FFA0-E0AF-F2C7-E5742693346C}"/>
              </a:ext>
            </a:extLst>
          </p:cNvPr>
          <p:cNvGrpSpPr/>
          <p:nvPr/>
        </p:nvGrpSpPr>
        <p:grpSpPr>
          <a:xfrm>
            <a:off x="4163351" y="4189900"/>
            <a:ext cx="1188000" cy="348480"/>
            <a:chOff x="4163351" y="4189900"/>
            <a:chExt cx="118800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4489199-1BA4-5AB7-EA9D-E1BFAA035BB5}"/>
                    </a:ext>
                  </a:extLst>
                </p14:cNvPr>
                <p14:cNvContentPartPr/>
                <p14:nvPr/>
              </p14:nvContentPartPr>
              <p14:xfrm>
                <a:off x="4163351" y="4203220"/>
                <a:ext cx="52560" cy="334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4489199-1BA4-5AB7-EA9D-E1BFAA035BB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45351" y="4185220"/>
                  <a:ext cx="882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2C79D3-75EF-F848-17AA-39594EADCC5E}"/>
                    </a:ext>
                  </a:extLst>
                </p14:cNvPr>
                <p14:cNvContentPartPr/>
                <p14:nvPr/>
              </p14:nvContentPartPr>
              <p14:xfrm>
                <a:off x="4175591" y="4189900"/>
                <a:ext cx="214920" cy="197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2C79D3-75EF-F848-17AA-39594EADCC5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157591" y="4171900"/>
                  <a:ext cx="250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EBA1FF-C949-7486-45CE-80192BFD1616}"/>
                    </a:ext>
                  </a:extLst>
                </p14:cNvPr>
                <p14:cNvContentPartPr/>
                <p14:nvPr/>
              </p14:nvContentPartPr>
              <p14:xfrm>
                <a:off x="4474391" y="4314820"/>
                <a:ext cx="12960" cy="156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EBA1FF-C949-7486-45CE-80192BFD161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56391" y="4296820"/>
                  <a:ext cx="48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3CA19F5-CBBB-6FE4-5699-36106093BD4D}"/>
                    </a:ext>
                  </a:extLst>
                </p14:cNvPr>
                <p14:cNvContentPartPr/>
                <p14:nvPr/>
              </p14:nvContentPartPr>
              <p14:xfrm>
                <a:off x="4491311" y="4293220"/>
                <a:ext cx="107280" cy="105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3CA19F5-CBBB-6FE4-5699-36106093BD4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73311" y="4275220"/>
                  <a:ext cx="142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88EE6A4-9869-C1A6-6D2B-DBA8ECA66D88}"/>
                    </a:ext>
                  </a:extLst>
                </p14:cNvPr>
                <p14:cNvContentPartPr/>
                <p14:nvPr/>
              </p14:nvContentPartPr>
              <p14:xfrm>
                <a:off x="4533071" y="4377820"/>
                <a:ext cx="52560" cy="40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88EE6A4-9869-C1A6-6D2B-DBA8ECA66D8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15071" y="4359820"/>
                  <a:ext cx="88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B40CAB5-92AF-362B-467C-8056E7A640FE}"/>
                    </a:ext>
                  </a:extLst>
                </p14:cNvPr>
                <p14:cNvContentPartPr/>
                <p14:nvPr/>
              </p14:nvContentPartPr>
              <p14:xfrm>
                <a:off x="4709831" y="4296100"/>
                <a:ext cx="28800" cy="131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B40CAB5-92AF-362B-467C-8056E7A640F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92053" y="4278100"/>
                  <a:ext cx="64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3698E88-6C66-767B-6FDF-DD6B1F4BBDD7}"/>
                    </a:ext>
                  </a:extLst>
                </p14:cNvPr>
                <p14:cNvContentPartPr/>
                <p14:nvPr/>
              </p14:nvContentPartPr>
              <p14:xfrm>
                <a:off x="4751591" y="4270540"/>
                <a:ext cx="120240" cy="195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3698E88-6C66-767B-6FDF-DD6B1F4BBDD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33591" y="4252507"/>
                  <a:ext cx="155880" cy="2308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F17DB9D-5BDF-61BA-B407-9E5865130B32}"/>
                    </a:ext>
                  </a:extLst>
                </p14:cNvPr>
                <p14:cNvContentPartPr/>
                <p14:nvPr/>
              </p14:nvContentPartPr>
              <p14:xfrm>
                <a:off x="4973351" y="4321300"/>
                <a:ext cx="16200" cy="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F17DB9D-5BDF-61BA-B407-9E5865130B3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55351" y="4303300"/>
                  <a:ext cx="51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133C768-3833-D439-7DFC-A7909C8DDBA7}"/>
                    </a:ext>
                  </a:extLst>
                </p14:cNvPr>
                <p14:cNvContentPartPr/>
                <p14:nvPr/>
              </p14:nvContentPartPr>
              <p14:xfrm>
                <a:off x="5017991" y="4359460"/>
                <a:ext cx="73800" cy="3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133C768-3833-D439-7DFC-A7909C8DDBA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99903" y="4341248"/>
                  <a:ext cx="109615" cy="67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FDEAACA-AAD0-F828-9588-11391913AEFC}"/>
                    </a:ext>
                  </a:extLst>
                </p14:cNvPr>
                <p14:cNvContentPartPr/>
                <p14:nvPr/>
              </p14:nvContentPartPr>
              <p14:xfrm>
                <a:off x="5194751" y="4219780"/>
                <a:ext cx="113400" cy="170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FDEAACA-AAD0-F828-9588-11391913AEF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76808" y="4201780"/>
                  <a:ext cx="148927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2201076-CFE4-F819-7631-F0A70AC4A47E}"/>
                    </a:ext>
                  </a:extLst>
                </p14:cNvPr>
                <p14:cNvContentPartPr/>
                <p14:nvPr/>
              </p14:nvContentPartPr>
              <p14:xfrm>
                <a:off x="5339831" y="4520740"/>
                <a:ext cx="11520" cy="17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2201076-CFE4-F819-7631-F0A70AC4A47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22376" y="4502740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A4CB066-4FE4-D0C6-E851-7E8DBD4F82B3}"/>
              </a:ext>
            </a:extLst>
          </p:cNvPr>
          <p:cNvGrpSpPr/>
          <p:nvPr/>
        </p:nvGrpSpPr>
        <p:grpSpPr>
          <a:xfrm>
            <a:off x="7034351" y="4317340"/>
            <a:ext cx="189360" cy="234360"/>
            <a:chOff x="7034351" y="4317340"/>
            <a:chExt cx="18936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6EF3DBE-9342-A78A-E037-BE891D43B228}"/>
                    </a:ext>
                  </a:extLst>
                </p14:cNvPr>
                <p14:cNvContentPartPr/>
                <p14:nvPr/>
              </p14:nvContentPartPr>
              <p14:xfrm>
                <a:off x="7048751" y="4333900"/>
                <a:ext cx="16560" cy="217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6EF3DBE-9342-A78A-E037-BE891D43B22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30751" y="4315930"/>
                  <a:ext cx="52200" cy="253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EC7EEDF-9127-D33F-5512-05090C969136}"/>
                    </a:ext>
                  </a:extLst>
                </p14:cNvPr>
                <p14:cNvContentPartPr/>
                <p14:nvPr/>
              </p14:nvContentPartPr>
              <p14:xfrm>
                <a:off x="7034351" y="4317340"/>
                <a:ext cx="189360" cy="210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EC7EEDF-9127-D33F-5512-05090C96913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16351" y="4299371"/>
                  <a:ext cx="225000" cy="245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2AE2D42-6671-A77F-B876-B404CC502436}"/>
                    </a:ext>
                  </a:extLst>
                </p14:cNvPr>
                <p14:cNvContentPartPr/>
                <p14:nvPr/>
              </p14:nvContentPartPr>
              <p14:xfrm>
                <a:off x="7053791" y="4449820"/>
                <a:ext cx="74160" cy="16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2AE2D42-6671-A77F-B876-B404CC50243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35791" y="4431820"/>
                  <a:ext cx="1098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DB69E70-D379-12EF-5B48-5F610D0A9735}"/>
              </a:ext>
            </a:extLst>
          </p:cNvPr>
          <p:cNvGrpSpPr/>
          <p:nvPr/>
        </p:nvGrpSpPr>
        <p:grpSpPr>
          <a:xfrm>
            <a:off x="4782191" y="4879660"/>
            <a:ext cx="2760840" cy="1478520"/>
            <a:chOff x="4782191" y="4879660"/>
            <a:chExt cx="2760840" cy="147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7B1A723-B27A-A89E-71F1-AC9D80239005}"/>
                    </a:ext>
                  </a:extLst>
                </p14:cNvPr>
                <p14:cNvContentPartPr/>
                <p14:nvPr/>
              </p14:nvContentPartPr>
              <p14:xfrm>
                <a:off x="5898551" y="4983340"/>
                <a:ext cx="30240" cy="419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7B1A723-B27A-A89E-71F1-AC9D8023900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880551" y="4965340"/>
                  <a:ext cx="658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F2C93D1-420F-26A1-3704-FA724F5FBEE6}"/>
                    </a:ext>
                  </a:extLst>
                </p14:cNvPr>
                <p14:cNvContentPartPr/>
                <p14:nvPr/>
              </p14:nvContentPartPr>
              <p14:xfrm>
                <a:off x="5910791" y="5412100"/>
                <a:ext cx="132480" cy="293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F2C93D1-420F-26A1-3704-FA724F5FBEE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92791" y="5394100"/>
                  <a:ext cx="1681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D2C07BD-7225-7408-439B-8567151854CE}"/>
                    </a:ext>
                  </a:extLst>
                </p14:cNvPr>
                <p14:cNvContentPartPr/>
                <p14:nvPr/>
              </p14:nvContentPartPr>
              <p14:xfrm>
                <a:off x="6009791" y="5733940"/>
                <a:ext cx="36360" cy="441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D2C07BD-7225-7408-439B-8567151854C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91791" y="5715925"/>
                  <a:ext cx="72000" cy="4766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6CE399B-2DFF-34C6-FF9A-264E344876F6}"/>
                    </a:ext>
                  </a:extLst>
                </p14:cNvPr>
                <p14:cNvContentPartPr/>
                <p14:nvPr/>
              </p14:nvContentPartPr>
              <p14:xfrm>
                <a:off x="6205631" y="5485180"/>
                <a:ext cx="141840" cy="171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6CE399B-2DFF-34C6-FF9A-264E344876F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87631" y="5467180"/>
                  <a:ext cx="177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EF75C28-9D0D-B1BE-6D08-BBE4A29C9968}"/>
                    </a:ext>
                  </a:extLst>
                </p14:cNvPr>
                <p14:cNvContentPartPr/>
                <p14:nvPr/>
              </p14:nvContentPartPr>
              <p14:xfrm>
                <a:off x="6348551" y="5551780"/>
                <a:ext cx="15120" cy="214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EF75C28-9D0D-B1BE-6D08-BBE4A29C99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30551" y="5533780"/>
                  <a:ext cx="50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7815C3-F5CE-8EA1-EDCE-775AECDB751A}"/>
                    </a:ext>
                  </a:extLst>
                </p14:cNvPr>
                <p14:cNvContentPartPr/>
                <p14:nvPr/>
              </p14:nvContentPartPr>
              <p14:xfrm>
                <a:off x="6483551" y="5507140"/>
                <a:ext cx="36720" cy="227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7815C3-F5CE-8EA1-EDCE-775AECDB751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65551" y="5489140"/>
                  <a:ext cx="723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3763C89-2C72-C57A-1742-8B23F571CE65}"/>
                    </a:ext>
                  </a:extLst>
                </p14:cNvPr>
                <p14:cNvContentPartPr/>
                <p14:nvPr/>
              </p14:nvContentPartPr>
              <p14:xfrm>
                <a:off x="6522071" y="5588860"/>
                <a:ext cx="100080" cy="53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3763C89-2C72-C57A-1742-8B23F571CE6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504136" y="5570860"/>
                  <a:ext cx="135592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348E7EC-25E9-FF31-D177-874F3563414C}"/>
                    </a:ext>
                  </a:extLst>
                </p14:cNvPr>
                <p14:cNvContentPartPr/>
                <p14:nvPr/>
              </p14:nvContentPartPr>
              <p14:xfrm>
                <a:off x="5889911" y="4879660"/>
                <a:ext cx="1281600" cy="115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348E7EC-25E9-FF31-D177-874F3563414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71911" y="4861660"/>
                  <a:ext cx="1317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60DBA34-CFE4-D67E-725B-8094EFDB67E8}"/>
                    </a:ext>
                  </a:extLst>
                </p14:cNvPr>
                <p14:cNvContentPartPr/>
                <p14:nvPr/>
              </p14:nvContentPartPr>
              <p14:xfrm>
                <a:off x="5933471" y="6156580"/>
                <a:ext cx="1208520" cy="75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60DBA34-CFE4-D67E-725B-8094EFDB67E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15471" y="6138580"/>
                  <a:ext cx="1244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029703A-39CC-D7B4-1924-685E42A1C66A}"/>
                    </a:ext>
                  </a:extLst>
                </p14:cNvPr>
                <p14:cNvContentPartPr/>
                <p14:nvPr/>
              </p14:nvContentPartPr>
              <p14:xfrm>
                <a:off x="7095191" y="6098260"/>
                <a:ext cx="111600" cy="128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029703A-39CC-D7B4-1924-685E42A1C66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077191" y="6080260"/>
                  <a:ext cx="147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0FF2D3F-E7A7-0C25-1909-0230FF36EE6D}"/>
                    </a:ext>
                  </a:extLst>
                </p14:cNvPr>
                <p14:cNvContentPartPr/>
                <p14:nvPr/>
              </p14:nvContentPartPr>
              <p14:xfrm>
                <a:off x="7137671" y="6154420"/>
                <a:ext cx="40680" cy="37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0FF2D3F-E7A7-0C25-1909-0230FF36EE6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19671" y="6136420"/>
                  <a:ext cx="76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A08A950-837C-BF61-0EF2-EB149E6152D8}"/>
                    </a:ext>
                  </a:extLst>
                </p14:cNvPr>
                <p14:cNvContentPartPr/>
                <p14:nvPr/>
              </p14:nvContentPartPr>
              <p14:xfrm>
                <a:off x="7169351" y="6159820"/>
                <a:ext cx="4680" cy="37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A08A950-837C-BF61-0EF2-EB149E6152D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52637" y="6141820"/>
                  <a:ext cx="37774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832A3DF-BC53-C721-C8D0-25389FE30BCB}"/>
                    </a:ext>
                  </a:extLst>
                </p14:cNvPr>
                <p14:cNvContentPartPr/>
                <p14:nvPr/>
              </p14:nvContentPartPr>
              <p14:xfrm>
                <a:off x="7366991" y="6126340"/>
                <a:ext cx="45000" cy="216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832A3DF-BC53-C721-C8D0-25389FE30BC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48991" y="6108340"/>
                  <a:ext cx="806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4B0CBA0-B299-0699-C9DF-AA4807CF8941}"/>
                    </a:ext>
                  </a:extLst>
                </p14:cNvPr>
                <p14:cNvContentPartPr/>
                <p14:nvPr/>
              </p14:nvContentPartPr>
              <p14:xfrm>
                <a:off x="7369511" y="6097180"/>
                <a:ext cx="173520" cy="261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4B0CBA0-B299-0699-C9DF-AA4807CF894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51511" y="6079180"/>
                  <a:ext cx="209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E702F4F-DE44-70A2-18C2-9845CF0E084B}"/>
                    </a:ext>
                  </a:extLst>
                </p14:cNvPr>
                <p14:cNvContentPartPr/>
                <p14:nvPr/>
              </p14:nvContentPartPr>
              <p14:xfrm>
                <a:off x="5221751" y="4968940"/>
                <a:ext cx="721440" cy="84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E702F4F-DE44-70A2-18C2-9845CF0E084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203751" y="4950940"/>
                  <a:ext cx="757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661D26B-65EE-FF49-8444-29DC3859FDD4}"/>
                    </a:ext>
                  </a:extLst>
                </p14:cNvPr>
                <p14:cNvContentPartPr/>
                <p14:nvPr/>
              </p14:nvContentPartPr>
              <p14:xfrm>
                <a:off x="5259551" y="5063980"/>
                <a:ext cx="75600" cy="375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661D26B-65EE-FF49-8444-29DC3859FDD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241465" y="5045980"/>
                  <a:ext cx="111411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4F31D10-07F8-8FF9-A88C-1DB77D353827}"/>
                    </a:ext>
                  </a:extLst>
                </p14:cNvPr>
                <p14:cNvContentPartPr/>
                <p14:nvPr/>
              </p14:nvContentPartPr>
              <p14:xfrm>
                <a:off x="5281871" y="5422900"/>
                <a:ext cx="111600" cy="294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4F31D10-07F8-8FF9-A88C-1DB77D35382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263871" y="5404900"/>
                  <a:ext cx="147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CB642E5-7DA7-3985-39A5-85E4FFB40D0E}"/>
                    </a:ext>
                  </a:extLst>
                </p14:cNvPr>
                <p14:cNvContentPartPr/>
                <p14:nvPr/>
              </p14:nvContentPartPr>
              <p14:xfrm>
                <a:off x="5365031" y="5723140"/>
                <a:ext cx="114120" cy="583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CB642E5-7DA7-3985-39A5-85E4FFB40D0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347031" y="5705151"/>
                  <a:ext cx="149760" cy="6195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2DAD5CD-7180-B9B5-F7D4-C54D749D294A}"/>
                    </a:ext>
                  </a:extLst>
                </p14:cNvPr>
                <p14:cNvContentPartPr/>
                <p14:nvPr/>
              </p14:nvContentPartPr>
              <p14:xfrm>
                <a:off x="5432711" y="6230020"/>
                <a:ext cx="610560" cy="44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2DAD5CD-7180-B9B5-F7D4-C54D749D294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414700" y="6212020"/>
                  <a:ext cx="646221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D55C8D3-26C0-E5E3-545C-DF15E85D7719}"/>
                    </a:ext>
                  </a:extLst>
                </p14:cNvPr>
                <p14:cNvContentPartPr/>
                <p14:nvPr/>
              </p14:nvContentPartPr>
              <p14:xfrm>
                <a:off x="4782191" y="5546380"/>
                <a:ext cx="75960" cy="207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D55C8D3-26C0-E5E3-545C-DF15E85D771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64191" y="5528380"/>
                  <a:ext cx="111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C3767FF-65FC-75FF-F72F-6E4170533FE3}"/>
                    </a:ext>
                  </a:extLst>
                </p14:cNvPr>
                <p14:cNvContentPartPr/>
                <p14:nvPr/>
              </p14:nvContentPartPr>
              <p14:xfrm>
                <a:off x="4900271" y="5522980"/>
                <a:ext cx="95040" cy="198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C3767FF-65FC-75FF-F72F-6E4170533FE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82339" y="5504980"/>
                  <a:ext cx="130546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2F097F9-4C4F-606A-F3CF-5D9B18CDBF02}"/>
                    </a:ext>
                  </a:extLst>
                </p14:cNvPr>
                <p14:cNvContentPartPr/>
                <p14:nvPr/>
              </p14:nvContentPartPr>
              <p14:xfrm>
                <a:off x="4975511" y="5517220"/>
                <a:ext cx="128520" cy="108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2F097F9-4C4F-606A-F3CF-5D9B18CDBF0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957511" y="5499280"/>
                  <a:ext cx="164160" cy="1438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C307796-5A1F-94D3-5297-1BAB468EB55E}"/>
              </a:ext>
            </a:extLst>
          </p:cNvPr>
          <p:cNvGrpSpPr/>
          <p:nvPr/>
        </p:nvGrpSpPr>
        <p:grpSpPr>
          <a:xfrm>
            <a:off x="7911671" y="4133740"/>
            <a:ext cx="940680" cy="385920"/>
            <a:chOff x="7911671" y="4133740"/>
            <a:chExt cx="94068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48BA01C-2685-6C8C-9DBC-AEE3F9B46AEE}"/>
                    </a:ext>
                  </a:extLst>
                </p14:cNvPr>
                <p14:cNvContentPartPr/>
                <p14:nvPr/>
              </p14:nvContentPartPr>
              <p14:xfrm>
                <a:off x="7911671" y="4144180"/>
                <a:ext cx="29520" cy="3002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48BA01C-2685-6C8C-9DBC-AEE3F9B46AE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893671" y="4126180"/>
                  <a:ext cx="651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F34AE4A-959A-F8F1-6AA6-319001585C42}"/>
                    </a:ext>
                  </a:extLst>
                </p14:cNvPr>
                <p14:cNvContentPartPr/>
                <p14:nvPr/>
              </p14:nvContentPartPr>
              <p14:xfrm>
                <a:off x="7912031" y="4133740"/>
                <a:ext cx="148680" cy="174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F34AE4A-959A-F8F1-6AA6-319001585C4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93987" y="4115740"/>
                  <a:ext cx="184407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2D3287D-4B79-6EE6-926D-C334E0AFAAD1}"/>
                    </a:ext>
                  </a:extLst>
                </p14:cNvPr>
                <p14:cNvContentPartPr/>
                <p14:nvPr/>
              </p14:nvContentPartPr>
              <p14:xfrm>
                <a:off x="8183471" y="4280980"/>
                <a:ext cx="33120" cy="187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2D3287D-4B79-6EE6-926D-C334E0AFAAD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165471" y="4262980"/>
                  <a:ext cx="68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61C0E9B-054C-1FBB-2393-626DD2515ED6}"/>
                    </a:ext>
                  </a:extLst>
                </p14:cNvPr>
                <p14:cNvContentPartPr/>
                <p14:nvPr/>
              </p14:nvContentPartPr>
              <p14:xfrm>
                <a:off x="8220551" y="4291060"/>
                <a:ext cx="110160" cy="128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61C0E9B-054C-1FBB-2393-626DD2515ED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202551" y="4273010"/>
                  <a:ext cx="145800" cy="164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E86FB9-5DE7-62F1-73AE-73ED04D3A4CF}"/>
                    </a:ext>
                  </a:extLst>
                </p14:cNvPr>
                <p14:cNvContentPartPr/>
                <p14:nvPr/>
              </p14:nvContentPartPr>
              <p14:xfrm>
                <a:off x="8233871" y="4349020"/>
                <a:ext cx="104400" cy="55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E86FB9-5DE7-62F1-73AE-73ED04D3A4C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215871" y="4331020"/>
                  <a:ext cx="140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B65609C-72FC-455A-1093-38319AE6E68C}"/>
                    </a:ext>
                  </a:extLst>
                </p14:cNvPr>
                <p14:cNvContentPartPr/>
                <p14:nvPr/>
              </p14:nvContentPartPr>
              <p14:xfrm>
                <a:off x="8425031" y="4304740"/>
                <a:ext cx="21240" cy="142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B65609C-72FC-455A-1093-38319AE6E68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407031" y="4286740"/>
                  <a:ext cx="56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AD4ADCF-FF8A-82D9-8C17-1A6A38811FA4}"/>
                    </a:ext>
                  </a:extLst>
                </p14:cNvPr>
                <p14:cNvContentPartPr/>
                <p14:nvPr/>
              </p14:nvContentPartPr>
              <p14:xfrm>
                <a:off x="8440511" y="4295740"/>
                <a:ext cx="156240" cy="223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AD4ADCF-FF8A-82D9-8C17-1A6A38811FA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422511" y="4277769"/>
                  <a:ext cx="191880" cy="259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A6EC2D8-DFC2-5FDE-58CB-5BA02B6D4D32}"/>
                    </a:ext>
                  </a:extLst>
                </p14:cNvPr>
                <p14:cNvContentPartPr/>
                <p14:nvPr/>
              </p14:nvContentPartPr>
              <p14:xfrm>
                <a:off x="8788991" y="4312300"/>
                <a:ext cx="52560" cy="12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A6EC2D8-DFC2-5FDE-58CB-5BA02B6D4D3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770991" y="4294300"/>
                  <a:ext cx="88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76FD03E-CD42-AEFF-C848-C77A6A301745}"/>
                    </a:ext>
                  </a:extLst>
                </p14:cNvPr>
                <p14:cNvContentPartPr/>
                <p14:nvPr/>
              </p14:nvContentPartPr>
              <p14:xfrm>
                <a:off x="8798711" y="4375660"/>
                <a:ext cx="53640" cy="14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76FD03E-CD42-AEFF-C848-C77A6A30174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780711" y="4357660"/>
                  <a:ext cx="8928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89F6004-DFDB-8F49-3D25-8B8E27971568}"/>
              </a:ext>
            </a:extLst>
          </p:cNvPr>
          <p:cNvGrpSpPr/>
          <p:nvPr/>
        </p:nvGrpSpPr>
        <p:grpSpPr>
          <a:xfrm>
            <a:off x="9108671" y="4154620"/>
            <a:ext cx="273600" cy="293760"/>
            <a:chOff x="9108671" y="4154620"/>
            <a:chExt cx="27360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A450E7E-7052-AFB2-17E2-B651B73B315E}"/>
                    </a:ext>
                  </a:extLst>
                </p14:cNvPr>
                <p14:cNvContentPartPr/>
                <p14:nvPr/>
              </p14:nvContentPartPr>
              <p14:xfrm>
                <a:off x="9108671" y="4154620"/>
                <a:ext cx="55440" cy="242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A450E7E-7052-AFB2-17E2-B651B73B315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090671" y="4136620"/>
                  <a:ext cx="91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2FEF361-2899-1CBB-4EC0-87AFDF468197}"/>
                    </a:ext>
                  </a:extLst>
                </p14:cNvPr>
                <p14:cNvContentPartPr/>
                <p14:nvPr/>
              </p14:nvContentPartPr>
              <p14:xfrm>
                <a:off x="9232511" y="4174060"/>
                <a:ext cx="74520" cy="274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2FEF361-2899-1CBB-4EC0-87AFDF46819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14598" y="4156084"/>
                  <a:ext cx="109989" cy="309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0AEB2E1-C81F-6682-1609-54770D83BC6B}"/>
                    </a:ext>
                  </a:extLst>
                </p14:cNvPr>
                <p14:cNvContentPartPr/>
                <p14:nvPr/>
              </p14:nvContentPartPr>
              <p14:xfrm>
                <a:off x="9285071" y="4208260"/>
                <a:ext cx="97200" cy="121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0AEB2E1-C81F-6682-1609-54770D83BC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267137" y="4190260"/>
                  <a:ext cx="132708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3EB00C9-1CD1-A1DB-F217-609CBC1DA64C}"/>
              </a:ext>
            </a:extLst>
          </p:cNvPr>
          <p:cNvGrpSpPr/>
          <p:nvPr/>
        </p:nvGrpSpPr>
        <p:grpSpPr>
          <a:xfrm>
            <a:off x="9600431" y="4152820"/>
            <a:ext cx="182880" cy="306360"/>
            <a:chOff x="9600431" y="4152820"/>
            <a:chExt cx="18288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6F2D96A-4D1C-5310-83C4-04CE1D049076}"/>
                    </a:ext>
                  </a:extLst>
                </p14:cNvPr>
                <p14:cNvContentPartPr/>
                <p14:nvPr/>
              </p14:nvContentPartPr>
              <p14:xfrm>
                <a:off x="9600431" y="4178740"/>
                <a:ext cx="47160" cy="223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6F2D96A-4D1C-5310-83C4-04CE1D04907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82431" y="4160740"/>
                  <a:ext cx="82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D6969AA-C355-6464-70E6-DB07BBF8AF12}"/>
                    </a:ext>
                  </a:extLst>
                </p14:cNvPr>
                <p14:cNvContentPartPr/>
                <p14:nvPr/>
              </p14:nvContentPartPr>
              <p14:xfrm>
                <a:off x="9768191" y="4152820"/>
                <a:ext cx="15120" cy="306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D6969AA-C355-6464-70E6-DB07BBF8AF1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50191" y="4134820"/>
                  <a:ext cx="5076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9BAFAD0-BB3E-CF19-A926-B2F31D4DCAC4}"/>
              </a:ext>
            </a:extLst>
          </p:cNvPr>
          <p:cNvGrpSpPr/>
          <p:nvPr/>
        </p:nvGrpSpPr>
        <p:grpSpPr>
          <a:xfrm>
            <a:off x="10039271" y="4175500"/>
            <a:ext cx="131400" cy="222120"/>
            <a:chOff x="10039271" y="4175500"/>
            <a:chExt cx="13140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C72F4AD-83E7-DF11-C356-22D2D50FDD21}"/>
                    </a:ext>
                  </a:extLst>
                </p14:cNvPr>
                <p14:cNvContentPartPr/>
                <p14:nvPr/>
              </p14:nvContentPartPr>
              <p14:xfrm>
                <a:off x="10039271" y="4175500"/>
                <a:ext cx="131400" cy="181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C72F4AD-83E7-DF11-C356-22D2D50FDD2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21271" y="4157500"/>
                  <a:ext cx="167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231878F-0AE9-D04E-8AB0-825D521A4A9B}"/>
                    </a:ext>
                  </a:extLst>
                </p14:cNvPr>
                <p14:cNvContentPartPr/>
                <p14:nvPr/>
              </p14:nvContentPartPr>
              <p14:xfrm>
                <a:off x="10147271" y="4238500"/>
                <a:ext cx="23040" cy="159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231878F-0AE9-D04E-8AB0-825D521A4A9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129548" y="4220541"/>
                  <a:ext cx="58132" cy="1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6AB466BB-CB33-BB1D-BE5A-4A75D557721F}"/>
              </a:ext>
            </a:extLst>
          </p:cNvPr>
          <p:cNvGrpSpPr/>
          <p:nvPr/>
        </p:nvGrpSpPr>
        <p:grpSpPr>
          <a:xfrm>
            <a:off x="10341671" y="4209700"/>
            <a:ext cx="205920" cy="249120"/>
            <a:chOff x="10341671" y="4209700"/>
            <a:chExt cx="2059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57E9B6A-A680-A968-07C9-BD5E7025B187}"/>
                    </a:ext>
                  </a:extLst>
                </p14:cNvPr>
                <p14:cNvContentPartPr/>
                <p14:nvPr/>
              </p14:nvContentPartPr>
              <p14:xfrm>
                <a:off x="10341671" y="4212580"/>
                <a:ext cx="74160" cy="246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57E9B6A-A680-A968-07C9-BD5E7025B18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323671" y="4194580"/>
                  <a:ext cx="109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536DAF1-0768-3120-DFE8-C50FA529A9ED}"/>
                    </a:ext>
                  </a:extLst>
                </p14:cNvPr>
                <p14:cNvContentPartPr/>
                <p14:nvPr/>
              </p14:nvContentPartPr>
              <p14:xfrm>
                <a:off x="10415471" y="4209700"/>
                <a:ext cx="132120" cy="157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536DAF1-0768-3120-DFE8-C50FA529A9E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397520" y="4191659"/>
                  <a:ext cx="167663" cy="1934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B716F3B-7825-ABCE-279B-2C0770B8D5C0}"/>
              </a:ext>
            </a:extLst>
          </p:cNvPr>
          <p:cNvGrpSpPr/>
          <p:nvPr/>
        </p:nvGrpSpPr>
        <p:grpSpPr>
          <a:xfrm>
            <a:off x="8871791" y="5081260"/>
            <a:ext cx="137160" cy="75240"/>
            <a:chOff x="8871791" y="5081260"/>
            <a:chExt cx="13716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9100AF7-F510-16EE-AF4E-18CE4F119742}"/>
                    </a:ext>
                  </a:extLst>
                </p14:cNvPr>
                <p14:cNvContentPartPr/>
                <p14:nvPr/>
              </p14:nvContentPartPr>
              <p14:xfrm>
                <a:off x="8871791" y="5087740"/>
                <a:ext cx="3240" cy="3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9100AF7-F510-16EE-AF4E-18CE4F11974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853791" y="5069740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746AF4F-6AF3-DD3D-9F47-729AA64F1311}"/>
                    </a:ext>
                  </a:extLst>
                </p14:cNvPr>
                <p14:cNvContentPartPr/>
                <p14:nvPr/>
              </p14:nvContentPartPr>
              <p14:xfrm>
                <a:off x="8875751" y="5081260"/>
                <a:ext cx="87120" cy="21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746AF4F-6AF3-DD3D-9F47-729AA64F131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857676" y="5063260"/>
                  <a:ext cx="122908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F018119-80CE-7C50-B16A-8993310D4C23}"/>
                    </a:ext>
                  </a:extLst>
                </p14:cNvPr>
                <p14:cNvContentPartPr/>
                <p14:nvPr/>
              </p14:nvContentPartPr>
              <p14:xfrm>
                <a:off x="8905271" y="5124460"/>
                <a:ext cx="103680" cy="32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F018119-80CE-7C50-B16A-8993310D4C2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887271" y="5106460"/>
                  <a:ext cx="13932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5BFAE40-4DA0-7FBD-704B-0D0D8E682B86}"/>
                  </a:ext>
                </a:extLst>
              </p14:cNvPr>
              <p14:cNvContentPartPr/>
              <p14:nvPr/>
            </p14:nvContentPartPr>
            <p14:xfrm>
              <a:off x="8034431" y="5159740"/>
              <a:ext cx="412920" cy="468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5BFAE40-4DA0-7FBD-704B-0D0D8E682B86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016431" y="5141740"/>
                <a:ext cx="448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3B1301B-E29F-1967-441A-827469EB22D4}"/>
                  </a:ext>
                </a:extLst>
              </p14:cNvPr>
              <p14:cNvContentPartPr/>
              <p14:nvPr/>
            </p14:nvContentPartPr>
            <p14:xfrm>
              <a:off x="8315231" y="4744300"/>
              <a:ext cx="12600" cy="289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3B1301B-E29F-1967-441A-827469EB22D4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8297231" y="4726300"/>
                <a:ext cx="4824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4BC5471D-D318-5ADA-AB26-D8A5C8EFA105}"/>
              </a:ext>
            </a:extLst>
          </p:cNvPr>
          <p:cNvGrpSpPr/>
          <p:nvPr/>
        </p:nvGrpSpPr>
        <p:grpSpPr>
          <a:xfrm>
            <a:off x="8218751" y="5381500"/>
            <a:ext cx="564120" cy="254880"/>
            <a:chOff x="8218751" y="5381500"/>
            <a:chExt cx="56412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76D3413-06A5-41C5-307F-1E0331C5EB78}"/>
                    </a:ext>
                  </a:extLst>
                </p14:cNvPr>
                <p14:cNvContentPartPr/>
                <p14:nvPr/>
              </p14:nvContentPartPr>
              <p14:xfrm>
                <a:off x="8220551" y="5412820"/>
                <a:ext cx="44640" cy="223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76D3413-06A5-41C5-307F-1E0331C5EB7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02405" y="5394849"/>
                  <a:ext cx="80570" cy="2591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6F97D42-4D29-B47A-B371-D115C17A9DC3}"/>
                    </a:ext>
                  </a:extLst>
                </p14:cNvPr>
                <p14:cNvContentPartPr/>
                <p14:nvPr/>
              </p14:nvContentPartPr>
              <p14:xfrm>
                <a:off x="8218751" y="5381500"/>
                <a:ext cx="132120" cy="149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6F97D42-4D29-B47A-B371-D115C17A9DC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200751" y="5363457"/>
                  <a:ext cx="16776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693FE12-3CAF-580A-3542-E69CA7AAC6F3}"/>
                    </a:ext>
                  </a:extLst>
                </p14:cNvPr>
                <p14:cNvContentPartPr/>
                <p14:nvPr/>
              </p14:nvContentPartPr>
              <p14:xfrm>
                <a:off x="8449151" y="5475820"/>
                <a:ext cx="24120" cy="130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693FE12-3CAF-580A-3542-E69CA7AAC6F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30878" y="5457820"/>
                  <a:ext cx="603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9F2952F-8E1A-514C-F454-A03DDE88B10A}"/>
                    </a:ext>
                  </a:extLst>
                </p14:cNvPr>
                <p14:cNvContentPartPr/>
                <p14:nvPr/>
              </p14:nvContentPartPr>
              <p14:xfrm>
                <a:off x="8477231" y="5445580"/>
                <a:ext cx="90720" cy="164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9F2952F-8E1A-514C-F454-A03DDE88B10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59231" y="5427541"/>
                  <a:ext cx="126360" cy="2005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16CD2B8-A5FE-4DEC-093F-C061CE303E3F}"/>
                    </a:ext>
                  </a:extLst>
                </p14:cNvPr>
                <p14:cNvContentPartPr/>
                <p14:nvPr/>
              </p14:nvContentPartPr>
              <p14:xfrm>
                <a:off x="8458511" y="5500300"/>
                <a:ext cx="91800" cy="43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16CD2B8-A5FE-4DEC-093F-C061CE303E3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440511" y="5482300"/>
                  <a:ext cx="127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C646DC9-1EE7-B55C-8E54-B93D329995CD}"/>
                    </a:ext>
                  </a:extLst>
                </p14:cNvPr>
                <p14:cNvContentPartPr/>
                <p14:nvPr/>
              </p14:nvContentPartPr>
              <p14:xfrm>
                <a:off x="8664431" y="5425060"/>
                <a:ext cx="8640" cy="142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C646DC9-1EE7-B55C-8E54-B93D329995C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45648" y="5407060"/>
                  <a:ext cx="4583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9C373DF-7176-F4BB-2377-5A5AE0CEEAFB}"/>
                    </a:ext>
                  </a:extLst>
                </p14:cNvPr>
                <p14:cNvContentPartPr/>
                <p14:nvPr/>
              </p14:nvContentPartPr>
              <p14:xfrm>
                <a:off x="8671271" y="5411380"/>
                <a:ext cx="111600" cy="136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9C373DF-7176-F4BB-2377-5A5AE0CEEAF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653271" y="5393380"/>
                  <a:ext cx="14724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06469B21-0DBD-5C40-A472-4416EBD91434}"/>
                  </a:ext>
                </a:extLst>
              </p14:cNvPr>
              <p14:cNvContentPartPr/>
              <p14:nvPr/>
            </p14:nvContentPartPr>
            <p14:xfrm>
              <a:off x="9475511" y="4718740"/>
              <a:ext cx="58320" cy="1922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06469B21-0DBD-5C40-A472-4416EBD91434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457621" y="4700740"/>
                <a:ext cx="93741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77CF2215-E129-B700-1E17-152EF6459A9D}"/>
                  </a:ext>
                </a:extLst>
              </p14:cNvPr>
              <p14:cNvContentPartPr/>
              <p14:nvPr/>
            </p14:nvContentPartPr>
            <p14:xfrm>
              <a:off x="9515831" y="5285380"/>
              <a:ext cx="51840" cy="3124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77CF2215-E129-B700-1E17-152EF6459A9D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9497831" y="5267380"/>
                <a:ext cx="8748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DAC665E-E9D3-0377-A843-C8E7E1797B76}"/>
              </a:ext>
            </a:extLst>
          </p:cNvPr>
          <p:cNvGrpSpPr/>
          <p:nvPr/>
        </p:nvGrpSpPr>
        <p:grpSpPr>
          <a:xfrm>
            <a:off x="9739031" y="5296180"/>
            <a:ext cx="98280" cy="199080"/>
            <a:chOff x="9739031" y="5296180"/>
            <a:chExt cx="982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580FF80-A18D-C04A-FDCB-31A172E59D0F}"/>
                    </a:ext>
                  </a:extLst>
                </p14:cNvPr>
                <p14:cNvContentPartPr/>
                <p14:nvPr/>
              </p14:nvContentPartPr>
              <p14:xfrm>
                <a:off x="9739031" y="5296180"/>
                <a:ext cx="29520" cy="199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580FF80-A18D-C04A-FDCB-31A172E59D0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720809" y="5278180"/>
                  <a:ext cx="65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CEBDD12-23FE-6512-60AC-992D36771B28}"/>
                    </a:ext>
                  </a:extLst>
                </p14:cNvPr>
                <p14:cNvContentPartPr/>
                <p14:nvPr/>
              </p14:nvContentPartPr>
              <p14:xfrm>
                <a:off x="9740831" y="5323180"/>
                <a:ext cx="96480" cy="136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CEBDD12-23FE-6512-60AC-992D36771B2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722831" y="5305180"/>
                  <a:ext cx="1321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CB5E849-37E2-4A30-E187-CAAF73B531A8}"/>
              </a:ext>
            </a:extLst>
          </p:cNvPr>
          <p:cNvGrpSpPr/>
          <p:nvPr/>
        </p:nvGrpSpPr>
        <p:grpSpPr>
          <a:xfrm>
            <a:off x="9312071" y="5041660"/>
            <a:ext cx="473040" cy="22680"/>
            <a:chOff x="9312071" y="5041660"/>
            <a:chExt cx="473040" cy="2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F99CBE9-7F8D-D3D4-8774-DEA8665EFF1E}"/>
                    </a:ext>
                  </a:extLst>
                </p14:cNvPr>
                <p14:cNvContentPartPr/>
                <p14:nvPr/>
              </p14:nvContentPartPr>
              <p14:xfrm>
                <a:off x="9312071" y="5049580"/>
                <a:ext cx="298080" cy="14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F99CBE9-7F8D-D3D4-8774-DEA8665EFF1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294071" y="5031580"/>
                  <a:ext cx="333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2665ECD-0826-6E75-9EF5-01E19941A435}"/>
                    </a:ext>
                  </a:extLst>
                </p14:cNvPr>
                <p14:cNvContentPartPr/>
                <p14:nvPr/>
              </p14:nvContentPartPr>
              <p14:xfrm>
                <a:off x="9599351" y="5041660"/>
                <a:ext cx="185760" cy="10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2665ECD-0826-6E75-9EF5-01E19941A43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581351" y="5023660"/>
                  <a:ext cx="2214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924791B-FF8A-A967-C1A2-B5B9DAAF1D32}"/>
              </a:ext>
            </a:extLst>
          </p:cNvPr>
          <p:cNvGrpSpPr/>
          <p:nvPr/>
        </p:nvGrpSpPr>
        <p:grpSpPr>
          <a:xfrm>
            <a:off x="9982391" y="4679140"/>
            <a:ext cx="765360" cy="472680"/>
            <a:chOff x="9982391" y="4679140"/>
            <a:chExt cx="76536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F6232D8-BA49-9D9C-C776-DD201E472E6F}"/>
                    </a:ext>
                  </a:extLst>
                </p14:cNvPr>
                <p14:cNvContentPartPr/>
                <p14:nvPr/>
              </p14:nvContentPartPr>
              <p14:xfrm>
                <a:off x="9982391" y="5005300"/>
                <a:ext cx="227880" cy="37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F6232D8-BA49-9D9C-C776-DD201E472E6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964391" y="4987300"/>
                  <a:ext cx="263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24BBE7C-2675-113E-86BD-FA9B12342C67}"/>
                    </a:ext>
                  </a:extLst>
                </p14:cNvPr>
                <p14:cNvContentPartPr/>
                <p14:nvPr/>
              </p14:nvContentPartPr>
              <p14:xfrm>
                <a:off x="10111991" y="4902700"/>
                <a:ext cx="54000" cy="249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24BBE7C-2675-113E-86BD-FA9B12342C6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093870" y="4884726"/>
                  <a:ext cx="89879" cy="284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CA29FAD-962D-7A91-9406-34CFDD9558F4}"/>
                    </a:ext>
                  </a:extLst>
                </p14:cNvPr>
                <p14:cNvContentPartPr/>
                <p14:nvPr/>
              </p14:nvContentPartPr>
              <p14:xfrm>
                <a:off x="10530671" y="4679140"/>
                <a:ext cx="28080" cy="2617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CA29FAD-962D-7A91-9406-34CFDD9558F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512671" y="4661140"/>
                  <a:ext cx="63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30932D1-A8CC-4991-BE4B-C97CF2E29D52}"/>
                    </a:ext>
                  </a:extLst>
                </p14:cNvPr>
                <p14:cNvContentPartPr/>
                <p14:nvPr/>
              </p14:nvContentPartPr>
              <p14:xfrm>
                <a:off x="10313591" y="5006740"/>
                <a:ext cx="434160" cy="47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30932D1-A8CC-4991-BE4B-C97CF2E29D5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95591" y="4988740"/>
                  <a:ext cx="4698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D6554F5-106E-BCB7-B32C-D3358DD643AB}"/>
              </a:ext>
            </a:extLst>
          </p:cNvPr>
          <p:cNvGrpSpPr/>
          <p:nvPr/>
        </p:nvGrpSpPr>
        <p:grpSpPr>
          <a:xfrm>
            <a:off x="10524551" y="5236780"/>
            <a:ext cx="427680" cy="274680"/>
            <a:chOff x="10524551" y="5236780"/>
            <a:chExt cx="42768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CD42521-FA3D-C672-4127-9272350BCE1E}"/>
                    </a:ext>
                  </a:extLst>
                </p14:cNvPr>
                <p14:cNvContentPartPr/>
                <p14:nvPr/>
              </p14:nvContentPartPr>
              <p14:xfrm>
                <a:off x="10524551" y="5236780"/>
                <a:ext cx="27000" cy="168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CD42521-FA3D-C672-4127-9272350BCE1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506551" y="5218780"/>
                  <a:ext cx="62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E97620D-CAB6-8B06-3613-03384FE7CE4E}"/>
                    </a:ext>
                  </a:extLst>
                </p14:cNvPr>
                <p14:cNvContentPartPr/>
                <p14:nvPr/>
              </p14:nvContentPartPr>
              <p14:xfrm>
                <a:off x="10546871" y="5374300"/>
                <a:ext cx="120600" cy="306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E97620D-CAB6-8B06-3613-03384FE7CE4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528871" y="5356300"/>
                  <a:ext cx="156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0873024-975B-EFA4-A66C-C6F6D7A2EDA5}"/>
                    </a:ext>
                  </a:extLst>
                </p14:cNvPr>
                <p14:cNvContentPartPr/>
                <p14:nvPr/>
              </p14:nvContentPartPr>
              <p14:xfrm>
                <a:off x="10647311" y="5255140"/>
                <a:ext cx="70200" cy="2563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0873024-975B-EFA4-A66C-C6F6D7A2EDA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629311" y="5237140"/>
                  <a:ext cx="105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DA950EE-093D-FA2F-667A-20350B662098}"/>
                    </a:ext>
                  </a:extLst>
                </p14:cNvPr>
                <p14:cNvContentPartPr/>
                <p14:nvPr/>
              </p14:nvContentPartPr>
              <p14:xfrm>
                <a:off x="10831631" y="5303380"/>
                <a:ext cx="17640" cy="185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DA950EE-093D-FA2F-667A-20350B66209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813256" y="5285380"/>
                  <a:ext cx="54023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363FA26-2B32-D602-110E-9E147749B99E}"/>
                    </a:ext>
                  </a:extLst>
                </p14:cNvPr>
                <p14:cNvContentPartPr/>
                <p14:nvPr/>
              </p14:nvContentPartPr>
              <p14:xfrm>
                <a:off x="10819751" y="5335060"/>
                <a:ext cx="132480" cy="135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363FA26-2B32-D602-110E-9E147749B99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801751" y="5317060"/>
                  <a:ext cx="1681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6FF8055-7FA0-93DE-D881-730DF175BA39}"/>
              </a:ext>
            </a:extLst>
          </p:cNvPr>
          <p:cNvGrpSpPr/>
          <p:nvPr/>
        </p:nvGrpSpPr>
        <p:grpSpPr>
          <a:xfrm>
            <a:off x="9196871" y="6046780"/>
            <a:ext cx="155160" cy="127080"/>
            <a:chOff x="9196871" y="6046780"/>
            <a:chExt cx="15516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66AC7D1-6DA3-B11D-21BD-1F51049436AA}"/>
                    </a:ext>
                  </a:extLst>
                </p14:cNvPr>
                <p14:cNvContentPartPr/>
                <p14:nvPr/>
              </p14:nvContentPartPr>
              <p14:xfrm>
                <a:off x="9196871" y="6046780"/>
                <a:ext cx="155160" cy="38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66AC7D1-6DA3-B11D-21BD-1F51049436A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78871" y="6028780"/>
                  <a:ext cx="190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CF5254B-FB7E-4E8D-DB9E-01AA0DE02C5D}"/>
                    </a:ext>
                  </a:extLst>
                </p14:cNvPr>
                <p14:cNvContentPartPr/>
                <p14:nvPr/>
              </p14:nvContentPartPr>
              <p14:xfrm>
                <a:off x="9274271" y="6158020"/>
                <a:ext cx="75240" cy="15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CF5254B-FB7E-4E8D-DB9E-01AA0DE02C5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56271" y="6140020"/>
                  <a:ext cx="1108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114A7433-EBA4-30D4-0ADE-19951E3D1E8E}"/>
              </a:ext>
            </a:extLst>
          </p:cNvPr>
          <p:cNvGrpSpPr/>
          <p:nvPr/>
        </p:nvGrpSpPr>
        <p:grpSpPr>
          <a:xfrm>
            <a:off x="9775751" y="5821060"/>
            <a:ext cx="989640" cy="298800"/>
            <a:chOff x="9775751" y="5821060"/>
            <a:chExt cx="98964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43F5314-2C28-2180-3F8A-8FD0E62EAF7C}"/>
                    </a:ext>
                  </a:extLst>
                </p14:cNvPr>
                <p14:cNvContentPartPr/>
                <p14:nvPr/>
              </p14:nvContentPartPr>
              <p14:xfrm>
                <a:off x="9775751" y="5898820"/>
                <a:ext cx="158400" cy="2210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43F5314-2C28-2180-3F8A-8FD0E62EAF7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757710" y="5880849"/>
                  <a:ext cx="194121" cy="256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243B506-5C47-1F83-970F-42091B52BB31}"/>
                    </a:ext>
                  </a:extLst>
                </p14:cNvPr>
                <p14:cNvContentPartPr/>
                <p14:nvPr/>
              </p14:nvContentPartPr>
              <p14:xfrm>
                <a:off x="10040351" y="5902060"/>
                <a:ext cx="114480" cy="177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243B506-5C47-1F83-970F-42091B52BB3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022351" y="5884060"/>
                  <a:ext cx="150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987DCA6-76D3-4AF3-E5AA-8D3BE22E7A44}"/>
                    </a:ext>
                  </a:extLst>
                </p14:cNvPr>
                <p14:cNvContentPartPr/>
                <p14:nvPr/>
              </p14:nvContentPartPr>
              <p14:xfrm>
                <a:off x="10236551" y="5869660"/>
                <a:ext cx="97560" cy="1760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987DCA6-76D3-4AF3-E5AA-8D3BE22E7A4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218551" y="5851660"/>
                  <a:ext cx="133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820E63B-C9F0-69F2-04E5-126F2EBD6254}"/>
                    </a:ext>
                  </a:extLst>
                </p14:cNvPr>
                <p14:cNvContentPartPr/>
                <p14:nvPr/>
              </p14:nvContentPartPr>
              <p14:xfrm>
                <a:off x="10433111" y="5821060"/>
                <a:ext cx="332280" cy="159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820E63B-C9F0-69F2-04E5-126F2EBD625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415111" y="5803060"/>
                  <a:ext cx="36792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0B2CA95-0C9F-B93D-FD26-BE09EDBFD04A}"/>
                  </a:ext>
                </a:extLst>
              </p14:cNvPr>
              <p14:cNvContentPartPr/>
              <p14:nvPr/>
            </p14:nvContentPartPr>
            <p14:xfrm>
              <a:off x="580631" y="197860"/>
              <a:ext cx="3878280" cy="191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0B2CA95-0C9F-B93D-FD26-BE09EDBFD04A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562631" y="180220"/>
                <a:ext cx="39139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44088E8-7196-302C-B8B9-1A3D9EC5228F}"/>
                  </a:ext>
                </a:extLst>
              </p14:cNvPr>
              <p14:cNvContentPartPr/>
              <p14:nvPr/>
            </p14:nvContentPartPr>
            <p14:xfrm>
              <a:off x="207311" y="294340"/>
              <a:ext cx="4984920" cy="3029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44088E8-7196-302C-B8B9-1A3D9EC5228F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89311" y="276340"/>
                <a:ext cx="5020560" cy="30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C6D02B-D178-144B-D91B-A59B2D307281}"/>
                  </a:ext>
                </a:extLst>
              </p14:cNvPr>
              <p14:cNvContentPartPr/>
              <p14:nvPr/>
            </p14:nvContentPartPr>
            <p14:xfrm>
              <a:off x="4926191" y="2089660"/>
              <a:ext cx="3831840" cy="23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C6D02B-D178-144B-D91B-A59B2D307281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4908551" y="2072020"/>
                <a:ext cx="38674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F8B13C-5EA9-F8DF-E503-3BB71E9A98F3}"/>
                  </a:ext>
                </a:extLst>
              </p14:cNvPr>
              <p14:cNvContentPartPr/>
              <p14:nvPr/>
            </p14:nvContentPartPr>
            <p14:xfrm>
              <a:off x="4855991" y="2120980"/>
              <a:ext cx="373320" cy="31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F8B13C-5EA9-F8DF-E503-3BB71E9A98F3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4838351" y="2102980"/>
                <a:ext cx="40896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DB7D5A5-57BC-F0C0-D4D6-736A4A0456A6}"/>
                  </a:ext>
                </a:extLst>
              </p14:cNvPr>
              <p14:cNvContentPartPr/>
              <p14:nvPr/>
            </p14:nvContentPartPr>
            <p14:xfrm>
              <a:off x="8526551" y="1956820"/>
              <a:ext cx="348840" cy="333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DB7D5A5-57BC-F0C0-D4D6-736A4A0456A6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508911" y="1939180"/>
                <a:ext cx="3844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8FCD1AE-3966-5F86-7A15-F4AFEB90C925}"/>
                  </a:ext>
                </a:extLst>
              </p14:cNvPr>
              <p14:cNvContentPartPr/>
              <p14:nvPr/>
            </p14:nvContentPartPr>
            <p14:xfrm>
              <a:off x="9313511" y="1264180"/>
              <a:ext cx="93240" cy="540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8FCD1AE-3966-5F86-7A15-F4AFEB90C925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9295871" y="1246540"/>
                <a:ext cx="12888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5DA7675-3DFB-FBAF-9297-38B5BFBD553A}"/>
                  </a:ext>
                </a:extLst>
              </p14:cNvPr>
              <p14:cNvContentPartPr/>
              <p14:nvPr/>
            </p14:nvContentPartPr>
            <p14:xfrm>
              <a:off x="9101831" y="1799140"/>
              <a:ext cx="537120" cy="666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5DA7675-3DFB-FBAF-9297-38B5BFBD553A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9083831" y="1781500"/>
                <a:ext cx="5727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E83EB6F-78BA-6950-4B24-E945C07E83A8}"/>
                  </a:ext>
                </a:extLst>
              </p14:cNvPr>
              <p14:cNvContentPartPr/>
              <p14:nvPr/>
            </p14:nvContentPartPr>
            <p14:xfrm>
              <a:off x="9307751" y="1949980"/>
              <a:ext cx="98640" cy="54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E83EB6F-78BA-6950-4B24-E945C07E83A8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9289751" y="1932340"/>
                <a:ext cx="1342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FB6ECEF-0C9C-E114-3921-3D4183B58BC6}"/>
                  </a:ext>
                </a:extLst>
              </p14:cNvPr>
              <p14:cNvContentPartPr/>
              <p14:nvPr/>
            </p14:nvContentPartPr>
            <p14:xfrm>
              <a:off x="9404951" y="1947100"/>
              <a:ext cx="89280" cy="4341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FB6ECEF-0C9C-E114-3921-3D4183B58BC6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387311" y="1929460"/>
                <a:ext cx="12492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3129F75-8CA2-1E93-0421-750F61E15C6E}"/>
                  </a:ext>
                </a:extLst>
              </p14:cNvPr>
              <p14:cNvContentPartPr/>
              <p14:nvPr/>
            </p14:nvContentPartPr>
            <p14:xfrm>
              <a:off x="9303071" y="1269220"/>
              <a:ext cx="697680" cy="957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3129F75-8CA2-1E93-0421-750F61E15C6E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9285071" y="1251580"/>
                <a:ext cx="7333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91286B9-415B-0A59-5729-9DB981FC1BB4}"/>
                  </a:ext>
                </a:extLst>
              </p14:cNvPr>
              <p14:cNvContentPartPr/>
              <p14:nvPr/>
            </p14:nvContentPartPr>
            <p14:xfrm>
              <a:off x="9950711" y="1146820"/>
              <a:ext cx="325080" cy="1436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91286B9-415B-0A59-5729-9DB981FC1BB4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9932711" y="1128820"/>
                <a:ext cx="3607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FA62351-AEA8-3535-EF51-7DF30F467C69}"/>
                  </a:ext>
                </a:extLst>
              </p14:cNvPr>
              <p14:cNvContentPartPr/>
              <p14:nvPr/>
            </p14:nvContentPartPr>
            <p14:xfrm>
              <a:off x="10293071" y="1215940"/>
              <a:ext cx="501480" cy="428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FA62351-AEA8-3535-EF51-7DF30F467C69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0275071" y="1198300"/>
                <a:ext cx="5371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0DA506A8-CF12-B53A-1AB8-56B9EDD6912C}"/>
                  </a:ext>
                </a:extLst>
              </p14:cNvPr>
              <p14:cNvContentPartPr/>
              <p14:nvPr/>
            </p14:nvContentPartPr>
            <p14:xfrm>
              <a:off x="10833791" y="1197940"/>
              <a:ext cx="88200" cy="752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0DA506A8-CF12-B53A-1AB8-56B9EDD6912C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0815791" y="1179940"/>
                <a:ext cx="123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1D3CE82-8E20-E1AC-06B2-1F884C0FF073}"/>
                  </a:ext>
                </a:extLst>
              </p14:cNvPr>
              <p14:cNvContentPartPr/>
              <p14:nvPr/>
            </p14:nvContentPartPr>
            <p14:xfrm>
              <a:off x="9680711" y="2007580"/>
              <a:ext cx="143640" cy="18252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1D3CE82-8E20-E1AC-06B2-1F884C0FF073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9662711" y="1989580"/>
                <a:ext cx="1792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72BC377-342E-88A3-C2C5-0B4F40834A55}"/>
                  </a:ext>
                </a:extLst>
              </p14:cNvPr>
              <p14:cNvContentPartPr/>
              <p14:nvPr/>
            </p14:nvContentPartPr>
            <p14:xfrm>
              <a:off x="9859271" y="1931260"/>
              <a:ext cx="177120" cy="1461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72BC377-342E-88A3-C2C5-0B4F40834A55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9841271" y="1913620"/>
                <a:ext cx="2127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CC9C26B8-8251-A983-FAEE-E023BF0EB77C}"/>
                  </a:ext>
                </a:extLst>
              </p14:cNvPr>
              <p14:cNvContentPartPr/>
              <p14:nvPr/>
            </p14:nvContentPartPr>
            <p14:xfrm>
              <a:off x="9691511" y="763780"/>
              <a:ext cx="143640" cy="2080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CC9C26B8-8251-A983-FAEE-E023BF0EB77C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9673511" y="745780"/>
                <a:ext cx="1792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9BEE192C-6931-09A2-5FE1-463063D0B4E0}"/>
                  </a:ext>
                </a:extLst>
              </p14:cNvPr>
              <p14:cNvContentPartPr/>
              <p14:nvPr/>
            </p14:nvContentPartPr>
            <p14:xfrm>
              <a:off x="9893831" y="741460"/>
              <a:ext cx="204480" cy="1731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9BEE192C-6931-09A2-5FE1-463063D0B4E0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9875831" y="723820"/>
                <a:ext cx="2401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B591F200-28EB-54E8-6A1B-ACEBEB9F0648}"/>
                  </a:ext>
                </a:extLst>
              </p14:cNvPr>
              <p14:cNvContentPartPr/>
              <p14:nvPr/>
            </p14:nvContentPartPr>
            <p14:xfrm>
              <a:off x="10209551" y="716620"/>
              <a:ext cx="253080" cy="1789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B591F200-28EB-54E8-6A1B-ACEBEB9F0648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10191551" y="698620"/>
                <a:ext cx="2887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A8CDE2F7-8365-E22D-3624-0B44FFD6EA3B}"/>
                  </a:ext>
                </a:extLst>
              </p14:cNvPr>
              <p14:cNvContentPartPr/>
              <p14:nvPr/>
            </p14:nvContentPartPr>
            <p14:xfrm>
              <a:off x="11096951" y="989500"/>
              <a:ext cx="43560" cy="23328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A8CDE2F7-8365-E22D-3624-0B44FFD6EA3B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11078951" y="971860"/>
                <a:ext cx="792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26AECAF-F8DB-8214-5A40-EAA35874BD99}"/>
                  </a:ext>
                </a:extLst>
              </p14:cNvPr>
              <p14:cNvContentPartPr/>
              <p14:nvPr/>
            </p14:nvContentPartPr>
            <p14:xfrm>
              <a:off x="11121431" y="1027660"/>
              <a:ext cx="165240" cy="18612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26AECAF-F8DB-8214-5A40-EAA35874BD99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11103791" y="1010020"/>
                <a:ext cx="2008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D62E1DBC-E4A4-3E83-B4FA-EE15E2DBE769}"/>
                  </a:ext>
                </a:extLst>
              </p14:cNvPr>
              <p14:cNvContentPartPr/>
              <p14:nvPr/>
            </p14:nvContentPartPr>
            <p14:xfrm>
              <a:off x="11180471" y="1110460"/>
              <a:ext cx="76680" cy="3816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D62E1DBC-E4A4-3E83-B4FA-EE15E2DBE769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11162471" y="1092460"/>
                <a:ext cx="11232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A1F2EAA-EF10-33E1-231A-450F2C051D0D}"/>
              </a:ext>
            </a:extLst>
          </p:cNvPr>
          <p:cNvGrpSpPr/>
          <p:nvPr/>
        </p:nvGrpSpPr>
        <p:grpSpPr>
          <a:xfrm>
            <a:off x="9494231" y="2381980"/>
            <a:ext cx="1919520" cy="590400"/>
            <a:chOff x="9494231" y="2381980"/>
            <a:chExt cx="191952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313A6D8-0944-718D-7FE1-61A8A7D744A4}"/>
                    </a:ext>
                  </a:extLst>
                </p14:cNvPr>
                <p14:cNvContentPartPr/>
                <p14:nvPr/>
              </p14:nvContentPartPr>
              <p14:xfrm>
                <a:off x="9494231" y="2381980"/>
                <a:ext cx="70920" cy="5904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313A6D8-0944-718D-7FE1-61A8A7D744A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476591" y="2364340"/>
                  <a:ext cx="10656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DDA5F66-CDD8-034D-EE9A-ABD02440B4D0}"/>
                    </a:ext>
                  </a:extLst>
                </p14:cNvPr>
                <p14:cNvContentPartPr/>
                <p14:nvPr/>
              </p14:nvContentPartPr>
              <p14:xfrm>
                <a:off x="9545711" y="2748100"/>
                <a:ext cx="1461960" cy="1724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DDA5F66-CDD8-034D-EE9A-ABD02440B4D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528071" y="2730100"/>
                  <a:ext cx="1497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D82FB9F-5FCE-379A-DD24-7D72ED07B2E7}"/>
                    </a:ext>
                  </a:extLst>
                </p14:cNvPr>
                <p14:cNvContentPartPr/>
                <p14:nvPr/>
              </p14:nvContentPartPr>
              <p14:xfrm>
                <a:off x="11018471" y="2700580"/>
                <a:ext cx="94320" cy="957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D82FB9F-5FCE-379A-DD24-7D72ED07B2E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000831" y="2682940"/>
                  <a:ext cx="129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DCB73A7-12CB-474D-2790-81D8CA0F7CB8}"/>
                    </a:ext>
                  </a:extLst>
                </p14:cNvPr>
                <p14:cNvContentPartPr/>
                <p14:nvPr/>
              </p14:nvContentPartPr>
              <p14:xfrm>
                <a:off x="11279471" y="2700220"/>
                <a:ext cx="69840" cy="2041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DCB73A7-12CB-474D-2790-81D8CA0F7CB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261471" y="2682580"/>
                  <a:ext cx="1054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001EFD6-5D99-8236-97D1-281DBBFE643D}"/>
                    </a:ext>
                  </a:extLst>
                </p14:cNvPr>
                <p14:cNvContentPartPr/>
                <p14:nvPr/>
              </p14:nvContentPartPr>
              <p14:xfrm>
                <a:off x="11290991" y="2704180"/>
                <a:ext cx="122760" cy="1814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001EFD6-5D99-8236-97D1-281DBBFE643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272991" y="2686180"/>
                  <a:ext cx="15840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9B7BF3C-42B8-2361-CBCA-6D0FFBD187E2}"/>
              </a:ext>
            </a:extLst>
          </p:cNvPr>
          <p:cNvGrpSpPr/>
          <p:nvPr/>
        </p:nvGrpSpPr>
        <p:grpSpPr>
          <a:xfrm>
            <a:off x="4146791" y="1615180"/>
            <a:ext cx="153720" cy="1318680"/>
            <a:chOff x="4146791" y="1615180"/>
            <a:chExt cx="153720" cy="13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3EE6E03-E3E1-B6B0-F71F-44414902CA10}"/>
                    </a:ext>
                  </a:extLst>
                </p14:cNvPr>
                <p14:cNvContentPartPr/>
                <p14:nvPr/>
              </p14:nvContentPartPr>
              <p14:xfrm>
                <a:off x="4146791" y="1615180"/>
                <a:ext cx="30240" cy="3668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3EE6E03-E3E1-B6B0-F71F-44414902CA1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129151" y="1597540"/>
                  <a:ext cx="658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0BBA64E-AA53-3875-0ADA-29424DA9978D}"/>
                    </a:ext>
                  </a:extLst>
                </p14:cNvPr>
                <p14:cNvContentPartPr/>
                <p14:nvPr/>
              </p14:nvContentPartPr>
              <p14:xfrm>
                <a:off x="4174871" y="2007220"/>
                <a:ext cx="125640" cy="2919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0BBA64E-AA53-3875-0ADA-29424DA9978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57231" y="1989220"/>
                  <a:ext cx="161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5623309-31F1-E9EA-4147-B206D97A511B}"/>
                    </a:ext>
                  </a:extLst>
                </p14:cNvPr>
                <p14:cNvContentPartPr/>
                <p14:nvPr/>
              </p14:nvContentPartPr>
              <p14:xfrm>
                <a:off x="4216631" y="2323660"/>
                <a:ext cx="42840" cy="6102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5623309-31F1-E9EA-4147-B206D97A511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198991" y="2306020"/>
                  <a:ext cx="78480" cy="64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5C089E9-531B-A3D6-E1B7-D88070C0261A}"/>
              </a:ext>
            </a:extLst>
          </p:cNvPr>
          <p:cNvGrpSpPr/>
          <p:nvPr/>
        </p:nvGrpSpPr>
        <p:grpSpPr>
          <a:xfrm>
            <a:off x="10861151" y="1232860"/>
            <a:ext cx="284040" cy="1462680"/>
            <a:chOff x="10861151" y="1232860"/>
            <a:chExt cx="284040" cy="14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B1E2844-B5B7-052D-D78B-A32B30B8E6B5}"/>
                    </a:ext>
                  </a:extLst>
                </p14:cNvPr>
                <p14:cNvContentPartPr/>
                <p14:nvPr/>
              </p14:nvContentPartPr>
              <p14:xfrm>
                <a:off x="10861151" y="1232860"/>
                <a:ext cx="95760" cy="393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B1E2844-B5B7-052D-D78B-A32B30B8E6B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843511" y="1214860"/>
                  <a:ext cx="1314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E5ECC0C-8FA7-E5AC-8A38-85A5D8C3C2CF}"/>
                    </a:ext>
                  </a:extLst>
                </p14:cNvPr>
                <p14:cNvContentPartPr/>
                <p14:nvPr/>
              </p14:nvContentPartPr>
              <p14:xfrm>
                <a:off x="10925231" y="1638940"/>
                <a:ext cx="219960" cy="3135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E5ECC0C-8FA7-E5AC-8A38-85A5D8C3C2C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907591" y="1620940"/>
                  <a:ext cx="255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CF2CF12-AA46-426C-9FC1-4960CCFA8365}"/>
                    </a:ext>
                  </a:extLst>
                </p14:cNvPr>
                <p14:cNvContentPartPr/>
                <p14:nvPr/>
              </p14:nvContentPartPr>
              <p14:xfrm>
                <a:off x="11090111" y="1935940"/>
                <a:ext cx="1800" cy="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CF2CF12-AA46-426C-9FC1-4960CCFA836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072111" y="1917940"/>
                  <a:ext cx="37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AEF0EF7-B851-30E3-5CDD-9B3D84CE3EEA}"/>
                    </a:ext>
                  </a:extLst>
                </p14:cNvPr>
                <p14:cNvContentPartPr/>
                <p14:nvPr/>
              </p14:nvContentPartPr>
              <p14:xfrm>
                <a:off x="11026391" y="1960060"/>
                <a:ext cx="35640" cy="410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AEF0EF7-B851-30E3-5CDD-9B3D84CE3EE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008751" y="1942060"/>
                  <a:ext cx="71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25DB673-514C-6971-804E-9E8FAAB5918E}"/>
                    </a:ext>
                  </a:extLst>
                </p14:cNvPr>
                <p14:cNvContentPartPr/>
                <p14:nvPr/>
              </p14:nvContentPartPr>
              <p14:xfrm>
                <a:off x="11032511" y="2019820"/>
                <a:ext cx="47880" cy="6757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25DB673-514C-6971-804E-9E8FAAB5918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014511" y="2002180"/>
                  <a:ext cx="83520" cy="71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DFFA4B2-134E-3CFE-CA2D-03900F116B89}"/>
              </a:ext>
            </a:extLst>
          </p:cNvPr>
          <p:cNvGrpSpPr/>
          <p:nvPr/>
        </p:nvGrpSpPr>
        <p:grpSpPr>
          <a:xfrm>
            <a:off x="675671" y="3765100"/>
            <a:ext cx="1463760" cy="2062440"/>
            <a:chOff x="675671" y="3765100"/>
            <a:chExt cx="1463760" cy="20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1120A16-A22E-F00D-6419-EC6EBCC5CB42}"/>
                    </a:ext>
                  </a:extLst>
                </p14:cNvPr>
                <p14:cNvContentPartPr/>
                <p14:nvPr/>
              </p14:nvContentPartPr>
              <p14:xfrm>
                <a:off x="1480991" y="5187460"/>
                <a:ext cx="487800" cy="381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1120A16-A22E-F00D-6419-EC6EBCC5CB4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463351" y="5169460"/>
                  <a:ext cx="523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3031A16-C08D-46D9-C720-0BFA8DD07D24}"/>
                    </a:ext>
                  </a:extLst>
                </p14:cNvPr>
                <p14:cNvContentPartPr/>
                <p14:nvPr/>
              </p14:nvContentPartPr>
              <p14:xfrm>
                <a:off x="1623191" y="5379700"/>
                <a:ext cx="172080" cy="8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3031A16-C08D-46D9-C720-0BFA8DD07D2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605191" y="5362060"/>
                  <a:ext cx="207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8FD7D4B-2F07-44B7-D290-05F27BCCAE35}"/>
                    </a:ext>
                  </a:extLst>
                </p14:cNvPr>
                <p14:cNvContentPartPr/>
                <p14:nvPr/>
              </p14:nvContentPartPr>
              <p14:xfrm>
                <a:off x="1333751" y="4986220"/>
                <a:ext cx="805680" cy="7408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8FD7D4B-2F07-44B7-D290-05F27BCCAE35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315751" y="4968580"/>
                  <a:ext cx="84132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82C355B-04DE-C2DB-839B-7CFA99C8AE85}"/>
                    </a:ext>
                  </a:extLst>
                </p14:cNvPr>
                <p14:cNvContentPartPr/>
                <p14:nvPr/>
              </p14:nvContentPartPr>
              <p14:xfrm>
                <a:off x="1315391" y="4939420"/>
                <a:ext cx="754560" cy="888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82C355B-04DE-C2DB-839B-7CFA99C8AE8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297391" y="4921780"/>
                  <a:ext cx="79020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7585D1B-AF3A-C1D0-8AC6-F8B689131750}"/>
                    </a:ext>
                  </a:extLst>
                </p14:cNvPr>
                <p14:cNvContentPartPr/>
                <p14:nvPr/>
              </p14:nvContentPartPr>
              <p14:xfrm>
                <a:off x="675671" y="3902980"/>
                <a:ext cx="630720" cy="13456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7585D1B-AF3A-C1D0-8AC6-F8B689131750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58031" y="3884980"/>
                  <a:ext cx="666360" cy="13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ED262D6-DE1D-C568-ED96-B70C341678D0}"/>
                    </a:ext>
                  </a:extLst>
                </p14:cNvPr>
                <p14:cNvContentPartPr/>
                <p14:nvPr/>
              </p14:nvContentPartPr>
              <p14:xfrm>
                <a:off x="1000751" y="3765100"/>
                <a:ext cx="200520" cy="212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ED262D6-DE1D-C568-ED96-B70C341678D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82751" y="3747460"/>
                  <a:ext cx="236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9ACAFA3-DBA7-999B-6456-67D489E8CC75}"/>
                    </a:ext>
                  </a:extLst>
                </p14:cNvPr>
                <p14:cNvContentPartPr/>
                <p14:nvPr/>
              </p14:nvContentPartPr>
              <p14:xfrm>
                <a:off x="1129991" y="5089900"/>
                <a:ext cx="147960" cy="3013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9ACAFA3-DBA7-999B-6456-67D489E8CC7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11991" y="5072260"/>
                  <a:ext cx="18360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9EC3C8F8-BD54-CEB2-EE70-D9F6F1E94554}"/>
              </a:ext>
            </a:extLst>
          </p:cNvPr>
          <p:cNvGrpSpPr/>
          <p:nvPr/>
        </p:nvGrpSpPr>
        <p:grpSpPr>
          <a:xfrm>
            <a:off x="2862671" y="4932940"/>
            <a:ext cx="462960" cy="505080"/>
            <a:chOff x="2862671" y="4932940"/>
            <a:chExt cx="46296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8A1549D-6B45-8BF2-CBAA-98824FA07929}"/>
                    </a:ext>
                  </a:extLst>
                </p14:cNvPr>
                <p14:cNvContentPartPr/>
                <p14:nvPr/>
              </p14:nvContentPartPr>
              <p14:xfrm>
                <a:off x="2862671" y="5163340"/>
                <a:ext cx="174960" cy="2746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8A1549D-6B45-8BF2-CBAA-98824FA0792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845031" y="5145700"/>
                  <a:ext cx="210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50026B7-E68A-D85E-9787-5609C529C6AD}"/>
                    </a:ext>
                  </a:extLst>
                </p14:cNvPr>
                <p14:cNvContentPartPr/>
                <p14:nvPr/>
              </p14:nvContentPartPr>
              <p14:xfrm>
                <a:off x="3158591" y="4974700"/>
                <a:ext cx="65160" cy="2106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50026B7-E68A-D85E-9787-5609C529C6A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140951" y="4956700"/>
                  <a:ext cx="100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2880946-1D99-60CB-16C3-D96426A720F9}"/>
                    </a:ext>
                  </a:extLst>
                </p14:cNvPr>
                <p14:cNvContentPartPr/>
                <p14:nvPr/>
              </p14:nvContentPartPr>
              <p14:xfrm>
                <a:off x="3135911" y="4932940"/>
                <a:ext cx="189720" cy="1288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2880946-1D99-60CB-16C3-D96426A720F9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117911" y="4915300"/>
                  <a:ext cx="225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313F061-FF5E-20D7-0879-21DB8C0D6D54}"/>
                    </a:ext>
                  </a:extLst>
                </p14:cNvPr>
                <p14:cNvContentPartPr/>
                <p14:nvPr/>
              </p14:nvContentPartPr>
              <p14:xfrm>
                <a:off x="3216551" y="4990180"/>
                <a:ext cx="42840" cy="604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313F061-FF5E-20D7-0879-21DB8C0D6D5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198551" y="4972180"/>
                  <a:ext cx="7848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6BF2F0F0-05F4-5571-993A-6D602A33495B}"/>
              </a:ext>
            </a:extLst>
          </p:cNvPr>
          <p:cNvGrpSpPr/>
          <p:nvPr/>
        </p:nvGrpSpPr>
        <p:grpSpPr>
          <a:xfrm>
            <a:off x="2878871" y="5973700"/>
            <a:ext cx="419040" cy="419400"/>
            <a:chOff x="2878871" y="5973700"/>
            <a:chExt cx="41904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79FAB76-39BC-6070-A7A9-6526FE0CA7D9}"/>
                    </a:ext>
                  </a:extLst>
                </p14:cNvPr>
                <p14:cNvContentPartPr/>
                <p14:nvPr/>
              </p14:nvContentPartPr>
              <p14:xfrm>
                <a:off x="2878871" y="6206260"/>
                <a:ext cx="144360" cy="186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79FAB76-39BC-6070-A7A9-6526FE0CA7D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860871" y="6188620"/>
                  <a:ext cx="180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9955369-DA09-D340-1A3F-EDC598BBD295}"/>
                    </a:ext>
                  </a:extLst>
                </p14:cNvPr>
                <p14:cNvContentPartPr/>
                <p14:nvPr/>
              </p14:nvContentPartPr>
              <p14:xfrm>
                <a:off x="3099911" y="6051820"/>
                <a:ext cx="118080" cy="1677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9955369-DA09-D340-1A3F-EDC598BBD295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082271" y="6034180"/>
                  <a:ext cx="15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135A78A2-62FA-BD77-E04F-CB51345A50E8}"/>
                    </a:ext>
                  </a:extLst>
                </p14:cNvPr>
                <p14:cNvContentPartPr/>
                <p14:nvPr/>
              </p14:nvContentPartPr>
              <p14:xfrm>
                <a:off x="3124751" y="5973700"/>
                <a:ext cx="173160" cy="2109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135A78A2-62FA-BD77-E04F-CB51345A50E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107111" y="5956060"/>
                  <a:ext cx="20880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34A1F6B2-2E20-8F16-85EC-509D0A555D05}"/>
              </a:ext>
            </a:extLst>
          </p:cNvPr>
          <p:cNvGrpSpPr/>
          <p:nvPr/>
        </p:nvGrpSpPr>
        <p:grpSpPr>
          <a:xfrm>
            <a:off x="2826671" y="4223020"/>
            <a:ext cx="446400" cy="323640"/>
            <a:chOff x="2826671" y="4223020"/>
            <a:chExt cx="44640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2F057C8-9D92-D55B-7B2C-D35A84049B2E}"/>
                    </a:ext>
                  </a:extLst>
                </p14:cNvPr>
                <p14:cNvContentPartPr/>
                <p14:nvPr/>
              </p14:nvContentPartPr>
              <p14:xfrm>
                <a:off x="2826671" y="4342540"/>
                <a:ext cx="170280" cy="204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2F057C8-9D92-D55B-7B2C-D35A84049B2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808671" y="4324540"/>
                  <a:ext cx="205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70FDC1E3-B900-41F6-47D5-4970A8BCD08D}"/>
                    </a:ext>
                  </a:extLst>
                </p14:cNvPr>
                <p14:cNvContentPartPr/>
                <p14:nvPr/>
              </p14:nvContentPartPr>
              <p14:xfrm>
                <a:off x="3127271" y="4265140"/>
                <a:ext cx="70920" cy="1821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70FDC1E3-B900-41F6-47D5-4970A8BCD08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109271" y="4247500"/>
                  <a:ext cx="106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73FD7F6-FD70-9C7A-D335-CB670B32353F}"/>
                    </a:ext>
                  </a:extLst>
                </p14:cNvPr>
                <p14:cNvContentPartPr/>
                <p14:nvPr/>
              </p14:nvContentPartPr>
              <p14:xfrm>
                <a:off x="3133391" y="4223020"/>
                <a:ext cx="139680" cy="2077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73FD7F6-FD70-9C7A-D335-CB670B32353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115391" y="4205380"/>
                  <a:ext cx="175320" cy="24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513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9CF2-96A2-2A89-7479-25B3DD68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7738-2EEA-4A64-244B-5DC36DB1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4D2E693-278D-313B-52D9-022CA7D60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11" y="928915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0079-4672-83AB-D58D-632E41410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9AA032C-5FCB-0FFF-D047-9F65D7FA73B5}"/>
              </a:ext>
            </a:extLst>
          </p:cNvPr>
          <p:cNvGrpSpPr/>
          <p:nvPr/>
        </p:nvGrpSpPr>
        <p:grpSpPr>
          <a:xfrm>
            <a:off x="7283958" y="972610"/>
            <a:ext cx="2534760" cy="2183400"/>
            <a:chOff x="7283958" y="972610"/>
            <a:chExt cx="25347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C1C50-9708-1DAA-282C-016A40D67599}"/>
                    </a:ext>
                  </a:extLst>
                </p14:cNvPr>
                <p14:cNvContentPartPr/>
                <p14:nvPr/>
              </p14:nvContentPartPr>
              <p14:xfrm>
                <a:off x="7828278" y="972610"/>
                <a:ext cx="92520" cy="10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C1C50-9708-1DAA-282C-016A40D675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0638" y="954610"/>
                  <a:ext cx="128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EC09B54-E3FD-8FD4-79FF-40DE802C74B2}"/>
                    </a:ext>
                  </a:extLst>
                </p14:cNvPr>
                <p14:cNvContentPartPr/>
                <p14:nvPr/>
              </p14:nvContentPartPr>
              <p14:xfrm>
                <a:off x="7513638" y="1991410"/>
                <a:ext cx="648000" cy="68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EC09B54-E3FD-8FD4-79FF-40DE802C74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5998" y="1973410"/>
                  <a:ext cx="683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4804A2-1F38-E73B-714D-AB310F8CFD25}"/>
                    </a:ext>
                  </a:extLst>
                </p14:cNvPr>
                <p14:cNvContentPartPr/>
                <p14:nvPr/>
              </p14:nvContentPartPr>
              <p14:xfrm>
                <a:off x="7777158" y="2194450"/>
                <a:ext cx="201960" cy="23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4804A2-1F38-E73B-714D-AB310F8CFD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59158" y="2176450"/>
                  <a:ext cx="23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91A263-BDB2-8C17-FBDF-16901F9A2DF3}"/>
                    </a:ext>
                  </a:extLst>
                </p14:cNvPr>
                <p14:cNvContentPartPr/>
                <p14:nvPr/>
              </p14:nvContentPartPr>
              <p14:xfrm>
                <a:off x="7903518" y="2187610"/>
                <a:ext cx="21240" cy="54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91A263-BDB2-8C17-FBDF-16901F9A2D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5878" y="2169610"/>
                  <a:ext cx="568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F965958-2905-108F-4A16-9A817472D27C}"/>
                    </a:ext>
                  </a:extLst>
                </p14:cNvPr>
                <p14:cNvContentPartPr/>
                <p14:nvPr/>
              </p14:nvContentPartPr>
              <p14:xfrm>
                <a:off x="7904238" y="1000330"/>
                <a:ext cx="116172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F965958-2905-108F-4A16-9A817472D2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86598" y="982690"/>
                  <a:ext cx="1197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58E58C0-BAA0-F493-7D77-9221A98B754A}"/>
                    </a:ext>
                  </a:extLst>
                </p14:cNvPr>
                <p14:cNvContentPartPr/>
                <p14:nvPr/>
              </p14:nvContentPartPr>
              <p14:xfrm>
                <a:off x="9041478" y="999250"/>
                <a:ext cx="32400" cy="50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58E58C0-BAA0-F493-7D77-9221A98B75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23838" y="981250"/>
                  <a:ext cx="68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44D69B-F5AD-534A-1AEB-7500FBC95B16}"/>
                    </a:ext>
                  </a:extLst>
                </p14:cNvPr>
                <p14:cNvContentPartPr/>
                <p14:nvPr/>
              </p14:nvContentPartPr>
              <p14:xfrm>
                <a:off x="8933838" y="1496410"/>
                <a:ext cx="145080" cy="27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44D69B-F5AD-534A-1AEB-7500FBC95B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15838" y="1478770"/>
                  <a:ext cx="1807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0D2833-FF15-FDB9-041C-7342A970D708}"/>
                    </a:ext>
                  </a:extLst>
                </p14:cNvPr>
                <p14:cNvContentPartPr/>
                <p14:nvPr/>
              </p14:nvContentPartPr>
              <p14:xfrm>
                <a:off x="9042198" y="1751290"/>
                <a:ext cx="44280" cy="48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0D2833-FF15-FDB9-041C-7342A970D7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4558" y="1733290"/>
                  <a:ext cx="799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20FB439-7E9A-1E13-908C-ABD975D54F1C}"/>
                    </a:ext>
                  </a:extLst>
                </p14:cNvPr>
                <p14:cNvContentPartPr/>
                <p14:nvPr/>
              </p14:nvContentPartPr>
              <p14:xfrm>
                <a:off x="9046878" y="2336650"/>
                <a:ext cx="99720" cy="29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20FB439-7E9A-1E13-908C-ABD975D54F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28878" y="2318650"/>
                  <a:ext cx="135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08E320E-9252-5C03-1041-6AF4A9812B70}"/>
                    </a:ext>
                  </a:extLst>
                </p14:cNvPr>
                <p14:cNvContentPartPr/>
                <p14:nvPr/>
              </p14:nvContentPartPr>
              <p14:xfrm>
                <a:off x="7883358" y="2608090"/>
                <a:ext cx="1294200" cy="44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08E320E-9252-5C03-1041-6AF4A9812B7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65718" y="2590450"/>
                  <a:ext cx="13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B5A2EB-20A2-4F2C-4A47-BC0999175FE8}"/>
                    </a:ext>
                  </a:extLst>
                </p14:cNvPr>
                <p14:cNvContentPartPr/>
                <p14:nvPr/>
              </p14:nvContentPartPr>
              <p14:xfrm>
                <a:off x="7868958" y="2732650"/>
                <a:ext cx="50760" cy="42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B5A2EB-20A2-4F2C-4A47-BC0999175F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50958" y="2715010"/>
                  <a:ext cx="864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C0EB55-5886-DD71-35DE-100938E7BEDB}"/>
                    </a:ext>
                  </a:extLst>
                </p14:cNvPr>
                <p14:cNvContentPartPr/>
                <p14:nvPr/>
              </p14:nvContentPartPr>
              <p14:xfrm>
                <a:off x="7283958" y="1623490"/>
                <a:ext cx="114840" cy="30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C0EB55-5886-DD71-35DE-100938E7BED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65958" y="1605490"/>
                  <a:ext cx="1504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A2E4E-1EF9-936B-0022-3517BC00F5DB}"/>
                    </a:ext>
                  </a:extLst>
                </p14:cNvPr>
                <p14:cNvContentPartPr/>
                <p14:nvPr/>
              </p14:nvContentPartPr>
              <p14:xfrm>
                <a:off x="7406718" y="1585690"/>
                <a:ext cx="120600" cy="195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A2E4E-1EF9-936B-0022-3517BC00F5D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89078" y="1568050"/>
                  <a:ext cx="156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BED4C4-1FDA-D155-57C5-A8C3C951871B}"/>
                    </a:ext>
                  </a:extLst>
                </p14:cNvPr>
                <p14:cNvContentPartPr/>
                <p14:nvPr/>
              </p14:nvContentPartPr>
              <p14:xfrm>
                <a:off x="7499958" y="1411450"/>
                <a:ext cx="170640" cy="20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BED4C4-1FDA-D155-57C5-A8C3C95187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81958" y="1393810"/>
                  <a:ext cx="206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21054A8-4974-0D0A-2065-E982E1AA2796}"/>
                    </a:ext>
                  </a:extLst>
                </p14:cNvPr>
                <p14:cNvContentPartPr/>
                <p14:nvPr/>
              </p14:nvContentPartPr>
              <p14:xfrm>
                <a:off x="9260718" y="1460770"/>
                <a:ext cx="60480" cy="21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21054A8-4974-0D0A-2065-E982E1AA279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42718" y="1443130"/>
                  <a:ext cx="96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8D5142-A5A1-EB03-54D0-2D71C4D43073}"/>
                    </a:ext>
                  </a:extLst>
                </p14:cNvPr>
                <p14:cNvContentPartPr/>
                <p14:nvPr/>
              </p14:nvContentPartPr>
              <p14:xfrm>
                <a:off x="9447558" y="1420450"/>
                <a:ext cx="114120" cy="22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8D5142-A5A1-EB03-54D0-2D71C4D4307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29558" y="1402450"/>
                  <a:ext cx="149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EF5AD72-1E6A-98CA-0177-75EE0311D899}"/>
                    </a:ext>
                  </a:extLst>
                </p14:cNvPr>
                <p14:cNvContentPartPr/>
                <p14:nvPr/>
              </p14:nvContentPartPr>
              <p14:xfrm>
                <a:off x="9505878" y="1433050"/>
                <a:ext cx="156240" cy="105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EF5AD72-1E6A-98CA-0177-75EE0311D8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87878" y="1415410"/>
                  <a:ext cx="191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C7CC167-7FC6-12BD-0387-9230FBB80139}"/>
                    </a:ext>
                  </a:extLst>
                </p14:cNvPr>
                <p14:cNvContentPartPr/>
                <p14:nvPr/>
              </p14:nvContentPartPr>
              <p14:xfrm>
                <a:off x="9329118" y="2312170"/>
                <a:ext cx="176400" cy="21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C7CC167-7FC6-12BD-0387-9230FBB8013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11118" y="2294530"/>
                  <a:ext cx="212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6F5DFB-7DAA-44B2-A0BE-15DF987484C3}"/>
                    </a:ext>
                  </a:extLst>
                </p14:cNvPr>
                <p14:cNvContentPartPr/>
                <p14:nvPr/>
              </p14:nvContentPartPr>
              <p14:xfrm>
                <a:off x="9477438" y="2370490"/>
                <a:ext cx="4392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6F5DFB-7DAA-44B2-A0BE-15DF987484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59798" y="2352850"/>
                  <a:ext cx="79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537B333-7D6E-315D-7994-CD336841149D}"/>
                    </a:ext>
                  </a:extLst>
                </p14:cNvPr>
                <p14:cNvContentPartPr/>
                <p14:nvPr/>
              </p14:nvContentPartPr>
              <p14:xfrm>
                <a:off x="9645918" y="2358610"/>
                <a:ext cx="37440" cy="17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537B333-7D6E-315D-7994-CD33684114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28278" y="2340970"/>
                  <a:ext cx="73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5E9A856-5D1F-44C6-4073-135B811C4B19}"/>
                    </a:ext>
                  </a:extLst>
                </p14:cNvPr>
                <p14:cNvContentPartPr/>
                <p14:nvPr/>
              </p14:nvContentPartPr>
              <p14:xfrm>
                <a:off x="9702798" y="2369410"/>
                <a:ext cx="11592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5E9A856-5D1F-44C6-4073-135B811C4B1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84798" y="2351770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138BB70-C249-C7F6-03DE-AB91D43564E5}"/>
              </a:ext>
            </a:extLst>
          </p:cNvPr>
          <p:cNvGrpSpPr/>
          <p:nvPr/>
        </p:nvGrpSpPr>
        <p:grpSpPr>
          <a:xfrm>
            <a:off x="8991078" y="1947490"/>
            <a:ext cx="1569240" cy="106200"/>
            <a:chOff x="8991078" y="1947490"/>
            <a:chExt cx="1569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F27E3D-DD91-BDDD-4271-04B713B567BC}"/>
                    </a:ext>
                  </a:extLst>
                </p14:cNvPr>
                <p14:cNvContentPartPr/>
                <p14:nvPr/>
              </p14:nvContentPartPr>
              <p14:xfrm>
                <a:off x="8991078" y="1947490"/>
                <a:ext cx="12816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F27E3D-DD91-BDDD-4271-04B713B567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73438" y="1929490"/>
                  <a:ext cx="16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4184DBB-CDC5-4EE8-6C2C-0318B5205618}"/>
                    </a:ext>
                  </a:extLst>
                </p14:cNvPr>
                <p14:cNvContentPartPr/>
                <p14:nvPr/>
              </p14:nvContentPartPr>
              <p14:xfrm>
                <a:off x="9075678" y="1973050"/>
                <a:ext cx="1484640" cy="4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4184DBB-CDC5-4EE8-6C2C-0318B52056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58038" y="1955050"/>
                  <a:ext cx="1520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074E321-1767-64F6-6831-15992412A657}"/>
                  </a:ext>
                </a:extLst>
              </p14:cNvPr>
              <p14:cNvContentPartPr/>
              <p14:nvPr/>
            </p14:nvContentPartPr>
            <p14:xfrm>
              <a:off x="9129678" y="3009490"/>
              <a:ext cx="1412640" cy="583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074E321-1767-64F6-6831-15992412A65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112038" y="2991490"/>
                <a:ext cx="1448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8642FC6-EAE4-1B51-81F0-43B473F8F718}"/>
              </a:ext>
            </a:extLst>
          </p:cNvPr>
          <p:cNvGrpSpPr/>
          <p:nvPr/>
        </p:nvGrpSpPr>
        <p:grpSpPr>
          <a:xfrm>
            <a:off x="10465278" y="3008770"/>
            <a:ext cx="97560" cy="136080"/>
            <a:chOff x="10465278" y="3008770"/>
            <a:chExt cx="975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5BC2CE4-AD9D-2689-293B-96E289E3B370}"/>
                    </a:ext>
                  </a:extLst>
                </p14:cNvPr>
                <p14:cNvContentPartPr/>
                <p14:nvPr/>
              </p14:nvContentPartPr>
              <p14:xfrm>
                <a:off x="10516758" y="3128290"/>
                <a:ext cx="26640" cy="1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5BC2CE4-AD9D-2689-293B-96E289E3B3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99118" y="3110290"/>
                  <a:ext cx="62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E0C51A7-E240-CF5A-7919-AA31D74A80B8}"/>
                    </a:ext>
                  </a:extLst>
                </p14:cNvPr>
                <p14:cNvContentPartPr/>
                <p14:nvPr/>
              </p14:nvContentPartPr>
              <p14:xfrm>
                <a:off x="10465278" y="3008770"/>
                <a:ext cx="97560" cy="112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E0C51A7-E240-CF5A-7919-AA31D74A80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47638" y="2991130"/>
                  <a:ext cx="13320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3035788-BED6-55EF-0CB7-DD200FCE8123}"/>
                  </a:ext>
                </a:extLst>
              </p14:cNvPr>
              <p14:cNvContentPartPr/>
              <p14:nvPr/>
            </p14:nvContentPartPr>
            <p14:xfrm>
              <a:off x="10483998" y="1929490"/>
              <a:ext cx="7848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3035788-BED6-55EF-0CB7-DD200FCE812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466358" y="1911490"/>
                <a:ext cx="1141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86AE6F8-EFA6-0974-5EB5-93CA492B55B7}"/>
              </a:ext>
            </a:extLst>
          </p:cNvPr>
          <p:cNvGrpSpPr/>
          <p:nvPr/>
        </p:nvGrpSpPr>
        <p:grpSpPr>
          <a:xfrm>
            <a:off x="10607478" y="2230450"/>
            <a:ext cx="718560" cy="290880"/>
            <a:chOff x="10607478" y="2230450"/>
            <a:chExt cx="718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BB06E0-9ACC-8798-1B4B-B0614DC4B611}"/>
                    </a:ext>
                  </a:extLst>
                </p14:cNvPr>
                <p14:cNvContentPartPr/>
                <p14:nvPr/>
              </p14:nvContentPartPr>
              <p14:xfrm>
                <a:off x="10607478" y="2310730"/>
                <a:ext cx="176400" cy="21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BB06E0-9ACC-8798-1B4B-B0614DC4B6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89838" y="2293090"/>
                  <a:ext cx="212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3165711-4C95-787F-A7A6-522AE6AC160A}"/>
                    </a:ext>
                  </a:extLst>
                </p14:cNvPr>
                <p14:cNvContentPartPr/>
                <p14:nvPr/>
              </p14:nvContentPartPr>
              <p14:xfrm>
                <a:off x="10813758" y="2393530"/>
                <a:ext cx="11736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3165711-4C95-787F-A7A6-522AE6AC16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95758" y="237553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B3E928-A54F-143D-F84C-8D1DD7C42747}"/>
                    </a:ext>
                  </a:extLst>
                </p14:cNvPr>
                <p14:cNvContentPartPr/>
                <p14:nvPr/>
              </p14:nvContentPartPr>
              <p14:xfrm>
                <a:off x="10950918" y="2379850"/>
                <a:ext cx="38160" cy="45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B3E928-A54F-143D-F84C-8D1DD7C427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32918" y="2362210"/>
                  <a:ext cx="7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C90FC5-38F9-7ECA-0C2E-7A1E58A78FF8}"/>
                    </a:ext>
                  </a:extLst>
                </p14:cNvPr>
                <p14:cNvContentPartPr/>
                <p14:nvPr/>
              </p14:nvContentPartPr>
              <p14:xfrm>
                <a:off x="10982598" y="2362930"/>
                <a:ext cx="98640" cy="11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C90FC5-38F9-7ECA-0C2E-7A1E58A78FF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64958" y="2345290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6BF2E1A-8E1F-65D9-1A84-FEAA9765CF38}"/>
                    </a:ext>
                  </a:extLst>
                </p14:cNvPr>
                <p14:cNvContentPartPr/>
                <p14:nvPr/>
              </p14:nvContentPartPr>
              <p14:xfrm>
                <a:off x="11227758" y="2230450"/>
                <a:ext cx="98280" cy="25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6BF2E1A-8E1F-65D9-1A84-FEAA9765CF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09758" y="2212810"/>
                  <a:ext cx="13392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88F2EA2-F8B9-10B2-07C8-11BAEFB9EDF0}"/>
                  </a:ext>
                </a:extLst>
              </p14:cNvPr>
              <p14:cNvContentPartPr/>
              <p14:nvPr/>
            </p14:nvContentPartPr>
            <p14:xfrm>
              <a:off x="11498118" y="2297410"/>
              <a:ext cx="166680" cy="232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88F2EA2-F8B9-10B2-07C8-11BAEFB9EDF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480118" y="2279770"/>
                <a:ext cx="20232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F122871-184B-C9B8-6D53-D1FDD0DB6A27}"/>
              </a:ext>
            </a:extLst>
          </p:cNvPr>
          <p:cNvGrpSpPr/>
          <p:nvPr/>
        </p:nvGrpSpPr>
        <p:grpSpPr>
          <a:xfrm>
            <a:off x="11493798" y="1927690"/>
            <a:ext cx="128880" cy="216000"/>
            <a:chOff x="11493798" y="1927690"/>
            <a:chExt cx="1288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039F76-F3C2-8F4D-6664-4F1509ECDB0E}"/>
                    </a:ext>
                  </a:extLst>
                </p14:cNvPr>
                <p14:cNvContentPartPr/>
                <p14:nvPr/>
              </p14:nvContentPartPr>
              <p14:xfrm>
                <a:off x="11561478" y="1928050"/>
                <a:ext cx="11880" cy="21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039F76-F3C2-8F4D-6664-4F1509ECDB0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43478" y="1910410"/>
                  <a:ext cx="4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12D660-110F-0F06-6088-03A8FDA317C2}"/>
                    </a:ext>
                  </a:extLst>
                </p14:cNvPr>
                <p14:cNvContentPartPr/>
                <p14:nvPr/>
              </p14:nvContentPartPr>
              <p14:xfrm>
                <a:off x="11493798" y="1927690"/>
                <a:ext cx="128880" cy="12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12D660-110F-0F06-6088-03A8FDA317C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76158" y="1909690"/>
                  <a:ext cx="164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02CB1A4-D781-756B-CFEA-B708D3BA6F7F}"/>
              </a:ext>
            </a:extLst>
          </p:cNvPr>
          <p:cNvGrpSpPr/>
          <p:nvPr/>
        </p:nvGrpSpPr>
        <p:grpSpPr>
          <a:xfrm>
            <a:off x="11440878" y="2659210"/>
            <a:ext cx="174960" cy="457920"/>
            <a:chOff x="11440878" y="2659210"/>
            <a:chExt cx="17496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7F183A-8230-58F8-8B6C-CD9382DFD058}"/>
                    </a:ext>
                  </a:extLst>
                </p14:cNvPr>
                <p14:cNvContentPartPr/>
                <p14:nvPr/>
              </p14:nvContentPartPr>
              <p14:xfrm>
                <a:off x="11520438" y="2659210"/>
                <a:ext cx="24120" cy="43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7F183A-8230-58F8-8B6C-CD9382DFD05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502798" y="2641210"/>
                  <a:ext cx="597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4AA5608-4A50-0AFD-7D4A-7107A45C873C}"/>
                    </a:ext>
                  </a:extLst>
                </p14:cNvPr>
                <p14:cNvContentPartPr/>
                <p14:nvPr/>
              </p14:nvContentPartPr>
              <p14:xfrm>
                <a:off x="11440878" y="2999410"/>
                <a:ext cx="17496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4AA5608-4A50-0AFD-7D4A-7107A45C873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23238" y="2981410"/>
                  <a:ext cx="2106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3EEB431-12F1-9EED-0C63-CA85A4F344BB}"/>
              </a:ext>
            </a:extLst>
          </p:cNvPr>
          <p:cNvGrpSpPr/>
          <p:nvPr/>
        </p:nvGrpSpPr>
        <p:grpSpPr>
          <a:xfrm>
            <a:off x="7820358" y="3835690"/>
            <a:ext cx="1822680" cy="572400"/>
            <a:chOff x="7820358" y="3835690"/>
            <a:chExt cx="1822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D3C755-E568-AA4C-2574-D7B31392A94F}"/>
                    </a:ext>
                  </a:extLst>
                </p14:cNvPr>
                <p14:cNvContentPartPr/>
                <p14:nvPr/>
              </p14:nvContentPartPr>
              <p14:xfrm>
                <a:off x="8097558" y="3835690"/>
                <a:ext cx="54000" cy="53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D3C755-E568-AA4C-2574-D7B31392A94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79558" y="3817690"/>
                  <a:ext cx="89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8A5DFF-979C-1587-5317-A5D2F3C6E648}"/>
                    </a:ext>
                  </a:extLst>
                </p14:cNvPr>
                <p14:cNvContentPartPr/>
                <p14:nvPr/>
              </p14:nvContentPartPr>
              <p14:xfrm>
                <a:off x="7820358" y="4358050"/>
                <a:ext cx="50904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8A5DFF-979C-1587-5317-A5D2F3C6E6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02718" y="4340410"/>
                  <a:ext cx="544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94B4863-0514-675A-3831-047197492AA7}"/>
                    </a:ext>
                  </a:extLst>
                </p14:cNvPr>
                <p14:cNvContentPartPr/>
                <p14:nvPr/>
              </p14:nvContentPartPr>
              <p14:xfrm>
                <a:off x="8110518" y="3973210"/>
                <a:ext cx="67428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94B4863-0514-675A-3831-047197492AA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092878" y="3955570"/>
                  <a:ext cx="709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42F6E88-CCF0-6113-C4CB-A7649F94975C}"/>
                    </a:ext>
                  </a:extLst>
                </p14:cNvPr>
                <p14:cNvContentPartPr/>
                <p14:nvPr/>
              </p14:nvContentPartPr>
              <p14:xfrm>
                <a:off x="8764278" y="3911650"/>
                <a:ext cx="363240" cy="19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42F6E88-CCF0-6113-C4CB-A7649F94975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46638" y="3894010"/>
                  <a:ext cx="39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DBC9413-CCE0-CB47-54AA-CAD7FB4A9875}"/>
                    </a:ext>
                  </a:extLst>
                </p14:cNvPr>
                <p14:cNvContentPartPr/>
                <p14:nvPr/>
              </p14:nvContentPartPr>
              <p14:xfrm>
                <a:off x="9125358" y="4004890"/>
                <a:ext cx="517680" cy="5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DBC9413-CCE0-CB47-54AA-CAD7FB4A987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07358" y="3986890"/>
                  <a:ext cx="55332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E49E841-A867-9FE0-D32A-928FC0E34FAB}"/>
              </a:ext>
            </a:extLst>
          </p:cNvPr>
          <p:cNvGrpSpPr/>
          <p:nvPr/>
        </p:nvGrpSpPr>
        <p:grpSpPr>
          <a:xfrm>
            <a:off x="8019798" y="4553530"/>
            <a:ext cx="1880640" cy="873360"/>
            <a:chOff x="8019798" y="4553530"/>
            <a:chExt cx="18806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63C9393-996D-E69F-9F5F-08E9B45C2E53}"/>
                    </a:ext>
                  </a:extLst>
                </p14:cNvPr>
                <p14:cNvContentPartPr/>
                <p14:nvPr/>
              </p14:nvContentPartPr>
              <p14:xfrm>
                <a:off x="8019798" y="4553530"/>
                <a:ext cx="143280" cy="3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63C9393-996D-E69F-9F5F-08E9B45C2E5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01798" y="4535890"/>
                  <a:ext cx="178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61226BA-D509-6BF4-8EC7-D215D2538985}"/>
                    </a:ext>
                  </a:extLst>
                </p14:cNvPr>
                <p14:cNvContentPartPr/>
                <p14:nvPr/>
              </p14:nvContentPartPr>
              <p14:xfrm>
                <a:off x="8110878" y="4560730"/>
                <a:ext cx="25200" cy="603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61226BA-D509-6BF4-8EC7-D215D253898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93238" y="4542730"/>
                  <a:ext cx="608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271C1DD-A5E2-0A5C-3A9C-6A77A1246B11}"/>
                    </a:ext>
                  </a:extLst>
                </p14:cNvPr>
                <p14:cNvContentPartPr/>
                <p14:nvPr/>
              </p14:nvContentPartPr>
              <p14:xfrm>
                <a:off x="8146878" y="5196850"/>
                <a:ext cx="10440" cy="16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271C1DD-A5E2-0A5C-3A9C-6A77A1246B1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29238" y="5179210"/>
                  <a:ext cx="46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451A6BD-EB4E-6015-A746-93D36CC82B2D}"/>
                    </a:ext>
                  </a:extLst>
                </p14:cNvPr>
                <p14:cNvContentPartPr/>
                <p14:nvPr/>
              </p14:nvContentPartPr>
              <p14:xfrm>
                <a:off x="8122758" y="5317090"/>
                <a:ext cx="1777680" cy="109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451A6BD-EB4E-6015-A746-93D36CC82B2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05118" y="5299450"/>
                  <a:ext cx="1813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7BB09E9-DA09-4055-9DC9-DA3C44D3D2C1}"/>
                    </a:ext>
                  </a:extLst>
                </p14:cNvPr>
                <p14:cNvContentPartPr/>
                <p14:nvPr/>
              </p14:nvContentPartPr>
              <p14:xfrm>
                <a:off x="8391318" y="4643170"/>
                <a:ext cx="177120" cy="18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7BB09E9-DA09-4055-9DC9-DA3C44D3D2C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73678" y="4625530"/>
                  <a:ext cx="212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2FA11ED-DE01-09A9-3F84-A361550259F7}"/>
                    </a:ext>
                  </a:extLst>
                </p14:cNvPr>
                <p14:cNvContentPartPr/>
                <p14:nvPr/>
              </p14:nvContentPartPr>
              <p14:xfrm>
                <a:off x="8655558" y="4737490"/>
                <a:ext cx="97920" cy="15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2FA11ED-DE01-09A9-3F84-A361550259F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37918" y="4719490"/>
                  <a:ext cx="133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BBDBE47-34C2-6C87-3115-1514337904A4}"/>
                    </a:ext>
                  </a:extLst>
                </p14:cNvPr>
                <p14:cNvContentPartPr/>
                <p14:nvPr/>
              </p14:nvContentPartPr>
              <p14:xfrm>
                <a:off x="8660598" y="4715890"/>
                <a:ext cx="30672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BBDBE47-34C2-6C87-3115-1514337904A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42958" y="4697890"/>
                  <a:ext cx="3423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37278BC-9977-A009-9D2F-0A81703C36CF}"/>
              </a:ext>
            </a:extLst>
          </p:cNvPr>
          <p:cNvGrpSpPr/>
          <p:nvPr/>
        </p:nvGrpSpPr>
        <p:grpSpPr>
          <a:xfrm>
            <a:off x="8742318" y="3462010"/>
            <a:ext cx="501120" cy="298440"/>
            <a:chOff x="8742318" y="3462010"/>
            <a:chExt cx="50112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0C531A2-9CAE-0ECD-ACD1-D9FFF0A94BE3}"/>
                    </a:ext>
                  </a:extLst>
                </p14:cNvPr>
                <p14:cNvContentPartPr/>
                <p14:nvPr/>
              </p14:nvContentPartPr>
              <p14:xfrm>
                <a:off x="8789118" y="3544810"/>
                <a:ext cx="72360" cy="21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0C531A2-9CAE-0ECD-ACD1-D9FFF0A94BE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771478" y="3527170"/>
                  <a:ext cx="108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CDFFDF-3C43-6769-9363-2E91A856A230}"/>
                    </a:ext>
                  </a:extLst>
                </p14:cNvPr>
                <p14:cNvContentPartPr/>
                <p14:nvPr/>
              </p14:nvContentPartPr>
              <p14:xfrm>
                <a:off x="8742318" y="3462010"/>
                <a:ext cx="135720" cy="201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CDFFDF-3C43-6769-9363-2E91A856A23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24318" y="3444010"/>
                  <a:ext cx="171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693425-CF34-54E1-BDD5-80F5D6DB58AE}"/>
                    </a:ext>
                  </a:extLst>
                </p14:cNvPr>
                <p14:cNvContentPartPr/>
                <p14:nvPr/>
              </p14:nvContentPartPr>
              <p14:xfrm>
                <a:off x="8986398" y="3537250"/>
                <a:ext cx="78840" cy="21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693425-CF34-54E1-BDD5-80F5D6DB58A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68398" y="3519250"/>
                  <a:ext cx="114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D065BD2-9EB4-CC15-915D-86A8E5A54D93}"/>
                    </a:ext>
                  </a:extLst>
                </p14:cNvPr>
                <p14:cNvContentPartPr/>
                <p14:nvPr/>
              </p14:nvContentPartPr>
              <p14:xfrm>
                <a:off x="8980998" y="3552010"/>
                <a:ext cx="262440" cy="140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D065BD2-9EB4-CC15-915D-86A8E5A54D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62998" y="3534010"/>
                  <a:ext cx="2980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AAF71FF-0E05-51CD-B4BC-8FA9BF650F20}"/>
              </a:ext>
            </a:extLst>
          </p:cNvPr>
          <p:cNvGrpSpPr/>
          <p:nvPr/>
        </p:nvGrpSpPr>
        <p:grpSpPr>
          <a:xfrm>
            <a:off x="9562758" y="3945130"/>
            <a:ext cx="1164960" cy="155520"/>
            <a:chOff x="9562758" y="3945130"/>
            <a:chExt cx="116496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325AACB-C26B-828C-9131-46BE09E0BE5B}"/>
                    </a:ext>
                  </a:extLst>
                </p14:cNvPr>
                <p14:cNvContentPartPr/>
                <p14:nvPr/>
              </p14:nvContentPartPr>
              <p14:xfrm>
                <a:off x="9562758" y="3945130"/>
                <a:ext cx="8352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325AACB-C26B-828C-9131-46BE09E0BE5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4758" y="3927130"/>
                  <a:ext cx="119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5E2753-005B-E7FA-B867-382E0CE37331}"/>
                    </a:ext>
                  </a:extLst>
                </p14:cNvPr>
                <p14:cNvContentPartPr/>
                <p14:nvPr/>
              </p14:nvContentPartPr>
              <p14:xfrm>
                <a:off x="9634758" y="3995170"/>
                <a:ext cx="1092960" cy="5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5E2753-005B-E7FA-B867-382E0CE373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17118" y="3977530"/>
                  <a:ext cx="11286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EA9206B-1E68-F2EA-56C4-40B4492C81F7}"/>
              </a:ext>
            </a:extLst>
          </p:cNvPr>
          <p:cNvGrpSpPr/>
          <p:nvPr/>
        </p:nvGrpSpPr>
        <p:grpSpPr>
          <a:xfrm>
            <a:off x="9638718" y="5260930"/>
            <a:ext cx="1159920" cy="189720"/>
            <a:chOff x="9638718" y="5260930"/>
            <a:chExt cx="1159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08862C-BAC6-58BA-F611-BA4FDA23A94F}"/>
                    </a:ext>
                  </a:extLst>
                </p14:cNvPr>
                <p14:cNvContentPartPr/>
                <p14:nvPr/>
              </p14:nvContentPartPr>
              <p14:xfrm>
                <a:off x="9638718" y="5326810"/>
                <a:ext cx="111960" cy="12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08862C-BAC6-58BA-F611-BA4FDA23A9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21078" y="5308810"/>
                  <a:ext cx="147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8ACAA75-35F0-EBA8-F08B-EE0844DA4813}"/>
                    </a:ext>
                  </a:extLst>
                </p14:cNvPr>
                <p14:cNvContentPartPr/>
                <p14:nvPr/>
              </p14:nvContentPartPr>
              <p14:xfrm>
                <a:off x="9702438" y="5295130"/>
                <a:ext cx="103860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8ACAA75-35F0-EBA8-F08B-EE0844DA48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684798" y="5277130"/>
                  <a:ext cx="1074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EADB203-0948-B9B7-28E5-41BE6EED9CD5}"/>
                    </a:ext>
                  </a:extLst>
                </p14:cNvPr>
                <p14:cNvContentPartPr/>
                <p14:nvPr/>
              </p14:nvContentPartPr>
              <p14:xfrm>
                <a:off x="10739958" y="5260930"/>
                <a:ext cx="58680" cy="7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EADB203-0948-B9B7-28E5-41BE6EED9CD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21958" y="524329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BC0610C-1291-AF57-575D-5BA4979FD706}"/>
              </a:ext>
            </a:extLst>
          </p:cNvPr>
          <p:cNvGrpSpPr/>
          <p:nvPr/>
        </p:nvGrpSpPr>
        <p:grpSpPr>
          <a:xfrm>
            <a:off x="10625118" y="4442290"/>
            <a:ext cx="860760" cy="296280"/>
            <a:chOff x="10625118" y="4442290"/>
            <a:chExt cx="860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309542B-82FA-AF4D-7E55-6E18CC8F92FE}"/>
                    </a:ext>
                  </a:extLst>
                </p14:cNvPr>
                <p14:cNvContentPartPr/>
                <p14:nvPr/>
              </p14:nvContentPartPr>
              <p14:xfrm>
                <a:off x="10625118" y="4482970"/>
                <a:ext cx="17316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309542B-82FA-AF4D-7E55-6E18CC8F92F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07118" y="4464970"/>
                  <a:ext cx="20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A86FFA9-2822-71AC-210E-816BECD83C6F}"/>
                    </a:ext>
                  </a:extLst>
                </p14:cNvPr>
                <p14:cNvContentPartPr/>
                <p14:nvPr/>
              </p14:nvContentPartPr>
              <p14:xfrm>
                <a:off x="10877118" y="4575130"/>
                <a:ext cx="155160" cy="11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A86FFA9-2822-71AC-210E-816BECD83C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59478" y="4557490"/>
                  <a:ext cx="19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6B48118-6E10-4F11-FA6D-B9111434589B}"/>
                    </a:ext>
                  </a:extLst>
                </p14:cNvPr>
                <p14:cNvContentPartPr/>
                <p14:nvPr/>
              </p14:nvContentPartPr>
              <p14:xfrm>
                <a:off x="11100678" y="4516810"/>
                <a:ext cx="172440" cy="16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6B48118-6E10-4F11-FA6D-B9111434589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82678" y="4498810"/>
                  <a:ext cx="20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E356A08-6407-1816-5D1A-8F4645143AAB}"/>
                    </a:ext>
                  </a:extLst>
                </p14:cNvPr>
                <p14:cNvContentPartPr/>
                <p14:nvPr/>
              </p14:nvContentPartPr>
              <p14:xfrm>
                <a:off x="11329998" y="4442290"/>
                <a:ext cx="155880" cy="242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E356A08-6407-1816-5D1A-8F4645143AA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11998" y="442429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0C810A4-2F08-A9C1-C0F4-AB1AFDC38750}"/>
                  </a:ext>
                </a:extLst>
              </p14:cNvPr>
              <p14:cNvContentPartPr/>
              <p14:nvPr/>
            </p14:nvContentPartPr>
            <p14:xfrm>
              <a:off x="10681638" y="4008490"/>
              <a:ext cx="68760" cy="10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0C810A4-2F08-A9C1-C0F4-AB1AFDC3875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663638" y="3990490"/>
                <a:ext cx="10440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69A8EF9-19C9-B480-F71B-31C998BDD492}"/>
              </a:ext>
            </a:extLst>
          </p:cNvPr>
          <p:cNvGrpSpPr/>
          <p:nvPr/>
        </p:nvGrpSpPr>
        <p:grpSpPr>
          <a:xfrm>
            <a:off x="8458638" y="1595410"/>
            <a:ext cx="320760" cy="293040"/>
            <a:chOff x="8458638" y="1595410"/>
            <a:chExt cx="3207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F685DD6-A749-5313-DCD9-613FD033DC54}"/>
                    </a:ext>
                  </a:extLst>
                </p14:cNvPr>
                <p14:cNvContentPartPr/>
                <p14:nvPr/>
              </p14:nvContentPartPr>
              <p14:xfrm>
                <a:off x="8525958" y="1595410"/>
                <a:ext cx="439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F685DD6-A749-5313-DCD9-613FD033DC5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08318" y="1577770"/>
                  <a:ext cx="79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6B3CAC1-22D0-09D0-5330-CB06A5923C50}"/>
                    </a:ext>
                  </a:extLst>
                </p14:cNvPr>
                <p14:cNvContentPartPr/>
                <p14:nvPr/>
              </p14:nvContentPartPr>
              <p14:xfrm>
                <a:off x="8458638" y="1614850"/>
                <a:ext cx="196560" cy="15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6B3CAC1-22D0-09D0-5330-CB06A5923C5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40998" y="1596850"/>
                  <a:ext cx="232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A35A88E-2AD2-DFE3-1AE8-A978803383C8}"/>
                    </a:ext>
                  </a:extLst>
                </p14:cNvPr>
                <p14:cNvContentPartPr/>
                <p14:nvPr/>
              </p14:nvContentPartPr>
              <p14:xfrm>
                <a:off x="8741238" y="1691890"/>
                <a:ext cx="38160" cy="196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A35A88E-2AD2-DFE3-1AE8-A978803383C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723238" y="1674250"/>
                  <a:ext cx="73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EAE2261-5FF9-BD5A-BEA8-95FF0FC475CC}"/>
              </a:ext>
            </a:extLst>
          </p:cNvPr>
          <p:cNvGrpSpPr/>
          <p:nvPr/>
        </p:nvGrpSpPr>
        <p:grpSpPr>
          <a:xfrm>
            <a:off x="8553678" y="2349250"/>
            <a:ext cx="310320" cy="289080"/>
            <a:chOff x="8553678" y="2349250"/>
            <a:chExt cx="310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D5C6FFF-F43B-C4C8-1E39-CA3CB0673CEE}"/>
                    </a:ext>
                  </a:extLst>
                </p14:cNvPr>
                <p14:cNvContentPartPr/>
                <p14:nvPr/>
              </p14:nvContentPartPr>
              <p14:xfrm>
                <a:off x="8553678" y="2349250"/>
                <a:ext cx="150120" cy="289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D5C6FFF-F43B-C4C8-1E39-CA3CB0673CE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36038" y="2331250"/>
                  <a:ext cx="1857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74BFB9-6FA7-5388-B1F4-1622D9294B0B}"/>
                    </a:ext>
                  </a:extLst>
                </p14:cNvPr>
                <p14:cNvContentPartPr/>
                <p14:nvPr/>
              </p14:nvContentPartPr>
              <p14:xfrm>
                <a:off x="8740518" y="2497930"/>
                <a:ext cx="123480" cy="11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74BFB9-6FA7-5388-B1F4-1622D9294B0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22518" y="2480290"/>
                  <a:ext cx="1591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69A24DE-CED6-C061-9062-D0DF7952BC77}"/>
              </a:ext>
            </a:extLst>
          </p:cNvPr>
          <p:cNvGrpSpPr/>
          <p:nvPr/>
        </p:nvGrpSpPr>
        <p:grpSpPr>
          <a:xfrm>
            <a:off x="6878238" y="5877970"/>
            <a:ext cx="2354400" cy="645480"/>
            <a:chOff x="6878238" y="5877970"/>
            <a:chExt cx="23544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4C04881-BD16-AE87-C363-AE6913F6D5EB}"/>
                    </a:ext>
                  </a:extLst>
                </p14:cNvPr>
                <p14:cNvContentPartPr/>
                <p14:nvPr/>
              </p14:nvContentPartPr>
              <p14:xfrm>
                <a:off x="7462878" y="6079210"/>
                <a:ext cx="22320" cy="326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4C04881-BD16-AE87-C363-AE6913F6D5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45238" y="6061570"/>
                  <a:ext cx="579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00BEFD-A16E-55D4-8E17-74CC77C1E831}"/>
                    </a:ext>
                  </a:extLst>
                </p14:cNvPr>
                <p14:cNvContentPartPr/>
                <p14:nvPr/>
              </p14:nvContentPartPr>
              <p14:xfrm>
                <a:off x="7466118" y="6076330"/>
                <a:ext cx="171000" cy="240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00BEFD-A16E-55D4-8E17-74CC77C1E83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48478" y="6058330"/>
                  <a:ext cx="206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430BFD9-6280-F055-73BD-29E4C17282E2}"/>
                    </a:ext>
                  </a:extLst>
                </p14:cNvPr>
                <p14:cNvContentPartPr/>
                <p14:nvPr/>
              </p14:nvContentPartPr>
              <p14:xfrm>
                <a:off x="7720278" y="6311770"/>
                <a:ext cx="116280" cy="21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430BFD9-6280-F055-73BD-29E4C17282E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02278" y="6293770"/>
                  <a:ext cx="151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2156127-415B-8328-2801-82FB3D4B7985}"/>
                    </a:ext>
                  </a:extLst>
                </p14:cNvPr>
                <p14:cNvContentPartPr/>
                <p14:nvPr/>
              </p14:nvContentPartPr>
              <p14:xfrm>
                <a:off x="6878238" y="5877970"/>
                <a:ext cx="230040" cy="36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2156127-415B-8328-2801-82FB3D4B798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60598" y="5860330"/>
                  <a:ext cx="2656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7BC4422-E874-2DF2-5DC4-5C688AC8E158}"/>
                    </a:ext>
                  </a:extLst>
                </p14:cNvPr>
                <p14:cNvContentPartPr/>
                <p14:nvPr/>
              </p14:nvContentPartPr>
              <p14:xfrm>
                <a:off x="7860678" y="6145090"/>
                <a:ext cx="6444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7BC4422-E874-2DF2-5DC4-5C688AC8E15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43038" y="6127090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402AEE-1EF6-54AE-AB47-9B16E90EA4C7}"/>
                    </a:ext>
                  </a:extLst>
                </p14:cNvPr>
                <p14:cNvContentPartPr/>
                <p14:nvPr/>
              </p14:nvContentPartPr>
              <p14:xfrm>
                <a:off x="7963278" y="6217810"/>
                <a:ext cx="59400" cy="2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402AEE-1EF6-54AE-AB47-9B16E90EA4C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45278" y="6199810"/>
                  <a:ext cx="95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BF3820-84D3-B2D7-4703-3369BDF28B18}"/>
                    </a:ext>
                  </a:extLst>
                </p14:cNvPr>
                <p14:cNvContentPartPr/>
                <p14:nvPr/>
              </p14:nvContentPartPr>
              <p14:xfrm>
                <a:off x="8379798" y="6055810"/>
                <a:ext cx="852840" cy="110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BF3820-84D3-B2D7-4703-3369BDF28B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61798" y="6037810"/>
                  <a:ext cx="888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3335343-C14E-7B56-1994-7EB4BF9F151B}"/>
              </a:ext>
            </a:extLst>
          </p:cNvPr>
          <p:cNvGrpSpPr/>
          <p:nvPr/>
        </p:nvGrpSpPr>
        <p:grpSpPr>
          <a:xfrm>
            <a:off x="8647278" y="6341290"/>
            <a:ext cx="147600" cy="260640"/>
            <a:chOff x="8647278" y="6341290"/>
            <a:chExt cx="147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C87CF19-FBB8-7CB8-2036-C9A65C880683}"/>
                    </a:ext>
                  </a:extLst>
                </p14:cNvPr>
                <p14:cNvContentPartPr/>
                <p14:nvPr/>
              </p14:nvContentPartPr>
              <p14:xfrm>
                <a:off x="8654838" y="6341290"/>
                <a:ext cx="140040" cy="15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C87CF19-FBB8-7CB8-2036-C9A65C88068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37198" y="6323650"/>
                  <a:ext cx="175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13ED32A-AB52-DBCB-C686-557729A08FEC}"/>
                    </a:ext>
                  </a:extLst>
                </p14:cNvPr>
                <p14:cNvContentPartPr/>
                <p14:nvPr/>
              </p14:nvContentPartPr>
              <p14:xfrm>
                <a:off x="8647278" y="6369010"/>
                <a:ext cx="9684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13ED32A-AB52-DBCB-C686-557729A08FE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29638" y="6351370"/>
                  <a:ext cx="1324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3B290C9-FC6F-1A90-DD6A-D1FB41480AD8}"/>
              </a:ext>
            </a:extLst>
          </p:cNvPr>
          <p:cNvGrpSpPr/>
          <p:nvPr/>
        </p:nvGrpSpPr>
        <p:grpSpPr>
          <a:xfrm>
            <a:off x="8620638" y="5685730"/>
            <a:ext cx="1909080" cy="470880"/>
            <a:chOff x="8620638" y="5685730"/>
            <a:chExt cx="1909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1842788-202D-5B40-9466-42A8E8BD2577}"/>
                    </a:ext>
                  </a:extLst>
                </p14:cNvPr>
                <p14:cNvContentPartPr/>
                <p14:nvPr/>
              </p14:nvContentPartPr>
              <p14:xfrm>
                <a:off x="8620638" y="5761690"/>
                <a:ext cx="18756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1842788-202D-5B40-9466-42A8E8BD257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602638" y="5744050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4F3D84-8AE3-11FC-BDD3-CAA9D970075F}"/>
                    </a:ext>
                  </a:extLst>
                </p14:cNvPr>
                <p14:cNvContentPartPr/>
                <p14:nvPr/>
              </p14:nvContentPartPr>
              <p14:xfrm>
                <a:off x="8760318" y="5824690"/>
                <a:ext cx="25920" cy="22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4F3D84-8AE3-11FC-BDD3-CAA9D97007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742678" y="5807050"/>
                  <a:ext cx="61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96E827-3AB9-6984-DCE2-6E95B910C789}"/>
                    </a:ext>
                  </a:extLst>
                </p14:cNvPr>
                <p14:cNvContentPartPr/>
                <p14:nvPr/>
              </p14:nvContentPartPr>
              <p14:xfrm>
                <a:off x="8985318" y="5871850"/>
                <a:ext cx="1044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96E827-3AB9-6984-DCE2-6E95B910C78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967318" y="5853850"/>
                  <a:ext cx="46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F46844-014F-9D9B-AD3A-4F13ABBA0688}"/>
                    </a:ext>
                  </a:extLst>
                </p14:cNvPr>
                <p14:cNvContentPartPr/>
                <p14:nvPr/>
              </p14:nvContentPartPr>
              <p14:xfrm>
                <a:off x="9116358" y="5749810"/>
                <a:ext cx="68040" cy="225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F46844-014F-9D9B-AD3A-4F13ABBA068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98358" y="5731810"/>
                  <a:ext cx="103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62F9ACF-1948-E180-4088-AF7B5DF0827B}"/>
                    </a:ext>
                  </a:extLst>
                </p14:cNvPr>
                <p14:cNvContentPartPr/>
                <p14:nvPr/>
              </p14:nvContentPartPr>
              <p14:xfrm>
                <a:off x="9228318" y="5685730"/>
                <a:ext cx="118800" cy="21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62F9ACF-1948-E180-4088-AF7B5DF0827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10318" y="5668090"/>
                  <a:ext cx="15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0783819-01A6-BC23-4705-CF89FF6AFD6A}"/>
                    </a:ext>
                  </a:extLst>
                </p14:cNvPr>
                <p14:cNvContentPartPr/>
                <p14:nvPr/>
              </p14:nvContentPartPr>
              <p14:xfrm>
                <a:off x="9488238" y="5961130"/>
                <a:ext cx="98280" cy="180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0783819-01A6-BC23-4705-CF89FF6AFD6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70238" y="5943130"/>
                  <a:ext cx="133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0526513-E6D3-2DA6-B461-BD05F8CDB34E}"/>
                    </a:ext>
                  </a:extLst>
                </p14:cNvPr>
                <p14:cNvContentPartPr/>
                <p14:nvPr/>
              </p14:nvContentPartPr>
              <p14:xfrm>
                <a:off x="9734838" y="6045370"/>
                <a:ext cx="309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0526513-E6D3-2DA6-B461-BD05F8CDB34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716838" y="6027370"/>
                  <a:ext cx="66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040162D-7749-1292-B642-4F49A320536A}"/>
                    </a:ext>
                  </a:extLst>
                </p14:cNvPr>
                <p14:cNvContentPartPr/>
                <p14:nvPr/>
              </p14:nvContentPartPr>
              <p14:xfrm>
                <a:off x="9809358" y="6073450"/>
                <a:ext cx="43920" cy="19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040162D-7749-1292-B642-4F49A320536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791718" y="6055810"/>
                  <a:ext cx="79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150273E-A309-9BEF-13EE-018D39D4DE97}"/>
                    </a:ext>
                  </a:extLst>
                </p14:cNvPr>
                <p14:cNvContentPartPr/>
                <p14:nvPr/>
              </p14:nvContentPartPr>
              <p14:xfrm>
                <a:off x="10040838" y="5866090"/>
                <a:ext cx="189720" cy="290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150273E-A309-9BEF-13EE-018D39D4DE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023198" y="5848450"/>
                  <a:ext cx="2253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5CE3251-266F-9AA2-2594-6822420128B9}"/>
                    </a:ext>
                  </a:extLst>
                </p14:cNvPr>
                <p14:cNvContentPartPr/>
                <p14:nvPr/>
              </p14:nvContentPartPr>
              <p14:xfrm>
                <a:off x="10356558" y="5854930"/>
                <a:ext cx="173160" cy="22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5CE3251-266F-9AA2-2594-6822420128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38558" y="5836930"/>
                  <a:ext cx="2088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E7802A8-5623-AC78-85DF-44B6538653AF}"/>
              </a:ext>
            </a:extLst>
          </p:cNvPr>
          <p:cNvGrpSpPr/>
          <p:nvPr/>
        </p:nvGrpSpPr>
        <p:grpSpPr>
          <a:xfrm>
            <a:off x="7378998" y="4479370"/>
            <a:ext cx="411120" cy="322560"/>
            <a:chOff x="7378998" y="4479370"/>
            <a:chExt cx="4111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8560520-97D2-1CCA-3BDC-290B276AFB76}"/>
                    </a:ext>
                  </a:extLst>
                </p14:cNvPr>
                <p14:cNvContentPartPr/>
                <p14:nvPr/>
              </p14:nvContentPartPr>
              <p14:xfrm>
                <a:off x="7378998" y="4524730"/>
                <a:ext cx="213480" cy="27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8560520-97D2-1CCA-3BDC-290B276AFB7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360998" y="4506730"/>
                  <a:ext cx="24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B6D3C6F-07D0-6FA7-20C8-E42DD88E29C1}"/>
                    </a:ext>
                  </a:extLst>
                </p14:cNvPr>
                <p14:cNvContentPartPr/>
                <p14:nvPr/>
              </p14:nvContentPartPr>
              <p14:xfrm>
                <a:off x="7670238" y="4479370"/>
                <a:ext cx="119880" cy="203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B6D3C6F-07D0-6FA7-20C8-E42DD88E29C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652238" y="4461730"/>
                  <a:ext cx="155520" cy="23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5170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9CB5-7013-FE62-2F51-EAF26E8D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583-49EA-69F1-C567-D40CEE7A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DF40-170C-1372-72B5-3177C279F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384B6BE-8F97-0059-FA96-0D905CFDC2F7}"/>
              </a:ext>
            </a:extLst>
          </p:cNvPr>
          <p:cNvGrpSpPr/>
          <p:nvPr/>
        </p:nvGrpSpPr>
        <p:grpSpPr>
          <a:xfrm>
            <a:off x="7283958" y="972610"/>
            <a:ext cx="2534760" cy="2183400"/>
            <a:chOff x="7283958" y="972610"/>
            <a:chExt cx="25347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1D8069C-BF3B-2C5D-CC06-F5F6B9587027}"/>
                    </a:ext>
                  </a:extLst>
                </p14:cNvPr>
                <p14:cNvContentPartPr/>
                <p14:nvPr/>
              </p14:nvContentPartPr>
              <p14:xfrm>
                <a:off x="7828278" y="972610"/>
                <a:ext cx="92520" cy="10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1D8069C-BF3B-2C5D-CC06-F5F6B95870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10278" y="954610"/>
                  <a:ext cx="128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EDF586-EED3-1B56-D0DA-53CA6CA55EE9}"/>
                    </a:ext>
                  </a:extLst>
                </p14:cNvPr>
                <p14:cNvContentPartPr/>
                <p14:nvPr/>
              </p14:nvContentPartPr>
              <p14:xfrm>
                <a:off x="7513638" y="1991410"/>
                <a:ext cx="648000" cy="68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EDF586-EED3-1B56-D0DA-53CA6CA55E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95638" y="1973504"/>
                  <a:ext cx="683640" cy="104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D253E4-B0B5-F0DA-7E10-FF7CDC5B4E8B}"/>
                    </a:ext>
                  </a:extLst>
                </p14:cNvPr>
                <p14:cNvContentPartPr/>
                <p14:nvPr/>
              </p14:nvContentPartPr>
              <p14:xfrm>
                <a:off x="7777158" y="2194450"/>
                <a:ext cx="201960" cy="23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D253E4-B0B5-F0DA-7E10-FF7CDC5B4E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59158" y="2176450"/>
                  <a:ext cx="23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007D908-99E7-7FD8-84E6-006AD8C5C01B}"/>
                    </a:ext>
                  </a:extLst>
                </p14:cNvPr>
                <p14:cNvContentPartPr/>
                <p14:nvPr/>
              </p14:nvContentPartPr>
              <p14:xfrm>
                <a:off x="7903518" y="2187610"/>
                <a:ext cx="21240" cy="54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007D908-99E7-7FD8-84E6-006AD8C5C0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5208" y="2169610"/>
                  <a:ext cx="57494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88D981-71A2-2BE0-604E-46882C1BE917}"/>
                    </a:ext>
                  </a:extLst>
                </p14:cNvPr>
                <p14:cNvContentPartPr/>
                <p14:nvPr/>
              </p14:nvContentPartPr>
              <p14:xfrm>
                <a:off x="7904238" y="1000330"/>
                <a:ext cx="116172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88D981-71A2-2BE0-604E-46882C1BE9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6232" y="982155"/>
                  <a:ext cx="1197371" cy="734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8FF990-1776-ECF0-A154-A7DFF2D17597}"/>
                    </a:ext>
                  </a:extLst>
                </p14:cNvPr>
                <p14:cNvContentPartPr/>
                <p14:nvPr/>
              </p14:nvContentPartPr>
              <p14:xfrm>
                <a:off x="9041478" y="999250"/>
                <a:ext cx="32400" cy="50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8FF990-1776-ECF0-A154-A7DFF2D175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23478" y="981250"/>
                  <a:ext cx="68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6667AA-D17E-CE6D-A07D-C0755D8F2A47}"/>
                    </a:ext>
                  </a:extLst>
                </p14:cNvPr>
                <p14:cNvContentPartPr/>
                <p14:nvPr/>
              </p14:nvContentPartPr>
              <p14:xfrm>
                <a:off x="8933838" y="1496410"/>
                <a:ext cx="145080" cy="27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6667AA-D17E-CE6D-A07D-C0755D8F2A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15838" y="1478386"/>
                  <a:ext cx="180720" cy="3082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8253FCA-77CA-94EC-EB6C-2DD52A0DA923}"/>
                    </a:ext>
                  </a:extLst>
                </p14:cNvPr>
                <p14:cNvContentPartPr/>
                <p14:nvPr/>
              </p14:nvContentPartPr>
              <p14:xfrm>
                <a:off x="9042198" y="1751290"/>
                <a:ext cx="44280" cy="48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8253FCA-77CA-94EC-EB6C-2DD52A0DA9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24198" y="1733290"/>
                  <a:ext cx="799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5A9CE8-49F8-785F-F725-71F80EAE79B2}"/>
                    </a:ext>
                  </a:extLst>
                </p14:cNvPr>
                <p14:cNvContentPartPr/>
                <p14:nvPr/>
              </p14:nvContentPartPr>
              <p14:xfrm>
                <a:off x="9046878" y="2336650"/>
                <a:ext cx="99720" cy="29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5A9CE8-49F8-785F-F725-71F80EAE79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28878" y="2318650"/>
                  <a:ext cx="135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A2940D1-A5DC-758F-961D-C28DD68A0E67}"/>
                    </a:ext>
                  </a:extLst>
                </p14:cNvPr>
                <p14:cNvContentPartPr/>
                <p14:nvPr/>
              </p14:nvContentPartPr>
              <p14:xfrm>
                <a:off x="7883358" y="2608090"/>
                <a:ext cx="1294200" cy="44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A2940D1-A5DC-758F-961D-C28DD68A0E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65358" y="2590090"/>
                  <a:ext cx="13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110450-D48D-52BF-3989-ADD8D638E67C}"/>
                    </a:ext>
                  </a:extLst>
                </p14:cNvPr>
                <p14:cNvContentPartPr/>
                <p14:nvPr/>
              </p14:nvContentPartPr>
              <p14:xfrm>
                <a:off x="7868958" y="2732650"/>
                <a:ext cx="50760" cy="42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110450-D48D-52BF-3989-ADD8D638E6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51085" y="2714650"/>
                  <a:ext cx="86149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F5CD21-A5B0-6566-2CF0-6BF078BE917E}"/>
                    </a:ext>
                  </a:extLst>
                </p14:cNvPr>
                <p14:cNvContentPartPr/>
                <p14:nvPr/>
              </p14:nvContentPartPr>
              <p14:xfrm>
                <a:off x="7283958" y="1623490"/>
                <a:ext cx="114840" cy="30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F5CD21-A5B0-6566-2CF0-6BF078BE91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66014" y="1605490"/>
                  <a:ext cx="150369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AE9ADF-E851-F09E-CCB1-413BE944EDD9}"/>
                    </a:ext>
                  </a:extLst>
                </p14:cNvPr>
                <p14:cNvContentPartPr/>
                <p14:nvPr/>
              </p14:nvContentPartPr>
              <p14:xfrm>
                <a:off x="7406718" y="1585690"/>
                <a:ext cx="120600" cy="195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AE9ADF-E851-F09E-CCB1-413BE944ED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88718" y="1567657"/>
                  <a:ext cx="156240" cy="2315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9556E30-1750-F270-489D-791EB194C73B}"/>
                    </a:ext>
                  </a:extLst>
                </p14:cNvPr>
                <p14:cNvContentPartPr/>
                <p14:nvPr/>
              </p14:nvContentPartPr>
              <p14:xfrm>
                <a:off x="7499958" y="1411450"/>
                <a:ext cx="170640" cy="20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9556E30-1750-F270-489D-791EB194C7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81996" y="1393450"/>
                  <a:ext cx="206205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127D5D-5FE7-6701-0C50-214FB2DA4AF9}"/>
                    </a:ext>
                  </a:extLst>
                </p14:cNvPr>
                <p14:cNvContentPartPr/>
                <p14:nvPr/>
              </p14:nvContentPartPr>
              <p14:xfrm>
                <a:off x="9260718" y="1460770"/>
                <a:ext cx="60480" cy="21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127D5D-5FE7-6701-0C50-214FB2DA4A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42825" y="1442770"/>
                  <a:ext cx="95909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7149B1-6274-7016-8CED-619D36978521}"/>
                    </a:ext>
                  </a:extLst>
                </p14:cNvPr>
                <p14:cNvContentPartPr/>
                <p14:nvPr/>
              </p14:nvContentPartPr>
              <p14:xfrm>
                <a:off x="9447558" y="1420450"/>
                <a:ext cx="114120" cy="22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7149B1-6274-7016-8CED-619D369785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29558" y="1402450"/>
                  <a:ext cx="149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AC1A550-FA65-77CC-0791-C16EDF6C101C}"/>
                    </a:ext>
                  </a:extLst>
                </p14:cNvPr>
                <p14:cNvContentPartPr/>
                <p14:nvPr/>
              </p14:nvContentPartPr>
              <p14:xfrm>
                <a:off x="9505878" y="1433050"/>
                <a:ext cx="156240" cy="105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AC1A550-FA65-77CC-0791-C16EDF6C10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87878" y="1415050"/>
                  <a:ext cx="191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679EC9-D7F3-B3B2-DACF-EFEFC278B1CD}"/>
                    </a:ext>
                  </a:extLst>
                </p14:cNvPr>
                <p14:cNvContentPartPr/>
                <p14:nvPr/>
              </p14:nvContentPartPr>
              <p14:xfrm>
                <a:off x="9329118" y="2312170"/>
                <a:ext cx="176400" cy="21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679EC9-D7F3-B3B2-DACF-EFEFC278B1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11118" y="2294170"/>
                  <a:ext cx="212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B64EB10-2866-2D07-378A-BCAEEB11C6B5}"/>
                    </a:ext>
                  </a:extLst>
                </p14:cNvPr>
                <p14:cNvContentPartPr/>
                <p14:nvPr/>
              </p14:nvContentPartPr>
              <p14:xfrm>
                <a:off x="9477438" y="2370490"/>
                <a:ext cx="4392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B64EB10-2866-2D07-378A-BCAEEB11C6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59289" y="2352490"/>
                  <a:ext cx="79855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EACE74-E20D-49CC-7D55-C0E6DC2C41AA}"/>
                    </a:ext>
                  </a:extLst>
                </p14:cNvPr>
                <p14:cNvContentPartPr/>
                <p14:nvPr/>
              </p14:nvContentPartPr>
              <p14:xfrm>
                <a:off x="9645918" y="2358610"/>
                <a:ext cx="37440" cy="17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EACE74-E20D-49CC-7D55-C0E6DC2C41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27918" y="2340574"/>
                  <a:ext cx="73080" cy="214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DC18A7E-6621-BAD3-0FC9-D48B31B043B5}"/>
                    </a:ext>
                  </a:extLst>
                </p14:cNvPr>
                <p14:cNvContentPartPr/>
                <p14:nvPr/>
              </p14:nvContentPartPr>
              <p14:xfrm>
                <a:off x="9702798" y="2369410"/>
                <a:ext cx="11592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DC18A7E-6621-BAD3-0FC9-D48B31B043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4798" y="2351410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93279D0-D6A9-F051-BF2B-1112D59833F3}"/>
              </a:ext>
            </a:extLst>
          </p:cNvPr>
          <p:cNvGrpSpPr/>
          <p:nvPr/>
        </p:nvGrpSpPr>
        <p:grpSpPr>
          <a:xfrm>
            <a:off x="8991078" y="1947490"/>
            <a:ext cx="1569240" cy="106200"/>
            <a:chOff x="8991078" y="1947490"/>
            <a:chExt cx="1569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E86AAC8-8D0E-3708-72AA-5F528204A079}"/>
                    </a:ext>
                  </a:extLst>
                </p14:cNvPr>
                <p14:cNvContentPartPr/>
                <p14:nvPr/>
              </p14:nvContentPartPr>
              <p14:xfrm>
                <a:off x="8991078" y="1947490"/>
                <a:ext cx="12816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E86AAC8-8D0E-3708-72AA-5F528204A0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73078" y="1929490"/>
                  <a:ext cx="16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C637ED-94A0-D9C8-7A26-2D468EC04CB9}"/>
                    </a:ext>
                  </a:extLst>
                </p14:cNvPr>
                <p14:cNvContentPartPr/>
                <p14:nvPr/>
              </p14:nvContentPartPr>
              <p14:xfrm>
                <a:off x="9075678" y="1973050"/>
                <a:ext cx="1484640" cy="4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C637ED-94A0-D9C8-7A26-2D468EC04C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7678" y="1955050"/>
                  <a:ext cx="1520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C026915-861C-8F55-B8B6-DC85E8797AC5}"/>
                  </a:ext>
                </a:extLst>
              </p14:cNvPr>
              <p14:cNvContentPartPr/>
              <p14:nvPr/>
            </p14:nvContentPartPr>
            <p14:xfrm>
              <a:off x="9129678" y="3009490"/>
              <a:ext cx="1412640" cy="583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C026915-861C-8F55-B8B6-DC85E8797AC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11678" y="2991490"/>
                <a:ext cx="1448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780A94A-8701-336F-E475-438D18203F29}"/>
              </a:ext>
            </a:extLst>
          </p:cNvPr>
          <p:cNvGrpSpPr/>
          <p:nvPr/>
        </p:nvGrpSpPr>
        <p:grpSpPr>
          <a:xfrm>
            <a:off x="10465278" y="3008770"/>
            <a:ext cx="97560" cy="136080"/>
            <a:chOff x="10465278" y="3008770"/>
            <a:chExt cx="975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C43A75-6F82-79DB-90C2-89F74297230A}"/>
                    </a:ext>
                  </a:extLst>
                </p14:cNvPr>
                <p14:cNvContentPartPr/>
                <p14:nvPr/>
              </p14:nvContentPartPr>
              <p14:xfrm>
                <a:off x="10516758" y="3128290"/>
                <a:ext cx="26640" cy="1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C43A75-6F82-79DB-90C2-89F7429723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98758" y="3110673"/>
                  <a:ext cx="62280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1FE3FC-6B38-2CE9-5469-1C178BC82FEC}"/>
                    </a:ext>
                  </a:extLst>
                </p14:cNvPr>
                <p14:cNvContentPartPr/>
                <p14:nvPr/>
              </p14:nvContentPartPr>
              <p14:xfrm>
                <a:off x="10465278" y="3008770"/>
                <a:ext cx="97560" cy="112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1FE3FC-6B38-2CE9-5469-1C178BC82F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47211" y="2990770"/>
                  <a:ext cx="133332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8B5FAD6-D5D4-D457-4FAF-9E13B6C5A72D}"/>
                  </a:ext>
                </a:extLst>
              </p14:cNvPr>
              <p14:cNvContentPartPr/>
              <p14:nvPr/>
            </p14:nvContentPartPr>
            <p14:xfrm>
              <a:off x="10483998" y="1929490"/>
              <a:ext cx="7848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8B5FAD6-D5D4-D457-4FAF-9E13B6C5A72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465998" y="1911490"/>
                <a:ext cx="1141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2E0A6F-D0E3-632A-5025-5D05E1AC3C37}"/>
              </a:ext>
            </a:extLst>
          </p:cNvPr>
          <p:cNvGrpSpPr/>
          <p:nvPr/>
        </p:nvGrpSpPr>
        <p:grpSpPr>
          <a:xfrm>
            <a:off x="10607478" y="2230450"/>
            <a:ext cx="718560" cy="290880"/>
            <a:chOff x="10607478" y="2230450"/>
            <a:chExt cx="718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206416B-E82F-187D-5925-227E73826D9F}"/>
                    </a:ext>
                  </a:extLst>
                </p14:cNvPr>
                <p14:cNvContentPartPr/>
                <p14:nvPr/>
              </p14:nvContentPartPr>
              <p14:xfrm>
                <a:off x="10607478" y="2310730"/>
                <a:ext cx="176400" cy="21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206416B-E82F-187D-5925-227E73826D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89441" y="2292730"/>
                  <a:ext cx="212113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DFB721-9A7E-7E16-C01A-80E10024A93B}"/>
                    </a:ext>
                  </a:extLst>
                </p14:cNvPr>
                <p14:cNvContentPartPr/>
                <p14:nvPr/>
              </p14:nvContentPartPr>
              <p14:xfrm>
                <a:off x="10813758" y="2393530"/>
                <a:ext cx="11736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DFB721-9A7E-7E16-C01A-80E10024A93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95758" y="237553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00A367C-7AA0-C56B-59FE-046CC78E035D}"/>
                    </a:ext>
                  </a:extLst>
                </p14:cNvPr>
                <p14:cNvContentPartPr/>
                <p14:nvPr/>
              </p14:nvContentPartPr>
              <p14:xfrm>
                <a:off x="10950918" y="2379850"/>
                <a:ext cx="38160" cy="45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00A367C-7AA0-C56B-59FE-046CC78E03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32918" y="2361850"/>
                  <a:ext cx="7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47188A2-2846-22B9-F798-D7A5C77A3110}"/>
                    </a:ext>
                  </a:extLst>
                </p14:cNvPr>
                <p14:cNvContentPartPr/>
                <p14:nvPr/>
              </p14:nvContentPartPr>
              <p14:xfrm>
                <a:off x="10982598" y="2362930"/>
                <a:ext cx="98640" cy="11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47188A2-2846-22B9-F798-D7A5C77A31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64598" y="2344875"/>
                  <a:ext cx="134280" cy="1545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5EE8C56-F94D-C45E-D565-B58620DDCE7D}"/>
                    </a:ext>
                  </a:extLst>
                </p14:cNvPr>
                <p14:cNvContentPartPr/>
                <p14:nvPr/>
              </p14:nvContentPartPr>
              <p14:xfrm>
                <a:off x="11227758" y="2230450"/>
                <a:ext cx="98280" cy="25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5EE8C56-F94D-C45E-D565-B58620DDCE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09758" y="2212450"/>
                  <a:ext cx="13392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12439A6-0137-E631-DCC8-AB67F82581E2}"/>
                  </a:ext>
                </a:extLst>
              </p14:cNvPr>
              <p14:cNvContentPartPr/>
              <p14:nvPr/>
            </p14:nvContentPartPr>
            <p14:xfrm>
              <a:off x="11498118" y="2297410"/>
              <a:ext cx="166680" cy="232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12439A6-0137-E631-DCC8-AB67F82581E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480157" y="2279410"/>
                <a:ext cx="202243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AEAF0A4-D82F-B986-9587-65CAFFFA6178}"/>
              </a:ext>
            </a:extLst>
          </p:cNvPr>
          <p:cNvGrpSpPr/>
          <p:nvPr/>
        </p:nvGrpSpPr>
        <p:grpSpPr>
          <a:xfrm>
            <a:off x="11493798" y="1927690"/>
            <a:ext cx="128880" cy="216000"/>
            <a:chOff x="11493798" y="1927690"/>
            <a:chExt cx="1288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AF34AD5-86DF-4463-33D1-23B859446AE6}"/>
                    </a:ext>
                  </a:extLst>
                </p14:cNvPr>
                <p14:cNvContentPartPr/>
                <p14:nvPr/>
              </p14:nvContentPartPr>
              <p14:xfrm>
                <a:off x="11561478" y="1928050"/>
                <a:ext cx="11880" cy="21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AF34AD5-86DF-4463-33D1-23B859446A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43478" y="1910050"/>
                  <a:ext cx="4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5A7012A-5E7A-C578-1837-82B2810A858E}"/>
                    </a:ext>
                  </a:extLst>
                </p14:cNvPr>
                <p14:cNvContentPartPr/>
                <p14:nvPr/>
              </p14:nvContentPartPr>
              <p14:xfrm>
                <a:off x="11493798" y="1927690"/>
                <a:ext cx="128880" cy="12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5A7012A-5E7A-C578-1837-82B2810A85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75798" y="1909690"/>
                  <a:ext cx="164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3E1EB63-B83C-FECD-0C19-09A9F370A25B}"/>
              </a:ext>
            </a:extLst>
          </p:cNvPr>
          <p:cNvGrpSpPr/>
          <p:nvPr/>
        </p:nvGrpSpPr>
        <p:grpSpPr>
          <a:xfrm>
            <a:off x="11440878" y="2659210"/>
            <a:ext cx="174960" cy="457920"/>
            <a:chOff x="11440878" y="2659210"/>
            <a:chExt cx="17496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B80C69B-CEEB-A324-A890-86CE780D71E9}"/>
                    </a:ext>
                  </a:extLst>
                </p14:cNvPr>
                <p14:cNvContentPartPr/>
                <p14:nvPr/>
              </p14:nvContentPartPr>
              <p14:xfrm>
                <a:off x="11520438" y="2659210"/>
                <a:ext cx="24120" cy="43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B80C69B-CEEB-A324-A890-86CE780D71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02438" y="2641225"/>
                  <a:ext cx="59760" cy="471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C88B8BB-9AC9-F7ED-307B-131BB16736E6}"/>
                    </a:ext>
                  </a:extLst>
                </p14:cNvPr>
                <p14:cNvContentPartPr/>
                <p14:nvPr/>
              </p14:nvContentPartPr>
              <p14:xfrm>
                <a:off x="11440878" y="2999410"/>
                <a:ext cx="17496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C88B8BB-9AC9-F7ED-307B-131BB16736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22841" y="2981410"/>
                  <a:ext cx="210673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75CEE2A-807F-1F0C-FBB9-1378F443159E}"/>
              </a:ext>
            </a:extLst>
          </p:cNvPr>
          <p:cNvGrpSpPr/>
          <p:nvPr/>
        </p:nvGrpSpPr>
        <p:grpSpPr>
          <a:xfrm>
            <a:off x="7820358" y="3835690"/>
            <a:ext cx="1822680" cy="572400"/>
            <a:chOff x="7820358" y="3835690"/>
            <a:chExt cx="1822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863FCB-1D06-5843-DE36-98E790D9E9B9}"/>
                    </a:ext>
                  </a:extLst>
                </p14:cNvPr>
                <p14:cNvContentPartPr/>
                <p14:nvPr/>
              </p14:nvContentPartPr>
              <p14:xfrm>
                <a:off x="8097558" y="3835690"/>
                <a:ext cx="54000" cy="53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863FCB-1D06-5843-DE36-98E790D9E9B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79558" y="3817690"/>
                  <a:ext cx="89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6F524B-E66B-F728-04A9-57D2597D66AB}"/>
                    </a:ext>
                  </a:extLst>
                </p14:cNvPr>
                <p14:cNvContentPartPr/>
                <p14:nvPr/>
              </p14:nvContentPartPr>
              <p14:xfrm>
                <a:off x="7820358" y="4358050"/>
                <a:ext cx="50904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6F524B-E66B-F728-04A9-57D2597D66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02345" y="4340050"/>
                  <a:ext cx="544705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3DABCF-B00A-43A0-8CFF-8325213C96CC}"/>
                    </a:ext>
                  </a:extLst>
                </p14:cNvPr>
                <p14:cNvContentPartPr/>
                <p14:nvPr/>
              </p14:nvContentPartPr>
              <p14:xfrm>
                <a:off x="8110518" y="3973210"/>
                <a:ext cx="67428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3DABCF-B00A-43A0-8CFF-8325213C96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92508" y="3955210"/>
                  <a:ext cx="709939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BD31858-BBA0-B4FE-D88D-113C9F9CB35B}"/>
                    </a:ext>
                  </a:extLst>
                </p14:cNvPr>
                <p14:cNvContentPartPr/>
                <p14:nvPr/>
              </p14:nvContentPartPr>
              <p14:xfrm>
                <a:off x="8764278" y="3911650"/>
                <a:ext cx="363240" cy="19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BD31858-BBA0-B4FE-D88D-113C9F9CB3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46278" y="3893650"/>
                  <a:ext cx="39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E72B1A8-2778-5F07-C90A-E0FEFC495484}"/>
                    </a:ext>
                  </a:extLst>
                </p14:cNvPr>
                <p14:cNvContentPartPr/>
                <p14:nvPr/>
              </p14:nvContentPartPr>
              <p14:xfrm>
                <a:off x="9125358" y="4004890"/>
                <a:ext cx="517680" cy="5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E72B1A8-2778-5F07-C90A-E0FEFC4954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07371" y="3987003"/>
                  <a:ext cx="553295" cy="9229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9CB3A4A-20A4-96F4-1265-E24B2DCD3163}"/>
              </a:ext>
            </a:extLst>
          </p:cNvPr>
          <p:cNvGrpSpPr/>
          <p:nvPr/>
        </p:nvGrpSpPr>
        <p:grpSpPr>
          <a:xfrm>
            <a:off x="8019798" y="4553530"/>
            <a:ext cx="1880640" cy="873360"/>
            <a:chOff x="8019798" y="4553530"/>
            <a:chExt cx="18806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0BD55D-B64E-51DA-373C-EBAED28C0101}"/>
                    </a:ext>
                  </a:extLst>
                </p14:cNvPr>
                <p14:cNvContentPartPr/>
                <p14:nvPr/>
              </p14:nvContentPartPr>
              <p14:xfrm>
                <a:off x="8019798" y="4553530"/>
                <a:ext cx="143280" cy="3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0BD55D-B64E-51DA-373C-EBAED28C01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01798" y="4535341"/>
                  <a:ext cx="178920" cy="70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C52F41-32CA-8A9E-6896-776146E82743}"/>
                    </a:ext>
                  </a:extLst>
                </p14:cNvPr>
                <p14:cNvContentPartPr/>
                <p14:nvPr/>
              </p14:nvContentPartPr>
              <p14:xfrm>
                <a:off x="8110878" y="4560730"/>
                <a:ext cx="25200" cy="603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C52F41-32CA-8A9E-6896-776146E827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92878" y="4542741"/>
                  <a:ext cx="60840" cy="6386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7896CC-E6F7-45B7-9B74-C6E7B1C5EC29}"/>
                    </a:ext>
                  </a:extLst>
                </p14:cNvPr>
                <p14:cNvContentPartPr/>
                <p14:nvPr/>
              </p14:nvContentPartPr>
              <p14:xfrm>
                <a:off x="8146878" y="5196850"/>
                <a:ext cx="10440" cy="16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7896CC-E6F7-45B7-9B74-C6E7B1C5EC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28235" y="5178850"/>
                  <a:ext cx="47353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ABBF41A-C682-47DA-7E8D-F53A3B539759}"/>
                    </a:ext>
                  </a:extLst>
                </p14:cNvPr>
                <p14:cNvContentPartPr/>
                <p14:nvPr/>
              </p14:nvContentPartPr>
              <p14:xfrm>
                <a:off x="8122758" y="5317090"/>
                <a:ext cx="1777680" cy="109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ABBF41A-C682-47DA-7E8D-F53A3B5397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04754" y="5299090"/>
                  <a:ext cx="1813327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5E29A76-650F-3FAB-0424-5633E8E79CEA}"/>
                    </a:ext>
                  </a:extLst>
                </p14:cNvPr>
                <p14:cNvContentPartPr/>
                <p14:nvPr/>
              </p14:nvContentPartPr>
              <p14:xfrm>
                <a:off x="8391318" y="4643170"/>
                <a:ext cx="177120" cy="18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5E29A76-650F-3FAB-0424-5633E8E79C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73318" y="4625170"/>
                  <a:ext cx="212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9306901-2571-B57E-17AE-CD5EABA6FE24}"/>
                    </a:ext>
                  </a:extLst>
                </p14:cNvPr>
                <p14:cNvContentPartPr/>
                <p14:nvPr/>
              </p14:nvContentPartPr>
              <p14:xfrm>
                <a:off x="8655558" y="4737490"/>
                <a:ext cx="97920" cy="15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9306901-2571-B57E-17AE-CD5EABA6FE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7492" y="4719490"/>
                  <a:ext cx="133692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3214B7A-017E-06B2-F08F-FD4B6B907EC5}"/>
                    </a:ext>
                  </a:extLst>
                </p14:cNvPr>
                <p14:cNvContentPartPr/>
                <p14:nvPr/>
              </p14:nvContentPartPr>
              <p14:xfrm>
                <a:off x="8660598" y="4715890"/>
                <a:ext cx="30672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3214B7A-017E-06B2-F08F-FD4B6B907E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42577" y="4697943"/>
                  <a:ext cx="342402" cy="1575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688AA96-300E-820B-F71F-539EB81DCFF9}"/>
              </a:ext>
            </a:extLst>
          </p:cNvPr>
          <p:cNvGrpSpPr/>
          <p:nvPr/>
        </p:nvGrpSpPr>
        <p:grpSpPr>
          <a:xfrm>
            <a:off x="8742318" y="3462010"/>
            <a:ext cx="501120" cy="298440"/>
            <a:chOff x="8742318" y="3462010"/>
            <a:chExt cx="50112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20F01EA-1CAD-399F-CB43-D1E11B38EA52}"/>
                    </a:ext>
                  </a:extLst>
                </p14:cNvPr>
                <p14:cNvContentPartPr/>
                <p14:nvPr/>
              </p14:nvContentPartPr>
              <p14:xfrm>
                <a:off x="8789118" y="3544810"/>
                <a:ext cx="72360" cy="21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20F01EA-1CAD-399F-CB43-D1E11B38EA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71118" y="3526810"/>
                  <a:ext cx="108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468D6F7-1A68-E347-4330-20D0C8A8AF22}"/>
                    </a:ext>
                  </a:extLst>
                </p14:cNvPr>
                <p14:cNvContentPartPr/>
                <p14:nvPr/>
              </p14:nvContentPartPr>
              <p14:xfrm>
                <a:off x="8742318" y="3462010"/>
                <a:ext cx="135720" cy="201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468D6F7-1A68-E347-4330-20D0C8A8AF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24318" y="3444042"/>
                  <a:ext cx="171360" cy="2375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5847D7D-AD3E-DF9D-4B9C-A0FB47705BCE}"/>
                    </a:ext>
                  </a:extLst>
                </p14:cNvPr>
                <p14:cNvContentPartPr/>
                <p14:nvPr/>
              </p14:nvContentPartPr>
              <p14:xfrm>
                <a:off x="8986398" y="3537250"/>
                <a:ext cx="78840" cy="21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5847D7D-AD3E-DF9D-4B9C-A0FB47705B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68480" y="3519281"/>
                  <a:ext cx="114318" cy="2468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853A7DC-2CFF-C3B8-83BD-95FD9D6EE6D6}"/>
                    </a:ext>
                  </a:extLst>
                </p14:cNvPr>
                <p14:cNvContentPartPr/>
                <p14:nvPr/>
              </p14:nvContentPartPr>
              <p14:xfrm>
                <a:off x="8980998" y="3552010"/>
                <a:ext cx="262440" cy="140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853A7DC-2CFF-C3B8-83BD-95FD9D6EE6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62998" y="3534010"/>
                  <a:ext cx="2980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1607092-E412-CBD6-D5BB-37574E756E39}"/>
              </a:ext>
            </a:extLst>
          </p:cNvPr>
          <p:cNvGrpSpPr/>
          <p:nvPr/>
        </p:nvGrpSpPr>
        <p:grpSpPr>
          <a:xfrm>
            <a:off x="9562758" y="3945130"/>
            <a:ext cx="1164960" cy="155520"/>
            <a:chOff x="9562758" y="3945130"/>
            <a:chExt cx="116496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BC3B878-B970-75FD-0D34-D2A8B8CCDF98}"/>
                    </a:ext>
                  </a:extLst>
                </p14:cNvPr>
                <p14:cNvContentPartPr/>
                <p14:nvPr/>
              </p14:nvContentPartPr>
              <p14:xfrm>
                <a:off x="9562758" y="3945130"/>
                <a:ext cx="8352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BC3B878-B970-75FD-0D34-D2A8B8CCDF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44758" y="3927172"/>
                  <a:ext cx="119160" cy="1910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18B3331-86A8-5DDE-70E1-F2C8C82F983C}"/>
                    </a:ext>
                  </a:extLst>
                </p14:cNvPr>
                <p14:cNvContentPartPr/>
                <p14:nvPr/>
              </p14:nvContentPartPr>
              <p14:xfrm>
                <a:off x="9634758" y="3995170"/>
                <a:ext cx="1092960" cy="5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18B3331-86A8-5DDE-70E1-F2C8C82F98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6758" y="3977170"/>
                  <a:ext cx="11286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5223B4A-E360-2A42-C33D-E0084EB0B44E}"/>
              </a:ext>
            </a:extLst>
          </p:cNvPr>
          <p:cNvGrpSpPr/>
          <p:nvPr/>
        </p:nvGrpSpPr>
        <p:grpSpPr>
          <a:xfrm>
            <a:off x="9638718" y="5260930"/>
            <a:ext cx="1159920" cy="189720"/>
            <a:chOff x="9638718" y="5260930"/>
            <a:chExt cx="1159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A7E9AD1-C314-9B6A-746A-D065A2225460}"/>
                    </a:ext>
                  </a:extLst>
                </p14:cNvPr>
                <p14:cNvContentPartPr/>
                <p14:nvPr/>
              </p14:nvContentPartPr>
              <p14:xfrm>
                <a:off x="9638718" y="5326810"/>
                <a:ext cx="111960" cy="12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A7E9AD1-C314-9B6A-746A-D065A22254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20718" y="5308862"/>
                  <a:ext cx="147600" cy="159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F1754C7-76C1-7BE9-EE2B-D602D6018AE3}"/>
                    </a:ext>
                  </a:extLst>
                </p14:cNvPr>
                <p14:cNvContentPartPr/>
                <p14:nvPr/>
              </p14:nvContentPartPr>
              <p14:xfrm>
                <a:off x="9702438" y="5295130"/>
                <a:ext cx="103860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F1754C7-76C1-7BE9-EE2B-D602D6018A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84438" y="5277130"/>
                  <a:ext cx="1074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26C04C9-CF4E-3884-8174-F7F607EF34D1}"/>
                    </a:ext>
                  </a:extLst>
                </p14:cNvPr>
                <p14:cNvContentPartPr/>
                <p14:nvPr/>
              </p14:nvContentPartPr>
              <p14:xfrm>
                <a:off x="10739958" y="5260930"/>
                <a:ext cx="58680" cy="7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26C04C9-CF4E-3884-8174-F7F607EF34D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21958" y="524293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EC8B9F7-B019-3556-EBCC-7CFB91FFE549}"/>
              </a:ext>
            </a:extLst>
          </p:cNvPr>
          <p:cNvGrpSpPr/>
          <p:nvPr/>
        </p:nvGrpSpPr>
        <p:grpSpPr>
          <a:xfrm>
            <a:off x="10625118" y="4442290"/>
            <a:ext cx="860760" cy="296280"/>
            <a:chOff x="10625118" y="4442290"/>
            <a:chExt cx="860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09AB6F-57A5-CCBD-F889-3A66C84AA66B}"/>
                    </a:ext>
                  </a:extLst>
                </p14:cNvPr>
                <p14:cNvContentPartPr/>
                <p14:nvPr/>
              </p14:nvContentPartPr>
              <p14:xfrm>
                <a:off x="10625118" y="4482970"/>
                <a:ext cx="17316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09AB6F-57A5-CCBD-F889-3A66C84AA66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607155" y="4464970"/>
                  <a:ext cx="208726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93BAED4-6844-CF8B-127F-548DBEDDE705}"/>
                    </a:ext>
                  </a:extLst>
                </p14:cNvPr>
                <p14:cNvContentPartPr/>
                <p14:nvPr/>
              </p14:nvContentPartPr>
              <p14:xfrm>
                <a:off x="10877118" y="4575130"/>
                <a:ext cx="155160" cy="11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93BAED4-6844-CF8B-127F-548DBEDDE70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59118" y="4557130"/>
                  <a:ext cx="19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933A200-D63C-D3EF-6289-CF1759913039}"/>
                    </a:ext>
                  </a:extLst>
                </p14:cNvPr>
                <p14:cNvContentPartPr/>
                <p14:nvPr/>
              </p14:nvContentPartPr>
              <p14:xfrm>
                <a:off x="11100678" y="4516810"/>
                <a:ext cx="172440" cy="16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933A200-D63C-D3EF-6289-CF17599130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82678" y="4498810"/>
                  <a:ext cx="20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7C9AE24-7EAA-6302-152D-90237B586576}"/>
                    </a:ext>
                  </a:extLst>
                </p14:cNvPr>
                <p14:cNvContentPartPr/>
                <p14:nvPr/>
              </p14:nvContentPartPr>
              <p14:xfrm>
                <a:off x="11329998" y="4442290"/>
                <a:ext cx="155880" cy="242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7C9AE24-7EAA-6302-152D-90237B58657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11998" y="442429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A351124-B8AE-9478-D976-D70A9EC0DB49}"/>
                  </a:ext>
                </a:extLst>
              </p14:cNvPr>
              <p14:cNvContentPartPr/>
              <p14:nvPr/>
            </p14:nvContentPartPr>
            <p14:xfrm>
              <a:off x="10681638" y="4008490"/>
              <a:ext cx="68760" cy="10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A351124-B8AE-9478-D976-D70A9EC0DB4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63638" y="3990490"/>
                <a:ext cx="10440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976B5E4-1D05-4C72-12DB-F363EF2C2B76}"/>
              </a:ext>
            </a:extLst>
          </p:cNvPr>
          <p:cNvGrpSpPr/>
          <p:nvPr/>
        </p:nvGrpSpPr>
        <p:grpSpPr>
          <a:xfrm>
            <a:off x="8458638" y="1595410"/>
            <a:ext cx="320760" cy="293040"/>
            <a:chOff x="8458638" y="1595410"/>
            <a:chExt cx="3207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28D977C-9D61-511A-E0CC-D47CA5D1860A}"/>
                    </a:ext>
                  </a:extLst>
                </p14:cNvPr>
                <p14:cNvContentPartPr/>
                <p14:nvPr/>
              </p14:nvContentPartPr>
              <p14:xfrm>
                <a:off x="8525958" y="1595410"/>
                <a:ext cx="439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28D977C-9D61-511A-E0CC-D47CA5D186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07809" y="1577410"/>
                  <a:ext cx="79855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8EB48C3-46C4-C5E3-614E-0552EBFDE6FE}"/>
                    </a:ext>
                  </a:extLst>
                </p14:cNvPr>
                <p14:cNvContentPartPr/>
                <p14:nvPr/>
              </p14:nvContentPartPr>
              <p14:xfrm>
                <a:off x="8458638" y="1614850"/>
                <a:ext cx="196560" cy="15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8EB48C3-46C4-C5E3-614E-0552EBFDE6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40638" y="1596850"/>
                  <a:ext cx="232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A7C7C2-BFE2-30B5-C578-B801389F7E2C}"/>
                    </a:ext>
                  </a:extLst>
                </p14:cNvPr>
                <p14:cNvContentPartPr/>
                <p14:nvPr/>
              </p14:nvContentPartPr>
              <p14:xfrm>
                <a:off x="8741238" y="1691890"/>
                <a:ext cx="38160" cy="196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A7C7C2-BFE2-30B5-C578-B801389F7E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23238" y="1673890"/>
                  <a:ext cx="73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0378AC2-6285-E8A5-CD1E-FF614D3DC939}"/>
              </a:ext>
            </a:extLst>
          </p:cNvPr>
          <p:cNvGrpSpPr/>
          <p:nvPr/>
        </p:nvGrpSpPr>
        <p:grpSpPr>
          <a:xfrm>
            <a:off x="8553678" y="2349250"/>
            <a:ext cx="310320" cy="289080"/>
            <a:chOff x="8553678" y="2349250"/>
            <a:chExt cx="310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0EA7F7-2EC8-407D-114D-6D56C09265DE}"/>
                    </a:ext>
                  </a:extLst>
                </p14:cNvPr>
                <p14:cNvContentPartPr/>
                <p14:nvPr/>
              </p14:nvContentPartPr>
              <p14:xfrm>
                <a:off x="8553678" y="2349250"/>
                <a:ext cx="150120" cy="289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0EA7F7-2EC8-407D-114D-6D56C09265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35635" y="2331250"/>
                  <a:ext cx="185846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601506-A265-93B2-595E-D98C228E3AE2}"/>
                    </a:ext>
                  </a:extLst>
                </p14:cNvPr>
                <p14:cNvContentPartPr/>
                <p14:nvPr/>
              </p14:nvContentPartPr>
              <p14:xfrm>
                <a:off x="8740518" y="2497930"/>
                <a:ext cx="123480" cy="11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9601506-A265-93B2-595E-D98C228E3AE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22570" y="2479872"/>
                  <a:ext cx="159016" cy="14879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82F6B3F-4D89-29EF-055F-EBBDF8B8D66E}"/>
              </a:ext>
            </a:extLst>
          </p:cNvPr>
          <p:cNvGrpSpPr/>
          <p:nvPr/>
        </p:nvGrpSpPr>
        <p:grpSpPr>
          <a:xfrm>
            <a:off x="6878238" y="5877970"/>
            <a:ext cx="2354400" cy="645480"/>
            <a:chOff x="6878238" y="5877970"/>
            <a:chExt cx="23544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B6B8DF-56C6-802B-0B1F-25D142AAFDEE}"/>
                    </a:ext>
                  </a:extLst>
                </p14:cNvPr>
                <p14:cNvContentPartPr/>
                <p14:nvPr/>
              </p14:nvContentPartPr>
              <p14:xfrm>
                <a:off x="7462878" y="6079210"/>
                <a:ext cx="22320" cy="326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B6B8DF-56C6-802B-0B1F-25D142AAFD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44583" y="6061210"/>
                  <a:ext cx="58544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3FEB7E1-E184-7150-B756-3F4C6778415B}"/>
                    </a:ext>
                  </a:extLst>
                </p14:cNvPr>
                <p14:cNvContentPartPr/>
                <p14:nvPr/>
              </p14:nvContentPartPr>
              <p14:xfrm>
                <a:off x="7466118" y="6076330"/>
                <a:ext cx="171000" cy="240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3FEB7E1-E184-7150-B756-3F4C6778415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48118" y="6058357"/>
                  <a:ext cx="206640" cy="2764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E778909-B6CA-81F7-DAFE-22484BCDD791}"/>
                    </a:ext>
                  </a:extLst>
                </p14:cNvPr>
                <p14:cNvContentPartPr/>
                <p14:nvPr/>
              </p14:nvContentPartPr>
              <p14:xfrm>
                <a:off x="7720278" y="6311770"/>
                <a:ext cx="116280" cy="21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E778909-B6CA-81F7-DAFE-22484BCDD7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02334" y="6293801"/>
                  <a:ext cx="151810" cy="247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ABDBAF-EF61-B8F7-3515-1CBE9F993883}"/>
                    </a:ext>
                  </a:extLst>
                </p14:cNvPr>
                <p14:cNvContentPartPr/>
                <p14:nvPr/>
              </p14:nvContentPartPr>
              <p14:xfrm>
                <a:off x="6878238" y="5877970"/>
                <a:ext cx="230040" cy="36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ABDBAF-EF61-B8F7-3515-1CBE9F99388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0238" y="5859970"/>
                  <a:ext cx="2656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398B16-5E52-1A36-3544-6899E90AEFE5}"/>
                    </a:ext>
                  </a:extLst>
                </p14:cNvPr>
                <p14:cNvContentPartPr/>
                <p14:nvPr/>
              </p14:nvContentPartPr>
              <p14:xfrm>
                <a:off x="7860678" y="6145090"/>
                <a:ext cx="6444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398B16-5E52-1A36-3544-6899E90AEFE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42678" y="6127090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B72D4E-209F-B1DC-5BCC-F747DD148308}"/>
                    </a:ext>
                  </a:extLst>
                </p14:cNvPr>
                <p14:cNvContentPartPr/>
                <p14:nvPr/>
              </p14:nvContentPartPr>
              <p14:xfrm>
                <a:off x="7963278" y="6217810"/>
                <a:ext cx="59400" cy="2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B72D4E-209F-B1DC-5BCC-F747DD14830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45386" y="6199810"/>
                  <a:ext cx="94825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B3457FA-F7FC-47FE-9B8D-795000EB1108}"/>
                    </a:ext>
                  </a:extLst>
                </p14:cNvPr>
                <p14:cNvContentPartPr/>
                <p14:nvPr/>
              </p14:nvContentPartPr>
              <p14:xfrm>
                <a:off x="8379798" y="6055810"/>
                <a:ext cx="852840" cy="110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B3457FA-F7FC-47FE-9B8D-795000EB11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61798" y="6037810"/>
                  <a:ext cx="888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49DD7BA-ADB9-57C8-BECD-9089D9E6DEA1}"/>
              </a:ext>
            </a:extLst>
          </p:cNvPr>
          <p:cNvGrpSpPr/>
          <p:nvPr/>
        </p:nvGrpSpPr>
        <p:grpSpPr>
          <a:xfrm>
            <a:off x="8647278" y="6341290"/>
            <a:ext cx="147600" cy="260640"/>
            <a:chOff x="8647278" y="6341290"/>
            <a:chExt cx="147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352DD7E-3C09-4BA9-BA88-6B9DE65E3105}"/>
                    </a:ext>
                  </a:extLst>
                </p14:cNvPr>
                <p14:cNvContentPartPr/>
                <p14:nvPr/>
              </p14:nvContentPartPr>
              <p14:xfrm>
                <a:off x="8654838" y="6341290"/>
                <a:ext cx="140040" cy="15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352DD7E-3C09-4BA9-BA88-6B9DE65E31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36838" y="6322861"/>
                  <a:ext cx="175680" cy="51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D4D890D-62DF-0429-DB9F-E4D968413859}"/>
                    </a:ext>
                  </a:extLst>
                </p14:cNvPr>
                <p14:cNvContentPartPr/>
                <p14:nvPr/>
              </p14:nvContentPartPr>
              <p14:xfrm>
                <a:off x="8647278" y="6369010"/>
                <a:ext cx="9684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D4D890D-62DF-0429-DB9F-E4D9684138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29278" y="6351010"/>
                  <a:ext cx="1324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E628CB2-4F00-1232-89DC-F2ACFA1B7AD8}"/>
              </a:ext>
            </a:extLst>
          </p:cNvPr>
          <p:cNvGrpSpPr/>
          <p:nvPr/>
        </p:nvGrpSpPr>
        <p:grpSpPr>
          <a:xfrm>
            <a:off x="8620638" y="5685730"/>
            <a:ext cx="1909080" cy="470880"/>
            <a:chOff x="8620638" y="5685730"/>
            <a:chExt cx="1909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B4E2C56-E2CE-F949-5D14-E97574224780}"/>
                    </a:ext>
                  </a:extLst>
                </p14:cNvPr>
                <p14:cNvContentPartPr/>
                <p14:nvPr/>
              </p14:nvContentPartPr>
              <p14:xfrm>
                <a:off x="8620638" y="5761690"/>
                <a:ext cx="18756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B4E2C56-E2CE-F949-5D14-E9757422478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2638" y="5743690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D2CF05F-AC2B-79EF-DF5D-6B3C105D613E}"/>
                    </a:ext>
                  </a:extLst>
                </p14:cNvPr>
                <p14:cNvContentPartPr/>
                <p14:nvPr/>
              </p14:nvContentPartPr>
              <p14:xfrm>
                <a:off x="8760318" y="5824690"/>
                <a:ext cx="25920" cy="22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D2CF05F-AC2B-79EF-DF5D-6B3C105D613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42064" y="5806690"/>
                  <a:ext cx="62062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2D7BA8F-690A-73DC-1F8E-884795582884}"/>
                    </a:ext>
                  </a:extLst>
                </p14:cNvPr>
                <p14:cNvContentPartPr/>
                <p14:nvPr/>
              </p14:nvContentPartPr>
              <p14:xfrm>
                <a:off x="8985318" y="5871850"/>
                <a:ext cx="1044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2D7BA8F-690A-73DC-1F8E-88479558288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67318" y="5854395"/>
                  <a:ext cx="46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48B1594-5E32-191D-D936-F1D15056EC47}"/>
                    </a:ext>
                  </a:extLst>
                </p14:cNvPr>
                <p14:cNvContentPartPr/>
                <p14:nvPr/>
              </p14:nvContentPartPr>
              <p14:xfrm>
                <a:off x="9116358" y="5749810"/>
                <a:ext cx="68040" cy="225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48B1594-5E32-191D-D936-F1D15056EC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98358" y="5731810"/>
                  <a:ext cx="103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74859AB-913B-8295-AEB6-BE3003BAC581}"/>
                    </a:ext>
                  </a:extLst>
                </p14:cNvPr>
                <p14:cNvContentPartPr/>
                <p14:nvPr/>
              </p14:nvContentPartPr>
              <p14:xfrm>
                <a:off x="9228318" y="5685730"/>
                <a:ext cx="118800" cy="21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74859AB-913B-8295-AEB6-BE3003BAC58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10318" y="5667730"/>
                  <a:ext cx="15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4FA2829-2AEE-879B-A7C9-3EE0B23867F8}"/>
                    </a:ext>
                  </a:extLst>
                </p14:cNvPr>
                <p14:cNvContentPartPr/>
                <p14:nvPr/>
              </p14:nvContentPartPr>
              <p14:xfrm>
                <a:off x="9488238" y="5961130"/>
                <a:ext cx="98280" cy="180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4FA2829-2AEE-879B-A7C9-3EE0B23867F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70304" y="5943130"/>
                  <a:ext cx="13379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0A55445-62EA-89FD-0E5F-B88BA93D8678}"/>
                    </a:ext>
                  </a:extLst>
                </p14:cNvPr>
                <p14:cNvContentPartPr/>
                <p14:nvPr/>
              </p14:nvContentPartPr>
              <p14:xfrm>
                <a:off x="9734838" y="6045370"/>
                <a:ext cx="309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0A55445-62EA-89FD-0E5F-B88BA93D86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17045" y="6027370"/>
                  <a:ext cx="6619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47B6B19-BF0D-FA7D-509E-3879D6B23AC8}"/>
                    </a:ext>
                  </a:extLst>
                </p14:cNvPr>
                <p14:cNvContentPartPr/>
                <p14:nvPr/>
              </p14:nvContentPartPr>
              <p14:xfrm>
                <a:off x="9809358" y="6073450"/>
                <a:ext cx="43920" cy="19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47B6B19-BF0D-FA7D-509E-3879D6B23A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91209" y="6055450"/>
                  <a:ext cx="79855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D58395-54E7-D159-D6FD-16D693BFE1DB}"/>
                    </a:ext>
                  </a:extLst>
                </p14:cNvPr>
                <p14:cNvContentPartPr/>
                <p14:nvPr/>
              </p14:nvContentPartPr>
              <p14:xfrm>
                <a:off x="10040838" y="5866090"/>
                <a:ext cx="189720" cy="290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D58395-54E7-D159-D6FD-16D693BFE1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22838" y="5848068"/>
                  <a:ext cx="225360" cy="326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981B4D2-5963-6706-0168-75140016248F}"/>
                    </a:ext>
                  </a:extLst>
                </p14:cNvPr>
                <p14:cNvContentPartPr/>
                <p14:nvPr/>
              </p14:nvContentPartPr>
              <p14:xfrm>
                <a:off x="10356558" y="5854930"/>
                <a:ext cx="173160" cy="22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981B4D2-5963-6706-0168-7514001624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38595" y="5836930"/>
                  <a:ext cx="208726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99FFEDC-46E6-DF02-AB3C-856F07C67356}"/>
              </a:ext>
            </a:extLst>
          </p:cNvPr>
          <p:cNvGrpSpPr/>
          <p:nvPr/>
        </p:nvGrpSpPr>
        <p:grpSpPr>
          <a:xfrm>
            <a:off x="7378998" y="4479370"/>
            <a:ext cx="411120" cy="322560"/>
            <a:chOff x="7378998" y="4479370"/>
            <a:chExt cx="4111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8F63BE6-DCF6-850A-0059-AAAE5F31AFEA}"/>
                    </a:ext>
                  </a:extLst>
                </p14:cNvPr>
                <p14:cNvContentPartPr/>
                <p14:nvPr/>
              </p14:nvContentPartPr>
              <p14:xfrm>
                <a:off x="7378998" y="4524730"/>
                <a:ext cx="213480" cy="27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8F63BE6-DCF6-850A-0059-AAAE5F31AF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60998" y="4506730"/>
                  <a:ext cx="24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9A6E2C8-8BF5-978C-4724-B218F143B3FE}"/>
                    </a:ext>
                  </a:extLst>
                </p14:cNvPr>
                <p14:cNvContentPartPr/>
                <p14:nvPr/>
              </p14:nvContentPartPr>
              <p14:xfrm>
                <a:off x="7670238" y="4479370"/>
                <a:ext cx="119880" cy="203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9A6E2C8-8BF5-978C-4724-B218F143B3F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52238" y="4461370"/>
                  <a:ext cx="15552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5035D99-A053-A763-3EE4-AFCAD716FFAC}"/>
                  </a:ext>
                </a:extLst>
              </p14:cNvPr>
              <p14:cNvContentPartPr/>
              <p14:nvPr/>
            </p14:nvContentPartPr>
            <p14:xfrm>
              <a:off x="1675158" y="6076690"/>
              <a:ext cx="1080" cy="3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5035D99-A053-A763-3EE4-AFCAD716FFA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657518" y="6059050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50F1837-BAC0-CA3A-D221-26C85BB6853D}"/>
              </a:ext>
            </a:extLst>
          </p:cNvPr>
          <p:cNvGrpSpPr/>
          <p:nvPr/>
        </p:nvGrpSpPr>
        <p:grpSpPr>
          <a:xfrm>
            <a:off x="610638" y="793690"/>
            <a:ext cx="1733400" cy="4605120"/>
            <a:chOff x="610638" y="793690"/>
            <a:chExt cx="1733400" cy="46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829881-D9A9-60D7-5784-D75F8FCAA3E1}"/>
                    </a:ext>
                  </a:extLst>
                </p14:cNvPr>
                <p14:cNvContentPartPr/>
                <p14:nvPr/>
              </p14:nvContentPartPr>
              <p14:xfrm>
                <a:off x="948678" y="1055050"/>
                <a:ext cx="144720" cy="50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829881-D9A9-60D7-5784-D75F8FCAA3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0678" y="1037050"/>
                  <a:ext cx="180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1EB27E-9BD1-DF35-F5F9-D3EF8535CB20}"/>
                    </a:ext>
                  </a:extLst>
                </p14:cNvPr>
                <p14:cNvContentPartPr/>
                <p14:nvPr/>
              </p14:nvContentPartPr>
              <p14:xfrm>
                <a:off x="976038" y="997450"/>
                <a:ext cx="182880" cy="284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1EB27E-9BD1-DF35-F5F9-D3EF8535CB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8038" y="979450"/>
                  <a:ext cx="2185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E5155A-4C1C-CDD1-2E60-644D06452CAA}"/>
                    </a:ext>
                  </a:extLst>
                </p14:cNvPr>
                <p14:cNvContentPartPr/>
                <p14:nvPr/>
              </p14:nvContentPartPr>
              <p14:xfrm>
                <a:off x="1273038" y="1198330"/>
                <a:ext cx="110880" cy="280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E5155A-4C1C-CDD1-2E60-644D06452CA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55038" y="1180690"/>
                  <a:ext cx="146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76E0A8-14AC-800F-3405-A410CB0C89A8}"/>
                    </a:ext>
                  </a:extLst>
                </p14:cNvPr>
                <p14:cNvContentPartPr/>
                <p14:nvPr/>
              </p14:nvContentPartPr>
              <p14:xfrm>
                <a:off x="1305438" y="1250530"/>
                <a:ext cx="321480" cy="152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76E0A8-14AC-800F-3405-A410CB0C89A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87798" y="1232890"/>
                  <a:ext cx="357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74AB02-85D6-FA39-3F7D-E03B4838B5FF}"/>
                    </a:ext>
                  </a:extLst>
                </p14:cNvPr>
                <p14:cNvContentPartPr/>
                <p14:nvPr/>
              </p14:nvContentPartPr>
              <p14:xfrm>
                <a:off x="610638" y="793690"/>
                <a:ext cx="1292400" cy="993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74AB02-85D6-FA39-3F7D-E03B4838B5F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2638" y="775690"/>
                  <a:ext cx="1328040" cy="10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1C3E46-68D4-54A1-7D10-C36CB38D1BCB}"/>
                    </a:ext>
                  </a:extLst>
                </p14:cNvPr>
                <p14:cNvContentPartPr/>
                <p14:nvPr/>
              </p14:nvContentPartPr>
              <p14:xfrm>
                <a:off x="675078" y="1101850"/>
                <a:ext cx="110520" cy="75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1C3E46-68D4-54A1-7D10-C36CB38D1B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7438" y="1084210"/>
                  <a:ext cx="14616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14B09F-1633-63AA-DD79-E8E971BFECDF}"/>
                    </a:ext>
                  </a:extLst>
                </p14:cNvPr>
                <p14:cNvContentPartPr/>
                <p14:nvPr/>
              </p14:nvContentPartPr>
              <p14:xfrm>
                <a:off x="1143798" y="2261050"/>
                <a:ext cx="79920" cy="1321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14B09F-1633-63AA-DD79-E8E971BFEC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6158" y="2243050"/>
                  <a:ext cx="115560" cy="13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C7CA54-49BA-4C9A-6371-1DC578DF2875}"/>
                    </a:ext>
                  </a:extLst>
                </p14:cNvPr>
                <p14:cNvContentPartPr/>
                <p14:nvPr/>
              </p14:nvContentPartPr>
              <p14:xfrm>
                <a:off x="1113918" y="2227930"/>
                <a:ext cx="1072440" cy="69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C7CA54-49BA-4C9A-6371-1DC578DF287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5918" y="2209930"/>
                  <a:ext cx="1108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612BEE-C996-36C1-DA6B-51213BFC1E50}"/>
                    </a:ext>
                  </a:extLst>
                </p14:cNvPr>
                <p14:cNvContentPartPr/>
                <p14:nvPr/>
              </p14:nvContentPartPr>
              <p14:xfrm>
                <a:off x="2150718" y="2253130"/>
                <a:ext cx="44280" cy="51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612BEE-C996-36C1-DA6B-51213BFC1E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33078" y="2235130"/>
                  <a:ext cx="799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43406D-F3BE-4877-F31E-E2E58D88ACA7}"/>
                    </a:ext>
                  </a:extLst>
                </p14:cNvPr>
                <p14:cNvContentPartPr/>
                <p14:nvPr/>
              </p14:nvContentPartPr>
              <p14:xfrm>
                <a:off x="2093118" y="2823730"/>
                <a:ext cx="174240" cy="276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43406D-F3BE-4877-F31E-E2E58D88ACA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75478" y="2806090"/>
                  <a:ext cx="209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2E784B-F315-C6CB-F127-0682D51476F6}"/>
                    </a:ext>
                  </a:extLst>
                </p14:cNvPr>
                <p14:cNvContentPartPr/>
                <p14:nvPr/>
              </p14:nvContentPartPr>
              <p14:xfrm>
                <a:off x="2217678" y="3106690"/>
                <a:ext cx="65520" cy="543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2E784B-F315-C6CB-F127-0682D51476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99678" y="3089050"/>
                  <a:ext cx="1011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09E771-F469-3B7A-E87A-90F87E050EF6}"/>
                    </a:ext>
                  </a:extLst>
                </p14:cNvPr>
                <p14:cNvContentPartPr/>
                <p14:nvPr/>
              </p14:nvContentPartPr>
              <p14:xfrm>
                <a:off x="2244318" y="3710410"/>
                <a:ext cx="9720" cy="21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09E771-F469-3B7A-E87A-90F87E050E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6318" y="3692770"/>
                  <a:ext cx="45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46A778-6490-088E-1CA7-583AD2CFC817}"/>
                    </a:ext>
                  </a:extLst>
                </p14:cNvPr>
                <p14:cNvContentPartPr/>
                <p14:nvPr/>
              </p14:nvContentPartPr>
              <p14:xfrm>
                <a:off x="2282118" y="3687730"/>
                <a:ext cx="6480" cy="1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46A778-6490-088E-1CA7-583AD2CFC81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4118" y="3670090"/>
                  <a:ext cx="42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9A94DA-C4D4-A893-761F-052F69C48F15}"/>
                    </a:ext>
                  </a:extLst>
                </p14:cNvPr>
                <p14:cNvContentPartPr/>
                <p14:nvPr/>
              </p14:nvContentPartPr>
              <p14:xfrm>
                <a:off x="2201478" y="3616090"/>
                <a:ext cx="85320" cy="85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9A94DA-C4D4-A893-761F-052F69C48F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83478" y="3598450"/>
                  <a:ext cx="12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38866F-F693-DA74-0263-7B078C56CB44}"/>
                    </a:ext>
                  </a:extLst>
                </p14:cNvPr>
                <p14:cNvContentPartPr/>
                <p14:nvPr/>
              </p14:nvContentPartPr>
              <p14:xfrm>
                <a:off x="2264478" y="3758290"/>
                <a:ext cx="25560" cy="520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38866F-F693-DA74-0263-7B078C56CB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46478" y="3740650"/>
                  <a:ext cx="6120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23FBC9-A6AB-F2FF-91E3-106341F7924F}"/>
                    </a:ext>
                  </a:extLst>
                </p14:cNvPr>
                <p14:cNvContentPartPr/>
                <p14:nvPr/>
              </p14:nvContentPartPr>
              <p14:xfrm>
                <a:off x="2259078" y="4261210"/>
                <a:ext cx="84960" cy="292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23FBC9-A6AB-F2FF-91E3-106341F792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41438" y="4243570"/>
                  <a:ext cx="120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13FDCD-A98B-5978-03DC-96D14CD4058D}"/>
                    </a:ext>
                  </a:extLst>
                </p14:cNvPr>
                <p14:cNvContentPartPr/>
                <p14:nvPr/>
              </p14:nvContentPartPr>
              <p14:xfrm>
                <a:off x="2268798" y="4569010"/>
                <a:ext cx="61920" cy="617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13FDCD-A98B-5978-03DC-96D14CD405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50798" y="4551010"/>
                  <a:ext cx="975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4DA391-45A0-7A08-68A5-5975501C91BE}"/>
                    </a:ext>
                  </a:extLst>
                </p14:cNvPr>
                <p14:cNvContentPartPr/>
                <p14:nvPr/>
              </p14:nvContentPartPr>
              <p14:xfrm>
                <a:off x="1196718" y="3606010"/>
                <a:ext cx="31320" cy="1352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4DA391-45A0-7A08-68A5-5975501C91B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78718" y="3588370"/>
                  <a:ext cx="66960" cy="13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E7CDE6-3330-9490-BFFF-DDE361334A6B}"/>
                    </a:ext>
                  </a:extLst>
                </p14:cNvPr>
                <p14:cNvContentPartPr/>
                <p14:nvPr/>
              </p14:nvContentPartPr>
              <p14:xfrm>
                <a:off x="1188078" y="4970410"/>
                <a:ext cx="1060920" cy="48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E7CDE6-3330-9490-BFFF-DDE361334A6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70078" y="4952770"/>
                  <a:ext cx="1096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635969-0904-A9D0-5A6F-564688F985DF}"/>
                    </a:ext>
                  </a:extLst>
                </p14:cNvPr>
                <p14:cNvContentPartPr/>
                <p14:nvPr/>
              </p14:nvContentPartPr>
              <p14:xfrm>
                <a:off x="1471398" y="2942890"/>
                <a:ext cx="138600" cy="290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635969-0904-A9D0-5A6F-564688F985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53758" y="2924890"/>
                  <a:ext cx="174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56B9A71-7D80-E9AE-1AE9-466DF9F0E070}"/>
                    </a:ext>
                  </a:extLst>
                </p14:cNvPr>
                <p14:cNvContentPartPr/>
                <p14:nvPr/>
              </p14:nvContentPartPr>
              <p14:xfrm>
                <a:off x="1752918" y="4968250"/>
                <a:ext cx="39600" cy="423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56B9A71-7D80-E9AE-1AE9-466DF9F0E07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34918" y="4950610"/>
                  <a:ext cx="752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537FCC-7440-5012-596D-C164DA6081D5}"/>
                    </a:ext>
                  </a:extLst>
                </p14:cNvPr>
                <p14:cNvContentPartPr/>
                <p14:nvPr/>
              </p14:nvContentPartPr>
              <p14:xfrm>
                <a:off x="1738518" y="5329330"/>
                <a:ext cx="38160" cy="69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537FCC-7440-5012-596D-C164DA6081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20878" y="5311330"/>
                  <a:ext cx="73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D5586E3-8ADC-64C7-2FE3-11C1C7CF172B}"/>
                    </a:ext>
                  </a:extLst>
                </p14:cNvPr>
                <p14:cNvContentPartPr/>
                <p14:nvPr/>
              </p14:nvContentPartPr>
              <p14:xfrm>
                <a:off x="1576518" y="1910410"/>
                <a:ext cx="52200" cy="347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D5586E3-8ADC-64C7-2FE3-11C1C7CF17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58518" y="1892410"/>
                  <a:ext cx="87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702F02-2714-BAB8-8A0F-4C1691157468}"/>
                    </a:ext>
                  </a:extLst>
                </p14:cNvPr>
                <p14:cNvContentPartPr/>
                <p14:nvPr/>
              </p14:nvContentPartPr>
              <p14:xfrm>
                <a:off x="1651398" y="2893570"/>
                <a:ext cx="87120" cy="170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702F02-2714-BAB8-8A0F-4C169115746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33398" y="2875930"/>
                  <a:ext cx="122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64F68D-3B7A-5CA2-E5E4-0CA902DB7E29}"/>
                    </a:ext>
                  </a:extLst>
                </p14:cNvPr>
                <p14:cNvContentPartPr/>
                <p14:nvPr/>
              </p14:nvContentPartPr>
              <p14:xfrm>
                <a:off x="1744998" y="2919850"/>
                <a:ext cx="94680" cy="51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64F68D-3B7A-5CA2-E5E4-0CA902DB7E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26998" y="2901850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78F7237-4313-6B25-4C57-4CA14501C10B}"/>
                    </a:ext>
                  </a:extLst>
                </p14:cNvPr>
                <p14:cNvContentPartPr/>
                <p14:nvPr/>
              </p14:nvContentPartPr>
              <p14:xfrm>
                <a:off x="1716918" y="4208650"/>
                <a:ext cx="144360" cy="17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78F7237-4313-6B25-4C57-4CA14501C10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98918" y="4190650"/>
                  <a:ext cx="180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6941BB-1613-867A-E6E9-652B3587FBE5}"/>
                    </a:ext>
                  </a:extLst>
                </p14:cNvPr>
                <p14:cNvContentPartPr/>
                <p14:nvPr/>
              </p14:nvContentPartPr>
              <p14:xfrm>
                <a:off x="1839678" y="4265170"/>
                <a:ext cx="38880" cy="181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6941BB-1613-867A-E6E9-652B3587FBE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21678" y="4247530"/>
                  <a:ext cx="74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B1D337-65F7-01D1-ED4D-6B81D8C21364}"/>
                    </a:ext>
                  </a:extLst>
                </p14:cNvPr>
                <p14:cNvContentPartPr/>
                <p14:nvPr/>
              </p14:nvContentPartPr>
              <p14:xfrm>
                <a:off x="1898718" y="4207210"/>
                <a:ext cx="5472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B1D337-65F7-01D1-ED4D-6B81D8C213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80718" y="4189570"/>
                  <a:ext cx="90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A8B2B3-B12F-79D2-FC2D-DCFDA17E6888}"/>
                    </a:ext>
                  </a:extLst>
                </p14:cNvPr>
                <p14:cNvContentPartPr/>
                <p14:nvPr/>
              </p14:nvContentPartPr>
              <p14:xfrm>
                <a:off x="1953798" y="4216930"/>
                <a:ext cx="85680" cy="9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A8B2B3-B12F-79D2-FC2D-DCFDA17E688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36158" y="4198930"/>
                  <a:ext cx="1213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B337D50-074A-687B-A707-14F52BC6DE9D}"/>
              </a:ext>
            </a:extLst>
          </p:cNvPr>
          <p:cNvGrpSpPr/>
          <p:nvPr/>
        </p:nvGrpSpPr>
        <p:grpSpPr>
          <a:xfrm>
            <a:off x="2650398" y="3107410"/>
            <a:ext cx="1802520" cy="729720"/>
            <a:chOff x="2650398" y="3107410"/>
            <a:chExt cx="180252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1DAE23-17E6-A4BD-F1B9-A8E79DA84A7D}"/>
                    </a:ext>
                  </a:extLst>
                </p14:cNvPr>
                <p14:cNvContentPartPr/>
                <p14:nvPr/>
              </p14:nvContentPartPr>
              <p14:xfrm>
                <a:off x="2941998" y="3202450"/>
                <a:ext cx="269640" cy="5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1DAE23-17E6-A4BD-F1B9-A8E79DA84A7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23998" y="3184450"/>
                  <a:ext cx="305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C90DDF-E27C-3725-FA10-E76CBD83BDB0}"/>
                    </a:ext>
                  </a:extLst>
                </p14:cNvPr>
                <p14:cNvContentPartPr/>
                <p14:nvPr/>
              </p14:nvContentPartPr>
              <p14:xfrm>
                <a:off x="3221358" y="3107410"/>
                <a:ext cx="366120" cy="10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C90DDF-E27C-3725-FA10-E76CBD83BD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03718" y="3089770"/>
                  <a:ext cx="401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7DDF56-A5D9-105D-A72B-197579BAFBD2}"/>
                    </a:ext>
                  </a:extLst>
                </p14:cNvPr>
                <p14:cNvContentPartPr/>
                <p14:nvPr/>
              </p14:nvContentPartPr>
              <p14:xfrm>
                <a:off x="3601158" y="3158170"/>
                <a:ext cx="332280" cy="1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7DDF56-A5D9-105D-A72B-197579BAFBD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83518" y="3140530"/>
                  <a:ext cx="367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406A3D-4F84-2D86-C89E-98713D4F6C86}"/>
                    </a:ext>
                  </a:extLst>
                </p14:cNvPr>
                <p14:cNvContentPartPr/>
                <p14:nvPr/>
              </p14:nvContentPartPr>
              <p14:xfrm>
                <a:off x="3090678" y="3804730"/>
                <a:ext cx="303840" cy="32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406A3D-4F84-2D86-C89E-98713D4F6C8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073038" y="3787090"/>
                  <a:ext cx="339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EAD44F-BE32-0B32-7EF6-FDF281983FAE}"/>
                    </a:ext>
                  </a:extLst>
                </p14:cNvPr>
                <p14:cNvContentPartPr/>
                <p14:nvPr/>
              </p14:nvContentPartPr>
              <p14:xfrm>
                <a:off x="3408918" y="3721930"/>
                <a:ext cx="360000" cy="93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EAD44F-BE32-0B32-7EF6-FDF281983FA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90918" y="3703930"/>
                  <a:ext cx="395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194CD2-704D-FE8E-5C83-43E34F4B24EC}"/>
                    </a:ext>
                  </a:extLst>
                </p14:cNvPr>
                <p14:cNvContentPartPr/>
                <p14:nvPr/>
              </p14:nvContentPartPr>
              <p14:xfrm>
                <a:off x="3833358" y="3745330"/>
                <a:ext cx="234720" cy="25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194CD2-704D-FE8E-5C83-43E34F4B24E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15358" y="3727690"/>
                  <a:ext cx="270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DDBDE8-A9AF-29A9-9AB7-84DD35A0E6FC}"/>
                    </a:ext>
                  </a:extLst>
                </p14:cNvPr>
                <p14:cNvContentPartPr/>
                <p14:nvPr/>
              </p14:nvContentPartPr>
              <p14:xfrm>
                <a:off x="3998238" y="3231610"/>
                <a:ext cx="82440" cy="484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DDBDE8-A9AF-29A9-9AB7-84DD35A0E6F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80598" y="3213970"/>
                  <a:ext cx="1180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8302A6-E71B-FB3A-774C-0EFECDEF0DC6}"/>
                    </a:ext>
                  </a:extLst>
                </p14:cNvPr>
                <p14:cNvContentPartPr/>
                <p14:nvPr/>
              </p14:nvContentPartPr>
              <p14:xfrm>
                <a:off x="2965038" y="3262930"/>
                <a:ext cx="61200" cy="568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8302A6-E71B-FB3A-774C-0EFECDEF0DC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47038" y="3244930"/>
                  <a:ext cx="9684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6E6175-5EB9-9576-9DCA-9261EC1EFBE4}"/>
                    </a:ext>
                  </a:extLst>
                </p14:cNvPr>
                <p14:cNvContentPartPr/>
                <p14:nvPr/>
              </p14:nvContentPartPr>
              <p14:xfrm>
                <a:off x="2657598" y="3506650"/>
                <a:ext cx="341280" cy="2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6E6175-5EB9-9576-9DCA-9261EC1EFBE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39598" y="3488650"/>
                  <a:ext cx="37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7C367F-A143-137E-1031-D32AE221A1D0}"/>
                    </a:ext>
                  </a:extLst>
                </p14:cNvPr>
                <p14:cNvContentPartPr/>
                <p14:nvPr/>
              </p14:nvContentPartPr>
              <p14:xfrm>
                <a:off x="2650398" y="3471730"/>
                <a:ext cx="75240" cy="74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7C367F-A143-137E-1031-D32AE221A1D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32758" y="3454090"/>
                  <a:ext cx="110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10361D0-F28E-384B-9901-D3448E60FB27}"/>
                    </a:ext>
                  </a:extLst>
                </p14:cNvPr>
                <p14:cNvContentPartPr/>
                <p14:nvPr/>
              </p14:nvContentPartPr>
              <p14:xfrm>
                <a:off x="4044678" y="3382810"/>
                <a:ext cx="408240" cy="83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10361D0-F28E-384B-9901-D3448E60FB2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27038" y="3365170"/>
                  <a:ext cx="44388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031EDC5-3457-B2A5-A6A0-1C05BD1D2C67}"/>
                  </a:ext>
                </a:extLst>
              </p14:cNvPr>
              <p14:cNvContentPartPr/>
              <p14:nvPr/>
            </p14:nvContentPartPr>
            <p14:xfrm>
              <a:off x="3332238" y="2656690"/>
              <a:ext cx="69480" cy="190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031EDC5-3457-B2A5-A6A0-1C05BD1D2C6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314238" y="2638690"/>
                <a:ext cx="10512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A934544-A99D-E281-D4DC-5D65AA4F4BC6}"/>
              </a:ext>
            </a:extLst>
          </p:cNvPr>
          <p:cNvGrpSpPr/>
          <p:nvPr/>
        </p:nvGrpSpPr>
        <p:grpSpPr>
          <a:xfrm>
            <a:off x="3371118" y="4110370"/>
            <a:ext cx="203040" cy="239400"/>
            <a:chOff x="3371118" y="4110370"/>
            <a:chExt cx="2030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C56F02-12E3-5DB9-146D-14F5810644C0}"/>
                    </a:ext>
                  </a:extLst>
                </p14:cNvPr>
                <p14:cNvContentPartPr/>
                <p14:nvPr/>
              </p14:nvContentPartPr>
              <p14:xfrm>
                <a:off x="3476238" y="4110370"/>
                <a:ext cx="97920" cy="239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C56F02-12E3-5DB9-146D-14F5810644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58238" y="4092730"/>
                  <a:ext cx="133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9CB8798-B47F-B4ED-5E96-3150547CC204}"/>
                    </a:ext>
                  </a:extLst>
                </p14:cNvPr>
                <p14:cNvContentPartPr/>
                <p14:nvPr/>
              </p14:nvContentPartPr>
              <p14:xfrm>
                <a:off x="3371118" y="4174810"/>
                <a:ext cx="123480" cy="120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9CB8798-B47F-B4ED-5E96-3150547CC20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53118" y="4157170"/>
                  <a:ext cx="159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6CA4C8C-7790-9A2A-C124-4910F7AD0536}"/>
              </a:ext>
            </a:extLst>
          </p:cNvPr>
          <p:cNvGrpSpPr/>
          <p:nvPr/>
        </p:nvGrpSpPr>
        <p:grpSpPr>
          <a:xfrm>
            <a:off x="2963238" y="1132090"/>
            <a:ext cx="1039320" cy="867960"/>
            <a:chOff x="2963238" y="1132090"/>
            <a:chExt cx="1039320" cy="86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633D71-330B-B05D-8719-744997E9384C}"/>
                    </a:ext>
                  </a:extLst>
                </p14:cNvPr>
                <p14:cNvContentPartPr/>
                <p14:nvPr/>
              </p14:nvContentPartPr>
              <p14:xfrm>
                <a:off x="3120558" y="1132090"/>
                <a:ext cx="95400" cy="355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633D71-330B-B05D-8719-744997E938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02918" y="1114090"/>
                  <a:ext cx="131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F38F86-A4ED-3D0D-7BD5-5A4C34536449}"/>
                    </a:ext>
                  </a:extLst>
                </p14:cNvPr>
                <p14:cNvContentPartPr/>
                <p14:nvPr/>
              </p14:nvContentPartPr>
              <p14:xfrm>
                <a:off x="2963238" y="1455370"/>
                <a:ext cx="630000" cy="109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F38F86-A4ED-3D0D-7BD5-5A4C345364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945598" y="1437730"/>
                  <a:ext cx="665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116C29-F321-1565-4852-98FC945D6FB0}"/>
                    </a:ext>
                  </a:extLst>
                </p14:cNvPr>
                <p14:cNvContentPartPr/>
                <p14:nvPr/>
              </p14:nvContentPartPr>
              <p14:xfrm>
                <a:off x="3182118" y="1728250"/>
                <a:ext cx="128160" cy="271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116C29-F321-1565-4852-98FC945D6F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64478" y="1710250"/>
                  <a:ext cx="163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E7FEFE-F395-34F6-34CC-47F88C6D46C7}"/>
                    </a:ext>
                  </a:extLst>
                </p14:cNvPr>
                <p14:cNvContentPartPr/>
                <p14:nvPr/>
              </p14:nvContentPartPr>
              <p14:xfrm>
                <a:off x="3224598" y="1674610"/>
                <a:ext cx="222840" cy="177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E7FEFE-F395-34F6-34CC-47F88C6D46C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06598" y="1656970"/>
                  <a:ext cx="258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70A8B9-56C4-D7C0-6564-7BE1F0BED0E0}"/>
                    </a:ext>
                  </a:extLst>
                </p14:cNvPr>
                <p14:cNvContentPartPr/>
                <p14:nvPr/>
              </p14:nvContentPartPr>
              <p14:xfrm>
                <a:off x="3486678" y="1755970"/>
                <a:ext cx="95040" cy="134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70A8B9-56C4-D7C0-6564-7BE1F0BED0E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68678" y="1738330"/>
                  <a:ext cx="130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506A1C-05F5-4011-2ADE-DE50E632DFD0}"/>
                    </a:ext>
                  </a:extLst>
                </p14:cNvPr>
                <p14:cNvContentPartPr/>
                <p14:nvPr/>
              </p14:nvContentPartPr>
              <p14:xfrm>
                <a:off x="3679278" y="1752730"/>
                <a:ext cx="168840" cy="179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506A1C-05F5-4011-2ADE-DE50E632DF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61278" y="1735090"/>
                  <a:ext cx="204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91CF25-7BC0-12A4-AB36-B98385112ED9}"/>
                    </a:ext>
                  </a:extLst>
                </p14:cNvPr>
                <p14:cNvContentPartPr/>
                <p14:nvPr/>
              </p14:nvContentPartPr>
              <p14:xfrm>
                <a:off x="3940638" y="1315330"/>
                <a:ext cx="14040" cy="21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91CF25-7BC0-12A4-AB36-B98385112ED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22998" y="1297690"/>
                  <a:ext cx="49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8426DB-7DCE-3F57-2976-1F03C879BDC0}"/>
                    </a:ext>
                  </a:extLst>
                </p14:cNvPr>
                <p14:cNvContentPartPr/>
                <p14:nvPr/>
              </p14:nvContentPartPr>
              <p14:xfrm>
                <a:off x="3935598" y="1455010"/>
                <a:ext cx="66960" cy="25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8426DB-7DCE-3F57-2976-1F03C879BDC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917958" y="1437010"/>
                  <a:ext cx="1026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4F90C86-CF83-A6E7-0637-CF3826B21645}"/>
              </a:ext>
            </a:extLst>
          </p:cNvPr>
          <p:cNvGrpSpPr/>
          <p:nvPr/>
        </p:nvGrpSpPr>
        <p:grpSpPr>
          <a:xfrm>
            <a:off x="4283358" y="754810"/>
            <a:ext cx="1618200" cy="1055880"/>
            <a:chOff x="4283358" y="754810"/>
            <a:chExt cx="1618200" cy="10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992BE0-3FD2-F715-B4C8-FB8DCEDA58FF}"/>
                    </a:ext>
                  </a:extLst>
                </p14:cNvPr>
                <p14:cNvContentPartPr/>
                <p14:nvPr/>
              </p14:nvContentPartPr>
              <p14:xfrm>
                <a:off x="4289478" y="928690"/>
                <a:ext cx="71640" cy="397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992BE0-3FD2-F715-B4C8-FB8DCEDA58F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271478" y="910690"/>
                  <a:ext cx="1072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D80B59B-CBE4-B8F7-2EE1-9408C4E437C4}"/>
                    </a:ext>
                  </a:extLst>
                </p14:cNvPr>
                <p14:cNvContentPartPr/>
                <p14:nvPr/>
              </p14:nvContentPartPr>
              <p14:xfrm>
                <a:off x="4283358" y="1312450"/>
                <a:ext cx="381600" cy="73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D80B59B-CBE4-B8F7-2EE1-9408C4E437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65718" y="1294450"/>
                  <a:ext cx="417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C015E5B-00A9-4CBB-54A8-9C6ED9BC2BD4}"/>
                    </a:ext>
                  </a:extLst>
                </p14:cNvPr>
                <p14:cNvContentPartPr/>
                <p14:nvPr/>
              </p14:nvContentPartPr>
              <p14:xfrm>
                <a:off x="4453998" y="1538530"/>
                <a:ext cx="104760" cy="27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C015E5B-00A9-4CBB-54A8-9C6ED9BC2BD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35998" y="1520890"/>
                  <a:ext cx="140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6F01FA-8944-2798-53FC-062C452F86D8}"/>
                    </a:ext>
                  </a:extLst>
                </p14:cNvPr>
                <p14:cNvContentPartPr/>
                <p14:nvPr/>
              </p14:nvContentPartPr>
              <p14:xfrm>
                <a:off x="4717878" y="1506130"/>
                <a:ext cx="66600" cy="191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6F01FA-8944-2798-53FC-062C452F86D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99878" y="1488130"/>
                  <a:ext cx="102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C1789F6-5D73-7CF9-1876-0E7C1E69CE70}"/>
                    </a:ext>
                  </a:extLst>
                </p14:cNvPr>
                <p14:cNvContentPartPr/>
                <p14:nvPr/>
              </p14:nvContentPartPr>
              <p14:xfrm>
                <a:off x="4790598" y="1501090"/>
                <a:ext cx="94320" cy="154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C1789F6-5D73-7CF9-1876-0E7C1E69CE7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772598" y="1483450"/>
                  <a:ext cx="129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75A9936-CAAD-D8F8-540D-C8FA354F81B2}"/>
                    </a:ext>
                  </a:extLst>
                </p14:cNvPr>
                <p14:cNvContentPartPr/>
                <p14:nvPr/>
              </p14:nvContentPartPr>
              <p14:xfrm>
                <a:off x="4965558" y="1251250"/>
                <a:ext cx="149400" cy="48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75A9936-CAAD-D8F8-540D-C8FA354F81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47918" y="1233250"/>
                  <a:ext cx="185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BC4118-6AFE-5088-3D45-EBE74A242834}"/>
                    </a:ext>
                  </a:extLst>
                </p14:cNvPr>
                <p14:cNvContentPartPr/>
                <p14:nvPr/>
              </p14:nvContentPartPr>
              <p14:xfrm>
                <a:off x="5005158" y="1201570"/>
                <a:ext cx="63360" cy="195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BC4118-6AFE-5088-3D45-EBE74A2428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87518" y="1183570"/>
                  <a:ext cx="99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E233273-2763-C9DD-06DE-9296C30FAAB9}"/>
                    </a:ext>
                  </a:extLst>
                </p14:cNvPr>
                <p14:cNvContentPartPr/>
                <p14:nvPr/>
              </p14:nvContentPartPr>
              <p14:xfrm>
                <a:off x="5349678" y="754810"/>
                <a:ext cx="63000" cy="394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E233273-2763-C9DD-06DE-9296C30FAAB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32038" y="736810"/>
                  <a:ext cx="98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F17394A-7AC9-6CC9-86F0-6739DB202D20}"/>
                    </a:ext>
                  </a:extLst>
                </p14:cNvPr>
                <p14:cNvContentPartPr/>
                <p14:nvPr/>
              </p14:nvContentPartPr>
              <p14:xfrm>
                <a:off x="5328798" y="1130650"/>
                <a:ext cx="394560" cy="81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F17394A-7AC9-6CC9-86F0-6739DB202D2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10798" y="1112650"/>
                  <a:ext cx="430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1A4DB07-B2FA-C03B-838F-3E8122D81877}"/>
                    </a:ext>
                  </a:extLst>
                </p14:cNvPr>
                <p14:cNvContentPartPr/>
                <p14:nvPr/>
              </p14:nvContentPartPr>
              <p14:xfrm>
                <a:off x="5451918" y="1413970"/>
                <a:ext cx="180360" cy="106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1A4DB07-B2FA-C03B-838F-3E8122D8187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33918" y="1395970"/>
                  <a:ext cx="21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999B777-6233-37AD-FFC6-87F73F063B82}"/>
                    </a:ext>
                  </a:extLst>
                </p14:cNvPr>
                <p14:cNvContentPartPr/>
                <p14:nvPr/>
              </p14:nvContentPartPr>
              <p14:xfrm>
                <a:off x="5598078" y="1380850"/>
                <a:ext cx="56520" cy="243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999B777-6233-37AD-FFC6-87F73F063B8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580438" y="1362850"/>
                  <a:ext cx="92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478F105-1F81-12FD-669D-6E9A3E06087B}"/>
                    </a:ext>
                  </a:extLst>
                </p14:cNvPr>
                <p14:cNvContentPartPr/>
                <p14:nvPr/>
              </p14:nvContentPartPr>
              <p14:xfrm>
                <a:off x="5751798" y="1431610"/>
                <a:ext cx="48600" cy="103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478F105-1F81-12FD-669D-6E9A3E06087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34158" y="1413610"/>
                  <a:ext cx="84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AC9524E-198E-4F17-75E9-CAB14B504FF4}"/>
                    </a:ext>
                  </a:extLst>
                </p14:cNvPr>
                <p14:cNvContentPartPr/>
                <p14:nvPr/>
              </p14:nvContentPartPr>
              <p14:xfrm>
                <a:off x="5781318" y="1435930"/>
                <a:ext cx="120240" cy="121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AC9524E-198E-4F17-75E9-CAB14B504FF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63678" y="1418290"/>
                  <a:ext cx="155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8802E82-E894-3D54-8099-3CCB3B5E236C}"/>
              </a:ext>
            </a:extLst>
          </p:cNvPr>
          <p:cNvGrpSpPr/>
          <p:nvPr/>
        </p:nvGrpSpPr>
        <p:grpSpPr>
          <a:xfrm>
            <a:off x="4380558" y="2480650"/>
            <a:ext cx="1299240" cy="115560"/>
            <a:chOff x="4380558" y="2480650"/>
            <a:chExt cx="129924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59E472-395A-2C96-1981-8FDF1FB321A0}"/>
                    </a:ext>
                  </a:extLst>
                </p14:cNvPr>
                <p14:cNvContentPartPr/>
                <p14:nvPr/>
              </p14:nvContentPartPr>
              <p14:xfrm>
                <a:off x="4380558" y="2480650"/>
                <a:ext cx="42840" cy="16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59E472-395A-2C96-1981-8FDF1FB321A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362558" y="2462650"/>
                  <a:ext cx="78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0502A3F-ABE1-3221-105C-79630D9A6214}"/>
                    </a:ext>
                  </a:extLst>
                </p14:cNvPr>
                <p14:cNvContentPartPr/>
                <p14:nvPr/>
              </p14:nvContentPartPr>
              <p14:xfrm>
                <a:off x="4406838" y="2558410"/>
                <a:ext cx="68760" cy="37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0502A3F-ABE1-3221-105C-79630D9A621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88838" y="2540770"/>
                  <a:ext cx="104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1AD8F7F-EF06-0F63-DD1F-8A98500B3440}"/>
                    </a:ext>
                  </a:extLst>
                </p14:cNvPr>
                <p14:cNvContentPartPr/>
                <p14:nvPr/>
              </p14:nvContentPartPr>
              <p14:xfrm>
                <a:off x="4634358" y="2485690"/>
                <a:ext cx="1045440" cy="496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1AD8F7F-EF06-0F63-DD1F-8A98500B344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16358" y="2468050"/>
                  <a:ext cx="10810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2AD049D-29F7-8D43-ECE5-3445535F0150}"/>
              </a:ext>
            </a:extLst>
          </p:cNvPr>
          <p:cNvGrpSpPr/>
          <p:nvPr/>
        </p:nvGrpSpPr>
        <p:grpSpPr>
          <a:xfrm>
            <a:off x="5017038" y="2696290"/>
            <a:ext cx="585000" cy="244440"/>
            <a:chOff x="5017038" y="2696290"/>
            <a:chExt cx="5850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2D55964-C99A-418A-4870-3FA96A9640D5}"/>
                    </a:ext>
                  </a:extLst>
                </p14:cNvPr>
                <p14:cNvContentPartPr/>
                <p14:nvPr/>
              </p14:nvContentPartPr>
              <p14:xfrm>
                <a:off x="5017038" y="2696290"/>
                <a:ext cx="47880" cy="235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2D55964-C99A-418A-4870-3FA96A9640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999038" y="2678650"/>
                  <a:ext cx="83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FCA0FBC-591D-657F-31A6-43D84ADC15DF}"/>
                    </a:ext>
                  </a:extLst>
                </p14:cNvPr>
                <p14:cNvContentPartPr/>
                <p14:nvPr/>
              </p14:nvContentPartPr>
              <p14:xfrm>
                <a:off x="5159238" y="2856490"/>
                <a:ext cx="3240" cy="5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FCA0FBC-591D-657F-31A6-43D84ADC15D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141238" y="2838850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AC437D5-B68C-CC2E-6385-08BAFD9525D5}"/>
                    </a:ext>
                  </a:extLst>
                </p14:cNvPr>
                <p14:cNvContentPartPr/>
                <p14:nvPr/>
              </p14:nvContentPartPr>
              <p14:xfrm>
                <a:off x="5369478" y="2702050"/>
                <a:ext cx="187920" cy="159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AC437D5-B68C-CC2E-6385-08BAFD9525D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351478" y="2684050"/>
                  <a:ext cx="223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70A1D48-5E36-6997-5328-CE01CD232BA2}"/>
                    </a:ext>
                  </a:extLst>
                </p14:cNvPr>
                <p14:cNvContentPartPr/>
                <p14:nvPr/>
              </p14:nvContentPartPr>
              <p14:xfrm>
                <a:off x="5540478" y="2757130"/>
                <a:ext cx="21240" cy="107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70A1D48-5E36-6997-5328-CE01CD232BA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22478" y="2739490"/>
                  <a:ext cx="56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A245C69-FB00-C5C6-522B-B7262354C88F}"/>
                    </a:ext>
                  </a:extLst>
                </p14:cNvPr>
                <p14:cNvContentPartPr/>
                <p14:nvPr/>
              </p14:nvContentPartPr>
              <p14:xfrm>
                <a:off x="5563878" y="2784130"/>
                <a:ext cx="38160" cy="156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A245C69-FB00-C5C6-522B-B7262354C88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545878" y="2766130"/>
                  <a:ext cx="738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20D708D-60B8-ADF6-2AB2-9327FCCA7773}"/>
              </a:ext>
            </a:extLst>
          </p:cNvPr>
          <p:cNvGrpSpPr/>
          <p:nvPr/>
        </p:nvGrpSpPr>
        <p:grpSpPr>
          <a:xfrm>
            <a:off x="5018478" y="2168170"/>
            <a:ext cx="168120" cy="240480"/>
            <a:chOff x="5018478" y="2168170"/>
            <a:chExt cx="1681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DFD0148-E5FA-544A-AD1C-6176FB9CDF53}"/>
                    </a:ext>
                  </a:extLst>
                </p14:cNvPr>
                <p14:cNvContentPartPr/>
                <p14:nvPr/>
              </p14:nvContentPartPr>
              <p14:xfrm>
                <a:off x="5018478" y="2168170"/>
                <a:ext cx="168120" cy="44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DFD0148-E5FA-544A-AD1C-6176FB9CDF5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00838" y="2150170"/>
                  <a:ext cx="203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9647C97-D138-E2C1-CDFE-34521A8AACB5}"/>
                    </a:ext>
                  </a:extLst>
                </p14:cNvPr>
                <p14:cNvContentPartPr/>
                <p14:nvPr/>
              </p14:nvContentPartPr>
              <p14:xfrm>
                <a:off x="5048358" y="2212810"/>
                <a:ext cx="104040" cy="195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9647C97-D138-E2C1-CDFE-34521A8AACB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30718" y="2194810"/>
                  <a:ext cx="1396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49BEA372-DC43-E6BC-FFAC-D9CE81615631}"/>
              </a:ext>
            </a:extLst>
          </p:cNvPr>
          <p:cNvGrpSpPr/>
          <p:nvPr/>
        </p:nvGrpSpPr>
        <p:grpSpPr>
          <a:xfrm>
            <a:off x="4888518" y="3405490"/>
            <a:ext cx="813960" cy="773640"/>
            <a:chOff x="4888518" y="3405490"/>
            <a:chExt cx="813960" cy="77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C64D88F-298E-6BED-830C-4B63220E8056}"/>
                    </a:ext>
                  </a:extLst>
                </p14:cNvPr>
                <p14:cNvContentPartPr/>
                <p14:nvPr/>
              </p14:nvContentPartPr>
              <p14:xfrm>
                <a:off x="4888518" y="3705370"/>
                <a:ext cx="94680" cy="24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C64D88F-298E-6BED-830C-4B63220E805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870518" y="3687730"/>
                  <a:ext cx="130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FD8041-D409-6430-9E97-034F926BF072}"/>
                    </a:ext>
                  </a:extLst>
                </p14:cNvPr>
                <p14:cNvContentPartPr/>
                <p14:nvPr/>
              </p14:nvContentPartPr>
              <p14:xfrm>
                <a:off x="4973838" y="3756490"/>
                <a:ext cx="63360" cy="25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FD8041-D409-6430-9E97-034F926BF07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956198" y="3738490"/>
                  <a:ext cx="99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2481F39-E063-E974-974E-4F7EB2F90DD3}"/>
                    </a:ext>
                  </a:extLst>
                </p14:cNvPr>
                <p14:cNvContentPartPr/>
                <p14:nvPr/>
              </p14:nvContentPartPr>
              <p14:xfrm>
                <a:off x="5222238" y="3425650"/>
                <a:ext cx="113040" cy="19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2481F39-E063-E974-974E-4F7EB2F90D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04598" y="3408010"/>
                  <a:ext cx="14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8CBDE5E-25B4-D0F3-510D-A22C2AAF20DA}"/>
                    </a:ext>
                  </a:extLst>
                </p14:cNvPr>
                <p14:cNvContentPartPr/>
                <p14:nvPr/>
              </p14:nvContentPartPr>
              <p14:xfrm>
                <a:off x="5151318" y="3405490"/>
                <a:ext cx="155880" cy="242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8CBDE5E-25B4-D0F3-510D-A22C2AAF20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33678" y="338785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F395C42-FF29-4F4E-E92D-29227064FAC7}"/>
                    </a:ext>
                  </a:extLst>
                </p14:cNvPr>
                <p14:cNvContentPartPr/>
                <p14:nvPr/>
              </p14:nvContentPartPr>
              <p14:xfrm>
                <a:off x="5177238" y="3688090"/>
                <a:ext cx="525240" cy="91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F395C42-FF29-4F4E-E92D-29227064FA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59238" y="3670090"/>
                  <a:ext cx="56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916D7B3-4620-A9B7-E3D4-A8EEAA222DAC}"/>
                    </a:ext>
                  </a:extLst>
                </p14:cNvPr>
                <p14:cNvContentPartPr/>
                <p14:nvPr/>
              </p14:nvContentPartPr>
              <p14:xfrm>
                <a:off x="5377038" y="3886450"/>
                <a:ext cx="173880" cy="155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916D7B3-4620-A9B7-E3D4-A8EEAA222DA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59038" y="3868450"/>
                  <a:ext cx="209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7060016-9346-CA2F-38AB-F3CBB24EAC65}"/>
                    </a:ext>
                  </a:extLst>
                </p14:cNvPr>
                <p14:cNvContentPartPr/>
                <p14:nvPr/>
              </p14:nvContentPartPr>
              <p14:xfrm>
                <a:off x="5532198" y="3869530"/>
                <a:ext cx="36720" cy="309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7060016-9346-CA2F-38AB-F3CBB24EAC6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14558" y="3851890"/>
                  <a:ext cx="7236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F9BD171-A010-5216-F642-42214E11BD18}"/>
              </a:ext>
            </a:extLst>
          </p:cNvPr>
          <p:cNvGrpSpPr/>
          <p:nvPr/>
        </p:nvGrpSpPr>
        <p:grpSpPr>
          <a:xfrm>
            <a:off x="4385958" y="3647770"/>
            <a:ext cx="214200" cy="263520"/>
            <a:chOff x="4385958" y="3647770"/>
            <a:chExt cx="21420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0AA7725-DD91-D18C-6A5F-281852DE2979}"/>
                    </a:ext>
                  </a:extLst>
                </p14:cNvPr>
                <p14:cNvContentPartPr/>
                <p14:nvPr/>
              </p14:nvContentPartPr>
              <p14:xfrm>
                <a:off x="4385958" y="3877810"/>
                <a:ext cx="214200" cy="33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0AA7725-DD91-D18C-6A5F-281852DE297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367958" y="3859810"/>
                  <a:ext cx="249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36ADC25-0350-35D2-9B45-03AF04A57910}"/>
                    </a:ext>
                  </a:extLst>
                </p14:cNvPr>
                <p14:cNvContentPartPr/>
                <p14:nvPr/>
              </p14:nvContentPartPr>
              <p14:xfrm>
                <a:off x="4504038" y="3647770"/>
                <a:ext cx="60840" cy="179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36ADC25-0350-35D2-9B45-03AF04A5791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486398" y="3630130"/>
                  <a:ext cx="964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B47FC9C-CB70-F8C4-B7A7-952FC267F8B5}"/>
              </a:ext>
            </a:extLst>
          </p:cNvPr>
          <p:cNvGrpSpPr/>
          <p:nvPr/>
        </p:nvGrpSpPr>
        <p:grpSpPr>
          <a:xfrm>
            <a:off x="4540758" y="4083730"/>
            <a:ext cx="577080" cy="366120"/>
            <a:chOff x="4540758" y="4083730"/>
            <a:chExt cx="5770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3B58C80-ADDB-7FC2-9A0B-D22DF60C4D35}"/>
                    </a:ext>
                  </a:extLst>
                </p14:cNvPr>
                <p14:cNvContentPartPr/>
                <p14:nvPr/>
              </p14:nvContentPartPr>
              <p14:xfrm>
                <a:off x="4551558" y="4184170"/>
                <a:ext cx="45360" cy="226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3B58C80-ADDB-7FC2-9A0B-D22DF60C4D3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33918" y="4166170"/>
                  <a:ext cx="81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E6601EB-DB94-BE85-1E3C-1F8B79C48593}"/>
                    </a:ext>
                  </a:extLst>
                </p14:cNvPr>
                <p14:cNvContentPartPr/>
                <p14:nvPr/>
              </p14:nvContentPartPr>
              <p14:xfrm>
                <a:off x="4540758" y="4083730"/>
                <a:ext cx="149400" cy="190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E6601EB-DB94-BE85-1E3C-1F8B79C485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522758" y="4066090"/>
                  <a:ext cx="18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693C545-6137-F7BA-56A1-3D160563C070}"/>
                    </a:ext>
                  </a:extLst>
                </p14:cNvPr>
                <p14:cNvContentPartPr/>
                <p14:nvPr/>
              </p14:nvContentPartPr>
              <p14:xfrm>
                <a:off x="4771518" y="4243210"/>
                <a:ext cx="105120" cy="160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693C545-6137-F7BA-56A1-3D160563C07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53878" y="4225570"/>
                  <a:ext cx="140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7AF432-BF35-EDD9-8611-16DB88CA4174}"/>
                    </a:ext>
                  </a:extLst>
                </p14:cNvPr>
                <p14:cNvContentPartPr/>
                <p14:nvPr/>
              </p14:nvContentPartPr>
              <p14:xfrm>
                <a:off x="4959798" y="4272730"/>
                <a:ext cx="158040" cy="177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7AF432-BF35-EDD9-8611-16DB88CA417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941798" y="4254730"/>
                  <a:ext cx="1936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79A9683-D6C8-85AC-1FE9-4D7C61686E95}"/>
              </a:ext>
            </a:extLst>
          </p:cNvPr>
          <p:cNvGrpSpPr/>
          <p:nvPr/>
        </p:nvGrpSpPr>
        <p:grpSpPr>
          <a:xfrm>
            <a:off x="4185438" y="4796170"/>
            <a:ext cx="2345040" cy="809640"/>
            <a:chOff x="4185438" y="4796170"/>
            <a:chExt cx="2345040" cy="80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EA3F595-F026-463C-DE99-5765400B07C5}"/>
                    </a:ext>
                  </a:extLst>
                </p14:cNvPr>
                <p14:cNvContentPartPr/>
                <p14:nvPr/>
              </p14:nvContentPartPr>
              <p14:xfrm>
                <a:off x="4277238" y="5321050"/>
                <a:ext cx="360" cy="6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EA3F595-F026-463C-DE99-5765400B07C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259238" y="5303050"/>
                  <a:ext cx="36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7A7189-328F-8B11-935D-CA9ADD450AFF}"/>
                    </a:ext>
                  </a:extLst>
                </p14:cNvPr>
                <p14:cNvContentPartPr/>
                <p14:nvPr/>
              </p14:nvContentPartPr>
              <p14:xfrm>
                <a:off x="4204518" y="5095690"/>
                <a:ext cx="62280" cy="458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7A7189-328F-8B11-935D-CA9ADD450AF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186518" y="5078050"/>
                  <a:ext cx="97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20A2FAC-E6EA-38A5-5B57-64A6B2C0672A}"/>
                    </a:ext>
                  </a:extLst>
                </p14:cNvPr>
                <p14:cNvContentPartPr/>
                <p14:nvPr/>
              </p14:nvContentPartPr>
              <p14:xfrm>
                <a:off x="4185438" y="5089570"/>
                <a:ext cx="274320" cy="358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20A2FAC-E6EA-38A5-5B57-64A6B2C0672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67798" y="5071570"/>
                  <a:ext cx="309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1FF3A78-0355-2B08-A61E-2205D62E9CDF}"/>
                    </a:ext>
                  </a:extLst>
                </p14:cNvPr>
                <p14:cNvContentPartPr/>
                <p14:nvPr/>
              </p14:nvContentPartPr>
              <p14:xfrm>
                <a:off x="4461558" y="5322850"/>
                <a:ext cx="207360" cy="205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1FF3A78-0355-2B08-A61E-2205D62E9CD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443558" y="5304850"/>
                  <a:ext cx="243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FE9F8A-9D0E-A756-9184-C32DA9EC245F}"/>
                    </a:ext>
                  </a:extLst>
                </p14:cNvPr>
                <p14:cNvContentPartPr/>
                <p14:nvPr/>
              </p14:nvContentPartPr>
              <p14:xfrm>
                <a:off x="4761078" y="5303770"/>
                <a:ext cx="214560" cy="302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FE9F8A-9D0E-A756-9184-C32DA9EC245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43438" y="5286130"/>
                  <a:ext cx="250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2BC130-3C5F-264D-D6B0-D9B5C9BF5D58}"/>
                    </a:ext>
                  </a:extLst>
                </p14:cNvPr>
                <p14:cNvContentPartPr/>
                <p14:nvPr/>
              </p14:nvContentPartPr>
              <p14:xfrm>
                <a:off x="5189478" y="5197930"/>
                <a:ext cx="34200" cy="435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2BC130-3C5F-264D-D6B0-D9B5C9BF5D5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171838" y="5179930"/>
                  <a:ext cx="69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8508888-691F-B232-B607-1B6585FA4648}"/>
                    </a:ext>
                  </a:extLst>
                </p14:cNvPr>
                <p14:cNvContentPartPr/>
                <p14:nvPr/>
              </p14:nvContentPartPr>
              <p14:xfrm>
                <a:off x="5227998" y="5282530"/>
                <a:ext cx="85680" cy="3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8508888-691F-B232-B607-1B6585FA464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09998" y="5264890"/>
                  <a:ext cx="121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C2C8A43-9776-BF48-CC49-874481C3B848}"/>
                    </a:ext>
                  </a:extLst>
                </p14:cNvPr>
                <p14:cNvContentPartPr/>
                <p14:nvPr/>
              </p14:nvContentPartPr>
              <p14:xfrm>
                <a:off x="5393958" y="4938010"/>
                <a:ext cx="217080" cy="27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C2C8A43-9776-BF48-CC49-874481C3B84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76318" y="4920010"/>
                  <a:ext cx="252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BF7E4E-C6F1-CE0B-620B-152E45A06871}"/>
                    </a:ext>
                  </a:extLst>
                </p14:cNvPr>
                <p14:cNvContentPartPr/>
                <p14:nvPr/>
              </p14:nvContentPartPr>
              <p14:xfrm>
                <a:off x="5667918" y="4870690"/>
                <a:ext cx="351360" cy="263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BF7E4E-C6F1-CE0B-620B-152E45A068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49918" y="4852690"/>
                  <a:ext cx="387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74B597-861C-2152-AD81-167316473A58}"/>
                    </a:ext>
                  </a:extLst>
                </p14:cNvPr>
                <p14:cNvContentPartPr/>
                <p14:nvPr/>
              </p14:nvContentPartPr>
              <p14:xfrm>
                <a:off x="6163638" y="4796170"/>
                <a:ext cx="366840" cy="214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74B597-861C-2152-AD81-167316473A5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145638" y="4778170"/>
                  <a:ext cx="40248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9BC2E78-5D96-680A-37B6-E3F014C3BFDB}"/>
              </a:ext>
            </a:extLst>
          </p:cNvPr>
          <p:cNvGrpSpPr/>
          <p:nvPr/>
        </p:nvGrpSpPr>
        <p:grpSpPr>
          <a:xfrm>
            <a:off x="9369438" y="3419890"/>
            <a:ext cx="1306080" cy="268200"/>
            <a:chOff x="9369438" y="3419890"/>
            <a:chExt cx="130608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221A6F5-B63A-A9DE-BE24-5E0F880F5A79}"/>
                    </a:ext>
                  </a:extLst>
                </p14:cNvPr>
                <p14:cNvContentPartPr/>
                <p14:nvPr/>
              </p14:nvContentPartPr>
              <p14:xfrm>
                <a:off x="9369438" y="3525730"/>
                <a:ext cx="108360" cy="493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221A6F5-B63A-A9DE-BE24-5E0F880F5A7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51798" y="3508090"/>
                  <a:ext cx="144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7758099-35F6-4619-129B-929590E4653C}"/>
                    </a:ext>
                  </a:extLst>
                </p14:cNvPr>
                <p14:cNvContentPartPr/>
                <p14:nvPr/>
              </p14:nvContentPartPr>
              <p14:xfrm>
                <a:off x="9415878" y="3600610"/>
                <a:ext cx="133200" cy="48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7758099-35F6-4619-129B-929590E4653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397878" y="3582610"/>
                  <a:ext cx="168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ACD7288-2834-6D7B-EB66-90F37539B4FD}"/>
                    </a:ext>
                  </a:extLst>
                </p14:cNvPr>
                <p14:cNvContentPartPr/>
                <p14:nvPr/>
              </p14:nvContentPartPr>
              <p14:xfrm>
                <a:off x="9700998" y="3419890"/>
                <a:ext cx="157680" cy="268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ACD7288-2834-6D7B-EB66-90F37539B4F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82998" y="3402250"/>
                  <a:ext cx="1933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EC245C5-C7E4-910B-19EF-6E98A6B28A52}"/>
                    </a:ext>
                  </a:extLst>
                </p14:cNvPr>
                <p14:cNvContentPartPr/>
                <p14:nvPr/>
              </p14:nvContentPartPr>
              <p14:xfrm>
                <a:off x="9906918" y="3452290"/>
                <a:ext cx="290880" cy="214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EC245C5-C7E4-910B-19EF-6E98A6B28A5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889278" y="3434290"/>
                  <a:ext cx="326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421D839-C821-FACF-81DF-D6471F6A627B}"/>
                    </a:ext>
                  </a:extLst>
                </p14:cNvPr>
                <p14:cNvContentPartPr/>
                <p14:nvPr/>
              </p14:nvContentPartPr>
              <p14:xfrm>
                <a:off x="10328118" y="3460570"/>
                <a:ext cx="347400" cy="18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421D839-C821-FACF-81DF-D6471F6A627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10478" y="3442570"/>
                  <a:ext cx="38304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5BD615-C09A-E65B-5012-79E60063C2DE}"/>
              </a:ext>
            </a:extLst>
          </p:cNvPr>
          <p:cNvGrpSpPr/>
          <p:nvPr/>
        </p:nvGrpSpPr>
        <p:grpSpPr>
          <a:xfrm>
            <a:off x="5494531" y="3397900"/>
            <a:ext cx="166320" cy="236880"/>
            <a:chOff x="5494531" y="3397900"/>
            <a:chExt cx="16632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0EA6B60-A2F8-2F3D-8B02-B9C25CEE650C}"/>
                    </a:ext>
                  </a:extLst>
                </p14:cNvPr>
                <p14:cNvContentPartPr/>
                <p14:nvPr/>
              </p14:nvContentPartPr>
              <p14:xfrm>
                <a:off x="5494531" y="3397900"/>
                <a:ext cx="43200" cy="236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0EA6B60-A2F8-2F3D-8B02-B9C25CEE650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76891" y="3379900"/>
                  <a:ext cx="78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FCF280-4B01-DFD7-5056-9EE4262E52F9}"/>
                    </a:ext>
                  </a:extLst>
                </p14:cNvPr>
                <p14:cNvContentPartPr/>
                <p14:nvPr/>
              </p14:nvContentPartPr>
              <p14:xfrm>
                <a:off x="5502451" y="3398260"/>
                <a:ext cx="158400" cy="127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FCF280-4B01-DFD7-5056-9EE4262E52F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484451" y="3380620"/>
                  <a:ext cx="1940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C2314D-4F1E-63D8-C1FE-BBC2E1455AE6}"/>
              </a:ext>
            </a:extLst>
          </p:cNvPr>
          <p:cNvGrpSpPr/>
          <p:nvPr/>
        </p:nvGrpSpPr>
        <p:grpSpPr>
          <a:xfrm>
            <a:off x="4637371" y="1762060"/>
            <a:ext cx="418320" cy="289080"/>
            <a:chOff x="4637371" y="1762060"/>
            <a:chExt cx="41832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9A3670-590F-2FA7-DCAA-CB5DFC1B1994}"/>
                    </a:ext>
                  </a:extLst>
                </p14:cNvPr>
                <p14:cNvContentPartPr/>
                <p14:nvPr/>
              </p14:nvContentPartPr>
              <p14:xfrm>
                <a:off x="4637371" y="1886620"/>
                <a:ext cx="55440" cy="164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9A3670-590F-2FA7-DCAA-CB5DFC1B199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619731" y="1868620"/>
                  <a:ext cx="91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662CA9-9DFF-7A9F-85E0-69274C2848E2}"/>
                    </a:ext>
                  </a:extLst>
                </p14:cNvPr>
                <p14:cNvContentPartPr/>
                <p14:nvPr/>
              </p14:nvContentPartPr>
              <p14:xfrm>
                <a:off x="4733851" y="1762060"/>
                <a:ext cx="321840" cy="230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662CA9-9DFF-7A9F-85E0-69274C2848E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715851" y="1744060"/>
                  <a:ext cx="35748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A4A4D8-9828-77FB-587F-0007DB8152C1}"/>
              </a:ext>
            </a:extLst>
          </p:cNvPr>
          <p:cNvGrpSpPr/>
          <p:nvPr/>
        </p:nvGrpSpPr>
        <p:grpSpPr>
          <a:xfrm>
            <a:off x="5593171" y="1636420"/>
            <a:ext cx="514440" cy="304200"/>
            <a:chOff x="5593171" y="1636420"/>
            <a:chExt cx="5144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CD535C-0B55-91CF-278D-D7B5E6FAA37A}"/>
                    </a:ext>
                  </a:extLst>
                </p14:cNvPr>
                <p14:cNvContentPartPr/>
                <p14:nvPr/>
              </p14:nvContentPartPr>
              <p14:xfrm>
                <a:off x="5593171" y="1719580"/>
                <a:ext cx="116280" cy="173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CD535C-0B55-91CF-278D-D7B5E6FAA37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575531" y="1701940"/>
                  <a:ext cx="1519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48AA98-3FEB-F669-D38A-B99E5215712D}"/>
                    </a:ext>
                  </a:extLst>
                </p14:cNvPr>
                <p14:cNvContentPartPr/>
                <p14:nvPr/>
              </p14:nvContentPartPr>
              <p14:xfrm>
                <a:off x="5697931" y="1753420"/>
                <a:ext cx="32040" cy="187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48AA98-3FEB-F669-D38A-B99E5215712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79931" y="1735420"/>
                  <a:ext cx="67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B214C9-7E6D-B3CD-E807-C483F77AF7BF}"/>
                    </a:ext>
                  </a:extLst>
                </p14:cNvPr>
                <p14:cNvContentPartPr/>
                <p14:nvPr/>
              </p14:nvContentPartPr>
              <p14:xfrm>
                <a:off x="5790451" y="1636420"/>
                <a:ext cx="317160" cy="222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B214C9-7E6D-B3CD-E807-C483F77AF7B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72451" y="1618780"/>
                  <a:ext cx="352800" cy="25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4353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C1E1-ABB8-6B5C-67D4-C4207C48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C5A0A12-2B81-0D07-24E1-6BDB4246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2" y="1181569"/>
            <a:ext cx="555348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F0F3-CAC1-D731-45D2-E8B8833F4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312490-9CD4-B901-553C-DD0BAA2709DB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6C59B0-3399-26B8-8BDB-77A72A53CA8F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6C59B0-3399-26B8-8BDB-77A72A53CA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09078" y="1018330"/>
                  <a:ext cx="6876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5EED95-552F-F70F-04E1-8B1844BAFBBA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5EED95-552F-F70F-04E1-8B1844BAFB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95398" y="155257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196352-E98F-6457-8F39-F2D92EF98587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196352-E98F-6457-8F39-F2D92EF985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61398" y="1731490"/>
                  <a:ext cx="589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E5ABF7-FA29-170D-244C-D8D2C0DFC489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E5ABF7-FA29-170D-244C-D8D2C0DFC4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45718" y="1911130"/>
                  <a:ext cx="183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8400F3-F2A6-43AD-6974-5933DD4380B3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8400F3-F2A6-43AD-6974-5933DD4380B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55518" y="1947850"/>
                  <a:ext cx="612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942434-0BB3-D180-7F9B-80067AFCF27C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942434-0BB3-D180-7F9B-80067AFCF2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8238" y="1136770"/>
                  <a:ext cx="579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DDDBA4-2132-4CC9-D646-CBDF443FC9A5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DDDBA4-2132-4CC9-D646-CBDF443FC9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69238" y="110509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7C455E-AED8-B4B3-D7B7-523946F4923F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7C455E-AED8-B4B3-D7B7-523946F492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80358" y="113821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2A0DAB-3F3C-940E-4145-3C287BE4E194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2A0DAB-3F3C-940E-4145-3C287BE4E1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44598" y="1186810"/>
                  <a:ext cx="77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B58F41-37A3-8013-2143-A8A4906657E8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B58F41-37A3-8013-2143-A8A4906657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48478" y="1598650"/>
                  <a:ext cx="1710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5B49E8-3A88-EDB2-E192-DC3668899B81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5B49E8-3A88-EDB2-E192-DC3668899B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53598" y="1974130"/>
                  <a:ext cx="936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5066EC-DD17-133A-C383-0266301E51C6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5066EC-DD17-133A-C383-0266301E51C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87998" y="234097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485088-9DE5-07A5-B0BE-B11D4CD2BEB1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485088-9DE5-07A5-B0BE-B11D4CD2BE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9339CE-29E4-DA01-41AF-2DFFA6CE19AF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9339CE-29E4-DA01-41AF-2DFFA6CE19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90518" y="200365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4AA959-E6F0-DB59-4FFE-8CB44FC38E06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4AA959-E6F0-DB59-4FFE-8CB44FC38E0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26238" y="194425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0222F5-BAA8-4403-0C53-8584A9BABC76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0222F5-BAA8-4403-0C53-8584A9BABC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1438" y="157237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1A47FA-AB7A-2E51-71D2-CF39C32FCBFC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1A47FA-AB7A-2E51-71D2-CF39C32FCBF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74718" y="1488850"/>
                  <a:ext cx="136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B312E7-D1DB-32C0-D4F1-F696B88E71E9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B312E7-D1DB-32C0-D4F1-F696B88E71E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58958" y="1488850"/>
                  <a:ext cx="154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7A0A23-0ED8-9276-42D0-2B8A4377BCF3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7A0A23-0ED8-9276-42D0-2B8A4377BC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51118" y="1507570"/>
                  <a:ext cx="127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58310B-7A8E-BCD8-6CF8-1AB32DAA8D9C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58310B-7A8E-BCD8-6CF8-1AB32DAA8D9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51798" y="2169970"/>
                  <a:ext cx="88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E59807-7C18-1F2B-9571-08584AC74B9A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E59807-7C18-1F2B-9571-08584AC74B9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BA880E-5EEB-E82C-44B3-85E5F1693863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BA880E-5EEB-E82C-44B3-85E5F169386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848F4D-ED31-7F86-D73B-47B1E5558587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848F4D-ED31-7F86-D73B-47B1E555858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96238" y="251125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752773-BC3B-7853-3351-2EC1F3C34E7B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752773-BC3B-7853-3351-2EC1F3C34E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2192B-8E6F-B099-6538-1C1833D5C97A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2192B-8E6F-B099-6538-1C1833D5C9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84598" y="250909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95AB27-7902-A4D3-E711-981D71A852BB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95AB27-7902-A4D3-E711-981D71A852B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51558" y="2565970"/>
                  <a:ext cx="120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012904-CCD1-9C48-3BB6-214EF700CF51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012904-CCD1-9C48-3BB6-214EF700CF5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5719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1C29B32-D516-6202-F04B-FB6F7D2CD447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1C29B32-D516-6202-F04B-FB6F7D2CD44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7998" y="2056570"/>
                  <a:ext cx="150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2A2E76-595A-6F23-B6DF-6E055A52580C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2A2E76-595A-6F23-B6DF-6E055A5258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05438" y="3141970"/>
                  <a:ext cx="93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6DD33D-A7A5-C877-6758-71E727A8874A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6DD33D-A7A5-C877-6758-71E727A887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94278" y="310669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9652F4-F844-17A5-FF8A-AC6CB770A113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C20222-5F9A-0252-21B3-B6BA173F7D18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C20222-5F9A-0252-21B3-B6BA173F7D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45358" y="3085450"/>
                  <a:ext cx="128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2F7DB3-1C75-6710-DEA8-AEDD7D0A3830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2F7DB3-1C75-6710-DEA8-AEDD7D0A38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60838" y="3112810"/>
                  <a:ext cx="6289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CA5168-61A6-6A0F-977C-42CA2E527C1F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AC12B2-37BD-8A6D-DF92-4A881AD73856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AC12B2-37BD-8A6D-DF92-4A881AD7385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96356F-BDAC-3889-F7E8-C00F9F246D46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96356F-BDAC-3889-F7E8-C00F9F246D4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5899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EE7A754-78A1-941B-AFB3-A59CD42C0451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EE7A754-78A1-941B-AFB3-A59CD42C045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61318" y="249901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8F4D3C-2A35-E404-C964-71254979CB50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8F4D3C-2A35-E404-C964-71254979CB5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01718" y="2518090"/>
                  <a:ext cx="90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669C69F-2C84-3C46-998A-A6CC14D8D67C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669C69F-2C84-3C46-998A-A6CC14D8D67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98198" y="2432050"/>
                  <a:ext cx="1411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E5ED3C-5B9B-6CFB-DC53-0A986004DAF8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E8AF46-9111-A244-666A-6EC0E88172E7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E8AF46-9111-A244-666A-6EC0E88172E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52838" y="2049010"/>
                  <a:ext cx="116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AE8C09-E569-8FE8-D555-C81F6A01202B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AE8C09-E569-8FE8-D555-C81F6A0120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69038" y="2021650"/>
                  <a:ext cx="542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9ED72E-05FB-FACC-FCA2-FA94BB9158A0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9ED72E-05FB-FACC-FCA2-FA94BB9158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96438" y="2012650"/>
                  <a:ext cx="293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AEA07D-2878-6D04-6014-679A164D6154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AEA07D-2878-6D04-6014-679A164D615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A6A9D1-9657-C657-4C43-EEB52D434BCF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A6A9D1-9657-C657-4C43-EEB52D434B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968D77-96F5-56DE-C79B-6E67C5542030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19FB26-C662-7CD7-90C6-098665E09E82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19FB26-C662-7CD7-90C6-098665E09E8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66358" y="3105970"/>
                  <a:ext cx="247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1258C2-1C2B-F559-5916-6A2853D64C92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1258C2-1C2B-F559-5916-6A2853D64C9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63278" y="3085810"/>
                  <a:ext cx="70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F777082-A222-90DD-63A8-DCAD0F8DBB75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BE12F6-78CC-9E27-B2C4-4AD8498FC57C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BE12F6-78CC-9E27-B2C4-4AD8498FC57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A0FE2A-1DBA-81B3-94B0-00A2E0665317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A0FE2A-1DBA-81B3-94B0-00A2E066531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75798" y="4368850"/>
                  <a:ext cx="66132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7304C5-9797-2EEB-0976-0449AE814C0D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7304C5-9797-2EEB-0976-0449AE814C0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45718" y="4635610"/>
                  <a:ext cx="192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33B195-22E4-0FE0-EC2D-453BE5544DC0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33B195-22E4-0FE0-EC2D-453BE5544D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718" y="484801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8372BE-A681-4EBD-D372-0525E7DA3062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8372BE-A681-4EBD-D372-0525E7DA306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60918" y="389977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EA5A30-993C-764A-C2F6-A46F26267942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EA5A30-993C-764A-C2F6-A46F262679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51278" y="394333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CCD5B67-5447-E586-85B3-90023B561AAE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CCD5B67-5447-E586-85B3-90023B561A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4227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DB139B-AA64-25C5-9040-62F72B752270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DB139B-AA64-25C5-9040-62F72B75227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32918" y="473857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C6A91D-C937-8FB9-6FFA-3C1BF5A6EAB8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C6A91D-C937-8FB9-6FFA-3C1BF5A6EAB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64958" y="520693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A6EF26-B9E3-8949-4500-AE9A9E8F2B01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A6EF26-B9E3-8949-4500-AE9A9E8F2B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84398" y="380869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D68D6B-F911-4BA7-D362-8B49FE0A38CE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D68D6B-F911-4BA7-D362-8B49FE0A38C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84C241-8F2C-9045-A03D-20B6316012D7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84C241-8F2C-9045-A03D-20B6316012D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52838" y="443401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83E9045-8137-70D5-E728-7CE8153C11D6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83E9045-8137-70D5-E728-7CE8153C11D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0783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E969D6-8F03-73E0-A77E-4BD91825360A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E969D6-8F03-73E0-A77E-4BD91825360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10518" y="466549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5CE3DF1-FF58-7F14-EE29-4B556358BA00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5CE3DF1-FF58-7F14-EE29-4B556358BA0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40478" y="4529770"/>
                  <a:ext cx="135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CB3E82-2AB2-BD43-B16E-C17A1C04CAAD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CB3E82-2AB2-BD43-B16E-C17A1C04CAA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43358" y="442285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FCA7961-BBCD-5689-F140-7AAEBD3A1698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FCA7961-BBCD-5689-F140-7AAEBD3A169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85EBA49-8197-95D1-FF86-1E27C9F80CF7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85EBA49-8197-95D1-FF86-1E27C9F80C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95438" y="422845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1AFE71-6DF1-B086-2D94-D340BEC4D594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1AFE71-6DF1-B086-2D94-D340BEC4D59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77798" y="3953050"/>
                  <a:ext cx="89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3793428-DBC2-175C-B344-53B825C55F06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3793428-DBC2-175C-B344-53B825C55F0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63838" y="402289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CDB521-007E-6AC8-E8EA-1A2592F8D97D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CDB521-007E-6AC8-E8EA-1A2592F8D97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30438" y="377557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C2FB06-F175-ECC7-78B6-B53F971D3E0D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C2FB06-F175-ECC7-78B6-B53F971D3E0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68678" y="391957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162611-C89F-84EB-7991-C7E69C3CA7E4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162611-C89F-84EB-7991-C7E69C3CA7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56558" y="4521490"/>
                  <a:ext cx="1771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1AA700E-19BB-9C8B-5E9F-1D152FB83754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1AA700E-19BB-9C8B-5E9F-1D152FB8375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0011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9BD8F7-40FB-FB8F-2DEB-33CB6607DF7B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9BD8F7-40FB-FB8F-2DEB-33CB6607DF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79478" y="4564330"/>
                  <a:ext cx="110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B3C5F2-C100-CD72-3865-1C624703D3BE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B3C5F2-C100-CD72-3865-1C624703D3B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02518" y="4449130"/>
                  <a:ext cx="185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5F0F6E-1D94-49D4-3980-C08797E74677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5F0F6E-1D94-49D4-3980-C08797E7467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1707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922F6F-1CAF-8B16-C56E-81E1F0724445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922F6F-1CAF-8B16-C56E-81E1F072444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244518" y="4371010"/>
                  <a:ext cx="97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359BF18-0025-83EF-AD5D-0BE78B1CD50D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359BF18-0025-83EF-AD5D-0BE78B1CD50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249B481-4FA4-9174-E865-CD5A0918245A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249B481-4FA4-9174-E865-CD5A0918245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D1E7159-10A6-9016-D50E-C3B3F75283C2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D1E7159-10A6-9016-D50E-C3B3F75283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7687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29F289-3D0A-E5CF-F74E-73966F050B53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29F289-3D0A-E5CF-F74E-73966F050B5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64078" y="428893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6934AAB-63FD-A5FF-7A69-74F594876114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6087F3-CA19-745D-CCB9-B3CC69C8836A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6087F3-CA19-745D-CCB9-B3CC69C8836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27878" y="591757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848121E-F41F-A5D5-C9D6-7F817A3ACE3F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848121E-F41F-A5D5-C9D6-7F817A3ACE3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41558" y="5920090"/>
                  <a:ext cx="286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56007E-32A9-23D4-2D39-E14341CDF1B8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56007E-32A9-23D4-2D39-E14341CDF1B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9291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1B43FBA-1020-5F24-6DD2-DCBF750B4F42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1B43FBA-1020-5F24-6DD2-DCBF750B4F4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95078" y="611557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ADAA7F6-C233-362A-59CF-9E79CB872FCC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ADAA7F6-C233-362A-59CF-9E79CB872FC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968318" y="6156970"/>
                  <a:ext cx="105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D0AF5C1-5FAC-12C1-596F-C14E0C1AC453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D0AF5C1-5FAC-12C1-596F-C14E0C1AC45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09078" y="6104050"/>
                  <a:ext cx="110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CC2E211-3218-8C59-EC34-095A6693F51D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CC2E211-3218-8C59-EC34-095A6693F51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8591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ED47FE-B41B-2F5E-65BE-D2EBF2F44B95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ED47FE-B41B-2F5E-65BE-D2EBF2F44B9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50358" y="6169570"/>
                  <a:ext cx="91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4870B26-0AE2-082D-32C8-7484672988F9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4870B26-0AE2-082D-32C8-7484672988F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59958" y="5866450"/>
                  <a:ext cx="120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518DCD-698B-1210-8B2F-4386F63742A7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518DCD-698B-1210-8B2F-4386F63742A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242C8E-8705-C782-81E3-C92B8FF1BED4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242C8E-8705-C782-81E3-C92B8FF1BED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55158" y="600973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F3B861-1896-E4E6-04C1-ACA5FEF5DD58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F3B861-1896-E4E6-04C1-ACA5FEF5DD5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14659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C70601-87BF-064F-CAD1-DA74B9E8CB05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C70601-87BF-064F-CAD1-DA74B9E8CB0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313638" y="602485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001F450-7235-9075-1BEA-525B23BE52EC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001F450-7235-9075-1BEA-525B23BE52E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70758" y="595969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7014A57-C5AF-BC7F-0196-95BDC8DEE901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7014A57-C5AF-BC7F-0196-95BDC8DEE90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04598" y="5979850"/>
                  <a:ext cx="78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590C597-EE30-93E9-E049-1457588449E8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590C597-EE30-93E9-E049-1457588449E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06558" y="5790490"/>
                  <a:ext cx="198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8ECC31-E5FA-237C-0BAF-DA9EB2A2D1D5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8ECC31-E5FA-237C-0BAF-DA9EB2A2D1D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06438" y="5754490"/>
                  <a:ext cx="314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1453778-16E2-8A1F-AC4A-58CB3358F51A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1453778-16E2-8A1F-AC4A-58CB3358F51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78758" y="568141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685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D12B-C20F-1DDE-B6D3-D574B97F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753E-81DD-22D3-39A9-3E2CFF27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E2E8FAF-5A3D-4AAB-AEEC-4B0BD4B8B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2" y="1181569"/>
            <a:ext cx="555348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7E63A-A177-1DA7-8129-2721F2CDB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ED267F8-AA2C-EDE5-61E0-49AF73D27788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9E4E4EB-6381-C491-82F6-E1AB56B596CE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9E4E4EB-6381-C491-82F6-E1AB56B596C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09078" y="1018341"/>
                  <a:ext cx="68760" cy="632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0F7C98-5C14-01E0-3989-43205C18C55A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0F7C98-5C14-01E0-3989-43205C18C5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95398" y="155221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ACF016-8B96-39A1-0495-894FBB3D4CFC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ACF016-8B96-39A1-0495-894FBB3D4C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61398" y="1731041"/>
                  <a:ext cx="589320" cy="109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EACA4D-23D2-B152-6105-3AB63A5FEAC0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EACA4D-23D2-B152-6105-3AB63A5FEA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45718" y="1911416"/>
                  <a:ext cx="183600" cy="57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E2116E-BF9F-8BB8-ABA4-4BC8BD906938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E2116E-BF9F-8BB8-ABA4-4BC8BD90693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55768" y="1947490"/>
                  <a:ext cx="60705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183952-5D26-FA13-9148-BD82191A3F18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183952-5D26-FA13-9148-BD82191A3F1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7866" y="1136239"/>
                  <a:ext cx="579984" cy="741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86580B-DC91-785A-5246-40B23600173B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86580B-DC91-785A-5246-40B23600173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69238" y="110473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3805AE-2941-7C84-5F3E-875C839E9590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3805AE-2941-7C84-5F3E-875C839E95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79998" y="113785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6EA1A9E-F096-4023-F97E-A4146611975E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6EA1A9E-F096-4023-F97E-A4146611975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44238" y="1186433"/>
                  <a:ext cx="77760" cy="412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86F78D-01FF-AE31-FE47-1C0A7976FAD6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86F78D-01FF-AE31-FE47-1C0A7976FAD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48478" y="1598273"/>
                  <a:ext cx="171000" cy="413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6A1734-4152-014C-794F-9B67D642F09E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6A1734-4152-014C-794F-9B67D642F09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53709" y="1974153"/>
                  <a:ext cx="93380" cy="322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68C83D-B9D3-DD80-2BA0-FE3CE358B39B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68C83D-B9D3-DD80-2BA0-FE3CE358B39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87638" y="234061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C3136B-0327-9035-3EA5-D799550A76F9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C3136B-0327-9035-3EA5-D799550A76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36A5391-BC2D-8530-3A94-6BD565803185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36A5391-BC2D-8530-3A94-6BD56580318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90518" y="200329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CC68D9-55D0-3593-4FE1-CA00CD9BE310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CC68D9-55D0-3593-4FE1-CA00CD9BE31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26238" y="194389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B49E4F-05A8-F8A3-6475-82DB0E4E0F28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B49E4F-05A8-F8A3-6475-82DB0E4E0F2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1078" y="157201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F96A0C-C544-8024-9A15-CA6D80D93D56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F96A0C-C544-8024-9A15-CA6D80D93D5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74782" y="1488459"/>
                  <a:ext cx="136313" cy="243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79F915-F3BE-5329-7816-341556210CC2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79F915-F3BE-5329-7816-341556210C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59013" y="1488490"/>
                  <a:ext cx="153972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A85819-330E-6887-BD3F-2F005875BBC2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8A85819-330E-6887-BD3F-2F005875BBC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50687" y="1507570"/>
                  <a:ext cx="1279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64B6336-3D95-6F6C-2C88-4C01850FB614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64B6336-3D95-6F6C-2C88-4C01850FB6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51438" y="2169472"/>
                  <a:ext cx="88200" cy="8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72A6F5-B9A5-18B5-6AD2-5E05847E339D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72A6F5-B9A5-18B5-6AD2-5E05847E33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04DAEF6-E7E9-0A69-7815-94CE7CBF553D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04DAEF6-E7E9-0A69-7815-94CE7CBF553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D2E6E6-9D3B-EC83-90D4-61B640D83C2D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D2E6E6-9D3B-EC83-90D4-61B640D83C2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96238" y="251089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E5AF45-BEB7-2ED4-9E21-7340C3A36596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E5AF45-BEB7-2ED4-9E21-7340C3A3659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A8D3FA-D237-6ED6-5AD3-10FC28E71403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A8D3FA-D237-6ED6-5AD3-10FC28E7140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84238" y="250873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7F593A-738C-B121-40D1-2B71BABB19F8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7F593A-738C-B121-40D1-2B71BABB19F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51198" y="2565442"/>
                  <a:ext cx="120240" cy="74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4D31A5-6178-67D1-41EB-3AFD965171FB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4D31A5-6178-67D1-41EB-3AFD965171F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5683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470BDF-1BA0-DA74-5B45-A0335EF400CB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470BDF-1BA0-DA74-5B45-A0335EF400C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7581" y="2056210"/>
                  <a:ext cx="150592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D0A67FF-2B49-B209-9C39-120C2421AC75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D0A67FF-2B49-B209-9C39-120C2421AC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05438" y="3141467"/>
                  <a:ext cx="93708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46ADCB-8B69-FCD3-AC57-A597C934D655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46ADCB-8B69-FCD3-AC57-A597C934D65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93918" y="310633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3A10A62-3B7E-107F-F326-5928E4805F5D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F84D67-5F37-0276-B161-D3FD180B7497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F84D67-5F37-0276-B161-D3FD180B749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44928" y="3085569"/>
                  <a:ext cx="129018" cy="89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31FA50-7C56-6FBE-E17A-76A6932365EC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31FA50-7C56-6FBE-E17A-76A6932365E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60467" y="3112450"/>
                  <a:ext cx="628942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6F0F0B-7F5F-674F-D596-6520542A828A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D32E55-854E-2D15-94FC-8883C3E458CD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D32E55-854E-2D15-94FC-8883C3E458C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BD5E5EC-020C-C401-F0D1-6D64A9CC04F6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BD5E5EC-020C-C401-F0D1-6D64A9CC04F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5863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0FD6C15-34D0-0327-DA71-25DAA55DD5F6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0FD6C15-34D0-0327-DA71-25DAA55DD5F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61318" y="249865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2F305E-EC06-AF6F-C218-2D86ECB00233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2F305E-EC06-AF6F-C218-2D86ECB0023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01240" y="2517730"/>
                  <a:ext cx="9095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4DA728-F049-12A4-EFD2-0C431DBF2646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4DA728-F049-12A4-EFD2-0C431DBF26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98198" y="2431646"/>
                  <a:ext cx="141120" cy="1840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C007E0A-8AE3-C97A-EB97-8BEA94204705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28D4D9A-3BE3-8623-238D-8FB4F8E58280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28D4D9A-3BE3-8623-238D-8FB4F8E5828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52918" y="2048650"/>
                  <a:ext cx="116482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B037D0-CFC2-C8BC-33AB-5DE92B69793C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B037D0-CFC2-C8BC-33AB-5DE92B69793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69051" y="2021707"/>
                  <a:ext cx="542495" cy="148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C2BC6D-2477-7CE0-2DAA-663841A5D9BC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C2BC6D-2477-7CE0-2DAA-663841A5D9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96463" y="2012083"/>
                  <a:ext cx="293710" cy="67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659CF4E-A956-2E64-CA69-DF5D7B1C8B16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659CF4E-A956-2E64-CA69-DF5D7B1C8B1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35DD42-5454-E5FD-AEFD-2591E24397DC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35DD42-5454-E5FD-AEFD-2591E24397D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06ECAE-0A13-442B-6F65-E01CCEDE6E2B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BDE079-8A26-9686-2F2C-8875506EA7D0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BDE079-8A26-9686-2F2C-8875506EA7D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65998" y="3106316"/>
                  <a:ext cx="24768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A15011-E182-3753-1789-D432A80ED701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A15011-E182-3753-1789-D432A80ED70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62918" y="3086143"/>
                  <a:ext cx="70920" cy="540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67D9EF0-B824-5F9A-12E3-7F5D7408D206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9F2D4D4-3102-58BC-1CD6-D1AD5B998B74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9F2D4D4-3102-58BC-1CD6-D1AD5B998B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B0C9EC2-7B23-4882-D671-F0A8D6F91FB4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B0C9EC2-7B23-4882-D671-F0A8D6F91FB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75798" y="4368858"/>
                  <a:ext cx="661320" cy="805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31B629A-92D0-C538-D8E5-607C97421220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1B629A-92D0-C538-D8E5-607C9742122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45718" y="4635224"/>
                  <a:ext cx="192600" cy="289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BBF59A-7693-CF69-F08B-CA8F89F702D2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BBF59A-7693-CF69-F08B-CA8F89F702D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718" y="484765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5938660-B6D5-D339-C155-F89C94DFA8D2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5938660-B6D5-D339-C155-F89C94DFA8D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60558" y="389941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2BA894-DAF2-739A-0BD5-C1FBD3172C27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2BA894-DAF2-739A-0BD5-C1FBD3172C2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51278" y="394297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0B7AC3-D0EB-5789-FC15-7642438E4D13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0B7AC3-D0EB-5789-FC15-7642438E4D1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4191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7926A9-0573-382B-B681-DEC92B4D7211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7926A9-0573-382B-B681-DEC92B4D721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32918" y="473821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71F0A4-0644-FD2C-BC13-C807C8B6839B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71F0A4-0644-FD2C-BC13-C807C8B6839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64598" y="520657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1A9348B-F3DB-1FC5-65F1-E08EDD344756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1A9348B-F3DB-1FC5-65F1-E08EDD34475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84038" y="380833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D0AAEA-12C4-502B-3C47-E6419F52F686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D0AAEA-12C4-502B-3C47-E6419F52F68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B279AC-9A0A-F902-8BC5-C5257ACE3DBD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B279AC-9A0A-F902-8BC5-C5257ACE3DB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52478" y="443365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1F0CE10-7356-02B6-2149-DABFE7777B74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1F0CE10-7356-02B6-2149-DABFE7777B7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0747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84365D-58C2-BB11-CA30-0F585A189254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84365D-58C2-BB11-CA30-0F585A18925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10518" y="466513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AE7D22-BCCB-004C-F3C4-A66335177ED5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AE7D22-BCCB-004C-F3C4-A66335177ED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40543" y="4529373"/>
                  <a:ext cx="135592" cy="210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49554C5-94F3-4AE1-CF63-7EA6474E6B37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49554C5-94F3-4AE1-CF63-7EA6474E6B3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43358" y="442249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DD57A2-7045-9B80-6C08-CCF5AA0D0446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DD57A2-7045-9B80-6C08-CCF5AA0D044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B9FD019-72DC-CACE-44E7-33CCD5B341F5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B9FD019-72DC-CACE-44E7-33CCD5B341F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95078" y="422809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3E740B9-276D-7668-5959-DA2868A2D049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3E740B9-276D-7668-5959-DA2868A2D04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77798" y="3952905"/>
                  <a:ext cx="892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8841228-F4A9-AF01-7AFF-E69FC3186883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8841228-F4A9-AF01-7AFF-E69FC318688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63838" y="402253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B5BB454-52D4-AEF8-F3EB-77263751B139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B5BB454-52D4-AEF8-F3EB-77263751B13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30438" y="377521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599035A-9E28-8595-7CCB-D3C6E91AC4B6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599035A-9E28-8595-7CCB-D3C6E91AC4B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68678" y="391921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55F4646-03B3-3B99-B0B5-B4D40786DA31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55F4646-03B3-3B99-B0B5-B4D40786DA3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56558" y="4521509"/>
                  <a:ext cx="177120" cy="368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68BC7BF-DED3-23C2-0A22-A9A6085F29B6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68BC7BF-DED3-23C2-0A22-A9A6085F29B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59975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7ED5E5-2E0C-91D4-2E8A-61A1F7F03557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7ED5E5-2E0C-91D4-2E8A-61A1F7F0355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79564" y="4564330"/>
                  <a:ext cx="11071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EDA70B9-3FC4-EBBB-BE96-6FE3CE9DCFC1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EDA70B9-3FC4-EBBB-BE96-6FE3CE9DCF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02158" y="4449178"/>
                  <a:ext cx="185040" cy="170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6512DC6-1584-186E-42E0-F2EBA6285E35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6512DC6-1584-186E-42E0-F2EBA6285E3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1671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7295DC9-9E57-E325-F12E-5EF03840928B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7295DC9-9E57-E325-F12E-5EF03840928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244518" y="4371092"/>
                  <a:ext cx="97560" cy="114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D6E50A3-DA03-2D1F-72DD-67DE776C6B8A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D6E50A3-DA03-2D1F-72DD-67DE776C6B8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AD670AE-DCD1-4872-B059-10465E0CCC00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AD670AE-DCD1-4872-B059-10465E0CCC0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75C0517-3B27-3E9C-5D22-02CF4A0BB024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75C0517-3B27-3E9C-5D22-02CF4A0BB02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7651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C3ED202-9C57-ED8F-09CB-2C65318A1406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C3ED202-9C57-ED8F-09CB-2C65318A140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63718" y="428857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42C54DA-3F8B-1A0D-32A4-FE231A5C1083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0010F45-FBAC-26D8-2B07-DF736AAE5F25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0010F45-FBAC-26D8-2B07-DF736AAE5F2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27518" y="591721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75FE50C-BF5B-BFAC-9248-E5D9EF65BB27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75FE50C-BF5B-BFAC-9248-E5D9EF65BB2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41172" y="5919705"/>
                  <a:ext cx="286251" cy="294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E7DE44-2F68-3DA5-3C54-94D38DB01D87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E7DE44-2F68-3DA5-3C54-94D38DB01D8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9255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F4FF15-8047-4852-8D79-8972659CC578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F4FF15-8047-4852-8D79-8972659CC57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94718" y="611521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35DD5A9-9B7F-9EBF-2009-BE428121CDD7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35DD5A9-9B7F-9EBF-2009-BE428121CDD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967864" y="6157022"/>
                  <a:ext cx="105306" cy="160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A27BA2A-3815-61FD-5041-428B212777DD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A27BA2A-3815-61FD-5041-428B212777D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08631" y="6104050"/>
                  <a:ext cx="110333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BF1A965-B517-CB33-0A1C-25EAE5E44578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BF1A965-B517-CB33-0A1C-25EAE5E4457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8555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26B3230-CD84-8F25-4BF8-80A68522A68D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26B3230-CD84-8F25-4BF8-80A68522A68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50473" y="6169570"/>
                  <a:ext cx="91573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1B79BB0-1F62-E094-AA87-7E85EC99A49E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1B79BB0-1F62-E094-AA87-7E85EC99A49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59598" y="5866468"/>
                  <a:ext cx="120240" cy="402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7B679A-CC47-3B45-0092-FBC2B006B085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7B679A-CC47-3B45-0092-FBC2B006B08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02B17E-D720-361F-BE97-FAECD0F7AC42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02B17E-D720-361F-BE97-FAECD0F7AC4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55158" y="600937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E767A3C-18D1-6ED1-C66F-C70A9EBD5309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E767A3C-18D1-6ED1-C66F-C70A9EBD530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14623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532397-17FD-9410-3637-9DB881AF2483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532397-17FD-9410-3637-9DB881AF248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313638" y="602449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414E75-0C7F-7CF3-04EB-66DE03BEC232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414E75-0C7F-7CF3-04EB-66DE03BEC23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70758" y="595933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05B75E8-807A-A6DD-675C-954C68F1EEBF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05B75E8-807A-A6DD-675C-954C68F1EEB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04747" y="5979490"/>
                  <a:ext cx="78545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1B2F7E-D65B-1EEC-177D-25A3EAA5FFC2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1B2F7E-D65B-1EEC-177D-25A3EAA5FFC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06598" y="5790516"/>
                  <a:ext cx="198641" cy="281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D97E48-437B-DD69-80D8-32CEE1EA3C77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D97E48-437B-DD69-80D8-32CEE1EA3C7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06438" y="5754514"/>
                  <a:ext cx="314280" cy="301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44DC5BD-1A28-1B10-1EE3-C9E63AFD1399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44DC5BD-1A28-1B10-1EE3-C9E63AFD139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78758" y="568105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B32172C-4C66-0A0F-9B44-F7C864E5977F}"/>
                  </a:ext>
                </a:extLst>
              </p14:cNvPr>
              <p14:cNvContentPartPr/>
              <p14:nvPr/>
            </p14:nvContentPartPr>
            <p14:xfrm>
              <a:off x="8778091" y="6357460"/>
              <a:ext cx="1146600" cy="144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B32172C-4C66-0A0F-9B44-F7C864E5977F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760451" y="6339460"/>
                <a:ext cx="1182240" cy="17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76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71E4F-9CB0-B51B-AE9C-78216164C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0D6277F-4ACC-C178-7097-68D24CCDD9AA}"/>
              </a:ext>
            </a:extLst>
          </p:cNvPr>
          <p:cNvGrpSpPr/>
          <p:nvPr/>
        </p:nvGrpSpPr>
        <p:grpSpPr>
          <a:xfrm>
            <a:off x="1216391" y="598900"/>
            <a:ext cx="2962440" cy="2382840"/>
            <a:chOff x="1216391" y="598900"/>
            <a:chExt cx="2962440" cy="238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631DF2-5F34-2717-9496-A84321BE5D07}"/>
                    </a:ext>
                  </a:extLst>
                </p14:cNvPr>
                <p14:cNvContentPartPr/>
                <p14:nvPr/>
              </p14:nvContentPartPr>
              <p14:xfrm>
                <a:off x="1535351" y="642100"/>
                <a:ext cx="14760" cy="702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631DF2-5F34-2717-9496-A84321BE5D0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17351" y="624460"/>
                  <a:ext cx="5040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836721-F37A-E57E-C3BC-7F6E6C23FDAC}"/>
                    </a:ext>
                  </a:extLst>
                </p14:cNvPr>
                <p14:cNvContentPartPr/>
                <p14:nvPr/>
              </p14:nvContentPartPr>
              <p14:xfrm>
                <a:off x="1216391" y="1360660"/>
                <a:ext cx="702000" cy="34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836721-F37A-E57E-C3BC-7F6E6C23FD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8391" y="1342660"/>
                  <a:ext cx="737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687276-E674-0A80-1AC7-1220DCB7D778}"/>
                    </a:ext>
                  </a:extLst>
                </p14:cNvPr>
                <p14:cNvContentPartPr/>
                <p14:nvPr/>
              </p14:nvContentPartPr>
              <p14:xfrm>
                <a:off x="1542191" y="1519420"/>
                <a:ext cx="114120" cy="23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687276-E674-0A80-1AC7-1220DCB7D7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24191" y="1501780"/>
                  <a:ext cx="149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14D243-A310-6A87-A92B-23D345229FEC}"/>
                    </a:ext>
                  </a:extLst>
                </p14:cNvPr>
                <p14:cNvContentPartPr/>
                <p14:nvPr/>
              </p14:nvContentPartPr>
              <p14:xfrm>
                <a:off x="1611671" y="1573420"/>
                <a:ext cx="46800" cy="618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14D243-A310-6A87-A92B-23D345229F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3671" y="1555420"/>
                  <a:ext cx="8244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C58F50-37F3-AA23-42B0-4E109192C7FB}"/>
                    </a:ext>
                  </a:extLst>
                </p14:cNvPr>
                <p14:cNvContentPartPr/>
                <p14:nvPr/>
              </p14:nvContentPartPr>
              <p14:xfrm>
                <a:off x="1505471" y="608620"/>
                <a:ext cx="1483920" cy="114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C58F50-37F3-AA23-42B0-4E109192C7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7831" y="590620"/>
                  <a:ext cx="1519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008FA6-188A-0117-545C-CDA799492995}"/>
                    </a:ext>
                  </a:extLst>
                </p14:cNvPr>
                <p14:cNvContentPartPr/>
                <p14:nvPr/>
              </p14:nvContentPartPr>
              <p14:xfrm>
                <a:off x="2924951" y="598900"/>
                <a:ext cx="27000" cy="402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008FA6-188A-0117-545C-CDA7994929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06951" y="580900"/>
                  <a:ext cx="626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59D668-9125-7A4D-9C2A-84B092A3E32B}"/>
                    </a:ext>
                  </a:extLst>
                </p14:cNvPr>
                <p14:cNvContentPartPr/>
                <p14:nvPr/>
              </p14:nvContentPartPr>
              <p14:xfrm>
                <a:off x="2886071" y="1043860"/>
                <a:ext cx="152280" cy="631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59D668-9125-7A4D-9C2A-84B092A3E3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68431" y="1026220"/>
                  <a:ext cx="18792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CD3C82-1DEE-6880-EF48-3ED806A9C087}"/>
                    </a:ext>
                  </a:extLst>
                </p14:cNvPr>
                <p14:cNvContentPartPr/>
                <p14:nvPr/>
              </p14:nvContentPartPr>
              <p14:xfrm>
                <a:off x="3003431" y="1681420"/>
                <a:ext cx="67680" cy="4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CD3C82-1DEE-6880-EF48-3ED806A9C0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85431" y="1663420"/>
                  <a:ext cx="103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1C63E0-445C-F53A-1960-E41A9A0D310F}"/>
                    </a:ext>
                  </a:extLst>
                </p14:cNvPr>
                <p14:cNvContentPartPr/>
                <p14:nvPr/>
              </p14:nvContentPartPr>
              <p14:xfrm>
                <a:off x="3036551" y="1698340"/>
                <a:ext cx="31320" cy="435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1C63E0-445C-F53A-1960-E41A9A0D31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18911" y="1680340"/>
                  <a:ext cx="6696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AE85EF-DF25-3BEE-1BDE-7716D71E4E8F}"/>
                    </a:ext>
                  </a:extLst>
                </p14:cNvPr>
                <p14:cNvContentPartPr/>
                <p14:nvPr/>
              </p14:nvContentPartPr>
              <p14:xfrm>
                <a:off x="1703471" y="2106940"/>
                <a:ext cx="1512720" cy="805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AE85EF-DF25-3BEE-1BDE-7716D71E4E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85831" y="2089300"/>
                  <a:ext cx="154836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FF840D-98CE-45ED-85E0-1D6E9DF3BA6A}"/>
                    </a:ext>
                  </a:extLst>
                </p14:cNvPr>
                <p14:cNvContentPartPr/>
                <p14:nvPr/>
              </p14:nvContentPartPr>
              <p14:xfrm>
                <a:off x="1574951" y="2172460"/>
                <a:ext cx="101160" cy="80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FF840D-98CE-45ED-85E0-1D6E9DF3BA6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57311" y="2154460"/>
                  <a:ext cx="136800" cy="8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0DA96D-570A-5B7D-F6BE-BD8A0C3D08C5}"/>
                    </a:ext>
                  </a:extLst>
                </p14:cNvPr>
                <p14:cNvContentPartPr/>
                <p14:nvPr/>
              </p14:nvContentPartPr>
              <p14:xfrm>
                <a:off x="3077951" y="1668820"/>
                <a:ext cx="976320" cy="3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0DA96D-570A-5B7D-F6BE-BD8A0C3D08C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60311" y="1650820"/>
                  <a:ext cx="1011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CE8026-91BC-93D1-8C85-726BFE3AC3F9}"/>
                    </a:ext>
                  </a:extLst>
                </p14:cNvPr>
                <p14:cNvContentPartPr/>
                <p14:nvPr/>
              </p14:nvContentPartPr>
              <p14:xfrm>
                <a:off x="4004231" y="1646140"/>
                <a:ext cx="83160" cy="73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CE8026-91BC-93D1-8C85-726BFE3AC3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86591" y="1628140"/>
                  <a:ext cx="118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CD72D48-F7B1-BFFE-67E8-6798695C3607}"/>
                    </a:ext>
                  </a:extLst>
                </p14:cNvPr>
                <p14:cNvContentPartPr/>
                <p14:nvPr/>
              </p14:nvContentPartPr>
              <p14:xfrm>
                <a:off x="3248951" y="2762140"/>
                <a:ext cx="890640" cy="43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CD72D48-F7B1-BFFE-67E8-6798695C36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31311" y="2744500"/>
                  <a:ext cx="926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0C9B95-3143-996E-034F-23B74555EE9A}"/>
                    </a:ext>
                  </a:extLst>
                </p14:cNvPr>
                <p14:cNvContentPartPr/>
                <p14:nvPr/>
              </p14:nvContentPartPr>
              <p14:xfrm>
                <a:off x="4070831" y="2725420"/>
                <a:ext cx="108000" cy="5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0C9B95-3143-996E-034F-23B74555EE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2831" y="2707420"/>
                  <a:ext cx="143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FD84CFB-2899-26EF-8A56-C2B6FF59D2EB}"/>
                    </a:ext>
                  </a:extLst>
                </p14:cNvPr>
                <p14:cNvContentPartPr/>
                <p14:nvPr/>
              </p14:nvContentPartPr>
              <p14:xfrm>
                <a:off x="3186671" y="936580"/>
                <a:ext cx="96120" cy="248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FD84CFB-2899-26EF-8A56-C2B6FF59D2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68671" y="918940"/>
                  <a:ext cx="131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3A5982-DF01-D8FB-A86D-78BA722EDA5F}"/>
                    </a:ext>
                  </a:extLst>
                </p14:cNvPr>
                <p14:cNvContentPartPr/>
                <p14:nvPr/>
              </p14:nvContentPartPr>
              <p14:xfrm>
                <a:off x="3347591" y="936580"/>
                <a:ext cx="84240" cy="151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3A5982-DF01-D8FB-A86D-78BA722EDA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29951" y="918940"/>
                  <a:ext cx="119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2F9D0-74F3-5363-707F-39E9B7895652}"/>
                    </a:ext>
                  </a:extLst>
                </p14:cNvPr>
                <p14:cNvContentPartPr/>
                <p14:nvPr/>
              </p14:nvContentPartPr>
              <p14:xfrm>
                <a:off x="3412391" y="919300"/>
                <a:ext cx="117720" cy="126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2F9D0-74F3-5363-707F-39E9B78956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94391" y="901660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C64BF3-0EE2-ED37-04B2-62171AF5CCF4}"/>
                    </a:ext>
                  </a:extLst>
                </p14:cNvPr>
                <p14:cNvContentPartPr/>
                <p14:nvPr/>
              </p14:nvContentPartPr>
              <p14:xfrm>
                <a:off x="3405911" y="2061220"/>
                <a:ext cx="165240" cy="197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C64BF3-0EE2-ED37-04B2-62171AF5CC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88271" y="2043580"/>
                  <a:ext cx="200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B69DFF-9A1C-D751-D119-B00E8B12E6CC}"/>
                    </a:ext>
                  </a:extLst>
                </p14:cNvPr>
                <p14:cNvContentPartPr/>
                <p14:nvPr/>
              </p14:nvContentPartPr>
              <p14:xfrm>
                <a:off x="3535151" y="2139700"/>
                <a:ext cx="47880" cy="130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B69DFF-9A1C-D751-D119-B00E8B12E6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17511" y="2122060"/>
                  <a:ext cx="83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BFADB03-50B1-DB37-F387-7D05CBE3073E}"/>
                    </a:ext>
                  </a:extLst>
                </p14:cNvPr>
                <p14:cNvContentPartPr/>
                <p14:nvPr/>
              </p14:nvContentPartPr>
              <p14:xfrm>
                <a:off x="3642071" y="2079940"/>
                <a:ext cx="103320" cy="192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BFADB03-50B1-DB37-F387-7D05CBE307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24431" y="2061940"/>
                  <a:ext cx="138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E51425B-B9C0-FE35-1487-7A578FCFEDEB}"/>
                    </a:ext>
                  </a:extLst>
                </p14:cNvPr>
                <p14:cNvContentPartPr/>
                <p14:nvPr/>
              </p14:nvContentPartPr>
              <p14:xfrm>
                <a:off x="3700751" y="2101540"/>
                <a:ext cx="173520" cy="55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E51425B-B9C0-FE35-1487-7A578FCFED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82751" y="2083900"/>
                  <a:ext cx="20916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92E07C-C0D1-240E-8DC4-75374B318103}"/>
              </a:ext>
            </a:extLst>
          </p:cNvPr>
          <p:cNvGrpSpPr/>
          <p:nvPr/>
        </p:nvGrpSpPr>
        <p:grpSpPr>
          <a:xfrm>
            <a:off x="688271" y="1591060"/>
            <a:ext cx="482760" cy="351000"/>
            <a:chOff x="688271" y="1591060"/>
            <a:chExt cx="48276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45677D6-4190-FF55-E0DF-308FF31603DE}"/>
                    </a:ext>
                  </a:extLst>
                </p14:cNvPr>
                <p14:cNvContentPartPr/>
                <p14:nvPr/>
              </p14:nvContentPartPr>
              <p14:xfrm>
                <a:off x="688271" y="1703020"/>
                <a:ext cx="126720" cy="239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45677D6-4190-FF55-E0DF-308FF31603D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271" y="1685380"/>
                  <a:ext cx="1623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E5CB15-E41C-B182-6AD4-AE6E66D0F359}"/>
                    </a:ext>
                  </a:extLst>
                </p14:cNvPr>
                <p14:cNvContentPartPr/>
                <p14:nvPr/>
              </p14:nvContentPartPr>
              <p14:xfrm>
                <a:off x="885551" y="1664140"/>
                <a:ext cx="126720" cy="16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E5CB15-E41C-B182-6AD4-AE6E66D0F35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7911" y="1646500"/>
                  <a:ext cx="162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AEFF67-43F8-D324-7199-326E7233569F}"/>
                    </a:ext>
                  </a:extLst>
                </p14:cNvPr>
                <p14:cNvContentPartPr/>
                <p14:nvPr/>
              </p14:nvContentPartPr>
              <p14:xfrm>
                <a:off x="1044671" y="1591060"/>
                <a:ext cx="126360" cy="152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AEFF67-43F8-D324-7199-326E723356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7031" y="1573060"/>
                  <a:ext cx="1620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AE5B6A0-8BE8-4F04-4AA9-1F70A9C6BB17}"/>
              </a:ext>
            </a:extLst>
          </p:cNvPr>
          <p:cNvGrpSpPr/>
          <p:nvPr/>
        </p:nvGrpSpPr>
        <p:grpSpPr>
          <a:xfrm>
            <a:off x="4895231" y="354460"/>
            <a:ext cx="3431160" cy="2471760"/>
            <a:chOff x="4895231" y="354460"/>
            <a:chExt cx="3431160" cy="24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96D802-A0B2-8752-56FB-5E42FF748015}"/>
                    </a:ext>
                  </a:extLst>
                </p14:cNvPr>
                <p14:cNvContentPartPr/>
                <p14:nvPr/>
              </p14:nvContentPartPr>
              <p14:xfrm>
                <a:off x="5708471" y="518620"/>
                <a:ext cx="74160" cy="734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96D802-A0B2-8752-56FB-5E42FF7480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90471" y="500980"/>
                  <a:ext cx="10980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930CEE7-90EC-66AE-DF56-BDE1DAAD613C}"/>
                    </a:ext>
                  </a:extLst>
                </p14:cNvPr>
                <p14:cNvContentPartPr/>
                <p14:nvPr/>
              </p14:nvContentPartPr>
              <p14:xfrm>
                <a:off x="5399591" y="1095340"/>
                <a:ext cx="729000" cy="719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930CEE7-90EC-66AE-DF56-BDE1DAAD613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81951" y="1077340"/>
                  <a:ext cx="7646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5C940AC-5760-0B48-737D-E5C279A5AAD6}"/>
                    </a:ext>
                  </a:extLst>
                </p14:cNvPr>
                <p14:cNvContentPartPr/>
                <p14:nvPr/>
              </p14:nvContentPartPr>
              <p14:xfrm>
                <a:off x="5755631" y="1279660"/>
                <a:ext cx="14760" cy="212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5C940AC-5760-0B48-737D-E5C279A5AA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37631" y="1262020"/>
                  <a:ext cx="50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D8495E-B8F2-5F93-E624-152B7DCCF64B}"/>
                    </a:ext>
                  </a:extLst>
                </p14:cNvPr>
                <p14:cNvContentPartPr/>
                <p14:nvPr/>
              </p14:nvContentPartPr>
              <p14:xfrm>
                <a:off x="5682911" y="1278940"/>
                <a:ext cx="171000" cy="9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D8495E-B8F2-5F93-E624-152B7DCCF6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64911" y="1260940"/>
                  <a:ext cx="206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36EA0EC-7ACF-57CD-E211-C0C47F67604D}"/>
                    </a:ext>
                  </a:extLst>
                </p14:cNvPr>
                <p14:cNvContentPartPr/>
                <p14:nvPr/>
              </p14:nvContentPartPr>
              <p14:xfrm>
                <a:off x="5807111" y="1825060"/>
                <a:ext cx="488520" cy="963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36EA0EC-7ACF-57CD-E211-C0C47F6760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9111" y="1807420"/>
                  <a:ext cx="52416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25E108-6147-ABA6-F89F-61F34231F82E}"/>
                    </a:ext>
                  </a:extLst>
                </p14:cNvPr>
                <p14:cNvContentPartPr/>
                <p14:nvPr/>
              </p14:nvContentPartPr>
              <p14:xfrm>
                <a:off x="5749871" y="481180"/>
                <a:ext cx="893880" cy="34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25E108-6147-ABA6-F89F-61F34231F82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31871" y="463180"/>
                  <a:ext cx="929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6E9413-8C93-F092-EF91-38AD1C2E4D2A}"/>
                    </a:ext>
                  </a:extLst>
                </p14:cNvPr>
                <p14:cNvContentPartPr/>
                <p14:nvPr/>
              </p14:nvContentPartPr>
              <p14:xfrm>
                <a:off x="6679751" y="484060"/>
                <a:ext cx="86400" cy="826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6E9413-8C93-F092-EF91-38AD1C2E4D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61751" y="466060"/>
                  <a:ext cx="12204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A08524-1C7D-F76A-7A0A-39DC6AA084F7}"/>
                    </a:ext>
                  </a:extLst>
                </p14:cNvPr>
                <p14:cNvContentPartPr/>
                <p14:nvPr/>
              </p14:nvContentPartPr>
              <p14:xfrm>
                <a:off x="6696311" y="1352020"/>
                <a:ext cx="154440" cy="380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A08524-1C7D-F76A-7A0A-39DC6AA084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78311" y="1334020"/>
                  <a:ext cx="1900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3492B2-039D-5532-A8A7-C3ABF9015209}"/>
                    </a:ext>
                  </a:extLst>
                </p14:cNvPr>
                <p14:cNvContentPartPr/>
                <p14:nvPr/>
              </p14:nvContentPartPr>
              <p14:xfrm>
                <a:off x="6402551" y="1732540"/>
                <a:ext cx="557640" cy="1047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3492B2-039D-5532-A8A7-C3ABF90152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84551" y="1714900"/>
                  <a:ext cx="59328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B0F0AC-E641-10FD-5004-0E3383D0AF6C}"/>
                    </a:ext>
                  </a:extLst>
                </p14:cNvPr>
                <p14:cNvContentPartPr/>
                <p14:nvPr/>
              </p14:nvContentPartPr>
              <p14:xfrm>
                <a:off x="6697031" y="467860"/>
                <a:ext cx="954720" cy="108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B0F0AC-E641-10FD-5004-0E3383D0AF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79031" y="450220"/>
                  <a:ext cx="990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075ABB-4DC6-4E03-9F8A-70AB1C4A571A}"/>
                    </a:ext>
                  </a:extLst>
                </p14:cNvPr>
                <p14:cNvContentPartPr/>
                <p14:nvPr/>
              </p14:nvContentPartPr>
              <p14:xfrm>
                <a:off x="6920231" y="2658820"/>
                <a:ext cx="1015200" cy="70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075ABB-4DC6-4E03-9F8A-70AB1C4A57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2231" y="2641180"/>
                  <a:ext cx="10508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E1FC003-6948-1DDB-1BFD-9619190EA23A}"/>
                    </a:ext>
                  </a:extLst>
                </p14:cNvPr>
                <p14:cNvContentPartPr/>
                <p14:nvPr/>
              </p14:nvContentPartPr>
              <p14:xfrm>
                <a:off x="4919351" y="904900"/>
                <a:ext cx="89280" cy="24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E1FC003-6948-1DDB-1BFD-9619190EA2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01711" y="887260"/>
                  <a:ext cx="124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3B5B358-9AC3-AE95-3DFD-07875742897E}"/>
                    </a:ext>
                  </a:extLst>
                </p14:cNvPr>
                <p14:cNvContentPartPr/>
                <p14:nvPr/>
              </p14:nvContentPartPr>
              <p14:xfrm>
                <a:off x="4895231" y="881500"/>
                <a:ext cx="56520" cy="3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3B5B358-9AC3-AE95-3DFD-0787574289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77231" y="863860"/>
                  <a:ext cx="92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351747-74F4-FDBB-31A2-45D65A409262}"/>
                    </a:ext>
                  </a:extLst>
                </p14:cNvPr>
                <p14:cNvContentPartPr/>
                <p14:nvPr/>
              </p14:nvContentPartPr>
              <p14:xfrm>
                <a:off x="4920071" y="1101100"/>
                <a:ext cx="85320" cy="38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351747-74F4-FDBB-31A2-45D65A4092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02431" y="1083100"/>
                  <a:ext cx="120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47E399-E493-9308-7115-E3C2A69F56CC}"/>
                    </a:ext>
                  </a:extLst>
                </p14:cNvPr>
                <p14:cNvContentPartPr/>
                <p14:nvPr/>
              </p14:nvContentPartPr>
              <p14:xfrm>
                <a:off x="5104751" y="961780"/>
                <a:ext cx="126360" cy="19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47E399-E493-9308-7115-E3C2A69F56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86751" y="944140"/>
                  <a:ext cx="162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84956FA-7247-B9AA-6DEF-BCC60ECF8D4F}"/>
                    </a:ext>
                  </a:extLst>
                </p14:cNvPr>
                <p14:cNvContentPartPr/>
                <p14:nvPr/>
              </p14:nvContentPartPr>
              <p14:xfrm>
                <a:off x="5299871" y="944500"/>
                <a:ext cx="68760" cy="91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84956FA-7247-B9AA-6DEF-BCC60ECF8D4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81871" y="926860"/>
                  <a:ext cx="104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74524C-2FE0-087A-5911-6E6066E0FC48}"/>
                    </a:ext>
                  </a:extLst>
                </p14:cNvPr>
                <p14:cNvContentPartPr/>
                <p14:nvPr/>
              </p14:nvContentPartPr>
              <p14:xfrm>
                <a:off x="5394911" y="851980"/>
                <a:ext cx="73440" cy="79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74524C-2FE0-087A-5911-6E6066E0FC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77271" y="834340"/>
                  <a:ext cx="109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5ADF66-8FF0-610D-A022-688920B00130}"/>
                    </a:ext>
                  </a:extLst>
                </p14:cNvPr>
                <p14:cNvContentPartPr/>
                <p14:nvPr/>
              </p14:nvContentPartPr>
              <p14:xfrm>
                <a:off x="7068551" y="1397740"/>
                <a:ext cx="35640" cy="18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5ADF66-8FF0-610D-A022-688920B0013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50911" y="1379740"/>
                  <a:ext cx="71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58D91A-B376-4524-0301-F4D13CEC61E4}"/>
                    </a:ext>
                  </a:extLst>
                </p14:cNvPr>
                <p14:cNvContentPartPr/>
                <p14:nvPr/>
              </p14:nvContentPartPr>
              <p14:xfrm>
                <a:off x="7054511" y="1313500"/>
                <a:ext cx="148320" cy="164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58D91A-B376-4524-0301-F4D13CEC61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36871" y="1295500"/>
                  <a:ext cx="183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FE8FC6-1337-F1BE-D675-3FC79E6519D9}"/>
                    </a:ext>
                  </a:extLst>
                </p14:cNvPr>
                <p14:cNvContentPartPr/>
                <p14:nvPr/>
              </p14:nvContentPartPr>
              <p14:xfrm>
                <a:off x="7295351" y="1469380"/>
                <a:ext cx="34560" cy="153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FE8FC6-1337-F1BE-D675-3FC79E6519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77351" y="1451740"/>
                  <a:ext cx="70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85ADF4-E922-67D8-AA90-DBD5C987A45E}"/>
                    </a:ext>
                  </a:extLst>
                </p14:cNvPr>
                <p14:cNvContentPartPr/>
                <p14:nvPr/>
              </p14:nvContentPartPr>
              <p14:xfrm>
                <a:off x="7313711" y="1440580"/>
                <a:ext cx="98640" cy="100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85ADF4-E922-67D8-AA90-DBD5C987A4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96071" y="1422580"/>
                  <a:ext cx="134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B26EF3-8A6C-87DE-3502-5FA97559ADD4}"/>
                    </a:ext>
                  </a:extLst>
                </p14:cNvPr>
                <p14:cNvContentPartPr/>
                <p14:nvPr/>
              </p14:nvContentPartPr>
              <p14:xfrm>
                <a:off x="7483631" y="1418620"/>
                <a:ext cx="87480" cy="77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B26EF3-8A6C-87DE-3502-5FA97559AD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65991" y="1400980"/>
                  <a:ext cx="123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A34820-4CE2-5C06-8D15-D604D404387C}"/>
                    </a:ext>
                  </a:extLst>
                </p14:cNvPr>
                <p14:cNvContentPartPr/>
                <p14:nvPr/>
              </p14:nvContentPartPr>
              <p14:xfrm>
                <a:off x="7576151" y="1349860"/>
                <a:ext cx="71280" cy="10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A34820-4CE2-5C06-8D15-D604D404387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58151" y="1332220"/>
                  <a:ext cx="106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A29ACB-D00C-B37B-8BF8-D48335363DF9}"/>
                    </a:ext>
                  </a:extLst>
                </p14:cNvPr>
                <p14:cNvContentPartPr/>
                <p14:nvPr/>
              </p14:nvContentPartPr>
              <p14:xfrm>
                <a:off x="7898351" y="354820"/>
                <a:ext cx="29520" cy="271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A29ACB-D00C-B37B-8BF8-D48335363DF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80351" y="336820"/>
                  <a:ext cx="65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221CDD-7DF8-CCD4-2566-3E2B57500652}"/>
                    </a:ext>
                  </a:extLst>
                </p14:cNvPr>
                <p14:cNvContentPartPr/>
                <p14:nvPr/>
              </p14:nvContentPartPr>
              <p14:xfrm>
                <a:off x="7919591" y="354460"/>
                <a:ext cx="131040" cy="19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221CDD-7DF8-CCD4-2566-3E2B575006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01951" y="336820"/>
                  <a:ext cx="166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FCB70A4-CB9E-9CAE-2B77-C41A1A66088F}"/>
                    </a:ext>
                  </a:extLst>
                </p14:cNvPr>
                <p14:cNvContentPartPr/>
                <p14:nvPr/>
              </p14:nvContentPartPr>
              <p14:xfrm>
                <a:off x="7912031" y="502060"/>
                <a:ext cx="127440" cy="22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FCB70A4-CB9E-9CAE-2B77-C41A1A6608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94391" y="484060"/>
                  <a:ext cx="163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485F0D0-5BA6-E7A8-7B35-D0012D5D34A4}"/>
                    </a:ext>
                  </a:extLst>
                </p14:cNvPr>
                <p14:cNvContentPartPr/>
                <p14:nvPr/>
              </p14:nvContentPartPr>
              <p14:xfrm>
                <a:off x="8137031" y="2553340"/>
                <a:ext cx="60840" cy="272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485F0D0-5BA6-E7A8-7B35-D0012D5D34A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19031" y="2535340"/>
                  <a:ext cx="964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7EAFFA2-793C-6901-FC04-EA2A72656D6A}"/>
                    </a:ext>
                  </a:extLst>
                </p14:cNvPr>
                <p14:cNvContentPartPr/>
                <p14:nvPr/>
              </p14:nvContentPartPr>
              <p14:xfrm>
                <a:off x="8134511" y="2595460"/>
                <a:ext cx="191880" cy="20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7EAFFA2-793C-6901-FC04-EA2A72656D6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16511" y="2577820"/>
                  <a:ext cx="22752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4A313AA-19DD-0A53-6DE6-035B88BC53C0}"/>
              </a:ext>
            </a:extLst>
          </p:cNvPr>
          <p:cNvGrpSpPr/>
          <p:nvPr/>
        </p:nvGrpSpPr>
        <p:grpSpPr>
          <a:xfrm>
            <a:off x="1318991" y="211180"/>
            <a:ext cx="3344400" cy="3271680"/>
            <a:chOff x="1318991" y="211180"/>
            <a:chExt cx="3344400" cy="32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93E3505-BF2A-50A0-CAED-609E702F999A}"/>
                    </a:ext>
                  </a:extLst>
                </p14:cNvPr>
                <p14:cNvContentPartPr/>
                <p14:nvPr/>
              </p14:nvContentPartPr>
              <p14:xfrm>
                <a:off x="4109711" y="1682500"/>
                <a:ext cx="20880" cy="1093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93E3505-BF2A-50A0-CAED-609E702F999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92071" y="1664860"/>
                  <a:ext cx="5652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88260C-E650-8175-3EF8-75371B9B5409}"/>
                    </a:ext>
                  </a:extLst>
                </p14:cNvPr>
                <p14:cNvContentPartPr/>
                <p14:nvPr/>
              </p14:nvContentPartPr>
              <p14:xfrm>
                <a:off x="4159751" y="2722900"/>
                <a:ext cx="2880" cy="2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88260C-E650-8175-3EF8-75371B9B540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41751" y="2704900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38BB868-6EB7-9577-7427-4350EA78FF76}"/>
                    </a:ext>
                  </a:extLst>
                </p14:cNvPr>
                <p14:cNvContentPartPr/>
                <p14:nvPr/>
              </p14:nvContentPartPr>
              <p14:xfrm>
                <a:off x="1318991" y="211180"/>
                <a:ext cx="3344400" cy="3144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38BB868-6EB7-9577-7427-4350EA78FF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00991" y="193540"/>
                  <a:ext cx="3380040" cy="31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60A5B29-8F6C-A5F5-5810-B8626EEF24C2}"/>
                    </a:ext>
                  </a:extLst>
                </p14:cNvPr>
                <p14:cNvContentPartPr/>
                <p14:nvPr/>
              </p14:nvContentPartPr>
              <p14:xfrm>
                <a:off x="1986791" y="3231940"/>
                <a:ext cx="207000" cy="250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60A5B29-8F6C-A5F5-5810-B8626EEF24C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968791" y="3214300"/>
                  <a:ext cx="24264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3E12B37-9F88-E6EB-D8EA-725E2D0BADC8}"/>
              </a:ext>
            </a:extLst>
          </p:cNvPr>
          <p:cNvGrpSpPr/>
          <p:nvPr/>
        </p:nvGrpSpPr>
        <p:grpSpPr>
          <a:xfrm>
            <a:off x="767471" y="3767980"/>
            <a:ext cx="556200" cy="681840"/>
            <a:chOff x="767471" y="3767980"/>
            <a:chExt cx="55620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5BFF5D-6FB1-A64B-A4C0-895836287CD0}"/>
                    </a:ext>
                  </a:extLst>
                </p14:cNvPr>
                <p14:cNvContentPartPr/>
                <p14:nvPr/>
              </p14:nvContentPartPr>
              <p14:xfrm>
                <a:off x="1004351" y="3935740"/>
                <a:ext cx="32400" cy="291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5BFF5D-6FB1-A64B-A4C0-895836287C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6711" y="3918100"/>
                  <a:ext cx="680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4976E5-60A5-7974-FFC0-37B335552D70}"/>
                    </a:ext>
                  </a:extLst>
                </p14:cNvPr>
                <p14:cNvContentPartPr/>
                <p14:nvPr/>
              </p14:nvContentPartPr>
              <p14:xfrm>
                <a:off x="767471" y="3767980"/>
                <a:ext cx="556200" cy="681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4976E5-60A5-7974-FFC0-37B335552D7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9471" y="3750340"/>
                  <a:ext cx="591840" cy="71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751474D-D242-99B5-84F4-B2D02E62CA32}"/>
              </a:ext>
            </a:extLst>
          </p:cNvPr>
          <p:cNvGrpSpPr/>
          <p:nvPr/>
        </p:nvGrpSpPr>
        <p:grpSpPr>
          <a:xfrm>
            <a:off x="1713911" y="3899740"/>
            <a:ext cx="978480" cy="304560"/>
            <a:chOff x="1713911" y="3899740"/>
            <a:chExt cx="97848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2DE5F9C-5724-C412-899B-74A3743DB93C}"/>
                    </a:ext>
                  </a:extLst>
                </p14:cNvPr>
                <p14:cNvContentPartPr/>
                <p14:nvPr/>
              </p14:nvContentPartPr>
              <p14:xfrm>
                <a:off x="1713911" y="3899740"/>
                <a:ext cx="132120" cy="304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2DE5F9C-5724-C412-899B-74A3743DB93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96271" y="3881740"/>
                  <a:ext cx="1677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DC9781B-8B09-8B5E-1CFA-80D717AC61C8}"/>
                    </a:ext>
                  </a:extLst>
                </p14:cNvPr>
                <p14:cNvContentPartPr/>
                <p14:nvPr/>
              </p14:nvContentPartPr>
              <p14:xfrm>
                <a:off x="1954751" y="3996580"/>
                <a:ext cx="167040" cy="180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DC9781B-8B09-8B5E-1CFA-80D717AC61C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37111" y="3978580"/>
                  <a:ext cx="202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4A6C1D-F73A-FDCB-D906-169EA0F6884A}"/>
                    </a:ext>
                  </a:extLst>
                </p14:cNvPr>
                <p14:cNvContentPartPr/>
                <p14:nvPr/>
              </p14:nvContentPartPr>
              <p14:xfrm>
                <a:off x="2161391" y="4088380"/>
                <a:ext cx="80640" cy="62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4A6C1D-F73A-FDCB-D906-169EA0F6884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43751" y="4070740"/>
                  <a:ext cx="116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784098D-3CD0-A9E3-D888-7B4BA20FC59D}"/>
                    </a:ext>
                  </a:extLst>
                </p14:cNvPr>
                <p14:cNvContentPartPr/>
                <p14:nvPr/>
              </p14:nvContentPartPr>
              <p14:xfrm>
                <a:off x="2308631" y="4019620"/>
                <a:ext cx="63000" cy="112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784098D-3CD0-A9E3-D888-7B4BA20FC5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90631" y="4001620"/>
                  <a:ext cx="98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425B42A-5607-1E8B-09C7-DD8EDBE43BCD}"/>
                    </a:ext>
                  </a:extLst>
                </p14:cNvPr>
                <p14:cNvContentPartPr/>
                <p14:nvPr/>
              </p14:nvContentPartPr>
              <p14:xfrm>
                <a:off x="2554871" y="3937540"/>
                <a:ext cx="65880" cy="227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425B42A-5607-1E8B-09C7-DD8EDBE43B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37231" y="3919540"/>
                  <a:ext cx="101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E300603-FE03-8D27-88EA-A255E9115DEC}"/>
                    </a:ext>
                  </a:extLst>
                </p14:cNvPr>
                <p14:cNvContentPartPr/>
                <p14:nvPr/>
              </p14:nvContentPartPr>
              <p14:xfrm>
                <a:off x="2499791" y="4040140"/>
                <a:ext cx="192600" cy="48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E300603-FE03-8D27-88EA-A255E9115DE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82151" y="4022500"/>
                  <a:ext cx="2282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8CE393B-0B4F-A0E1-1FEE-4FF60AB93905}"/>
              </a:ext>
            </a:extLst>
          </p:cNvPr>
          <p:cNvGrpSpPr/>
          <p:nvPr/>
        </p:nvGrpSpPr>
        <p:grpSpPr>
          <a:xfrm>
            <a:off x="3166151" y="3852220"/>
            <a:ext cx="535320" cy="307080"/>
            <a:chOff x="3166151" y="3852220"/>
            <a:chExt cx="53532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934DFE-4419-FCAA-EA12-030BB73A8307}"/>
                    </a:ext>
                  </a:extLst>
                </p14:cNvPr>
                <p14:cNvContentPartPr/>
                <p14:nvPr/>
              </p14:nvContentPartPr>
              <p14:xfrm>
                <a:off x="3187751" y="3852220"/>
                <a:ext cx="82800" cy="30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934DFE-4419-FCAA-EA12-030BB73A830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69751" y="3834580"/>
                  <a:ext cx="1184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079DA26-D688-C13B-2B42-9D38D35CA428}"/>
                    </a:ext>
                  </a:extLst>
                </p14:cNvPr>
                <p14:cNvContentPartPr/>
                <p14:nvPr/>
              </p14:nvContentPartPr>
              <p14:xfrm>
                <a:off x="3166151" y="3998380"/>
                <a:ext cx="69120" cy="32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079DA26-D688-C13B-2B42-9D38D35CA42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48151" y="3980740"/>
                  <a:ext cx="104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4399C82-F5E4-91AE-603B-5E1EC96B52EE}"/>
                    </a:ext>
                  </a:extLst>
                </p14:cNvPr>
                <p14:cNvContentPartPr/>
                <p14:nvPr/>
              </p14:nvContentPartPr>
              <p14:xfrm>
                <a:off x="3344351" y="3922780"/>
                <a:ext cx="235080" cy="21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4399C82-F5E4-91AE-603B-5E1EC96B52E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26351" y="3904780"/>
                  <a:ext cx="2707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E54F3E6-0870-C887-94E1-FA5804A8D527}"/>
                    </a:ext>
                  </a:extLst>
                </p14:cNvPr>
                <p14:cNvContentPartPr/>
                <p14:nvPr/>
              </p14:nvContentPartPr>
              <p14:xfrm>
                <a:off x="3619391" y="3977860"/>
                <a:ext cx="82080" cy="130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E54F3E6-0870-C887-94E1-FA5804A8D52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01751" y="3960220"/>
                  <a:ext cx="11772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8513EB3-A4F6-F0B1-7906-B9798BE1C0C8}"/>
              </a:ext>
            </a:extLst>
          </p:cNvPr>
          <p:cNvGrpSpPr/>
          <p:nvPr/>
        </p:nvGrpSpPr>
        <p:grpSpPr>
          <a:xfrm>
            <a:off x="4102511" y="3787420"/>
            <a:ext cx="770040" cy="341280"/>
            <a:chOff x="4102511" y="3787420"/>
            <a:chExt cx="77004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1C9ADE8-1197-2B38-9875-1C5317BAD22B}"/>
                    </a:ext>
                  </a:extLst>
                </p14:cNvPr>
                <p14:cNvContentPartPr/>
                <p14:nvPr/>
              </p14:nvContentPartPr>
              <p14:xfrm>
                <a:off x="4102511" y="3867700"/>
                <a:ext cx="50040" cy="26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1C9ADE8-1197-2B38-9875-1C5317BAD22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84871" y="3849700"/>
                  <a:ext cx="856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1AAC452-D82F-DE14-4FD8-458DA3B6F919}"/>
                    </a:ext>
                  </a:extLst>
                </p14:cNvPr>
                <p14:cNvContentPartPr/>
                <p14:nvPr/>
              </p14:nvContentPartPr>
              <p14:xfrm>
                <a:off x="4238951" y="3980020"/>
                <a:ext cx="110520" cy="80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1AAC452-D82F-DE14-4FD8-458DA3B6F91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20951" y="3962020"/>
                  <a:ext cx="1461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3DE60A0-3701-62EE-520E-C38CE9F3DC38}"/>
                    </a:ext>
                  </a:extLst>
                </p14:cNvPr>
                <p14:cNvContentPartPr/>
                <p14:nvPr/>
              </p14:nvContentPartPr>
              <p14:xfrm>
                <a:off x="4443791" y="3956260"/>
                <a:ext cx="151200" cy="148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3DE60A0-3701-62EE-520E-C38CE9F3DC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25791" y="3938620"/>
                  <a:ext cx="186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1A9A7B-2946-F8B4-AE4A-8623C9FCAC8C}"/>
                    </a:ext>
                  </a:extLst>
                </p14:cNvPr>
                <p14:cNvContentPartPr/>
                <p14:nvPr/>
              </p14:nvContentPartPr>
              <p14:xfrm>
                <a:off x="4700831" y="3942580"/>
                <a:ext cx="92160" cy="136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1A9A7B-2946-F8B4-AE4A-8623C9FCAC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3191" y="3924940"/>
                  <a:ext cx="127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3B689FE-A428-128A-981E-5CE10F05936B}"/>
                    </a:ext>
                  </a:extLst>
                </p14:cNvPr>
                <p14:cNvContentPartPr/>
                <p14:nvPr/>
              </p14:nvContentPartPr>
              <p14:xfrm>
                <a:off x="4767431" y="3787420"/>
                <a:ext cx="105120" cy="326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3B689FE-A428-128A-981E-5CE10F05936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49431" y="3769780"/>
                  <a:ext cx="14076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DC242EC-1B12-7647-720C-16398106852C}"/>
              </a:ext>
            </a:extLst>
          </p:cNvPr>
          <p:cNvGrpSpPr/>
          <p:nvPr/>
        </p:nvGrpSpPr>
        <p:grpSpPr>
          <a:xfrm>
            <a:off x="856391" y="4729540"/>
            <a:ext cx="560160" cy="618480"/>
            <a:chOff x="856391" y="4729540"/>
            <a:chExt cx="56016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A7999C5-7108-0571-0168-964A8AFD0358}"/>
                    </a:ext>
                  </a:extLst>
                </p14:cNvPr>
                <p14:cNvContentPartPr/>
                <p14:nvPr/>
              </p14:nvContentPartPr>
              <p14:xfrm>
                <a:off x="958631" y="4852660"/>
                <a:ext cx="259560" cy="189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A7999C5-7108-0571-0168-964A8AFD03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0991" y="4835020"/>
                  <a:ext cx="295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CEA449F-2264-AB41-99F6-DA484DD95116}"/>
                    </a:ext>
                  </a:extLst>
                </p14:cNvPr>
                <p14:cNvContentPartPr/>
                <p14:nvPr/>
              </p14:nvContentPartPr>
              <p14:xfrm>
                <a:off x="856391" y="4729540"/>
                <a:ext cx="560160" cy="618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CEA449F-2264-AB41-99F6-DA484DD9511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8391" y="4711540"/>
                  <a:ext cx="595800" cy="65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919025F-6AC2-9E59-2D64-8E76BF5F6141}"/>
              </a:ext>
            </a:extLst>
          </p:cNvPr>
          <p:cNvGrpSpPr/>
          <p:nvPr/>
        </p:nvGrpSpPr>
        <p:grpSpPr>
          <a:xfrm>
            <a:off x="1807151" y="4747540"/>
            <a:ext cx="833040" cy="357480"/>
            <a:chOff x="1807151" y="4747540"/>
            <a:chExt cx="83304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D5A093D-D9AF-3E99-B6E8-FCBFB83E6C08}"/>
                    </a:ext>
                  </a:extLst>
                </p14:cNvPr>
                <p14:cNvContentPartPr/>
                <p14:nvPr/>
              </p14:nvContentPartPr>
              <p14:xfrm>
                <a:off x="1829471" y="4808020"/>
                <a:ext cx="29880" cy="257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D5A093D-D9AF-3E99-B6E8-FCBFB83E6C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11471" y="4790380"/>
                  <a:ext cx="65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AD288B-E8EA-97D2-AA48-670CA5CF0D52}"/>
                    </a:ext>
                  </a:extLst>
                </p14:cNvPr>
                <p14:cNvContentPartPr/>
                <p14:nvPr/>
              </p14:nvContentPartPr>
              <p14:xfrm>
                <a:off x="1807151" y="4772020"/>
                <a:ext cx="109440" cy="55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AD288B-E8EA-97D2-AA48-670CA5CF0D5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89511" y="4754020"/>
                  <a:ext cx="145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4E2084-FB29-CB3A-30C0-11B0FEDE1D2C}"/>
                    </a:ext>
                  </a:extLst>
                </p14:cNvPr>
                <p14:cNvContentPartPr/>
                <p14:nvPr/>
              </p14:nvContentPartPr>
              <p14:xfrm>
                <a:off x="1869431" y="4917460"/>
                <a:ext cx="33840" cy="60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4E2084-FB29-CB3A-30C0-11B0FEDE1D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51431" y="4899460"/>
                  <a:ext cx="69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6AF94F-BD9D-8753-FE64-4CD6388AA377}"/>
                    </a:ext>
                  </a:extLst>
                </p14:cNvPr>
                <p14:cNvContentPartPr/>
                <p14:nvPr/>
              </p14:nvContentPartPr>
              <p14:xfrm>
                <a:off x="2043311" y="4944820"/>
                <a:ext cx="46080" cy="160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6AF94F-BD9D-8753-FE64-4CD6388AA37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025671" y="4927180"/>
                  <a:ext cx="81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9BD0108-3D10-9F02-DE69-99D3CDF70681}"/>
                    </a:ext>
                  </a:extLst>
                </p14:cNvPr>
                <p14:cNvContentPartPr/>
                <p14:nvPr/>
              </p14:nvContentPartPr>
              <p14:xfrm>
                <a:off x="2028551" y="4838980"/>
                <a:ext cx="25920" cy="14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9BD0108-3D10-9F02-DE69-99D3CDF706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10911" y="4821340"/>
                  <a:ext cx="61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FF8A902-8D34-3C6E-23ED-1BA2D3E65A17}"/>
                    </a:ext>
                  </a:extLst>
                </p14:cNvPr>
                <p14:cNvContentPartPr/>
                <p14:nvPr/>
              </p14:nvContentPartPr>
              <p14:xfrm>
                <a:off x="2239151" y="4940140"/>
                <a:ext cx="137160" cy="94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FF8A902-8D34-3C6E-23ED-1BA2D3E65A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21511" y="4922140"/>
                  <a:ext cx="172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28D07E4-E4CC-2E3D-01A3-52A8F8F9EB38}"/>
                    </a:ext>
                  </a:extLst>
                </p14:cNvPr>
                <p14:cNvContentPartPr/>
                <p14:nvPr/>
              </p14:nvContentPartPr>
              <p14:xfrm>
                <a:off x="2539391" y="4875700"/>
                <a:ext cx="70920" cy="149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28D07E4-E4CC-2E3D-01A3-52A8F8F9EB3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21391" y="4858060"/>
                  <a:ext cx="106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855992C-E03B-927B-9E63-BE88239A7A92}"/>
                    </a:ext>
                  </a:extLst>
                </p14:cNvPr>
                <p14:cNvContentPartPr/>
                <p14:nvPr/>
              </p14:nvContentPartPr>
              <p14:xfrm>
                <a:off x="2578991" y="4747540"/>
                <a:ext cx="61200" cy="239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855992C-E03B-927B-9E63-BE88239A7A9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560991" y="4729900"/>
                  <a:ext cx="9684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1284257-53FB-EBB2-4D64-0F6A1B4C4011}"/>
              </a:ext>
            </a:extLst>
          </p:cNvPr>
          <p:cNvGrpSpPr/>
          <p:nvPr/>
        </p:nvGrpSpPr>
        <p:grpSpPr>
          <a:xfrm>
            <a:off x="3173351" y="4736740"/>
            <a:ext cx="479520" cy="266760"/>
            <a:chOff x="3173351" y="4736740"/>
            <a:chExt cx="4795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603C5F-5C0E-CDE8-2868-509DBF3F70A6}"/>
                    </a:ext>
                  </a:extLst>
                </p14:cNvPr>
                <p14:cNvContentPartPr/>
                <p14:nvPr/>
              </p14:nvContentPartPr>
              <p14:xfrm>
                <a:off x="3173351" y="4889740"/>
                <a:ext cx="60840" cy="113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603C5F-5C0E-CDE8-2868-509DBF3F70A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55351" y="4871740"/>
                  <a:ext cx="96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94B71C4-A19E-DCC2-DE3A-038451D93501}"/>
                    </a:ext>
                  </a:extLst>
                </p14:cNvPr>
                <p14:cNvContentPartPr/>
                <p14:nvPr/>
              </p14:nvContentPartPr>
              <p14:xfrm>
                <a:off x="3347231" y="4889380"/>
                <a:ext cx="147240" cy="109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94B71C4-A19E-DCC2-DE3A-038451D9350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29591" y="4871380"/>
                  <a:ext cx="182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1B7347-75C5-1DCC-08AA-586E64A8EDA9}"/>
                    </a:ext>
                  </a:extLst>
                </p14:cNvPr>
                <p14:cNvContentPartPr/>
                <p14:nvPr/>
              </p14:nvContentPartPr>
              <p14:xfrm>
                <a:off x="3590231" y="4736740"/>
                <a:ext cx="46440" cy="216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1B7347-75C5-1DCC-08AA-586E64A8ED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72231" y="4719100"/>
                  <a:ext cx="82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72E533A-0E96-9F25-9FF2-8E8196767A01}"/>
                    </a:ext>
                  </a:extLst>
                </p14:cNvPr>
                <p14:cNvContentPartPr/>
                <p14:nvPr/>
              </p14:nvContentPartPr>
              <p14:xfrm>
                <a:off x="3542711" y="4873180"/>
                <a:ext cx="110160" cy="23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72E533A-0E96-9F25-9FF2-8E8196767A0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25071" y="4855180"/>
                  <a:ext cx="1458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466932A-11BE-3B3C-1906-3D5A1B362B01}"/>
              </a:ext>
            </a:extLst>
          </p:cNvPr>
          <p:cNvGrpSpPr/>
          <p:nvPr/>
        </p:nvGrpSpPr>
        <p:grpSpPr>
          <a:xfrm>
            <a:off x="4202591" y="4754380"/>
            <a:ext cx="541800" cy="254520"/>
            <a:chOff x="4202591" y="4754380"/>
            <a:chExt cx="54180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0F6D60-8846-EB6C-347F-D6BCBE3107E5}"/>
                    </a:ext>
                  </a:extLst>
                </p14:cNvPr>
                <p14:cNvContentPartPr/>
                <p14:nvPr/>
              </p14:nvContentPartPr>
              <p14:xfrm>
                <a:off x="4242551" y="4754380"/>
                <a:ext cx="65520" cy="254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0F6D60-8846-EB6C-347F-D6BCBE3107E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24551" y="4736740"/>
                  <a:ext cx="101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8A315FA-99D3-FFAC-1FA9-AA4EFEC23E63}"/>
                    </a:ext>
                  </a:extLst>
                </p14:cNvPr>
                <p14:cNvContentPartPr/>
                <p14:nvPr/>
              </p14:nvContentPartPr>
              <p14:xfrm>
                <a:off x="4202591" y="4810540"/>
                <a:ext cx="342000" cy="99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8A315FA-99D3-FFAC-1FA9-AA4EFEC23E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84591" y="4792900"/>
                  <a:ext cx="377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B18D61-D3B7-9B8E-71FD-141616247549}"/>
                    </a:ext>
                  </a:extLst>
                </p14:cNvPr>
                <p14:cNvContentPartPr/>
                <p14:nvPr/>
              </p14:nvContentPartPr>
              <p14:xfrm>
                <a:off x="4618031" y="4794340"/>
                <a:ext cx="126360" cy="135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8B18D61-D3B7-9B8E-71FD-14161624754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00391" y="4776340"/>
                  <a:ext cx="1620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3F94141-6659-E4F8-F1A0-0232CDADD472}"/>
              </a:ext>
            </a:extLst>
          </p:cNvPr>
          <p:cNvGrpSpPr/>
          <p:nvPr/>
        </p:nvGrpSpPr>
        <p:grpSpPr>
          <a:xfrm>
            <a:off x="5264231" y="4679500"/>
            <a:ext cx="1318320" cy="272520"/>
            <a:chOff x="5264231" y="4679500"/>
            <a:chExt cx="131832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A53CCE5-A0D6-307B-94C5-8AF0C2125755}"/>
                    </a:ext>
                  </a:extLst>
                </p14:cNvPr>
                <p14:cNvContentPartPr/>
                <p14:nvPr/>
              </p14:nvContentPartPr>
              <p14:xfrm>
                <a:off x="5264231" y="4762660"/>
                <a:ext cx="124560" cy="178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A53CCE5-A0D6-307B-94C5-8AF0C212575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46231" y="4744660"/>
                  <a:ext cx="160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9430EE2-9548-DCA0-6661-8D9B699A3058}"/>
                    </a:ext>
                  </a:extLst>
                </p14:cNvPr>
                <p14:cNvContentPartPr/>
                <p14:nvPr/>
              </p14:nvContentPartPr>
              <p14:xfrm>
                <a:off x="5476271" y="4797940"/>
                <a:ext cx="200880" cy="154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9430EE2-9548-DCA0-6661-8D9B699A305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58631" y="4779940"/>
                  <a:ext cx="236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A84AB01-9FA5-C3E3-AFC2-E0EF9ACADA6C}"/>
                    </a:ext>
                  </a:extLst>
                </p14:cNvPr>
                <p14:cNvContentPartPr/>
                <p14:nvPr/>
              </p14:nvContentPartPr>
              <p14:xfrm>
                <a:off x="5722871" y="4830700"/>
                <a:ext cx="86400" cy="66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A84AB01-9FA5-C3E3-AFC2-E0EF9ACADA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05231" y="4813060"/>
                  <a:ext cx="122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76085C9-47B9-10DC-F44B-98615FF9C588}"/>
                    </a:ext>
                  </a:extLst>
                </p14:cNvPr>
                <p14:cNvContentPartPr/>
                <p14:nvPr/>
              </p14:nvContentPartPr>
              <p14:xfrm>
                <a:off x="5930591" y="4783900"/>
                <a:ext cx="113400" cy="123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76085C9-47B9-10DC-F44B-98615FF9C5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12951" y="4766260"/>
                  <a:ext cx="149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4F5F7B5-F5D5-F482-08EA-05AC2D38AC59}"/>
                    </a:ext>
                  </a:extLst>
                </p14:cNvPr>
                <p14:cNvContentPartPr/>
                <p14:nvPr/>
              </p14:nvContentPartPr>
              <p14:xfrm>
                <a:off x="6107711" y="4778500"/>
                <a:ext cx="258120" cy="120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4F5F7B5-F5D5-F482-08EA-05AC2D38AC5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89711" y="4760860"/>
                  <a:ext cx="293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421D57B-41C8-DC4E-97EF-FB66F1DC89BF}"/>
                    </a:ext>
                  </a:extLst>
                </p14:cNvPr>
                <p14:cNvContentPartPr/>
                <p14:nvPr/>
              </p14:nvContentPartPr>
              <p14:xfrm>
                <a:off x="6437831" y="4679500"/>
                <a:ext cx="132120" cy="220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421D57B-41C8-DC4E-97EF-FB66F1DC89B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19831" y="4661860"/>
                  <a:ext cx="167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518E1F9-A7DD-81AC-77FA-8DB640FB822F}"/>
                    </a:ext>
                  </a:extLst>
                </p14:cNvPr>
                <p14:cNvContentPartPr/>
                <p14:nvPr/>
              </p14:nvContentPartPr>
              <p14:xfrm>
                <a:off x="6452231" y="4813420"/>
                <a:ext cx="130320" cy="63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518E1F9-A7DD-81AC-77FA-8DB640FB82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434231" y="4795780"/>
                  <a:ext cx="1659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DA1B8B2-7D30-D9EE-3BE1-8E2D869D5A23}"/>
              </a:ext>
            </a:extLst>
          </p:cNvPr>
          <p:cNvGrpSpPr/>
          <p:nvPr/>
        </p:nvGrpSpPr>
        <p:grpSpPr>
          <a:xfrm>
            <a:off x="6983951" y="4721980"/>
            <a:ext cx="372600" cy="194040"/>
            <a:chOff x="6983951" y="4721980"/>
            <a:chExt cx="37260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C2152CC-797D-242A-49B2-30ACE4F9451B}"/>
                    </a:ext>
                  </a:extLst>
                </p14:cNvPr>
                <p14:cNvContentPartPr/>
                <p14:nvPr/>
              </p14:nvContentPartPr>
              <p14:xfrm>
                <a:off x="7046231" y="4813060"/>
                <a:ext cx="27360" cy="102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C2152CC-797D-242A-49B2-30ACE4F9451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28231" y="4795420"/>
                  <a:ext cx="63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3590F0F-3B9B-CF3F-4A33-5CEBF4B746AF}"/>
                    </a:ext>
                  </a:extLst>
                </p14:cNvPr>
                <p14:cNvContentPartPr/>
                <p14:nvPr/>
              </p14:nvContentPartPr>
              <p14:xfrm>
                <a:off x="6983951" y="4721980"/>
                <a:ext cx="34920" cy="3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3590F0F-3B9B-CF3F-4A33-5CEBF4B746A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65951" y="4704340"/>
                  <a:ext cx="70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EE11C3-2E45-FCF6-A3AF-30A49526C934}"/>
                    </a:ext>
                  </a:extLst>
                </p14:cNvPr>
                <p14:cNvContentPartPr/>
                <p14:nvPr/>
              </p14:nvContentPartPr>
              <p14:xfrm>
                <a:off x="7157831" y="4746100"/>
                <a:ext cx="198720" cy="99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EE11C3-2E45-FCF6-A3AF-30A49526C93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40191" y="4728100"/>
                  <a:ext cx="23436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F1B21D2-1705-7B11-75C8-299E3930B31A}"/>
                  </a:ext>
                </a:extLst>
              </p14:cNvPr>
              <p14:cNvContentPartPr/>
              <p14:nvPr/>
            </p14:nvContentPartPr>
            <p14:xfrm>
              <a:off x="7756511" y="4751500"/>
              <a:ext cx="194400" cy="1008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F1B21D2-1705-7B11-75C8-299E3930B31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738871" y="4733860"/>
                <a:ext cx="2300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521644E-6196-0F89-DBC1-BC9F3B669612}"/>
                  </a:ext>
                </a:extLst>
              </p14:cNvPr>
              <p14:cNvContentPartPr/>
              <p14:nvPr/>
            </p14:nvContentPartPr>
            <p14:xfrm>
              <a:off x="7913831" y="4634500"/>
              <a:ext cx="61560" cy="2314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521644E-6196-0F89-DBC1-BC9F3B66961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895831" y="4616500"/>
                <a:ext cx="972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10829A6-A6C9-66F8-A9A0-F355C5D22C12}"/>
                  </a:ext>
                </a:extLst>
              </p14:cNvPr>
              <p14:cNvContentPartPr/>
              <p14:nvPr/>
            </p14:nvContentPartPr>
            <p14:xfrm>
              <a:off x="7884671" y="4536940"/>
              <a:ext cx="25560" cy="97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10829A6-A6C9-66F8-A9A0-F355C5D22C1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866671" y="4519300"/>
                <a:ext cx="612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4DED95B-C7B2-C993-CD94-222145190EFA}"/>
                  </a:ext>
                </a:extLst>
              </p14:cNvPr>
              <p14:cNvContentPartPr/>
              <p14:nvPr/>
            </p14:nvContentPartPr>
            <p14:xfrm>
              <a:off x="8036591" y="4700740"/>
              <a:ext cx="103320" cy="1159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4DED95B-C7B2-C993-CD94-222145190EF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018591" y="4683100"/>
                <a:ext cx="1389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7A148E4-F2E3-FF0D-DB24-674585F4AFD9}"/>
                  </a:ext>
                </a:extLst>
              </p14:cNvPr>
              <p14:cNvContentPartPr/>
              <p14:nvPr/>
            </p14:nvContentPartPr>
            <p14:xfrm>
              <a:off x="8257991" y="4741780"/>
              <a:ext cx="371160" cy="1238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7A148E4-F2E3-FF0D-DB24-674585F4AFD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240351" y="4724140"/>
                <a:ext cx="40680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4F44175-03C0-4943-1FB4-5F79CD4F80C7}"/>
                  </a:ext>
                </a:extLst>
              </p14:cNvPr>
              <p14:cNvContentPartPr/>
              <p14:nvPr/>
            </p14:nvContentPartPr>
            <p14:xfrm>
              <a:off x="8521151" y="4613980"/>
              <a:ext cx="8280" cy="187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4F44175-03C0-4943-1FB4-5F79CD4F80C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503151" y="4595980"/>
                <a:ext cx="439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113FFE5-C9CA-778A-DCE9-0970F8E408E8}"/>
                  </a:ext>
                </a:extLst>
              </p14:cNvPr>
              <p14:cNvContentPartPr/>
              <p14:nvPr/>
            </p14:nvContentPartPr>
            <p14:xfrm>
              <a:off x="8670551" y="4638820"/>
              <a:ext cx="74160" cy="194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113FFE5-C9CA-778A-DCE9-0970F8E408E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652911" y="4621180"/>
                <a:ext cx="1098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0AA790E-6602-ACAE-756D-E438A50CD534}"/>
                  </a:ext>
                </a:extLst>
              </p14:cNvPr>
              <p14:cNvContentPartPr/>
              <p14:nvPr/>
            </p14:nvContentPartPr>
            <p14:xfrm>
              <a:off x="8707271" y="4734220"/>
              <a:ext cx="83880" cy="255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0AA790E-6602-ACAE-756D-E438A50CD534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689271" y="4716580"/>
                <a:ext cx="11952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F13C4A5-BBAF-4B0F-E2B2-5EF2136CE1A5}"/>
              </a:ext>
            </a:extLst>
          </p:cNvPr>
          <p:cNvGrpSpPr/>
          <p:nvPr/>
        </p:nvGrpSpPr>
        <p:grpSpPr>
          <a:xfrm>
            <a:off x="9004631" y="4461340"/>
            <a:ext cx="830160" cy="644400"/>
            <a:chOff x="9004631" y="4461340"/>
            <a:chExt cx="830160" cy="64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6E3CC16-FC9D-E30D-457E-4658F6B609A2}"/>
                    </a:ext>
                  </a:extLst>
                </p14:cNvPr>
                <p14:cNvContentPartPr/>
                <p14:nvPr/>
              </p14:nvContentPartPr>
              <p14:xfrm>
                <a:off x="9004631" y="4771660"/>
                <a:ext cx="720" cy="2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6E3CC16-FC9D-E30D-457E-4658F6B609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86991" y="4754020"/>
                  <a:ext cx="36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FBDBBF3-6091-F296-EFB2-0346024A84F2}"/>
                    </a:ext>
                  </a:extLst>
                </p14:cNvPr>
                <p14:cNvContentPartPr/>
                <p14:nvPr/>
              </p14:nvContentPartPr>
              <p14:xfrm>
                <a:off x="9191111" y="4461340"/>
                <a:ext cx="359640" cy="644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FBDBBF3-6091-F296-EFB2-0346024A84F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73111" y="4443700"/>
                  <a:ext cx="39528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61F842C-EB94-F6CF-947E-8DC98545585F}"/>
                    </a:ext>
                  </a:extLst>
                </p14:cNvPr>
                <p14:cNvContentPartPr/>
                <p14:nvPr/>
              </p14:nvContentPartPr>
              <p14:xfrm>
                <a:off x="9721751" y="4597780"/>
                <a:ext cx="61560" cy="37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61F842C-EB94-F6CF-947E-8DC98545585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04111" y="4579780"/>
                  <a:ext cx="972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C8D97C5-1D0F-C007-A0F9-F56C2E07B6B4}"/>
                    </a:ext>
                  </a:extLst>
                </p14:cNvPr>
                <p14:cNvContentPartPr/>
                <p14:nvPr/>
              </p14:nvContentPartPr>
              <p14:xfrm>
                <a:off x="9645431" y="4627300"/>
                <a:ext cx="103320" cy="62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C8D97C5-1D0F-C007-A0F9-F56C2E07B6B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27791" y="4609300"/>
                  <a:ext cx="138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2F3C87F-EAF0-539C-F1CC-57CA0786B394}"/>
                    </a:ext>
                  </a:extLst>
                </p14:cNvPr>
                <p14:cNvContentPartPr/>
                <p14:nvPr/>
              </p14:nvContentPartPr>
              <p14:xfrm>
                <a:off x="9729311" y="4971100"/>
                <a:ext cx="105480" cy="37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2F3C87F-EAF0-539C-F1CC-57CA0786B3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11671" y="4953100"/>
                  <a:ext cx="1411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BED5D78-8656-8181-2EEB-AC8588D1748F}"/>
              </a:ext>
            </a:extLst>
          </p:cNvPr>
          <p:cNvGrpSpPr/>
          <p:nvPr/>
        </p:nvGrpSpPr>
        <p:grpSpPr>
          <a:xfrm>
            <a:off x="10046111" y="4404100"/>
            <a:ext cx="833040" cy="727200"/>
            <a:chOff x="10046111" y="4404100"/>
            <a:chExt cx="833040" cy="72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6F387FE-9D30-B9CC-3D66-B55EEBF7353D}"/>
                    </a:ext>
                  </a:extLst>
                </p14:cNvPr>
                <p14:cNvContentPartPr/>
                <p14:nvPr/>
              </p14:nvContentPartPr>
              <p14:xfrm>
                <a:off x="10046111" y="4877500"/>
                <a:ext cx="32760" cy="181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6F387FE-9D30-B9CC-3D66-B55EEBF7353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28111" y="4859860"/>
                  <a:ext cx="68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C429C4-377A-7B69-FBC9-11E259A84176}"/>
                    </a:ext>
                  </a:extLst>
                </p14:cNvPr>
                <p14:cNvContentPartPr/>
                <p14:nvPr/>
              </p14:nvContentPartPr>
              <p14:xfrm>
                <a:off x="10052951" y="4859140"/>
                <a:ext cx="175320" cy="1260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C429C4-377A-7B69-FBC9-11E259A841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35311" y="4841500"/>
                  <a:ext cx="210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0B71B1A-950D-E3AC-F83B-9F4F486BA108}"/>
                    </a:ext>
                  </a:extLst>
                </p14:cNvPr>
                <p14:cNvContentPartPr/>
                <p14:nvPr/>
              </p14:nvContentPartPr>
              <p14:xfrm>
                <a:off x="10354271" y="4877140"/>
                <a:ext cx="66240" cy="131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0B71B1A-950D-E3AC-F83B-9F4F486BA10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36631" y="4859140"/>
                  <a:ext cx="101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1DEF5BE-5114-DB9B-7B32-104A058E93FA}"/>
                    </a:ext>
                  </a:extLst>
                </p14:cNvPr>
                <p14:cNvContentPartPr/>
                <p14:nvPr/>
              </p14:nvContentPartPr>
              <p14:xfrm>
                <a:off x="10480631" y="4858420"/>
                <a:ext cx="71280" cy="92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1DEF5BE-5114-DB9B-7B32-104A058E93F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62631" y="4840420"/>
                  <a:ext cx="106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766BA0B-F2F9-F1F7-C852-3413F9DC7633}"/>
                    </a:ext>
                  </a:extLst>
                </p14:cNvPr>
                <p14:cNvContentPartPr/>
                <p14:nvPr/>
              </p14:nvContentPartPr>
              <p14:xfrm>
                <a:off x="10546511" y="4404100"/>
                <a:ext cx="332640" cy="727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766BA0B-F2F9-F1F7-C852-3413F9DC763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28511" y="4386460"/>
                  <a:ext cx="368280" cy="76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22F750B-D453-BF6A-9C02-52954C8EFAFA}"/>
              </a:ext>
            </a:extLst>
          </p:cNvPr>
          <p:cNvGrpSpPr/>
          <p:nvPr/>
        </p:nvGrpSpPr>
        <p:grpSpPr>
          <a:xfrm>
            <a:off x="3116471" y="5620180"/>
            <a:ext cx="1294200" cy="390600"/>
            <a:chOff x="3116471" y="5620180"/>
            <a:chExt cx="129420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214EE0D-7903-8F7E-9832-ED4EF77681C8}"/>
                    </a:ext>
                  </a:extLst>
                </p14:cNvPr>
                <p14:cNvContentPartPr/>
                <p14:nvPr/>
              </p14:nvContentPartPr>
              <p14:xfrm>
                <a:off x="3116471" y="5638900"/>
                <a:ext cx="208800" cy="338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214EE0D-7903-8F7E-9832-ED4EF77681C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98831" y="5621260"/>
                  <a:ext cx="2444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9EECE5D-6E8D-CA36-AE52-6F979138B737}"/>
                    </a:ext>
                  </a:extLst>
                </p14:cNvPr>
                <p14:cNvContentPartPr/>
                <p14:nvPr/>
              </p14:nvContentPartPr>
              <p14:xfrm>
                <a:off x="3444071" y="5799820"/>
                <a:ext cx="70200" cy="61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9EECE5D-6E8D-CA36-AE52-6F979138B73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426071" y="5782180"/>
                  <a:ext cx="105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92A87EB-0CE9-9674-97C5-CA57C2ACB9FA}"/>
                    </a:ext>
                  </a:extLst>
                </p14:cNvPr>
                <p14:cNvContentPartPr/>
                <p14:nvPr/>
              </p14:nvContentPartPr>
              <p14:xfrm>
                <a:off x="3540191" y="5846980"/>
                <a:ext cx="44640" cy="48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92A87EB-0CE9-9674-97C5-CA57C2ACB9F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22551" y="5829340"/>
                  <a:ext cx="80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07C2010-2E32-FA85-00F3-09F904958A5A}"/>
                    </a:ext>
                  </a:extLst>
                </p14:cNvPr>
                <p14:cNvContentPartPr/>
                <p14:nvPr/>
              </p14:nvContentPartPr>
              <p14:xfrm>
                <a:off x="3829991" y="5694700"/>
                <a:ext cx="103320" cy="263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07C2010-2E32-FA85-00F3-09F904958A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12351" y="5676700"/>
                  <a:ext cx="138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C4E7469-36D5-1BBC-584E-ECC75DBD4D1F}"/>
                    </a:ext>
                  </a:extLst>
                </p14:cNvPr>
                <p14:cNvContentPartPr/>
                <p14:nvPr/>
              </p14:nvContentPartPr>
              <p14:xfrm>
                <a:off x="3806591" y="5671660"/>
                <a:ext cx="113400" cy="61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C4E7469-36D5-1BBC-584E-ECC75DBD4D1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88591" y="5654020"/>
                  <a:ext cx="149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1113A07-CFE5-5793-561A-59756A77BE4A}"/>
                    </a:ext>
                  </a:extLst>
                </p14:cNvPr>
                <p14:cNvContentPartPr/>
                <p14:nvPr/>
              </p14:nvContentPartPr>
              <p14:xfrm>
                <a:off x="3939431" y="5891260"/>
                <a:ext cx="111960" cy="119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1113A07-CFE5-5793-561A-59756A77BE4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21431" y="5873620"/>
                  <a:ext cx="147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E1BB8E5-8F9F-26B8-5C95-16D73CD34C14}"/>
                    </a:ext>
                  </a:extLst>
                </p14:cNvPr>
                <p14:cNvContentPartPr/>
                <p14:nvPr/>
              </p14:nvContentPartPr>
              <p14:xfrm>
                <a:off x="4165871" y="5649340"/>
                <a:ext cx="106560" cy="208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E1BB8E5-8F9F-26B8-5C95-16D73CD34C1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47871" y="5631700"/>
                  <a:ext cx="142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AB3B820-AAD2-B559-B37E-DDC971CC3492}"/>
                    </a:ext>
                  </a:extLst>
                </p14:cNvPr>
                <p14:cNvContentPartPr/>
                <p14:nvPr/>
              </p14:nvContentPartPr>
              <p14:xfrm>
                <a:off x="4180271" y="5620180"/>
                <a:ext cx="230400" cy="157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AB3B820-AAD2-B559-B37E-DDC971CC349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62271" y="5602540"/>
                  <a:ext cx="26604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4B74530-6170-25C8-FC1A-0A07263457A4}"/>
                  </a:ext>
                </a:extLst>
              </p14:cNvPr>
              <p14:cNvContentPartPr/>
              <p14:nvPr/>
            </p14:nvContentPartPr>
            <p14:xfrm>
              <a:off x="4742231" y="5768860"/>
              <a:ext cx="30240" cy="1976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4B74530-6170-25C8-FC1A-0A07263457A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724231" y="5750860"/>
                <a:ext cx="658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39F11E3-5BD7-3430-C967-86651DA6B7A2}"/>
              </a:ext>
            </a:extLst>
          </p:cNvPr>
          <p:cNvGrpSpPr/>
          <p:nvPr/>
        </p:nvGrpSpPr>
        <p:grpSpPr>
          <a:xfrm>
            <a:off x="5033831" y="5223460"/>
            <a:ext cx="1769400" cy="786600"/>
            <a:chOff x="5033831" y="5223460"/>
            <a:chExt cx="176940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34075CD-A1BE-628E-EA07-B491B1A69244}"/>
                    </a:ext>
                  </a:extLst>
                </p14:cNvPr>
                <p14:cNvContentPartPr/>
                <p14:nvPr/>
              </p14:nvContentPartPr>
              <p14:xfrm>
                <a:off x="5128871" y="5633140"/>
                <a:ext cx="55800" cy="284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34075CD-A1BE-628E-EA07-B491B1A6924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11231" y="5615140"/>
                  <a:ext cx="91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D459A7-F49F-7170-6FB3-3B30184F6321}"/>
                    </a:ext>
                  </a:extLst>
                </p14:cNvPr>
                <p14:cNvContentPartPr/>
                <p14:nvPr/>
              </p14:nvContentPartPr>
              <p14:xfrm>
                <a:off x="5033831" y="5623060"/>
                <a:ext cx="128160" cy="44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D459A7-F49F-7170-6FB3-3B30184F63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16191" y="5605420"/>
                  <a:ext cx="163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CE68637-89C8-186F-3199-B875020D05EC}"/>
                    </a:ext>
                  </a:extLst>
                </p14:cNvPr>
                <p14:cNvContentPartPr/>
                <p14:nvPr/>
              </p14:nvContentPartPr>
              <p14:xfrm>
                <a:off x="5101871" y="5912860"/>
                <a:ext cx="154440" cy="97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CE68637-89C8-186F-3199-B875020D05E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083871" y="5895220"/>
                  <a:ext cx="190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528961B-933C-A055-FAD4-22A77135BAB1}"/>
                    </a:ext>
                  </a:extLst>
                </p14:cNvPr>
                <p14:cNvContentPartPr/>
                <p14:nvPr/>
              </p14:nvContentPartPr>
              <p14:xfrm>
                <a:off x="5405711" y="5800540"/>
                <a:ext cx="89640" cy="176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528961B-933C-A055-FAD4-22A77135BAB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88071" y="5782540"/>
                  <a:ext cx="125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61058F3-34BF-DBC8-CAAB-060CDA79FC94}"/>
                    </a:ext>
                  </a:extLst>
                </p14:cNvPr>
                <p14:cNvContentPartPr/>
                <p14:nvPr/>
              </p14:nvContentPartPr>
              <p14:xfrm>
                <a:off x="5475551" y="5867140"/>
                <a:ext cx="55800" cy="36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61058F3-34BF-DBC8-CAAB-060CDA79FC9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57911" y="5849500"/>
                  <a:ext cx="91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29017B5-6D3A-6C58-1A67-A3D9AF91872D}"/>
                    </a:ext>
                  </a:extLst>
                </p14:cNvPr>
                <p14:cNvContentPartPr/>
                <p14:nvPr/>
              </p14:nvContentPartPr>
              <p14:xfrm>
                <a:off x="5814311" y="5427220"/>
                <a:ext cx="41400" cy="209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29017B5-6D3A-6C58-1A67-A3D9AF91872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796311" y="5409580"/>
                  <a:ext cx="77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38ACD7D-4DAE-0958-EE09-4A6C2CDEACA7}"/>
                    </a:ext>
                  </a:extLst>
                </p14:cNvPr>
                <p14:cNvContentPartPr/>
                <p14:nvPr/>
              </p14:nvContentPartPr>
              <p14:xfrm>
                <a:off x="5949311" y="5370700"/>
                <a:ext cx="143280" cy="1908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38ACD7D-4DAE-0958-EE09-4A6C2CDEACA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31671" y="5352700"/>
                  <a:ext cx="178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158DB84-1B82-D4C4-F85A-5D82E270C1D3}"/>
                    </a:ext>
                  </a:extLst>
                </p14:cNvPr>
                <p14:cNvContentPartPr/>
                <p14:nvPr/>
              </p14:nvContentPartPr>
              <p14:xfrm>
                <a:off x="6258191" y="5223460"/>
                <a:ext cx="176400" cy="288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158DB84-1B82-D4C4-F85A-5D82E270C1D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240551" y="5205460"/>
                  <a:ext cx="2120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1D1B9B-FCFC-8BC4-303A-02BFC6758EF2}"/>
                    </a:ext>
                  </a:extLst>
                </p14:cNvPr>
                <p14:cNvContentPartPr/>
                <p14:nvPr/>
              </p14:nvContentPartPr>
              <p14:xfrm>
                <a:off x="5731151" y="5665900"/>
                <a:ext cx="1072080" cy="165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1D1B9B-FCFC-8BC4-303A-02BFC6758E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713151" y="5648260"/>
                  <a:ext cx="110772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95A5614-CA7B-A80A-0995-5186D60BC018}"/>
              </a:ext>
            </a:extLst>
          </p:cNvPr>
          <p:cNvGrpSpPr/>
          <p:nvPr/>
        </p:nvGrpSpPr>
        <p:grpSpPr>
          <a:xfrm>
            <a:off x="6139031" y="5943460"/>
            <a:ext cx="254520" cy="394920"/>
            <a:chOff x="6139031" y="5943460"/>
            <a:chExt cx="25452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C4AA957-0B26-F197-1E67-6E21D35466BC}"/>
                    </a:ext>
                  </a:extLst>
                </p14:cNvPr>
                <p14:cNvContentPartPr/>
                <p14:nvPr/>
              </p14:nvContentPartPr>
              <p14:xfrm>
                <a:off x="6139031" y="5943460"/>
                <a:ext cx="76320" cy="394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C4AA957-0B26-F197-1E67-6E21D35466B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21031" y="5925820"/>
                  <a:ext cx="1119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FC6A9A0-B7C1-1781-1E26-9F1D85C91BB2}"/>
                    </a:ext>
                  </a:extLst>
                </p14:cNvPr>
                <p14:cNvContentPartPr/>
                <p14:nvPr/>
              </p14:nvContentPartPr>
              <p14:xfrm>
                <a:off x="6258911" y="5954620"/>
                <a:ext cx="134640" cy="207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FC6A9A0-B7C1-1781-1E26-9F1D85C91BB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41271" y="5936980"/>
                  <a:ext cx="17028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6EEE05D-DAD4-7FF8-2DD5-D6BF285FBE5B}"/>
                  </a:ext>
                </a:extLst>
              </p14:cNvPr>
              <p14:cNvContentPartPr/>
              <p14:nvPr/>
            </p14:nvContentPartPr>
            <p14:xfrm>
              <a:off x="5824031" y="5993500"/>
              <a:ext cx="69480" cy="2790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6EEE05D-DAD4-7FF8-2DD5-D6BF285FBE5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806391" y="5975860"/>
                <a:ext cx="105120" cy="31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A0A95EA7-F1D2-3DE9-0B14-BC41DED3C185}"/>
              </a:ext>
            </a:extLst>
          </p:cNvPr>
          <p:cNvGrpSpPr/>
          <p:nvPr/>
        </p:nvGrpSpPr>
        <p:grpSpPr>
          <a:xfrm>
            <a:off x="7150631" y="5622700"/>
            <a:ext cx="124200" cy="110880"/>
            <a:chOff x="7150631" y="5622700"/>
            <a:chExt cx="124200" cy="1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AC238D4-4B23-AAC4-3237-7965BAF6A3E8}"/>
                    </a:ext>
                  </a:extLst>
                </p14:cNvPr>
                <p14:cNvContentPartPr/>
                <p14:nvPr/>
              </p14:nvContentPartPr>
              <p14:xfrm>
                <a:off x="7150631" y="5622700"/>
                <a:ext cx="43200" cy="6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AC238D4-4B23-AAC4-3237-7965BAF6A3E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132991" y="5605060"/>
                  <a:ext cx="78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3568FCE-BB0B-98FB-387D-4F6CD02A5F38}"/>
                    </a:ext>
                  </a:extLst>
                </p14:cNvPr>
                <p14:cNvContentPartPr/>
                <p14:nvPr/>
              </p14:nvContentPartPr>
              <p14:xfrm>
                <a:off x="7170791" y="5699380"/>
                <a:ext cx="104040" cy="34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3568FCE-BB0B-98FB-387D-4F6CD02A5F3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152791" y="5681740"/>
                  <a:ext cx="13968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DDF6DAA-6FAB-89B9-0028-C1F63472F58E}"/>
              </a:ext>
            </a:extLst>
          </p:cNvPr>
          <p:cNvGrpSpPr/>
          <p:nvPr/>
        </p:nvGrpSpPr>
        <p:grpSpPr>
          <a:xfrm>
            <a:off x="7564271" y="5407780"/>
            <a:ext cx="466200" cy="280080"/>
            <a:chOff x="7564271" y="5407780"/>
            <a:chExt cx="46620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5BE96D0-7FF9-910B-049C-C01D491CD1E6}"/>
                    </a:ext>
                  </a:extLst>
                </p14:cNvPr>
                <p14:cNvContentPartPr/>
                <p14:nvPr/>
              </p14:nvContentPartPr>
              <p14:xfrm>
                <a:off x="7564271" y="5542420"/>
                <a:ext cx="6120" cy="15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5BE96D0-7FF9-910B-049C-C01D491CD1E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546631" y="5524780"/>
                  <a:ext cx="41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40262DA-DE14-FE80-C054-56E6C4821C89}"/>
                    </a:ext>
                  </a:extLst>
                </p14:cNvPr>
                <p14:cNvContentPartPr/>
                <p14:nvPr/>
              </p14:nvContentPartPr>
              <p14:xfrm>
                <a:off x="7717991" y="5461060"/>
                <a:ext cx="128880" cy="226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40262DA-DE14-FE80-C054-56E6C4821C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699991" y="5443060"/>
                  <a:ext cx="1645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2170BE3-879F-3306-8696-F2C2EE7446CE}"/>
                    </a:ext>
                  </a:extLst>
                </p14:cNvPr>
                <p14:cNvContentPartPr/>
                <p14:nvPr/>
              </p14:nvContentPartPr>
              <p14:xfrm>
                <a:off x="8013551" y="5407780"/>
                <a:ext cx="16920" cy="222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2170BE3-879F-3306-8696-F2C2EE7446C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95911" y="5390140"/>
                  <a:ext cx="525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BB9240E-C9D9-AEE4-3136-8B7E0A53C809}"/>
              </a:ext>
            </a:extLst>
          </p:cNvPr>
          <p:cNvGrpSpPr/>
          <p:nvPr/>
        </p:nvGrpSpPr>
        <p:grpSpPr>
          <a:xfrm>
            <a:off x="8262671" y="5438020"/>
            <a:ext cx="199080" cy="227520"/>
            <a:chOff x="8262671" y="5438020"/>
            <a:chExt cx="19908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5F3A20B-003B-6310-31F0-CC83C70BE16A}"/>
                    </a:ext>
                  </a:extLst>
                </p14:cNvPr>
                <p14:cNvContentPartPr/>
                <p14:nvPr/>
              </p14:nvContentPartPr>
              <p14:xfrm>
                <a:off x="8262671" y="5479060"/>
                <a:ext cx="21240" cy="186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5F3A20B-003B-6310-31F0-CC83C70BE16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44671" y="5461420"/>
                  <a:ext cx="56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B72311F-9457-3F48-87D9-C053B51805C6}"/>
                    </a:ext>
                  </a:extLst>
                </p14:cNvPr>
                <p14:cNvContentPartPr/>
                <p14:nvPr/>
              </p14:nvContentPartPr>
              <p14:xfrm>
                <a:off x="8311631" y="5438020"/>
                <a:ext cx="150120" cy="177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B72311F-9457-3F48-87D9-C053B51805C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293991" y="5420020"/>
                  <a:ext cx="185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1ABC28B-068D-D3B2-0753-241557F3F3D2}"/>
                    </a:ext>
                  </a:extLst>
                </p14:cNvPr>
                <p14:cNvContentPartPr/>
                <p14:nvPr/>
              </p14:nvContentPartPr>
              <p14:xfrm>
                <a:off x="8299391" y="5560780"/>
                <a:ext cx="102600" cy="38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1ABC28B-068D-D3B2-0753-241557F3F3D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281751" y="5543140"/>
                  <a:ext cx="13824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74C8A60-D784-DC1E-E5E1-B84BDF957701}"/>
              </a:ext>
            </a:extLst>
          </p:cNvPr>
          <p:cNvGrpSpPr/>
          <p:nvPr/>
        </p:nvGrpSpPr>
        <p:grpSpPr>
          <a:xfrm>
            <a:off x="8537351" y="608260"/>
            <a:ext cx="2742480" cy="2251800"/>
            <a:chOff x="8537351" y="608260"/>
            <a:chExt cx="2742480" cy="22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BDD970C-6EF1-8592-060F-D675515F31AF}"/>
                    </a:ext>
                  </a:extLst>
                </p14:cNvPr>
                <p14:cNvContentPartPr/>
                <p14:nvPr/>
              </p14:nvContentPartPr>
              <p14:xfrm>
                <a:off x="9112631" y="658300"/>
                <a:ext cx="23040" cy="8272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BDD970C-6EF1-8592-060F-D675515F31A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094991" y="640660"/>
                  <a:ext cx="5868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71EAF68-71CE-E53B-DCFF-83BDAE1CE603}"/>
                    </a:ext>
                  </a:extLst>
                </p14:cNvPr>
                <p14:cNvContentPartPr/>
                <p14:nvPr/>
              </p14:nvContentPartPr>
              <p14:xfrm>
                <a:off x="8836871" y="1393780"/>
                <a:ext cx="554400" cy="592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71EAF68-71CE-E53B-DCFF-83BDAE1CE60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818871" y="1375780"/>
                  <a:ext cx="59004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1C9EEBA-C779-4946-DA46-67A6FF4FFDD8}"/>
                    </a:ext>
                  </a:extLst>
                </p14:cNvPr>
                <p14:cNvContentPartPr/>
                <p14:nvPr/>
              </p14:nvContentPartPr>
              <p14:xfrm>
                <a:off x="9106871" y="1663420"/>
                <a:ext cx="27000" cy="165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1C9EEBA-C779-4946-DA46-67A6FF4FFDD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089231" y="1645780"/>
                  <a:ext cx="62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E3383BD-834C-5F84-2C0B-5FABAD91E749}"/>
                    </a:ext>
                  </a:extLst>
                </p14:cNvPr>
                <p14:cNvContentPartPr/>
                <p14:nvPr/>
              </p14:nvContentPartPr>
              <p14:xfrm>
                <a:off x="9040631" y="1607260"/>
                <a:ext cx="153720" cy="932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E3383BD-834C-5F84-2C0B-5FABAD91E74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22631" y="1589620"/>
                  <a:ext cx="189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F9B9B9-1C38-5DB7-5E39-EF1E57A62251}"/>
                    </a:ext>
                  </a:extLst>
                </p14:cNvPr>
                <p14:cNvContentPartPr/>
                <p14:nvPr/>
              </p14:nvContentPartPr>
              <p14:xfrm>
                <a:off x="9204791" y="2010100"/>
                <a:ext cx="115560" cy="832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F9B9B9-1C38-5DB7-5E39-EF1E57A6225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87151" y="1992460"/>
                  <a:ext cx="151200" cy="8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4566433-8CF3-7A1F-373A-436B409FFFEA}"/>
                    </a:ext>
                  </a:extLst>
                </p14:cNvPr>
                <p14:cNvContentPartPr/>
                <p14:nvPr/>
              </p14:nvContentPartPr>
              <p14:xfrm>
                <a:off x="9091391" y="644620"/>
                <a:ext cx="911880" cy="50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4566433-8CF3-7A1F-373A-436B409FFFE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73391" y="626620"/>
                  <a:ext cx="9475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B44BCF5-D8E1-31A9-FC4E-B05C9C0C9C84}"/>
                    </a:ext>
                  </a:extLst>
                </p14:cNvPr>
                <p14:cNvContentPartPr/>
                <p14:nvPr/>
              </p14:nvContentPartPr>
              <p14:xfrm>
                <a:off x="9924791" y="685300"/>
                <a:ext cx="52920" cy="602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B44BCF5-D8E1-31A9-FC4E-B05C9C0C9C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907151" y="667300"/>
                  <a:ext cx="8856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4C18E42-6046-CB4F-04F2-5116FAA4D3E7}"/>
                    </a:ext>
                  </a:extLst>
                </p14:cNvPr>
                <p14:cNvContentPartPr/>
                <p14:nvPr/>
              </p14:nvContentPartPr>
              <p14:xfrm>
                <a:off x="9963671" y="1341220"/>
                <a:ext cx="90720" cy="262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4C18E42-6046-CB4F-04F2-5116FAA4D3E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945671" y="1323220"/>
                  <a:ext cx="126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A33168A-740C-3417-11AF-C38D57B36BE4}"/>
                    </a:ext>
                  </a:extLst>
                </p14:cNvPr>
                <p14:cNvContentPartPr/>
                <p14:nvPr/>
              </p14:nvContentPartPr>
              <p14:xfrm>
                <a:off x="9402791" y="1637860"/>
                <a:ext cx="691560" cy="11570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A33168A-740C-3417-11AF-C38D57B36BE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384791" y="1619860"/>
                  <a:ext cx="727200" cy="11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D22249F-9A55-52F0-0678-BE595C314219}"/>
                    </a:ext>
                  </a:extLst>
                </p14:cNvPr>
                <p14:cNvContentPartPr/>
                <p14:nvPr/>
              </p14:nvContentPartPr>
              <p14:xfrm>
                <a:off x="9940271" y="608260"/>
                <a:ext cx="627840" cy="81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D22249F-9A55-52F0-0678-BE595C31421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22631" y="590260"/>
                  <a:ext cx="663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4EE2711-077E-0C4C-50CF-A3740111D575}"/>
                    </a:ext>
                  </a:extLst>
                </p14:cNvPr>
                <p14:cNvContentPartPr/>
                <p14:nvPr/>
              </p14:nvContentPartPr>
              <p14:xfrm>
                <a:off x="10175351" y="2698420"/>
                <a:ext cx="719640" cy="56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4EE2711-077E-0C4C-50CF-A3740111D57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157711" y="2680420"/>
                  <a:ext cx="755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C6A60B2-3439-4A30-352B-19EB2A97B623}"/>
                    </a:ext>
                  </a:extLst>
                </p14:cNvPr>
                <p14:cNvContentPartPr/>
                <p14:nvPr/>
              </p14:nvContentPartPr>
              <p14:xfrm>
                <a:off x="10819391" y="2674300"/>
                <a:ext cx="75240" cy="86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C6A60B2-3439-4A30-352B-19EB2A97B62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801751" y="2656660"/>
                  <a:ext cx="1108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D1CE5A0-8677-79C8-DB4F-807FD60A4F0D}"/>
                    </a:ext>
                  </a:extLst>
                </p14:cNvPr>
                <p14:cNvContentPartPr/>
                <p14:nvPr/>
              </p14:nvContentPartPr>
              <p14:xfrm>
                <a:off x="8537351" y="1286500"/>
                <a:ext cx="21960" cy="28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D1CE5A0-8677-79C8-DB4F-807FD60A4F0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19351" y="1268500"/>
                  <a:ext cx="57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E29C493-4C3D-8467-684C-15F63246AF9C}"/>
                    </a:ext>
                  </a:extLst>
                </p14:cNvPr>
                <p14:cNvContentPartPr/>
                <p14:nvPr/>
              </p14:nvContentPartPr>
              <p14:xfrm>
                <a:off x="8646431" y="1177420"/>
                <a:ext cx="117360" cy="117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E29C493-4C3D-8467-684C-15F63246AF9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628431" y="115942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8B7CE62-45D6-09B5-7DD5-83442D4D53E9}"/>
                    </a:ext>
                  </a:extLst>
                </p14:cNvPr>
                <p14:cNvContentPartPr/>
                <p14:nvPr/>
              </p14:nvContentPartPr>
              <p14:xfrm>
                <a:off x="8772431" y="1088860"/>
                <a:ext cx="93240" cy="121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8B7CE62-45D6-09B5-7DD5-83442D4D53E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754791" y="1070860"/>
                  <a:ext cx="128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5F38F61-F393-F5A9-7581-AB0B1167A38A}"/>
                    </a:ext>
                  </a:extLst>
                </p14:cNvPr>
                <p14:cNvContentPartPr/>
                <p14:nvPr/>
              </p14:nvContentPartPr>
              <p14:xfrm>
                <a:off x="8871791" y="970420"/>
                <a:ext cx="70200" cy="1404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5F38F61-F393-F5A9-7581-AB0B1167A38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54151" y="952420"/>
                  <a:ext cx="105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F478895-DC91-F6F4-1E0C-DA69CE492051}"/>
                    </a:ext>
                  </a:extLst>
                </p14:cNvPr>
                <p14:cNvContentPartPr/>
                <p14:nvPr/>
              </p14:nvContentPartPr>
              <p14:xfrm>
                <a:off x="8877911" y="935500"/>
                <a:ext cx="136080" cy="89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F478895-DC91-F6F4-1E0C-DA69CE49205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859911" y="917500"/>
                  <a:ext cx="171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5EF6A08-F408-9897-EDE5-7C4D8B593E2D}"/>
                    </a:ext>
                  </a:extLst>
                </p14:cNvPr>
                <p14:cNvContentPartPr/>
                <p14:nvPr/>
              </p14:nvContentPartPr>
              <p14:xfrm>
                <a:off x="8872871" y="980860"/>
                <a:ext cx="63720" cy="34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5EF6A08-F408-9897-EDE5-7C4D8B593E2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54871" y="963220"/>
                  <a:ext cx="99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312CC88-BC74-C2D9-E6BA-19CDA21EC1AB}"/>
                    </a:ext>
                  </a:extLst>
                </p14:cNvPr>
                <p14:cNvContentPartPr/>
                <p14:nvPr/>
              </p14:nvContentPartPr>
              <p14:xfrm>
                <a:off x="10274711" y="1434460"/>
                <a:ext cx="33840" cy="91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312CC88-BC74-C2D9-E6BA-19CDA21EC1A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257071" y="1416820"/>
                  <a:ext cx="69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6360793-29D3-7B65-2919-3AFC16CE5B43}"/>
                    </a:ext>
                  </a:extLst>
                </p14:cNvPr>
                <p14:cNvContentPartPr/>
                <p14:nvPr/>
              </p14:nvContentPartPr>
              <p14:xfrm>
                <a:off x="10257791" y="1417900"/>
                <a:ext cx="160560" cy="216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6360793-29D3-7B65-2919-3AFC16CE5B4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40151" y="1399900"/>
                  <a:ext cx="196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500C10-B11F-EB00-1217-0EC1042B86A2}"/>
                    </a:ext>
                  </a:extLst>
                </p14:cNvPr>
                <p14:cNvContentPartPr/>
                <p14:nvPr/>
              </p14:nvContentPartPr>
              <p14:xfrm>
                <a:off x="10420871" y="1363180"/>
                <a:ext cx="227160" cy="194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500C10-B11F-EB00-1217-0EC1042B86A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402871" y="1345180"/>
                  <a:ext cx="262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5D0DC97-FFBF-2922-B912-C615F5A13209}"/>
                    </a:ext>
                  </a:extLst>
                </p14:cNvPr>
                <p14:cNvContentPartPr/>
                <p14:nvPr/>
              </p14:nvContentPartPr>
              <p14:xfrm>
                <a:off x="10731911" y="1297660"/>
                <a:ext cx="213480" cy="130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5D0DC97-FFBF-2922-B912-C615F5A1320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13911" y="1279660"/>
                  <a:ext cx="249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5A7E596-E69B-14C5-6940-11E271706B16}"/>
                    </a:ext>
                  </a:extLst>
                </p14:cNvPr>
                <p14:cNvContentPartPr/>
                <p14:nvPr/>
              </p14:nvContentPartPr>
              <p14:xfrm>
                <a:off x="10636511" y="728140"/>
                <a:ext cx="66960" cy="241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5A7E596-E69B-14C5-6940-11E271706B1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618511" y="710140"/>
                  <a:ext cx="102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05B65EB-CC5B-656F-4357-1A24B85D7F8C}"/>
                    </a:ext>
                  </a:extLst>
                </p14:cNvPr>
                <p14:cNvContentPartPr/>
                <p14:nvPr/>
              </p14:nvContentPartPr>
              <p14:xfrm>
                <a:off x="10671791" y="758740"/>
                <a:ext cx="159840" cy="79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05B65EB-CC5B-656F-4357-1A24B85D7F8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654151" y="741100"/>
                  <a:ext cx="195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813829B-B428-2343-4F60-7F07903F10CC}"/>
                    </a:ext>
                  </a:extLst>
                </p14:cNvPr>
                <p14:cNvContentPartPr/>
                <p14:nvPr/>
              </p14:nvContentPartPr>
              <p14:xfrm>
                <a:off x="10739111" y="810220"/>
                <a:ext cx="93960" cy="345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813829B-B428-2343-4F60-7F07903F10C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721111" y="792580"/>
                  <a:ext cx="129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0FEE4F0-D539-D00A-05DE-3588F4741F51}"/>
                    </a:ext>
                  </a:extLst>
                </p14:cNvPr>
                <p14:cNvContentPartPr/>
                <p14:nvPr/>
              </p14:nvContentPartPr>
              <p14:xfrm>
                <a:off x="11035031" y="2617780"/>
                <a:ext cx="102600" cy="242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0FEE4F0-D539-D00A-05DE-3588F4741F5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017031" y="2599780"/>
                  <a:ext cx="138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F7B5562-0D15-1055-EE03-D03F7B5A5367}"/>
                    </a:ext>
                  </a:extLst>
                </p14:cNvPr>
                <p14:cNvContentPartPr/>
                <p14:nvPr/>
              </p14:nvContentPartPr>
              <p14:xfrm>
                <a:off x="11075711" y="2606260"/>
                <a:ext cx="204120" cy="224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F7B5562-0D15-1055-EE03-D03F7B5A536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058071" y="2588620"/>
                  <a:ext cx="23976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EEBD29D-FB50-F3BD-FD08-37E27910A91F}"/>
              </a:ext>
            </a:extLst>
          </p:cNvPr>
          <p:cNvGrpSpPr/>
          <p:nvPr/>
        </p:nvGrpSpPr>
        <p:grpSpPr>
          <a:xfrm>
            <a:off x="4542791" y="1534540"/>
            <a:ext cx="675360" cy="392400"/>
            <a:chOff x="4542791" y="1534540"/>
            <a:chExt cx="67536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34D9C10-8B0A-0A1F-AB97-53C5A9B76729}"/>
                    </a:ext>
                  </a:extLst>
                </p14:cNvPr>
                <p14:cNvContentPartPr/>
                <p14:nvPr/>
              </p14:nvContentPartPr>
              <p14:xfrm>
                <a:off x="4779671" y="1618780"/>
                <a:ext cx="151200" cy="34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34D9C10-8B0A-0A1F-AB97-53C5A9B7672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61671" y="1600780"/>
                  <a:ext cx="186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CC911A6-7A3A-C496-429D-24C169722F3E}"/>
                    </a:ext>
                  </a:extLst>
                </p14:cNvPr>
                <p14:cNvContentPartPr/>
                <p14:nvPr/>
              </p14:nvContentPartPr>
              <p14:xfrm>
                <a:off x="4971191" y="1685020"/>
                <a:ext cx="360" cy="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CC911A6-7A3A-C496-429D-24C169722F3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953551" y="16670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03A5B8B-BE9D-4A01-D31E-9235BA0C4B60}"/>
                    </a:ext>
                  </a:extLst>
                </p14:cNvPr>
                <p14:cNvContentPartPr/>
                <p14:nvPr/>
              </p14:nvContentPartPr>
              <p14:xfrm>
                <a:off x="4773551" y="1831900"/>
                <a:ext cx="134640" cy="30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03A5B8B-BE9D-4A01-D31E-9235BA0C4B6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755911" y="1813900"/>
                  <a:ext cx="170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BAA1612-881E-A7AD-3D6C-36C5694A3EC9}"/>
                    </a:ext>
                  </a:extLst>
                </p14:cNvPr>
                <p14:cNvContentPartPr/>
                <p14:nvPr/>
              </p14:nvContentPartPr>
              <p14:xfrm>
                <a:off x="4931951" y="1534540"/>
                <a:ext cx="286200" cy="3924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BAA1612-881E-A7AD-3D6C-36C5694A3EC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914311" y="1516540"/>
                  <a:ext cx="3218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497F1AF-7C53-0466-7775-18F819AA5B82}"/>
                    </a:ext>
                  </a:extLst>
                </p14:cNvPr>
                <p14:cNvContentPartPr/>
                <p14:nvPr/>
              </p14:nvContentPartPr>
              <p14:xfrm>
                <a:off x="4542791" y="1565500"/>
                <a:ext cx="209160" cy="326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497F1AF-7C53-0466-7775-18F819AA5B8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24791" y="1547500"/>
                  <a:ext cx="24480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4EB306-BDF3-98A3-9183-D218D784B931}"/>
              </a:ext>
            </a:extLst>
          </p:cNvPr>
          <p:cNvGrpSpPr/>
          <p:nvPr/>
        </p:nvGrpSpPr>
        <p:grpSpPr>
          <a:xfrm>
            <a:off x="7829591" y="1440220"/>
            <a:ext cx="729000" cy="455040"/>
            <a:chOff x="7829591" y="1440220"/>
            <a:chExt cx="72900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4E94868-1A8F-2390-3646-F7436CA39008}"/>
                    </a:ext>
                  </a:extLst>
                </p14:cNvPr>
                <p14:cNvContentPartPr/>
                <p14:nvPr/>
              </p14:nvContentPartPr>
              <p14:xfrm>
                <a:off x="8101751" y="1573420"/>
                <a:ext cx="130680" cy="140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4E94868-1A8F-2390-3646-F7436CA3900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084111" y="1555420"/>
                  <a:ext cx="166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545E337-D9E2-27DA-8043-2291D1E47E54}"/>
                    </a:ext>
                  </a:extLst>
                </p14:cNvPr>
                <p14:cNvContentPartPr/>
                <p14:nvPr/>
              </p14:nvContentPartPr>
              <p14:xfrm>
                <a:off x="8067911" y="1708420"/>
                <a:ext cx="178560" cy="244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545E337-D9E2-27DA-8043-2291D1E47E5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50271" y="1690780"/>
                  <a:ext cx="214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55ABAC4-B3EB-BFB5-3531-C037D66C0395}"/>
                    </a:ext>
                  </a:extLst>
                </p14:cNvPr>
                <p14:cNvContentPartPr/>
                <p14:nvPr/>
              </p14:nvContentPartPr>
              <p14:xfrm>
                <a:off x="8235671" y="1440220"/>
                <a:ext cx="322920" cy="385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55ABAC4-B3EB-BFB5-3531-C037D66C039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18031" y="1422220"/>
                  <a:ext cx="3585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FEABEEA-2319-D2AA-E422-9DFCEFEC5027}"/>
                    </a:ext>
                  </a:extLst>
                </p14:cNvPr>
                <p14:cNvContentPartPr/>
                <p14:nvPr/>
              </p14:nvContentPartPr>
              <p14:xfrm>
                <a:off x="7829591" y="1483780"/>
                <a:ext cx="308880" cy="411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FEABEEA-2319-D2AA-E422-9DFCEFEC502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811591" y="1465780"/>
                  <a:ext cx="344520" cy="44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8465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4170-2D31-1213-C4A5-9A513229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BDF3-F6E3-1A13-37CD-2CB335D3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234B2-767C-4870-A67B-D4B72E806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C2B6D3-A9DD-EB26-CB00-88C695297A45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AB47CA5-6E9B-9DE4-F91D-338A879FE2B8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AB47CA5-6E9B-9DE4-F91D-338A879FE2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09078" y="1018341"/>
                  <a:ext cx="68760" cy="632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88695F-F7C2-288C-CBC5-D663BF1F0033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88695F-F7C2-288C-CBC5-D663BF1F00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95398" y="155221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8C28A0-020E-458C-60FF-3DC25EB3D364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8C28A0-020E-458C-60FF-3DC25EB3D3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61398" y="1731041"/>
                  <a:ext cx="589320" cy="109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58B2D-91FD-6F3F-6A82-401640790E7C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58B2D-91FD-6F3F-6A82-401640790E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45718" y="1911416"/>
                  <a:ext cx="183600" cy="57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7AB956-2F6D-2CBF-84F8-D5130432BEA6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7AB956-2F6D-2CBF-84F8-D5130432BE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5768" y="1947490"/>
                  <a:ext cx="60705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A1BB11-0818-6BBA-4656-FC2C3BAFF818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A1BB11-0818-6BBA-4656-FC2C3BAFF8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37866" y="1136239"/>
                  <a:ext cx="579984" cy="741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143E97-412E-EDC2-F787-8B96FD0CC4AA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143E97-412E-EDC2-F787-8B96FD0CC4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69238" y="110473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E92C2A-8835-2E27-6938-7BE248BFA2F6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E92C2A-8835-2E27-6938-7BE248BFA2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9998" y="113785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C865D5-7C8C-222E-11DF-AF020C25AA0B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C865D5-7C8C-222E-11DF-AF020C25AA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44238" y="1186433"/>
                  <a:ext cx="77760" cy="412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583EEB-C352-F10D-4E28-AD28BEF18B49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583EEB-C352-F10D-4E28-AD28BEF18B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48478" y="1598273"/>
                  <a:ext cx="171000" cy="413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37506C-1111-A37E-AEF7-9F22B46FC8E3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37506C-1111-A37E-AEF7-9F22B46FC8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53709" y="1974153"/>
                  <a:ext cx="93380" cy="322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46DC6B-1F23-BDC9-C908-E3C9F352A5E0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46DC6B-1F23-BDC9-C908-E3C9F352A5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87638" y="234061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F41F11-7EF9-DD0A-D771-2CCC1CB8FC5E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F41F11-7EF9-DD0A-D771-2CCC1CB8FC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FF448D-A05E-A48D-ED0C-34F65302BA63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FF448D-A05E-A48D-ED0C-34F65302BA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90518" y="200329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495C41-8CA3-04FB-107F-BAA6F2EF10A5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495C41-8CA3-04FB-107F-BAA6F2EF10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6238" y="194389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95456-E92A-5CC4-6FD1-F771C05B7440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95456-E92A-5CC4-6FD1-F771C05B74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51078" y="157201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2581E5-3C4B-4ED8-E848-17EB1571F710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2581E5-3C4B-4ED8-E848-17EB1571F7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4782" y="1488459"/>
                  <a:ext cx="136313" cy="243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29053C-C5E4-9D32-A6DE-15198242EDC4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29053C-C5E4-9D32-A6DE-15198242ED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9013" y="1488490"/>
                  <a:ext cx="153972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88978F-6A63-9E25-1DA8-46FE60994F5A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88978F-6A63-9E25-1DA8-46FE60994F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0687" y="1507570"/>
                  <a:ext cx="1279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FF420A-A361-659E-480E-9D46694A4DD7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FF420A-A361-659E-480E-9D46694A4D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51438" y="2169472"/>
                  <a:ext cx="88200" cy="8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315B89-EA39-3964-24A5-38FE644A6CC0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315B89-EA39-3964-24A5-38FE644A6C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B4B689-4008-9BEC-5A71-C895B165BDDA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B4B689-4008-9BEC-5A71-C895B165BD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119A0-1DEE-7463-13A0-4869AF111007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119A0-1DEE-7463-13A0-4869AF1110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96238" y="251089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433E69-46AC-8ABF-0F67-E88B5F3B9BD9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433E69-46AC-8ABF-0F67-E88B5F3B9B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F06958-48A1-A1CB-8836-DD8F4E997CBE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F06958-48A1-A1CB-8836-DD8F4E997C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84238" y="250873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BA5331-58F7-C8E1-4C37-7813DFBD6371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BA5331-58F7-C8E1-4C37-7813DFBD63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51198" y="2565442"/>
                  <a:ext cx="120240" cy="74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5116F2-BB53-8A49-9425-D17701F0D697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5116F2-BB53-8A49-9425-D17701F0D6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5683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4C95C-131B-F7B5-F53B-1C2EA265F10D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4C95C-131B-F7B5-F53B-1C2EA265F1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77581" y="2056210"/>
                  <a:ext cx="150592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34A3C2-2511-5510-7168-95F60E748E99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34A3C2-2511-5510-7168-95F60E748E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5438" y="3141467"/>
                  <a:ext cx="93708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0D4169-8530-D2F9-57EF-06D9CBC4FB93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0D4169-8530-D2F9-57EF-06D9CBC4FB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93918" y="310633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6272E2-C29E-DB02-AC49-95817B5E0272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AFF360-F91A-327F-FE47-42E97061F308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AFF360-F91A-327F-FE47-42E97061F3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4928" y="3085569"/>
                  <a:ext cx="129018" cy="89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E516D-CD47-FCB2-2FE0-75B2E5F5B657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E516D-CD47-FCB2-2FE0-75B2E5F5B6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60467" y="3112450"/>
                  <a:ext cx="628942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E856BA6-6360-973E-A7B0-7F1D1796411B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0C230D-689A-85E9-5FB6-447967CDF48B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0C230D-689A-85E9-5FB6-447967CDF4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C2267F-7DF4-4CDA-BE38-2EF60DA9E07F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C2267F-7DF4-4CDA-BE38-2EF60DA9E0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5863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45522-8487-B4B3-A22D-DD2FB6451AEA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45522-8487-B4B3-A22D-DD2FB6451A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1318" y="249865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DB306C-77DA-306D-E5DA-8413D9A78119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DB306C-77DA-306D-E5DA-8413D9A781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01240" y="2517730"/>
                  <a:ext cx="9095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195FBB-EFC4-57F6-56C2-7499F2905CA1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195FBB-EFC4-57F6-56C2-7499F2905C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98198" y="2431646"/>
                  <a:ext cx="141120" cy="1840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096F86-EB72-24B5-9890-3E9E95F4DDF3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916A82-CBA8-5989-D6F4-6CAC028799F2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916A82-CBA8-5989-D6F4-6CAC028799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52918" y="2048650"/>
                  <a:ext cx="116482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4B5E43-AE58-CFFD-A2EA-55E201F344FB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4B5E43-AE58-CFFD-A2EA-55E201F344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69051" y="2021707"/>
                  <a:ext cx="542495" cy="148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8D59C0-F705-9B61-092D-D2EE6AC0F2B4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8D59C0-F705-9B61-092D-D2EE6AC0F2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96463" y="2012083"/>
                  <a:ext cx="293710" cy="67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4AC53B1-9B76-A85A-F0E7-616845E1B135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4AC53B1-9B76-A85A-F0E7-616845E1B1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4567A3-4C12-9A22-3973-F7866EA22F07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F4567A3-4C12-9A22-3973-F7866EA22F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FB7D88D-D2B1-9B0C-B792-34A627236EE2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AC7295-6C5C-D920-A7A0-396005535607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AC7295-6C5C-D920-A7A0-39600553560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65998" y="3106316"/>
                  <a:ext cx="24768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78932F-8826-A4D4-8729-17D0B1628E9D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78932F-8826-A4D4-8729-17D0B1628E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62918" y="3086143"/>
                  <a:ext cx="70920" cy="540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53DBA77-E466-58DF-8490-0D5BB894F591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A20EB9-7ABA-39B5-9815-282100953818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A20EB9-7ABA-39B5-9815-2821009538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10876A-1864-8E82-8626-377ECE03CF10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10876A-1864-8E82-8626-377ECE03CF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75798" y="4368858"/>
                  <a:ext cx="661320" cy="805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023367-DF1B-0F0B-F627-5FE287B2BF11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023367-DF1B-0F0B-F627-5FE287B2BF1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5718" y="4635224"/>
                  <a:ext cx="192600" cy="289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AE6AF3-1A4A-E019-8586-130AA30B989D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AE6AF3-1A4A-E019-8586-130AA30B989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53718" y="484765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ED0AC0-4984-9B5C-0038-CF7079AF3AFD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ED0AC0-4984-9B5C-0038-CF7079AF3A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60558" y="389941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84F71C-D114-8DCE-DC3A-3CEE0CC35F8F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84F71C-D114-8DCE-DC3A-3CEE0CC35F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51278" y="394297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834C5-1E8F-E725-05F3-8208839FE0AC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834C5-1E8F-E725-05F3-8208839FE0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191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3B5FF2-9A0C-AED7-36E7-90B7D08F5956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3B5FF2-9A0C-AED7-36E7-90B7D08F595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32918" y="473821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8D0E44-41E5-8848-F863-5AE926F66607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8D0E44-41E5-8848-F863-5AE926F666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64598" y="520657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BF274D-A073-0CF6-B763-C09B12CD8A0A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BF274D-A073-0CF6-B763-C09B12CD8A0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84038" y="380833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0F53D5-89A7-2B0F-B04E-5F1B54D52D53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0F53D5-89A7-2B0F-B04E-5F1B54D52D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D6658B-1703-EC96-1A71-620C263A87E1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D6658B-1703-EC96-1A71-620C263A87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52478" y="443365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ED1A5C-D796-C25B-6462-B7A55BAA4DD3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ED1A5C-D796-C25B-6462-B7A55BAA4D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747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1F1B1C-5ABE-2991-DA19-06B31F112D8A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1F1B1C-5ABE-2991-DA19-06B31F112D8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10518" y="466513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943564-2D69-6703-1BC8-957EFA66C821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943564-2D69-6703-1BC8-957EFA66C8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40543" y="4529373"/>
                  <a:ext cx="135592" cy="210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8B45D15-154C-AEFE-B39A-205DD308A43F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8B45D15-154C-AEFE-B39A-205DD308A43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43358" y="442249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6F74B77-1021-7B9A-A19D-9BDF7CB1DD6B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6F74B77-1021-7B9A-A19D-9BDF7CB1DD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B2A34B8-C566-D96B-0DF5-881FC5FA3F36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B2A34B8-C566-D96B-0DF5-881FC5FA3F3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95078" y="422809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F1BD10-1E3E-2F57-1B0A-0E473B791EB5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F1BD10-1E3E-2F57-1B0A-0E473B791E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77798" y="3952905"/>
                  <a:ext cx="892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98837C8-D89B-92A0-EDE0-D6BD2C8C2D0C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98837C8-D89B-92A0-EDE0-D6BD2C8C2D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63838" y="402253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F22C39-9575-099B-1338-86A1C7F7DEB7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F22C39-9575-099B-1338-86A1C7F7DE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30438" y="377521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54F8EC-DC31-0AAB-E061-8E2D8A4097F2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54F8EC-DC31-0AAB-E061-8E2D8A4097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68678" y="391921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4F13CF-46F9-37A5-9149-076862C039ED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4F13CF-46F9-37A5-9149-076862C039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56558" y="4521509"/>
                  <a:ext cx="177120" cy="368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754494B-CD2A-2E29-2FBA-147C4D63A746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754494B-CD2A-2E29-2FBA-147C4D63A74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9975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4859E9-49FC-311E-FBB7-152718F13C90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4859E9-49FC-311E-FBB7-152718F13C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79564" y="4564330"/>
                  <a:ext cx="11071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893584-43CB-1D36-30CD-9BB6EE39C2D5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893584-43CB-1D36-30CD-9BB6EE39C2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02158" y="4449178"/>
                  <a:ext cx="185040" cy="170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54A27FE-9FE1-DF11-1B9F-95004ADF092A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54A27FE-9FE1-DF11-1B9F-95004ADF092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1671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13277F-75D6-B32D-3807-BEAF40B25877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13277F-75D6-B32D-3807-BEAF40B2587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44518" y="4371092"/>
                  <a:ext cx="97560" cy="114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F601DE-B2D5-F0B8-8F11-04E16B342BA4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F601DE-B2D5-F0B8-8F11-04E16B342B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718298-D498-33C4-8DDA-DB89BA4AA423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718298-D498-33C4-8DDA-DB89BA4AA42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1BAB4E8-5CEB-4C7D-90DE-F884A9E76035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1BAB4E8-5CEB-4C7D-90DE-F884A9E760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7651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196B94-219C-8D7E-98B0-A2E7A7D23E39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196B94-219C-8D7E-98B0-A2E7A7D23E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63718" y="428857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F8C599-8274-50E6-C88F-91CA23EB3875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0A767A2-F1BE-2C15-B171-7FF10E48BD22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0A767A2-F1BE-2C15-B171-7FF10E48BD2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27518" y="591721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0C5482E-309B-0416-E1C8-F4CEF150DACE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C5482E-309B-0416-E1C8-F4CEF150DA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1172" y="5919705"/>
                  <a:ext cx="286251" cy="294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2419F6-F739-A3FF-5A1A-DE10A342A0CA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2419F6-F739-A3FF-5A1A-DE10A342A0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9255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DA99D68-CEEC-9186-C507-9F71AE8054A1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DA99D68-CEEC-9186-C507-9F71AE8054A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94718" y="611521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231DBBE-8E97-E182-55EB-6C950E1AA84C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231DBBE-8E97-E182-55EB-6C950E1AA8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7864" y="6157022"/>
                  <a:ext cx="105306" cy="160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8FC1AF6-9D35-39C1-47FF-F971DCD89984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8FC1AF6-9D35-39C1-47FF-F971DCD899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08631" y="6104050"/>
                  <a:ext cx="110333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4B0A79-253F-4CD9-9CB4-579AC597CDF6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4B0A79-253F-4CD9-9CB4-579AC597CD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8555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6FC1C53-86D5-31B5-ECE7-5151BBE5512D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6FC1C53-86D5-31B5-ECE7-5151BBE5512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50473" y="6169570"/>
                  <a:ext cx="91573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EB8F4F0-1D4C-0BDA-11C8-13121863A349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EB8F4F0-1D4C-0BDA-11C8-13121863A3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59598" y="5866468"/>
                  <a:ext cx="120240" cy="402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FB8204E-74D1-41EC-B5BE-ABD8D2EA5A4B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FB8204E-74D1-41EC-B5BE-ABD8D2EA5A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238CB1-EFFA-7B07-04B9-C1ED5410F69D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238CB1-EFFA-7B07-04B9-C1ED5410F6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55158" y="600937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56529C-9431-714A-8CA6-EDA1C65966B6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56529C-9431-714A-8CA6-EDA1C65966B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4623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AA74C6-2CFB-01E9-FE31-245FC4877DB6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AA74C6-2CFB-01E9-FE31-245FC4877DB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13638" y="602449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15D5F2-EB37-AAA4-03A0-DA18AB229AA6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15D5F2-EB37-AAA4-03A0-DA18AB229A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70758" y="595933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091FE28-CD3D-DD9F-F836-1BFA780DE233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091FE28-CD3D-DD9F-F836-1BFA780DE2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04747" y="5979490"/>
                  <a:ext cx="78545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7B090D7-74B3-7B87-C51C-6AA93402DA02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7B090D7-74B3-7B87-C51C-6AA93402DA0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06598" y="5790516"/>
                  <a:ext cx="198641" cy="281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7ED1A4-8B17-0248-296F-E00022D463AF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7ED1A4-8B17-0248-296F-E00022D463A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06438" y="5754514"/>
                  <a:ext cx="314280" cy="301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BFE67A5-21B4-839D-AA1E-4C7500F0B0C7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BFE67A5-21B4-839D-AA1E-4C7500F0B0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678758" y="568105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BFC88D9-B7C7-1523-C40A-2E0C6E2681A2}"/>
              </a:ext>
            </a:extLst>
          </p:cNvPr>
          <p:cNvGrpSpPr/>
          <p:nvPr/>
        </p:nvGrpSpPr>
        <p:grpSpPr>
          <a:xfrm>
            <a:off x="225798" y="2618170"/>
            <a:ext cx="3064680" cy="2365560"/>
            <a:chOff x="225798" y="2618170"/>
            <a:chExt cx="3064680" cy="23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8A899E3-864F-2459-BB43-91022C584DDA}"/>
                    </a:ext>
                  </a:extLst>
                </p14:cNvPr>
                <p14:cNvContentPartPr/>
                <p14:nvPr/>
              </p14:nvContentPartPr>
              <p14:xfrm>
                <a:off x="771198" y="2700250"/>
                <a:ext cx="19080" cy="79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8A899E3-864F-2459-BB43-91022C584D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558" y="2682250"/>
                  <a:ext cx="5472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ECF7963-1C7A-E089-077D-1E06054590B2}"/>
                    </a:ext>
                  </a:extLst>
                </p14:cNvPr>
                <p14:cNvContentPartPr/>
                <p14:nvPr/>
              </p14:nvContentPartPr>
              <p14:xfrm>
                <a:off x="509478" y="3538330"/>
                <a:ext cx="455400" cy="19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ECF7963-1C7A-E089-077D-1E06054590B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1478" y="3520330"/>
                  <a:ext cx="49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8975FE-B16B-BA05-1B16-A64995E4F929}"/>
                    </a:ext>
                  </a:extLst>
                </p14:cNvPr>
                <p14:cNvContentPartPr/>
                <p14:nvPr/>
              </p14:nvContentPartPr>
              <p14:xfrm>
                <a:off x="738798" y="3686650"/>
                <a:ext cx="131760" cy="24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8975FE-B16B-BA05-1B16-A64995E4F9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0798" y="3668650"/>
                  <a:ext cx="167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EDCAAF-6C7E-2582-E92E-781917DC2E23}"/>
                    </a:ext>
                  </a:extLst>
                </p14:cNvPr>
                <p14:cNvContentPartPr/>
                <p14:nvPr/>
              </p14:nvContentPartPr>
              <p14:xfrm>
                <a:off x="821598" y="3721930"/>
                <a:ext cx="64440" cy="73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EDCAAF-6C7E-2582-E92E-781917DC2E2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3958" y="3703930"/>
                  <a:ext cx="10008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52AB9A1-4FC9-3939-30F9-34FC71ADB646}"/>
                    </a:ext>
                  </a:extLst>
                </p14:cNvPr>
                <p14:cNvContentPartPr/>
                <p14:nvPr/>
              </p14:nvContentPartPr>
              <p14:xfrm>
                <a:off x="721158" y="2729410"/>
                <a:ext cx="1174320" cy="79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52AB9A1-4FC9-3939-30F9-34FC71ADB6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3518" y="2711410"/>
                  <a:ext cx="1209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D88D87B-0692-AF32-AED6-181B61160385}"/>
                    </a:ext>
                  </a:extLst>
                </p14:cNvPr>
                <p14:cNvContentPartPr/>
                <p14:nvPr/>
              </p14:nvContentPartPr>
              <p14:xfrm>
                <a:off x="1921038" y="2725090"/>
                <a:ext cx="32760" cy="511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D88D87B-0692-AF32-AED6-181B6116038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03038" y="2707450"/>
                  <a:ext cx="6840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F2375AB-4130-BAF6-A8B8-D21889AD9D02}"/>
                    </a:ext>
                  </a:extLst>
                </p14:cNvPr>
                <p14:cNvContentPartPr/>
                <p14:nvPr/>
              </p14:nvContentPartPr>
              <p14:xfrm>
                <a:off x="1892238" y="3261490"/>
                <a:ext cx="164520" cy="21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F2375AB-4130-BAF6-A8B8-D21889AD9D0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74238" y="3243490"/>
                  <a:ext cx="200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7BA3A81-E4C0-093D-E2D4-DF07E55D7CBF}"/>
                    </a:ext>
                  </a:extLst>
                </p14:cNvPr>
                <p14:cNvContentPartPr/>
                <p14:nvPr/>
              </p14:nvContentPartPr>
              <p14:xfrm>
                <a:off x="2005638" y="3488650"/>
                <a:ext cx="21240" cy="281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7BA3A81-E4C0-093D-E2D4-DF07E55D7CB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87998" y="3470650"/>
                  <a:ext cx="56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EB5C549-12CD-B49A-DC0B-0136C4DDCADD}"/>
                    </a:ext>
                  </a:extLst>
                </p14:cNvPr>
                <p14:cNvContentPartPr/>
                <p14:nvPr/>
              </p14:nvContentPartPr>
              <p14:xfrm>
                <a:off x="2009958" y="3760810"/>
                <a:ext cx="21600" cy="272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EB5C549-12CD-B49A-DC0B-0136C4DDCA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91958" y="3743170"/>
                  <a:ext cx="57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A924B7-4FD9-91F0-C039-2ADD984DB5C9}"/>
                    </a:ext>
                  </a:extLst>
                </p14:cNvPr>
                <p14:cNvContentPartPr/>
                <p14:nvPr/>
              </p14:nvContentPartPr>
              <p14:xfrm>
                <a:off x="1937958" y="4021090"/>
                <a:ext cx="191160" cy="787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A924B7-4FD9-91F0-C039-2ADD984DB5C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20318" y="4003450"/>
                  <a:ext cx="22680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FAAE1F8-C6FC-3738-2E6A-4C6E1E23460F}"/>
                    </a:ext>
                  </a:extLst>
                </p14:cNvPr>
                <p14:cNvContentPartPr/>
                <p14:nvPr/>
              </p14:nvContentPartPr>
              <p14:xfrm>
                <a:off x="2011758" y="3593410"/>
                <a:ext cx="1102680" cy="133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FAAE1F8-C6FC-3738-2E6A-4C6E1E2346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93758" y="3575770"/>
                  <a:ext cx="1138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487A1F5-331D-5CFB-21FF-28F8AE8475E3}"/>
                    </a:ext>
                  </a:extLst>
                </p14:cNvPr>
                <p14:cNvContentPartPr/>
                <p14:nvPr/>
              </p14:nvContentPartPr>
              <p14:xfrm>
                <a:off x="733758" y="3614290"/>
                <a:ext cx="2556720" cy="1248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487A1F5-331D-5CFB-21FF-28F8AE8475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6118" y="3596650"/>
                  <a:ext cx="259236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CAF373B-5B4D-07A0-7C5B-25C2B8DF7869}"/>
                    </a:ext>
                  </a:extLst>
                </p14:cNvPr>
                <p14:cNvContentPartPr/>
                <p14:nvPr/>
              </p14:nvContentPartPr>
              <p14:xfrm>
                <a:off x="842478" y="4372090"/>
                <a:ext cx="42840" cy="611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CAF373B-5B4D-07A0-7C5B-25C2B8DF78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4838" y="4354090"/>
                  <a:ext cx="784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8C0062E-951F-A21C-05E3-D69B247AD728}"/>
                    </a:ext>
                  </a:extLst>
                </p14:cNvPr>
                <p14:cNvContentPartPr/>
                <p14:nvPr/>
              </p14:nvContentPartPr>
              <p14:xfrm>
                <a:off x="225798" y="3889330"/>
                <a:ext cx="131040" cy="304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8C0062E-951F-A21C-05E3-D69B247AD7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7798" y="3871330"/>
                  <a:ext cx="1666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22A3C56-A13B-C39D-8395-2D920EDD5E66}"/>
                    </a:ext>
                  </a:extLst>
                </p14:cNvPr>
                <p14:cNvContentPartPr/>
                <p14:nvPr/>
              </p14:nvContentPartPr>
              <p14:xfrm>
                <a:off x="389238" y="3811930"/>
                <a:ext cx="132840" cy="194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22A3C56-A13B-C39D-8395-2D920EDD5E6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1598" y="3793930"/>
                  <a:ext cx="168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91344D7-5888-262B-BD80-A049F5FC9D24}"/>
                    </a:ext>
                  </a:extLst>
                </p14:cNvPr>
                <p14:cNvContentPartPr/>
                <p14:nvPr/>
              </p14:nvContentPartPr>
              <p14:xfrm>
                <a:off x="554118" y="3715450"/>
                <a:ext cx="100800" cy="10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91344D7-5888-262B-BD80-A049F5FC9D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6478" y="3697810"/>
                  <a:ext cx="136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03D81F0-620E-2491-9600-731A0A738AC9}"/>
                    </a:ext>
                  </a:extLst>
                </p14:cNvPr>
                <p14:cNvContentPartPr/>
                <p14:nvPr/>
              </p14:nvContentPartPr>
              <p14:xfrm>
                <a:off x="2167638" y="2937490"/>
                <a:ext cx="143280" cy="276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03D81F0-620E-2491-9600-731A0A738AC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49638" y="2919850"/>
                  <a:ext cx="1789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0A9EEFB-3EA0-433B-C151-33A0CF8E2B23}"/>
                    </a:ext>
                  </a:extLst>
                </p14:cNvPr>
                <p14:cNvContentPartPr/>
                <p14:nvPr/>
              </p14:nvContentPartPr>
              <p14:xfrm>
                <a:off x="2320998" y="2922370"/>
                <a:ext cx="127080" cy="159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0A9EEFB-3EA0-433B-C151-33A0CF8E2B2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03358" y="2904730"/>
                  <a:ext cx="162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5DB1510-394E-D423-D03E-2883DCA1108E}"/>
                    </a:ext>
                  </a:extLst>
                </p14:cNvPr>
                <p14:cNvContentPartPr/>
                <p14:nvPr/>
              </p14:nvContentPartPr>
              <p14:xfrm>
                <a:off x="2398758" y="2886730"/>
                <a:ext cx="136800" cy="13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5DB1510-394E-D423-D03E-2883DCA110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81118" y="2869090"/>
                  <a:ext cx="172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61D8501-31CD-CE34-4B85-F7312113CD23}"/>
                    </a:ext>
                  </a:extLst>
                </p14:cNvPr>
                <p14:cNvContentPartPr/>
                <p14:nvPr/>
              </p14:nvContentPartPr>
              <p14:xfrm>
                <a:off x="2647158" y="2618170"/>
                <a:ext cx="299160" cy="34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61D8501-31CD-CE34-4B85-F7312113CD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9518" y="2600530"/>
                  <a:ext cx="3348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4458E37-BC1F-FC34-D44D-6E73E79385E2}"/>
              </a:ext>
            </a:extLst>
          </p:cNvPr>
          <p:cNvGrpSpPr/>
          <p:nvPr/>
        </p:nvGrpSpPr>
        <p:grpSpPr>
          <a:xfrm>
            <a:off x="411918" y="2391010"/>
            <a:ext cx="3231720" cy="2954160"/>
            <a:chOff x="411918" y="2391010"/>
            <a:chExt cx="3231720" cy="29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B10FCFE-81EF-59C0-C6CC-82292C776F29}"/>
                    </a:ext>
                  </a:extLst>
                </p14:cNvPr>
                <p14:cNvContentPartPr/>
                <p14:nvPr/>
              </p14:nvContentPartPr>
              <p14:xfrm>
                <a:off x="411918" y="2391010"/>
                <a:ext cx="1905480" cy="957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B10FCFE-81EF-59C0-C6CC-82292C776F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4278" y="2373370"/>
                  <a:ext cx="194112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32B851-80B0-212B-9906-C5BDD0D30406}"/>
                    </a:ext>
                  </a:extLst>
                </p14:cNvPr>
                <p14:cNvContentPartPr/>
                <p14:nvPr/>
              </p14:nvContentPartPr>
              <p14:xfrm>
                <a:off x="1087278" y="3341410"/>
                <a:ext cx="2556360" cy="1906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32B851-80B0-212B-9906-C5BDD0D304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9638" y="3323410"/>
                  <a:ext cx="2592000" cy="19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FADB52A-70FA-6286-0EEF-55B92873020C}"/>
                    </a:ext>
                  </a:extLst>
                </p14:cNvPr>
                <p14:cNvContentPartPr/>
                <p14:nvPr/>
              </p14:nvContentPartPr>
              <p14:xfrm>
                <a:off x="1032198" y="5080570"/>
                <a:ext cx="218520" cy="264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FADB52A-70FA-6286-0EEF-55B9287302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4198" y="5062930"/>
                  <a:ext cx="25416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7E6481A-9211-2BB9-117D-3F85B1A2B105}"/>
              </a:ext>
            </a:extLst>
          </p:cNvPr>
          <p:cNvGrpSpPr/>
          <p:nvPr/>
        </p:nvGrpSpPr>
        <p:grpSpPr>
          <a:xfrm>
            <a:off x="3799878" y="2992570"/>
            <a:ext cx="1044360" cy="407160"/>
            <a:chOff x="3799878" y="2992570"/>
            <a:chExt cx="104436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7C8C8C-141D-9A04-56CF-AFD1638273EC}"/>
                    </a:ext>
                  </a:extLst>
                </p14:cNvPr>
                <p14:cNvContentPartPr/>
                <p14:nvPr/>
              </p14:nvContentPartPr>
              <p14:xfrm>
                <a:off x="3799878" y="3102370"/>
                <a:ext cx="228600" cy="297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7C8C8C-141D-9A04-56CF-AFD1638273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82238" y="3084730"/>
                  <a:ext cx="2642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DE648-DB98-05B7-CD71-D1B1319BF4F2}"/>
                    </a:ext>
                  </a:extLst>
                </p14:cNvPr>
                <p14:cNvContentPartPr/>
                <p14:nvPr/>
              </p14:nvContentPartPr>
              <p14:xfrm>
                <a:off x="4167798" y="3230170"/>
                <a:ext cx="65880" cy="46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DE648-DB98-05B7-CD71-D1B1319BF4F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49798" y="3212170"/>
                  <a:ext cx="101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43C9CE4-36C3-1E4F-CCEB-F2BF7BCA98B5}"/>
                    </a:ext>
                  </a:extLst>
                </p14:cNvPr>
                <p14:cNvContentPartPr/>
                <p14:nvPr/>
              </p14:nvContentPartPr>
              <p14:xfrm>
                <a:off x="4267878" y="3328090"/>
                <a:ext cx="75960" cy="30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43C9CE4-36C3-1E4F-CCEB-F2BF7BCA98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49878" y="3310450"/>
                  <a:ext cx="111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7D89645-E4EE-B582-D7DB-7447CF1BB3BC}"/>
                    </a:ext>
                  </a:extLst>
                </p14:cNvPr>
                <p14:cNvContentPartPr/>
                <p14:nvPr/>
              </p14:nvContentPartPr>
              <p14:xfrm>
                <a:off x="4374438" y="3099490"/>
                <a:ext cx="90720" cy="280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7D89645-E4EE-B582-D7DB-7447CF1BB3B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56798" y="3081850"/>
                  <a:ext cx="1263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39446BC-74C6-5238-84B6-0C7CCEBEDE21}"/>
                    </a:ext>
                  </a:extLst>
                </p14:cNvPr>
                <p14:cNvContentPartPr/>
                <p14:nvPr/>
              </p14:nvContentPartPr>
              <p14:xfrm>
                <a:off x="4365438" y="3103810"/>
                <a:ext cx="28440" cy="34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39446BC-74C6-5238-84B6-0C7CCEBEDE2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47438" y="3086170"/>
                  <a:ext cx="64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999CAEC-F329-D066-E4C7-DFF291685981}"/>
                    </a:ext>
                  </a:extLst>
                </p14:cNvPr>
                <p14:cNvContentPartPr/>
                <p14:nvPr/>
              </p14:nvContentPartPr>
              <p14:xfrm>
                <a:off x="4414398" y="3311170"/>
                <a:ext cx="72720" cy="48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999CAEC-F329-D066-E4C7-DFF29168598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96398" y="3293530"/>
                  <a:ext cx="108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E1BE25-2839-0C0E-DBA4-86BA39F45759}"/>
                    </a:ext>
                  </a:extLst>
                </p14:cNvPr>
                <p14:cNvContentPartPr/>
                <p14:nvPr/>
              </p14:nvContentPartPr>
              <p14:xfrm>
                <a:off x="4602318" y="3078610"/>
                <a:ext cx="98280" cy="232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E1BE25-2839-0C0E-DBA4-86BA39F457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84678" y="3060970"/>
                  <a:ext cx="133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8F4D7-2732-F44A-7E25-1E289EDD6D48}"/>
                    </a:ext>
                  </a:extLst>
                </p14:cNvPr>
                <p14:cNvContentPartPr/>
                <p14:nvPr/>
              </p14:nvContentPartPr>
              <p14:xfrm>
                <a:off x="4636518" y="2992570"/>
                <a:ext cx="207720" cy="198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8F4D7-2732-F44A-7E25-1E289EDD6D4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18518" y="2974570"/>
                  <a:ext cx="24336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EF675C-A974-341C-C3C2-FEE4F26413F0}"/>
              </a:ext>
            </a:extLst>
          </p:cNvPr>
          <p:cNvGrpSpPr/>
          <p:nvPr/>
        </p:nvGrpSpPr>
        <p:grpSpPr>
          <a:xfrm>
            <a:off x="3929478" y="3547690"/>
            <a:ext cx="1824120" cy="925920"/>
            <a:chOff x="3929478" y="3547690"/>
            <a:chExt cx="1824120" cy="92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873A18D-72C2-8903-1F81-3A398D7BAB8B}"/>
                    </a:ext>
                  </a:extLst>
                </p14:cNvPr>
                <p14:cNvContentPartPr/>
                <p14:nvPr/>
              </p14:nvContentPartPr>
              <p14:xfrm>
                <a:off x="3964398" y="3844690"/>
                <a:ext cx="93600" cy="317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873A18D-72C2-8903-1F81-3A398D7BAB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46758" y="3827050"/>
                  <a:ext cx="1292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5B9285-77C3-45C3-96D7-1374AA7BC268}"/>
                    </a:ext>
                  </a:extLst>
                </p14:cNvPr>
                <p14:cNvContentPartPr/>
                <p14:nvPr/>
              </p14:nvContentPartPr>
              <p14:xfrm>
                <a:off x="3929478" y="3873130"/>
                <a:ext cx="91800" cy="71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5B9285-77C3-45C3-96D7-1374AA7BC2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11838" y="3855130"/>
                  <a:ext cx="127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47D1077-F918-B107-874B-27A8F63376A1}"/>
                    </a:ext>
                  </a:extLst>
                </p14:cNvPr>
                <p14:cNvContentPartPr/>
                <p14:nvPr/>
              </p14:nvContentPartPr>
              <p14:xfrm>
                <a:off x="4045038" y="4048810"/>
                <a:ext cx="60480" cy="56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47D1077-F918-B107-874B-27A8F63376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27038" y="4031170"/>
                  <a:ext cx="96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03B71D9-F1A8-DEF7-4FDF-B2CE65C53081}"/>
                    </a:ext>
                  </a:extLst>
                </p14:cNvPr>
                <p14:cNvContentPartPr/>
                <p14:nvPr/>
              </p14:nvContentPartPr>
              <p14:xfrm>
                <a:off x="4204518" y="3976450"/>
                <a:ext cx="50760" cy="35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03B71D9-F1A8-DEF7-4FDF-B2CE65C5308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186878" y="3958810"/>
                  <a:ext cx="86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AE1FDB9-5A23-9433-2C44-FE19841DAB74}"/>
                    </a:ext>
                  </a:extLst>
                </p14:cNvPr>
                <p14:cNvContentPartPr/>
                <p14:nvPr/>
              </p14:nvContentPartPr>
              <p14:xfrm>
                <a:off x="4233318" y="4047010"/>
                <a:ext cx="69480" cy="47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AE1FDB9-5A23-9433-2C44-FE19841DAB7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15318" y="4029010"/>
                  <a:ext cx="105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295AF9E-2341-B39C-3C32-E85551507CD8}"/>
                    </a:ext>
                  </a:extLst>
                </p14:cNvPr>
                <p14:cNvContentPartPr/>
                <p14:nvPr/>
              </p14:nvContentPartPr>
              <p14:xfrm>
                <a:off x="4365798" y="3615730"/>
                <a:ext cx="226800" cy="252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295AF9E-2341-B39C-3C32-E85551507C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48158" y="3597730"/>
                  <a:ext cx="262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5EB891-4EB8-CF22-8A0D-48EF2244B96A}"/>
                    </a:ext>
                  </a:extLst>
                </p14:cNvPr>
                <p14:cNvContentPartPr/>
                <p14:nvPr/>
              </p14:nvContentPartPr>
              <p14:xfrm>
                <a:off x="4497558" y="4003450"/>
                <a:ext cx="196920" cy="75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5EB891-4EB8-CF22-8A0D-48EF2244B9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79558" y="3985810"/>
                  <a:ext cx="232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98DC521-EB5A-9683-429D-E66AA27EF03B}"/>
                    </a:ext>
                  </a:extLst>
                </p14:cNvPr>
                <p14:cNvContentPartPr/>
                <p14:nvPr/>
              </p14:nvContentPartPr>
              <p14:xfrm>
                <a:off x="4628958" y="4198570"/>
                <a:ext cx="83880" cy="27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98DC521-EB5A-9683-429D-E66AA27EF03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0958" y="4180570"/>
                  <a:ext cx="1195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4C2E7E4-B985-2F35-C76A-C4F190F38F75}"/>
                    </a:ext>
                  </a:extLst>
                </p14:cNvPr>
                <p14:cNvContentPartPr/>
                <p14:nvPr/>
              </p14:nvContentPartPr>
              <p14:xfrm>
                <a:off x="4642998" y="4174810"/>
                <a:ext cx="146160" cy="153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4C2E7E4-B985-2F35-C76A-C4F190F38F7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625358" y="4156810"/>
                  <a:ext cx="181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73E2576-F4B2-24B4-F6AB-27E14EE3FF3E}"/>
                    </a:ext>
                  </a:extLst>
                </p14:cNvPr>
                <p14:cNvContentPartPr/>
                <p14:nvPr/>
              </p14:nvContentPartPr>
              <p14:xfrm>
                <a:off x="4900038" y="3978610"/>
                <a:ext cx="43920" cy="21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73E2576-F4B2-24B4-F6AB-27E14EE3FF3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82398" y="3960610"/>
                  <a:ext cx="79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C04AC5C-8F12-5E29-ADB2-DF2B71DA052E}"/>
                    </a:ext>
                  </a:extLst>
                </p14:cNvPr>
                <p14:cNvContentPartPr/>
                <p14:nvPr/>
              </p14:nvContentPartPr>
              <p14:xfrm>
                <a:off x="4940358" y="4054570"/>
                <a:ext cx="83160" cy="49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C04AC5C-8F12-5E29-ADB2-DF2B71DA052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22358" y="4036570"/>
                  <a:ext cx="118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3DBB863-0F1B-8CB3-F53B-F15271421435}"/>
                    </a:ext>
                  </a:extLst>
                </p14:cNvPr>
                <p14:cNvContentPartPr/>
                <p14:nvPr/>
              </p14:nvContentPartPr>
              <p14:xfrm>
                <a:off x="5173278" y="3677650"/>
                <a:ext cx="57240" cy="286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3DBB863-0F1B-8CB3-F53B-F1527142143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55638" y="3660010"/>
                  <a:ext cx="92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FD9BA9A-E689-BE41-43D8-114CE1B68814}"/>
                    </a:ext>
                  </a:extLst>
                </p14:cNvPr>
                <p14:cNvContentPartPr/>
                <p14:nvPr/>
              </p14:nvContentPartPr>
              <p14:xfrm>
                <a:off x="5312238" y="3660010"/>
                <a:ext cx="75960" cy="161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FD9BA9A-E689-BE41-43D8-114CE1B688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294238" y="3642010"/>
                  <a:ext cx="111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71D2E8B-F50E-F798-FBEC-D2D3C01A2C7D}"/>
                    </a:ext>
                  </a:extLst>
                </p14:cNvPr>
                <p14:cNvContentPartPr/>
                <p14:nvPr/>
              </p14:nvContentPartPr>
              <p14:xfrm>
                <a:off x="5464518" y="3547690"/>
                <a:ext cx="154440" cy="155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71D2E8B-F50E-F798-FBEC-D2D3C01A2C7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46518" y="3529690"/>
                  <a:ext cx="190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8F30AF1-160C-3E53-BCF1-FD585C6962A1}"/>
                    </a:ext>
                  </a:extLst>
                </p14:cNvPr>
                <p14:cNvContentPartPr/>
                <p14:nvPr/>
              </p14:nvContentPartPr>
              <p14:xfrm>
                <a:off x="5287398" y="3930370"/>
                <a:ext cx="466200" cy="108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8F30AF1-160C-3E53-BCF1-FD585C6962A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69398" y="3912730"/>
                  <a:ext cx="501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BA1214E-88B9-DFD5-1081-0BB36F8CC5F6}"/>
                    </a:ext>
                  </a:extLst>
                </p14:cNvPr>
                <p14:cNvContentPartPr/>
                <p14:nvPr/>
              </p14:nvContentPartPr>
              <p14:xfrm>
                <a:off x="5325558" y="4203970"/>
                <a:ext cx="49320" cy="267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BA1214E-88B9-DFD5-1081-0BB36F8CC5F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07558" y="4186330"/>
                  <a:ext cx="84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E37DA67-9795-FE52-12E7-11F6A3F0B353}"/>
                    </a:ext>
                  </a:extLst>
                </p14:cNvPr>
                <p14:cNvContentPartPr/>
                <p14:nvPr/>
              </p14:nvContentPartPr>
              <p14:xfrm>
                <a:off x="5505198" y="4177690"/>
                <a:ext cx="48600" cy="210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E37DA67-9795-FE52-12E7-11F6A3F0B35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87558" y="4160050"/>
                  <a:ext cx="84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D24395-4A7B-9E6A-0CE7-1F3E4AFAEFA3}"/>
                    </a:ext>
                  </a:extLst>
                </p14:cNvPr>
                <p14:cNvContentPartPr/>
                <p14:nvPr/>
              </p14:nvContentPartPr>
              <p14:xfrm>
                <a:off x="5539758" y="4193890"/>
                <a:ext cx="176400" cy="15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D24395-4A7B-9E6A-0CE7-1F3E4AFAEF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522118" y="4175890"/>
                  <a:ext cx="2120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F11A24D-8329-E83D-F503-F52E4AF8D889}"/>
              </a:ext>
            </a:extLst>
          </p:cNvPr>
          <p:cNvGrpSpPr/>
          <p:nvPr/>
        </p:nvGrpSpPr>
        <p:grpSpPr>
          <a:xfrm>
            <a:off x="3793758" y="4916770"/>
            <a:ext cx="7887960" cy="1995840"/>
            <a:chOff x="3793758" y="4916770"/>
            <a:chExt cx="7887960" cy="19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23E0A6-9FD2-88A0-3838-230952D2DB15}"/>
                    </a:ext>
                  </a:extLst>
                </p14:cNvPr>
                <p14:cNvContentPartPr/>
                <p14:nvPr/>
              </p14:nvContentPartPr>
              <p14:xfrm>
                <a:off x="4263918" y="5177770"/>
                <a:ext cx="83880" cy="21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23E0A6-9FD2-88A0-3838-230952D2DB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46278" y="5159770"/>
                  <a:ext cx="11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284B44B-0450-E762-76ED-516817E067A2}"/>
                    </a:ext>
                  </a:extLst>
                </p14:cNvPr>
                <p14:cNvContentPartPr/>
                <p14:nvPr/>
              </p14:nvContentPartPr>
              <p14:xfrm>
                <a:off x="4343118" y="5258770"/>
                <a:ext cx="42120" cy="4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284B44B-0450-E762-76ED-516817E067A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25478" y="5240770"/>
                  <a:ext cx="77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6CEDA1F-9F95-D19E-08C5-AE7962C5AB89}"/>
                    </a:ext>
                  </a:extLst>
                </p14:cNvPr>
                <p14:cNvContentPartPr/>
                <p14:nvPr/>
              </p14:nvContentPartPr>
              <p14:xfrm>
                <a:off x="4568838" y="5033410"/>
                <a:ext cx="15480" cy="23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6CEDA1F-9F95-D19E-08C5-AE7962C5AB8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50838" y="5015770"/>
                  <a:ext cx="51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17E1E0E-4DAC-A5CD-82D5-4B55FB89F68F}"/>
                    </a:ext>
                  </a:extLst>
                </p14:cNvPr>
                <p14:cNvContentPartPr/>
                <p14:nvPr/>
              </p14:nvContentPartPr>
              <p14:xfrm>
                <a:off x="4785198" y="4960690"/>
                <a:ext cx="70920" cy="287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17E1E0E-4DAC-A5CD-82D5-4B55FB89F68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767558" y="4943050"/>
                  <a:ext cx="106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A30EFEB-55FC-F37F-A377-9571E5CDC60D}"/>
                    </a:ext>
                  </a:extLst>
                </p14:cNvPr>
                <p14:cNvContentPartPr/>
                <p14:nvPr/>
              </p14:nvContentPartPr>
              <p14:xfrm>
                <a:off x="5011638" y="4962130"/>
                <a:ext cx="51120" cy="288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A30EFEB-55FC-F37F-A377-9571E5CDC60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93998" y="4944490"/>
                  <a:ext cx="86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3A2EB6B-46D7-8E54-E120-7C10374CDD48}"/>
                    </a:ext>
                  </a:extLst>
                </p14:cNvPr>
                <p14:cNvContentPartPr/>
                <p14:nvPr/>
              </p14:nvContentPartPr>
              <p14:xfrm>
                <a:off x="5040438" y="4916770"/>
                <a:ext cx="209520" cy="186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3A2EB6B-46D7-8E54-E120-7C10374CDD4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22438" y="4898770"/>
                  <a:ext cx="245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4672F8-66E4-85CE-D4F3-1EFAEE12E7D4}"/>
                    </a:ext>
                  </a:extLst>
                </p14:cNvPr>
                <p14:cNvContentPartPr/>
                <p14:nvPr/>
              </p14:nvContentPartPr>
              <p14:xfrm>
                <a:off x="5075718" y="5024770"/>
                <a:ext cx="71640" cy="71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4672F8-66E4-85CE-D4F3-1EFAEE12E7D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57718" y="5006770"/>
                  <a:ext cx="107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C43361-EC1E-E497-222B-8B2F03539907}"/>
                    </a:ext>
                  </a:extLst>
                </p14:cNvPr>
                <p14:cNvContentPartPr/>
                <p14:nvPr/>
              </p14:nvContentPartPr>
              <p14:xfrm>
                <a:off x="4554438" y="5013610"/>
                <a:ext cx="137160" cy="231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C43361-EC1E-E497-222B-8B2F0353990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536438" y="4995610"/>
                  <a:ext cx="172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6F05B4-64CE-710E-5411-253D9F95C5C4}"/>
                    </a:ext>
                  </a:extLst>
                </p14:cNvPr>
                <p14:cNvContentPartPr/>
                <p14:nvPr/>
              </p14:nvContentPartPr>
              <p14:xfrm>
                <a:off x="4402878" y="5016130"/>
                <a:ext cx="44280" cy="52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6F05B4-64CE-710E-5411-253D9F95C5C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385238" y="4998130"/>
                  <a:ext cx="79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2FC7D45-C335-77D0-0EA1-FADB0AC5A37E}"/>
                    </a:ext>
                  </a:extLst>
                </p14:cNvPr>
                <p14:cNvContentPartPr/>
                <p14:nvPr/>
              </p14:nvContentPartPr>
              <p14:xfrm>
                <a:off x="4793118" y="5473330"/>
                <a:ext cx="48960" cy="591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2FC7D45-C335-77D0-0EA1-FADB0AC5A3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775118" y="5455690"/>
                  <a:ext cx="846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364DD1-3D0E-87A0-E0FE-687D60FE37AB}"/>
                    </a:ext>
                  </a:extLst>
                </p14:cNvPr>
                <p14:cNvContentPartPr/>
                <p14:nvPr/>
              </p14:nvContentPartPr>
              <p14:xfrm>
                <a:off x="4651998" y="5825770"/>
                <a:ext cx="316800" cy="308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364DD1-3D0E-87A0-E0FE-687D60FE37A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33998" y="5808130"/>
                  <a:ext cx="352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BEBCBA3-2085-18F3-955F-6920CC4BE541}"/>
                    </a:ext>
                  </a:extLst>
                </p14:cNvPr>
                <p14:cNvContentPartPr/>
                <p14:nvPr/>
              </p14:nvContentPartPr>
              <p14:xfrm>
                <a:off x="4168518" y="6306010"/>
                <a:ext cx="64440" cy="4356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BEBCBA3-2085-18F3-955F-6920CC4BE54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50518" y="6288370"/>
                  <a:ext cx="100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D6BB882-17C7-8922-BDBB-F95AB4A87B91}"/>
                    </a:ext>
                  </a:extLst>
                </p14:cNvPr>
                <p14:cNvContentPartPr/>
                <p14:nvPr/>
              </p14:nvContentPartPr>
              <p14:xfrm>
                <a:off x="4094358" y="6411490"/>
                <a:ext cx="150480" cy="92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D6BB882-17C7-8922-BDBB-F95AB4A87B9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76358" y="6393850"/>
                  <a:ext cx="186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7BA7496-A594-C0EB-F2A2-26A63479F146}"/>
                    </a:ext>
                  </a:extLst>
                </p14:cNvPr>
                <p14:cNvContentPartPr/>
                <p14:nvPr/>
              </p14:nvContentPartPr>
              <p14:xfrm>
                <a:off x="4212078" y="6721090"/>
                <a:ext cx="91440" cy="356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7BA7496-A594-C0EB-F2A2-26A63479F14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94078" y="6703450"/>
                  <a:ext cx="127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9D6DC94-171C-6F2D-5F09-066CA89BC3D4}"/>
                    </a:ext>
                  </a:extLst>
                </p14:cNvPr>
                <p14:cNvContentPartPr/>
                <p14:nvPr/>
              </p14:nvContentPartPr>
              <p14:xfrm>
                <a:off x="4430238" y="6639010"/>
                <a:ext cx="182520" cy="217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9D6DC94-171C-6F2D-5F09-066CA89BC3D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412598" y="6621370"/>
                  <a:ext cx="218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6229ED0-646A-341B-F6A4-A1951DDB23F2}"/>
                    </a:ext>
                  </a:extLst>
                </p14:cNvPr>
                <p14:cNvContentPartPr/>
                <p14:nvPr/>
              </p14:nvContentPartPr>
              <p14:xfrm>
                <a:off x="4690158" y="6572410"/>
                <a:ext cx="105840" cy="131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6229ED0-646A-341B-F6A4-A1951DDB23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72518" y="6554770"/>
                  <a:ext cx="141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2683D3E-C7B6-627C-A7C7-240D715162D4}"/>
                    </a:ext>
                  </a:extLst>
                </p14:cNvPr>
                <p14:cNvContentPartPr/>
                <p14:nvPr/>
              </p14:nvContentPartPr>
              <p14:xfrm>
                <a:off x="4869078" y="6538930"/>
                <a:ext cx="73800" cy="124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2683D3E-C7B6-627C-A7C7-240D715162D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851078" y="6520930"/>
                  <a:ext cx="109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FBFD67A-A28C-276A-F4B1-DD578F7E3140}"/>
                    </a:ext>
                  </a:extLst>
                </p14:cNvPr>
                <p14:cNvContentPartPr/>
                <p14:nvPr/>
              </p14:nvContentPartPr>
              <p14:xfrm>
                <a:off x="5175078" y="6431650"/>
                <a:ext cx="32400" cy="27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FBFD67A-A28C-276A-F4B1-DD578F7E314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157438" y="6413650"/>
                  <a:ext cx="68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948187C-4433-5767-6A1C-16F63376BA74}"/>
                    </a:ext>
                  </a:extLst>
                </p14:cNvPr>
                <p14:cNvContentPartPr/>
                <p14:nvPr/>
              </p14:nvContentPartPr>
              <p14:xfrm>
                <a:off x="5221158" y="6520570"/>
                <a:ext cx="64440" cy="16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948187C-4433-5767-6A1C-16F63376BA7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203158" y="6502930"/>
                  <a:ext cx="100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A32D91E-CA4A-ED44-49D8-B458A2AD428C}"/>
                    </a:ext>
                  </a:extLst>
                </p14:cNvPr>
                <p14:cNvContentPartPr/>
                <p14:nvPr/>
              </p14:nvContentPartPr>
              <p14:xfrm>
                <a:off x="5378118" y="6340210"/>
                <a:ext cx="3564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A32D91E-CA4A-ED44-49D8-B458A2AD42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60478" y="6322210"/>
                  <a:ext cx="71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92C32A6-221A-819D-C089-C8A9BA84AE15}"/>
                    </a:ext>
                  </a:extLst>
                </p14:cNvPr>
                <p14:cNvContentPartPr/>
                <p14:nvPr/>
              </p14:nvContentPartPr>
              <p14:xfrm>
                <a:off x="5548398" y="6264610"/>
                <a:ext cx="120600" cy="220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92C32A6-221A-819D-C089-C8A9BA84AE1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530758" y="6246970"/>
                  <a:ext cx="156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E82B78A-04E6-C240-5939-1AD9116199CF}"/>
                    </a:ext>
                  </a:extLst>
                </p14:cNvPr>
                <p14:cNvContentPartPr/>
                <p14:nvPr/>
              </p14:nvContentPartPr>
              <p14:xfrm>
                <a:off x="5815158" y="6138250"/>
                <a:ext cx="28080" cy="318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E82B78A-04E6-C240-5939-1AD9116199C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97518" y="6120610"/>
                  <a:ext cx="637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487847D-6022-EF30-7E95-BDCC43012E00}"/>
                    </a:ext>
                  </a:extLst>
                </p14:cNvPr>
                <p14:cNvContentPartPr/>
                <p14:nvPr/>
              </p14:nvContentPartPr>
              <p14:xfrm>
                <a:off x="6074358" y="6099010"/>
                <a:ext cx="27000" cy="301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487847D-6022-EF30-7E95-BDCC43012E0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56358" y="6081370"/>
                  <a:ext cx="62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376F5C-ED81-FF5C-5288-029D8F0BBFB0}"/>
                    </a:ext>
                  </a:extLst>
                </p14:cNvPr>
                <p14:cNvContentPartPr/>
                <p14:nvPr/>
              </p14:nvContentPartPr>
              <p14:xfrm>
                <a:off x="6068958" y="6148690"/>
                <a:ext cx="195840" cy="168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376F5C-ED81-FF5C-5288-029D8F0BBFB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50958" y="6131050"/>
                  <a:ext cx="231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ACB78C5-6C73-8795-98C0-073F42858FD0}"/>
                    </a:ext>
                  </a:extLst>
                </p14:cNvPr>
                <p14:cNvContentPartPr/>
                <p14:nvPr/>
              </p14:nvContentPartPr>
              <p14:xfrm>
                <a:off x="6076518" y="6284770"/>
                <a:ext cx="99360" cy="50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ACB78C5-6C73-8795-98C0-073F42858F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58878" y="6267130"/>
                  <a:ext cx="135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AFF13FC-4D72-1C22-7642-3F4E89C493CE}"/>
                    </a:ext>
                  </a:extLst>
                </p14:cNvPr>
                <p14:cNvContentPartPr/>
                <p14:nvPr/>
              </p14:nvContentPartPr>
              <p14:xfrm>
                <a:off x="4181118" y="5780050"/>
                <a:ext cx="2471400" cy="1132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AFF13FC-4D72-1C22-7642-3F4E89C493C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63118" y="5762050"/>
                  <a:ext cx="2507040" cy="11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0897463-3C4C-9124-3359-70BCA3018C0E}"/>
                    </a:ext>
                  </a:extLst>
                </p14:cNvPr>
                <p14:cNvContentPartPr/>
                <p14:nvPr/>
              </p14:nvContentPartPr>
              <p14:xfrm>
                <a:off x="3832998" y="6237250"/>
                <a:ext cx="107640" cy="520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0897463-3C4C-9124-3359-70BCA3018C0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14998" y="6219610"/>
                  <a:ext cx="1432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C293EE0-7D91-FEF1-E877-E9F0EB7C63D2}"/>
                    </a:ext>
                  </a:extLst>
                </p14:cNvPr>
                <p14:cNvContentPartPr/>
                <p14:nvPr/>
              </p14:nvContentPartPr>
              <p14:xfrm>
                <a:off x="3793758" y="5892370"/>
                <a:ext cx="2470320" cy="477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C293EE0-7D91-FEF1-E877-E9F0EB7C63D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776118" y="5874730"/>
                  <a:ext cx="25059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0BF0098-BD8E-8D29-981E-5E40F303C21B}"/>
                    </a:ext>
                  </a:extLst>
                </p14:cNvPr>
                <p14:cNvContentPartPr/>
                <p14:nvPr/>
              </p14:nvContentPartPr>
              <p14:xfrm>
                <a:off x="7327158" y="5741890"/>
                <a:ext cx="201960" cy="893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0BF0098-BD8E-8D29-981E-5E40F303C21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309158" y="5724250"/>
                  <a:ext cx="2376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727CFF5-70AC-D1A2-D4B3-BCD037A281F6}"/>
                    </a:ext>
                  </a:extLst>
                </p14:cNvPr>
                <p14:cNvContentPartPr/>
                <p14:nvPr/>
              </p14:nvContentPartPr>
              <p14:xfrm>
                <a:off x="7163358" y="5430490"/>
                <a:ext cx="4518360" cy="1229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727CFF5-70AC-D1A2-D4B3-BCD037A281F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45718" y="5412850"/>
                  <a:ext cx="4554000" cy="12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C486378-A5AF-5792-F116-52F2F6FA35A1}"/>
              </a:ext>
            </a:extLst>
          </p:cNvPr>
          <p:cNvGrpSpPr/>
          <p:nvPr/>
        </p:nvGrpSpPr>
        <p:grpSpPr>
          <a:xfrm>
            <a:off x="1074318" y="704410"/>
            <a:ext cx="1459440" cy="567720"/>
            <a:chOff x="1074318" y="704410"/>
            <a:chExt cx="145944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B0DD092-F4BF-74F2-87A8-82D9BF167E15}"/>
                    </a:ext>
                  </a:extLst>
                </p14:cNvPr>
                <p14:cNvContentPartPr/>
                <p14:nvPr/>
              </p14:nvContentPartPr>
              <p14:xfrm>
                <a:off x="1081518" y="704410"/>
                <a:ext cx="11160" cy="538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B0DD092-F4BF-74F2-87A8-82D9BF167E1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63878" y="686410"/>
                  <a:ext cx="4680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572C3DF-FA70-DBE8-8859-9579C9518623}"/>
                    </a:ext>
                  </a:extLst>
                </p14:cNvPr>
                <p14:cNvContentPartPr/>
                <p14:nvPr/>
              </p14:nvContentPartPr>
              <p14:xfrm>
                <a:off x="1074318" y="761650"/>
                <a:ext cx="182880" cy="250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572C3DF-FA70-DBE8-8859-9579C951862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56678" y="744010"/>
                  <a:ext cx="2185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9CF5C51-605F-3E33-D0F7-980353CA5103}"/>
                    </a:ext>
                  </a:extLst>
                </p14:cNvPr>
                <p14:cNvContentPartPr/>
                <p14:nvPr/>
              </p14:nvContentPartPr>
              <p14:xfrm>
                <a:off x="1317318" y="933730"/>
                <a:ext cx="216720" cy="176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9CF5C51-605F-3E33-D0F7-980353CA510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299318" y="916090"/>
                  <a:ext cx="252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4FE0997-9358-2A2B-6D15-C0C97D59D272}"/>
                    </a:ext>
                  </a:extLst>
                </p14:cNvPr>
                <p14:cNvContentPartPr/>
                <p14:nvPr/>
              </p14:nvContentPartPr>
              <p14:xfrm>
                <a:off x="1588758" y="965770"/>
                <a:ext cx="68400" cy="306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4FE0997-9358-2A2B-6D15-C0C97D59D27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70758" y="947770"/>
                  <a:ext cx="104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71FE609-1905-46C0-7033-EE87A3955B6D}"/>
                    </a:ext>
                  </a:extLst>
                </p14:cNvPr>
                <p14:cNvContentPartPr/>
                <p14:nvPr/>
              </p14:nvContentPartPr>
              <p14:xfrm>
                <a:off x="1612518" y="986290"/>
                <a:ext cx="84600" cy="189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71FE609-1905-46C0-7033-EE87A3955B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594518" y="968650"/>
                  <a:ext cx="120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7EEC0C3-6A8E-30DF-E426-0A12113E4ABC}"/>
                    </a:ext>
                  </a:extLst>
                </p14:cNvPr>
                <p14:cNvContentPartPr/>
                <p14:nvPr/>
              </p14:nvContentPartPr>
              <p14:xfrm>
                <a:off x="1783878" y="908890"/>
                <a:ext cx="78840" cy="263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7EEC0C3-6A8E-30DF-E426-0A12113E4AB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766238" y="890890"/>
                  <a:ext cx="1144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DC86664-C10E-EDD2-14BB-4F3A32757429}"/>
                    </a:ext>
                  </a:extLst>
                </p14:cNvPr>
                <p14:cNvContentPartPr/>
                <p14:nvPr/>
              </p14:nvContentPartPr>
              <p14:xfrm>
                <a:off x="1940838" y="972610"/>
                <a:ext cx="197640" cy="168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DC86664-C10E-EDD2-14BB-4F3A3275742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922838" y="954610"/>
                  <a:ext cx="233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34C5050-5EEF-30DF-C3EB-23F76FEF8D1F}"/>
                    </a:ext>
                  </a:extLst>
                </p14:cNvPr>
                <p14:cNvContentPartPr/>
                <p14:nvPr/>
              </p14:nvContentPartPr>
              <p14:xfrm>
                <a:off x="2190678" y="978730"/>
                <a:ext cx="102960" cy="150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34C5050-5EEF-30DF-C3EB-23F76FEF8D1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172678" y="960730"/>
                  <a:ext cx="138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314025A-64E4-0CA4-BF5F-326781181F36}"/>
                    </a:ext>
                  </a:extLst>
                </p14:cNvPr>
                <p14:cNvContentPartPr/>
                <p14:nvPr/>
              </p14:nvContentPartPr>
              <p14:xfrm>
                <a:off x="2345838" y="974410"/>
                <a:ext cx="187920" cy="182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314025A-64E4-0CA4-BF5F-326781181F3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328198" y="956770"/>
                  <a:ext cx="2235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C000892-10ED-AD0B-097C-46B6FBE9F802}"/>
              </a:ext>
            </a:extLst>
          </p:cNvPr>
          <p:cNvGrpSpPr/>
          <p:nvPr/>
        </p:nvGrpSpPr>
        <p:grpSpPr>
          <a:xfrm>
            <a:off x="3086358" y="768130"/>
            <a:ext cx="840960" cy="415440"/>
            <a:chOff x="3086358" y="768130"/>
            <a:chExt cx="84096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0A9B004-6E08-4E6B-0C46-2FDEF4AB5A3C}"/>
                    </a:ext>
                  </a:extLst>
                </p14:cNvPr>
                <p14:cNvContentPartPr/>
                <p14:nvPr/>
              </p14:nvContentPartPr>
              <p14:xfrm>
                <a:off x="3086358" y="768130"/>
                <a:ext cx="55440" cy="415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0A9B004-6E08-4E6B-0C46-2FDEF4AB5A3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068718" y="750490"/>
                  <a:ext cx="910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ABBFA85-6B21-2E33-9287-FE9C4560EB4A}"/>
                    </a:ext>
                  </a:extLst>
                </p14:cNvPr>
                <p14:cNvContentPartPr/>
                <p14:nvPr/>
              </p14:nvContentPartPr>
              <p14:xfrm>
                <a:off x="3281838" y="1010770"/>
                <a:ext cx="115200" cy="129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ABBFA85-6B21-2E33-9287-FE9C4560EB4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63838" y="993130"/>
                  <a:ext cx="150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AA00829-2281-4187-8187-558E9DB083E4}"/>
                    </a:ext>
                  </a:extLst>
                </p14:cNvPr>
                <p14:cNvContentPartPr/>
                <p14:nvPr/>
              </p14:nvContentPartPr>
              <p14:xfrm>
                <a:off x="3465798" y="960010"/>
                <a:ext cx="170280" cy="144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AA00829-2281-4187-8187-558E9DB083E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447798" y="942370"/>
                  <a:ext cx="205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058F303-5D7B-51F4-9A20-8B9D63C04BC3}"/>
                    </a:ext>
                  </a:extLst>
                </p14:cNvPr>
                <p14:cNvContentPartPr/>
                <p14:nvPr/>
              </p14:nvContentPartPr>
              <p14:xfrm>
                <a:off x="3750558" y="803410"/>
                <a:ext cx="176760" cy="343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058F303-5D7B-51F4-9A20-8B9D63C04BC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732918" y="785410"/>
                  <a:ext cx="21240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0B3094F-8960-F336-21DD-72D10D77628D}"/>
              </a:ext>
            </a:extLst>
          </p:cNvPr>
          <p:cNvGrpSpPr/>
          <p:nvPr/>
        </p:nvGrpSpPr>
        <p:grpSpPr>
          <a:xfrm>
            <a:off x="4504758" y="710530"/>
            <a:ext cx="924120" cy="383400"/>
            <a:chOff x="4504758" y="710530"/>
            <a:chExt cx="92412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926EEDD-3D96-391A-B10E-90C3E1135DCC}"/>
                    </a:ext>
                  </a:extLst>
                </p14:cNvPr>
                <p14:cNvContentPartPr/>
                <p14:nvPr/>
              </p14:nvContentPartPr>
              <p14:xfrm>
                <a:off x="4504758" y="949930"/>
                <a:ext cx="267840" cy="144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926EEDD-3D96-391A-B10E-90C3E1135DC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87118" y="932290"/>
                  <a:ext cx="303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CF5164D-B992-111B-3973-EC1F2FF0267D}"/>
                    </a:ext>
                  </a:extLst>
                </p14:cNvPr>
                <p14:cNvContentPartPr/>
                <p14:nvPr/>
              </p14:nvContentPartPr>
              <p14:xfrm>
                <a:off x="4841718" y="940570"/>
                <a:ext cx="39240" cy="131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CF5164D-B992-111B-3973-EC1F2FF0267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24078" y="922570"/>
                  <a:ext cx="74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9D4B1B5-127F-5E76-EC78-3E3752EA6C39}"/>
                    </a:ext>
                  </a:extLst>
                </p14:cNvPr>
                <p14:cNvContentPartPr/>
                <p14:nvPr/>
              </p14:nvContentPartPr>
              <p14:xfrm>
                <a:off x="4858998" y="733570"/>
                <a:ext cx="26280" cy="73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9D4B1B5-127F-5E76-EC78-3E3752EA6C3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0998" y="715930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8E42D3E-F487-4B43-28E0-2ED10BBFB881}"/>
                    </a:ext>
                  </a:extLst>
                </p14:cNvPr>
                <p14:cNvContentPartPr/>
                <p14:nvPr/>
              </p14:nvContentPartPr>
              <p14:xfrm>
                <a:off x="5048718" y="710530"/>
                <a:ext cx="42840" cy="333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8E42D3E-F487-4B43-28E0-2ED10BBFB88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30718" y="692530"/>
                  <a:ext cx="784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E1786FF-B9E6-6C50-810E-B643EAF1FFF7}"/>
                    </a:ext>
                  </a:extLst>
                </p14:cNvPr>
                <p14:cNvContentPartPr/>
                <p14:nvPr/>
              </p14:nvContentPartPr>
              <p14:xfrm>
                <a:off x="5014518" y="789010"/>
                <a:ext cx="414360" cy="215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E1786FF-B9E6-6C50-810E-B643EAF1FFF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96878" y="771010"/>
                  <a:ext cx="45000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32CE985-C613-2BB0-FD2B-4E10528A4DE6}"/>
                  </a:ext>
                </a:extLst>
              </p14:cNvPr>
              <p14:cNvContentPartPr/>
              <p14:nvPr/>
            </p14:nvContentPartPr>
            <p14:xfrm>
              <a:off x="5827758" y="876130"/>
              <a:ext cx="298080" cy="1422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32CE985-C613-2BB0-FD2B-4E10528A4DE6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809758" y="858130"/>
                <a:ext cx="33372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4B3809C-9877-CA5B-DBC3-FCC4E87D78D4}"/>
              </a:ext>
            </a:extLst>
          </p:cNvPr>
          <p:cNvGrpSpPr/>
          <p:nvPr/>
        </p:nvGrpSpPr>
        <p:grpSpPr>
          <a:xfrm>
            <a:off x="2914638" y="1491010"/>
            <a:ext cx="1415520" cy="415800"/>
            <a:chOff x="2914638" y="1491010"/>
            <a:chExt cx="141552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41C5F4E-6D7D-88B0-215D-6AB3B81DEC3F}"/>
                    </a:ext>
                  </a:extLst>
                </p14:cNvPr>
                <p14:cNvContentPartPr/>
                <p14:nvPr/>
              </p14:nvContentPartPr>
              <p14:xfrm>
                <a:off x="2914638" y="1528810"/>
                <a:ext cx="156240" cy="37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41C5F4E-6D7D-88B0-215D-6AB3B81DEC3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896638" y="1511170"/>
                  <a:ext cx="191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E146695-8165-F999-D6E2-003524342E02}"/>
                    </a:ext>
                  </a:extLst>
                </p14:cNvPr>
                <p14:cNvContentPartPr/>
                <p14:nvPr/>
              </p14:nvContentPartPr>
              <p14:xfrm>
                <a:off x="3225678" y="1571650"/>
                <a:ext cx="164520" cy="233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E146695-8165-F999-D6E2-003524342E0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208038" y="1554010"/>
                  <a:ext cx="200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63F68B-51E0-6E31-AFC3-ABF8AEF73259}"/>
                    </a:ext>
                  </a:extLst>
                </p14:cNvPr>
                <p14:cNvContentPartPr/>
                <p14:nvPr/>
              </p14:nvContentPartPr>
              <p14:xfrm>
                <a:off x="3494958" y="1658770"/>
                <a:ext cx="128880" cy="143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63F68B-51E0-6E31-AFC3-ABF8AEF7325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477318" y="1640770"/>
                  <a:ext cx="164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75682D6-CC7D-D835-E336-9CF803C62AA7}"/>
                    </a:ext>
                  </a:extLst>
                </p14:cNvPr>
                <p14:cNvContentPartPr/>
                <p14:nvPr/>
              </p14:nvContentPartPr>
              <p14:xfrm>
                <a:off x="3741558" y="1637890"/>
                <a:ext cx="90720" cy="114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75682D6-CC7D-D835-E336-9CF803C62AA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723558" y="1620250"/>
                  <a:ext cx="126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8BD3D87-76B0-B930-B2C7-0E95F5AAFB88}"/>
                    </a:ext>
                  </a:extLst>
                </p14:cNvPr>
                <p14:cNvContentPartPr/>
                <p14:nvPr/>
              </p14:nvContentPartPr>
              <p14:xfrm>
                <a:off x="3968358" y="1491010"/>
                <a:ext cx="94680" cy="321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8BD3D87-76B0-B930-B2C7-0E95F5AAFB8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950718" y="1473370"/>
                  <a:ext cx="130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DC3FA9B-43D6-8AA8-1A1E-69822B11F1B9}"/>
                    </a:ext>
                  </a:extLst>
                </p14:cNvPr>
                <p14:cNvContentPartPr/>
                <p14:nvPr/>
              </p14:nvContentPartPr>
              <p14:xfrm>
                <a:off x="3958278" y="1637170"/>
                <a:ext cx="158760" cy="39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DC3FA9B-43D6-8AA8-1A1E-69822B11F1B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940638" y="1619530"/>
                  <a:ext cx="194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959AB27-75C4-6554-6F54-6B8BDFDE7C56}"/>
                    </a:ext>
                  </a:extLst>
                </p14:cNvPr>
                <p14:cNvContentPartPr/>
                <p14:nvPr/>
              </p14:nvContentPartPr>
              <p14:xfrm>
                <a:off x="4283358" y="1727170"/>
                <a:ext cx="46800" cy="15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959AB27-75C4-6554-6F54-6B8BDFDE7C5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265718" y="1709530"/>
                  <a:ext cx="824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50989C3-D6F4-A574-5CCC-115901C8ECB2}"/>
                  </a:ext>
                </a:extLst>
              </p14:cNvPr>
              <p14:cNvContentPartPr/>
              <p14:nvPr/>
            </p14:nvContentPartPr>
            <p14:xfrm>
              <a:off x="2010318" y="3610690"/>
              <a:ext cx="1301400" cy="12510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50989C3-D6F4-A574-5CCC-115901C8ECB2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956318" y="3502690"/>
                <a:ext cx="1409040" cy="14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87D514CD-DCF1-F4A4-1CE1-A0200764FA9B}"/>
                  </a:ext>
                </a:extLst>
              </p14:cNvPr>
              <p14:cNvContentPartPr/>
              <p14:nvPr/>
            </p14:nvContentPartPr>
            <p14:xfrm>
              <a:off x="2662278" y="1380850"/>
              <a:ext cx="1683720" cy="5983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87D514CD-DCF1-F4A4-1CE1-A0200764FA9B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608638" y="1272850"/>
                <a:ext cx="1791360" cy="81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489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7284-6480-AFA2-D32C-85EE156E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9AEEE8CC-210C-5F12-CF21-778D8A31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9" y="1795026"/>
            <a:ext cx="11073401" cy="32679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6E9A-D2E9-FF09-9DD3-1D1392C1A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4DBC0-3C83-9EB8-53BA-36E6C3F157E7}"/>
              </a:ext>
            </a:extLst>
          </p:cNvPr>
          <p:cNvGrpSpPr/>
          <p:nvPr/>
        </p:nvGrpSpPr>
        <p:grpSpPr>
          <a:xfrm>
            <a:off x="3370171" y="241420"/>
            <a:ext cx="590760" cy="1152720"/>
            <a:chOff x="3370171" y="241420"/>
            <a:chExt cx="590760" cy="11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3A405F2-9DFB-4A13-01BC-85A480CC37EF}"/>
                    </a:ext>
                  </a:extLst>
                </p14:cNvPr>
                <p14:cNvContentPartPr/>
                <p14:nvPr/>
              </p14:nvContentPartPr>
              <p14:xfrm>
                <a:off x="3559531" y="241420"/>
                <a:ext cx="99360" cy="493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3A405F2-9DFB-4A13-01BC-85A480CC37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41891" y="223420"/>
                  <a:ext cx="1350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E79B38-C954-5F02-5D6F-5ACF1CE98E97}"/>
                    </a:ext>
                  </a:extLst>
                </p14:cNvPr>
                <p14:cNvContentPartPr/>
                <p14:nvPr/>
              </p14:nvContentPartPr>
              <p14:xfrm>
                <a:off x="3370171" y="723820"/>
                <a:ext cx="590760" cy="4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E79B38-C954-5F02-5D6F-5ACF1CE98E9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52171" y="705820"/>
                  <a:ext cx="626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38CCC6-038A-7132-A464-74D3C5A1F3E4}"/>
                    </a:ext>
                  </a:extLst>
                </p14:cNvPr>
                <p14:cNvContentPartPr/>
                <p14:nvPr/>
              </p14:nvContentPartPr>
              <p14:xfrm>
                <a:off x="3479971" y="882220"/>
                <a:ext cx="463320" cy="60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38CCC6-038A-7132-A464-74D3C5A1F3E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62331" y="864580"/>
                  <a:ext cx="498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35CECB0-0B92-CB0A-2192-FB12BDF76FEF}"/>
                    </a:ext>
                  </a:extLst>
                </p14:cNvPr>
                <p14:cNvContentPartPr/>
                <p14:nvPr/>
              </p14:nvContentPartPr>
              <p14:xfrm>
                <a:off x="3722971" y="887980"/>
                <a:ext cx="25560" cy="506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35CECB0-0B92-CB0A-2192-FB12BDF76F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05331" y="870340"/>
                  <a:ext cx="61200" cy="54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8502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5C7A-BACF-CE70-CA01-6BB2C15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CFC8D6A8-1C0B-2257-8B15-2A10F13C3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22" y="1411231"/>
            <a:ext cx="3687426" cy="32323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566A-8B72-14E8-856F-2D5CF83C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669A0189-6DC2-151E-28DD-F33B5A3C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921" y="1300886"/>
            <a:ext cx="4003574" cy="366072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52E4C122-0CE6-2A6C-EF45-33EF82137523}"/>
              </a:ext>
            </a:extLst>
          </p:cNvPr>
          <p:cNvGrpSpPr/>
          <p:nvPr/>
        </p:nvGrpSpPr>
        <p:grpSpPr>
          <a:xfrm>
            <a:off x="5354851" y="1040620"/>
            <a:ext cx="1141560" cy="272520"/>
            <a:chOff x="5354851" y="1040620"/>
            <a:chExt cx="114156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A67E26-B2FC-F3C5-C34C-5BAD74EA5C48}"/>
                    </a:ext>
                  </a:extLst>
                </p14:cNvPr>
                <p14:cNvContentPartPr/>
                <p14:nvPr/>
              </p14:nvContentPartPr>
              <p14:xfrm>
                <a:off x="5377891" y="1075180"/>
                <a:ext cx="53640" cy="23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A67E26-B2FC-F3C5-C34C-5BAD74EA5C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59891" y="1057180"/>
                  <a:ext cx="89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05FA06-36CD-F0F4-EDBB-2EFBF4FFB81C}"/>
                    </a:ext>
                  </a:extLst>
                </p14:cNvPr>
                <p14:cNvContentPartPr/>
                <p14:nvPr/>
              </p14:nvContentPartPr>
              <p14:xfrm>
                <a:off x="5354851" y="1040620"/>
                <a:ext cx="230040" cy="178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05FA06-36CD-F0F4-EDBB-2EFBF4FFB8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37211" y="1022620"/>
                  <a:ext cx="265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5BBD8A-416E-5DFC-99EE-D4F838CFEF6E}"/>
                    </a:ext>
                  </a:extLst>
                </p14:cNvPr>
                <p14:cNvContentPartPr/>
                <p14:nvPr/>
              </p14:nvContentPartPr>
              <p14:xfrm>
                <a:off x="5794051" y="1088140"/>
                <a:ext cx="59760" cy="22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5BBD8A-416E-5DFC-99EE-D4F838CFEF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76411" y="1070500"/>
                  <a:ext cx="95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8D72D1-9258-521B-E37C-3FFBDBAD28FA}"/>
                    </a:ext>
                  </a:extLst>
                </p14:cNvPr>
                <p14:cNvContentPartPr/>
                <p14:nvPr/>
              </p14:nvContentPartPr>
              <p14:xfrm>
                <a:off x="5761291" y="1171660"/>
                <a:ext cx="280800" cy="127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8D72D1-9258-521B-E37C-3FFBDBAD28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43291" y="1153660"/>
                  <a:ext cx="316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2D62F9-A6F4-EBF8-8124-C875C41C2CE9}"/>
                    </a:ext>
                  </a:extLst>
                </p14:cNvPr>
                <p14:cNvContentPartPr/>
                <p14:nvPr/>
              </p14:nvContentPartPr>
              <p14:xfrm>
                <a:off x="6165571" y="1108300"/>
                <a:ext cx="52560" cy="155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2D62F9-A6F4-EBF8-8124-C875C41C2C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47571" y="1090660"/>
                  <a:ext cx="88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510009-CEEA-870C-78A5-453B71A531A1}"/>
                    </a:ext>
                  </a:extLst>
                </p14:cNvPr>
                <p14:cNvContentPartPr/>
                <p14:nvPr/>
              </p14:nvContentPartPr>
              <p14:xfrm>
                <a:off x="6114811" y="1150060"/>
                <a:ext cx="14400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510009-CEEA-870C-78A5-453B71A531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96811" y="1132420"/>
                  <a:ext cx="179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3B187EC-4574-A5B4-4991-7A4B03636A52}"/>
                    </a:ext>
                  </a:extLst>
                </p14:cNvPr>
                <p14:cNvContentPartPr/>
                <p14:nvPr/>
              </p14:nvContentPartPr>
              <p14:xfrm>
                <a:off x="6326131" y="1203700"/>
                <a:ext cx="34920" cy="13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3B187EC-4574-A5B4-4991-7A4B03636A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08491" y="1186060"/>
                  <a:ext cx="70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8C4B44-DE0F-7851-986D-4240EB9650CE}"/>
                    </a:ext>
                  </a:extLst>
                </p14:cNvPr>
                <p14:cNvContentPartPr/>
                <p14:nvPr/>
              </p14:nvContentPartPr>
              <p14:xfrm>
                <a:off x="6384811" y="1192180"/>
                <a:ext cx="111600" cy="43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8C4B44-DE0F-7851-986D-4240EB9650C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67171" y="1174180"/>
                  <a:ext cx="14724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6F8077-C8FF-676E-329C-504049FF8397}"/>
              </a:ext>
            </a:extLst>
          </p:cNvPr>
          <p:cNvGrpSpPr/>
          <p:nvPr/>
        </p:nvGrpSpPr>
        <p:grpSpPr>
          <a:xfrm>
            <a:off x="6736171" y="969340"/>
            <a:ext cx="2172240" cy="307440"/>
            <a:chOff x="6736171" y="969340"/>
            <a:chExt cx="217224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FD8984-CC54-36E5-0CF2-64450C403C48}"/>
                    </a:ext>
                  </a:extLst>
                </p14:cNvPr>
                <p14:cNvContentPartPr/>
                <p14:nvPr/>
              </p14:nvContentPartPr>
              <p14:xfrm>
                <a:off x="6754171" y="1001740"/>
                <a:ext cx="43560" cy="220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FD8984-CC54-36E5-0CF2-64450C403C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6531" y="984100"/>
                  <a:ext cx="79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5E28771-98C0-6672-8734-D52FB44A6472}"/>
                    </a:ext>
                  </a:extLst>
                </p14:cNvPr>
                <p14:cNvContentPartPr/>
                <p14:nvPr/>
              </p14:nvContentPartPr>
              <p14:xfrm>
                <a:off x="6736171" y="969340"/>
                <a:ext cx="178560" cy="134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5E28771-98C0-6672-8734-D52FB44A64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18171" y="951700"/>
                  <a:ext cx="214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6D3199C-DCB9-E8ED-1982-61FBAFC15359}"/>
                    </a:ext>
                  </a:extLst>
                </p14:cNvPr>
                <p14:cNvContentPartPr/>
                <p14:nvPr/>
              </p14:nvContentPartPr>
              <p14:xfrm>
                <a:off x="7025251" y="1101460"/>
                <a:ext cx="35280" cy="107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6D3199C-DCB9-E8ED-1982-61FBAFC153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07611" y="1083820"/>
                  <a:ext cx="70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FD8ABE-4AB9-8535-A471-EBA637E44205}"/>
                    </a:ext>
                  </a:extLst>
                </p14:cNvPr>
                <p14:cNvContentPartPr/>
                <p14:nvPr/>
              </p14:nvContentPartPr>
              <p14:xfrm>
                <a:off x="7171771" y="1120540"/>
                <a:ext cx="151560" cy="1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FD8ABE-4AB9-8535-A471-EBA637E442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54131" y="1102900"/>
                  <a:ext cx="187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E42CBF-D7B1-29A1-7764-1397AC778062}"/>
                    </a:ext>
                  </a:extLst>
                </p14:cNvPr>
                <p14:cNvContentPartPr/>
                <p14:nvPr/>
              </p14:nvContentPartPr>
              <p14:xfrm>
                <a:off x="7287331" y="1054660"/>
                <a:ext cx="77400" cy="129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E42CBF-D7B1-29A1-7764-1397AC7780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69331" y="1037020"/>
                  <a:ext cx="113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058B1B9-25FF-AE19-01BF-F4BC6B106793}"/>
                    </a:ext>
                  </a:extLst>
                </p14:cNvPr>
                <p14:cNvContentPartPr/>
                <p14:nvPr/>
              </p14:nvContentPartPr>
              <p14:xfrm>
                <a:off x="7589731" y="1065460"/>
                <a:ext cx="55080" cy="131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058B1B9-25FF-AE19-01BF-F4BC6B1067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1731" y="1047820"/>
                  <a:ext cx="90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65ABB7-D1BE-8EB9-7DA9-1A38A3E4B50A}"/>
                    </a:ext>
                  </a:extLst>
                </p14:cNvPr>
                <p14:cNvContentPartPr/>
                <p14:nvPr/>
              </p14:nvContentPartPr>
              <p14:xfrm>
                <a:off x="7572091" y="1012900"/>
                <a:ext cx="178560" cy="137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65ABB7-D1BE-8EB9-7DA9-1A38A3E4B5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4451" y="995260"/>
                  <a:ext cx="214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EC3013-71AE-A53B-1F43-F16BF7238C6F}"/>
                    </a:ext>
                  </a:extLst>
                </p14:cNvPr>
                <p14:cNvContentPartPr/>
                <p14:nvPr/>
              </p14:nvContentPartPr>
              <p14:xfrm>
                <a:off x="7840291" y="1112980"/>
                <a:ext cx="135720" cy="89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EC3013-71AE-A53B-1F43-F16BF7238C6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22651" y="1095340"/>
                  <a:ext cx="171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87CF1C-C4DB-7A56-9396-B4B833D86388}"/>
                    </a:ext>
                  </a:extLst>
                </p14:cNvPr>
                <p14:cNvContentPartPr/>
                <p14:nvPr/>
              </p14:nvContentPartPr>
              <p14:xfrm>
                <a:off x="8181931" y="1121980"/>
                <a:ext cx="140040" cy="3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87CF1C-C4DB-7A56-9396-B4B833D863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63931" y="1104340"/>
                  <a:ext cx="175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8C7385-7E68-6B77-2986-367CB018434F}"/>
                    </a:ext>
                  </a:extLst>
                </p14:cNvPr>
                <p14:cNvContentPartPr/>
                <p14:nvPr/>
              </p14:nvContentPartPr>
              <p14:xfrm>
                <a:off x="8251411" y="1052140"/>
                <a:ext cx="52200" cy="142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8C7385-7E68-6B77-2986-367CB01843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33771" y="1034500"/>
                  <a:ext cx="87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BB326A-8A01-F46A-DFED-9E07AE98A34A}"/>
                    </a:ext>
                  </a:extLst>
                </p14:cNvPr>
                <p14:cNvContentPartPr/>
                <p14:nvPr/>
              </p14:nvContentPartPr>
              <p14:xfrm>
                <a:off x="8468491" y="1046740"/>
                <a:ext cx="53640" cy="15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BB326A-8A01-F46A-DFED-9E07AE98A3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50491" y="1029100"/>
                  <a:ext cx="89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683506-1732-EB5F-AC03-8B63226487D3}"/>
                    </a:ext>
                  </a:extLst>
                </p14:cNvPr>
                <p14:cNvContentPartPr/>
                <p14:nvPr/>
              </p14:nvContentPartPr>
              <p14:xfrm>
                <a:off x="8480371" y="1017580"/>
                <a:ext cx="151200" cy="113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683506-1732-EB5F-AC03-8B63226487D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2731" y="999940"/>
                  <a:ext cx="186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3AF407C-D3FF-D6D6-9183-460BC650C81A}"/>
                    </a:ext>
                  </a:extLst>
                </p14:cNvPr>
                <p14:cNvContentPartPr/>
                <p14:nvPr/>
              </p14:nvContentPartPr>
              <p14:xfrm>
                <a:off x="8722651" y="1122700"/>
                <a:ext cx="185760" cy="154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3AF407C-D3FF-D6D6-9183-460BC650C8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04651" y="1104700"/>
                  <a:ext cx="2214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57154DE-64DD-EF63-92F1-300F96C035E1}"/>
              </a:ext>
            </a:extLst>
          </p:cNvPr>
          <p:cNvGrpSpPr/>
          <p:nvPr/>
        </p:nvGrpSpPr>
        <p:grpSpPr>
          <a:xfrm>
            <a:off x="5882611" y="243580"/>
            <a:ext cx="3365640" cy="465480"/>
            <a:chOff x="5882611" y="243580"/>
            <a:chExt cx="3365640" cy="46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06A6ED-2640-A729-A8AE-5196421D1916}"/>
                    </a:ext>
                  </a:extLst>
                </p14:cNvPr>
                <p14:cNvContentPartPr/>
                <p14:nvPr/>
              </p14:nvContentPartPr>
              <p14:xfrm>
                <a:off x="5990971" y="577660"/>
                <a:ext cx="28800" cy="26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06A6ED-2640-A729-A8AE-5196421D19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72971" y="560020"/>
                  <a:ext cx="64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3F9C6D-CCD7-98B7-FD57-64DB5D07ED25}"/>
                    </a:ext>
                  </a:extLst>
                </p14:cNvPr>
                <p14:cNvContentPartPr/>
                <p14:nvPr/>
              </p14:nvContentPartPr>
              <p14:xfrm>
                <a:off x="6016891" y="551740"/>
                <a:ext cx="698760" cy="127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3F9C6D-CCD7-98B7-FD57-64DB5D07ED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99251" y="533740"/>
                  <a:ext cx="734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B5CC1C-075E-BDFC-CA5E-9BDA40EE57DB}"/>
                    </a:ext>
                  </a:extLst>
                </p14:cNvPr>
                <p14:cNvContentPartPr/>
                <p14:nvPr/>
              </p14:nvContentPartPr>
              <p14:xfrm>
                <a:off x="6743731" y="651460"/>
                <a:ext cx="558000" cy="28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B5CC1C-075E-BDFC-CA5E-9BDA40EE57D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25731" y="633820"/>
                  <a:ext cx="593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39BDE3-5B9E-BB38-541B-2C2E8C8B8EDA}"/>
                    </a:ext>
                  </a:extLst>
                </p14:cNvPr>
                <p14:cNvContentPartPr/>
                <p14:nvPr/>
              </p14:nvContentPartPr>
              <p14:xfrm>
                <a:off x="7322611" y="541660"/>
                <a:ext cx="345600" cy="16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39BDE3-5B9E-BB38-541B-2C2E8C8B8ED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04611" y="523660"/>
                  <a:ext cx="381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06BF64-A7AC-87EC-6521-4C5904EF2B6D}"/>
                    </a:ext>
                  </a:extLst>
                </p14:cNvPr>
                <p14:cNvContentPartPr/>
                <p14:nvPr/>
              </p14:nvContentPartPr>
              <p14:xfrm>
                <a:off x="7724371" y="645700"/>
                <a:ext cx="547200" cy="8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06BF64-A7AC-87EC-6521-4C5904EF2B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06731" y="628060"/>
                  <a:ext cx="582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19FE8F5-517B-373A-AA83-CF9EFFADC9B6}"/>
                    </a:ext>
                  </a:extLst>
                </p14:cNvPr>
                <p14:cNvContentPartPr/>
                <p14:nvPr/>
              </p14:nvContentPartPr>
              <p14:xfrm>
                <a:off x="8270491" y="533380"/>
                <a:ext cx="230760" cy="119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19FE8F5-517B-373A-AA83-CF9EFFADC9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52491" y="515740"/>
                  <a:ext cx="266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D8271A-41FE-A2E1-3F07-2ED79793C40C}"/>
                    </a:ext>
                  </a:extLst>
                </p14:cNvPr>
                <p14:cNvContentPartPr/>
                <p14:nvPr/>
              </p14:nvContentPartPr>
              <p14:xfrm>
                <a:off x="8544811" y="617980"/>
                <a:ext cx="684360" cy="42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D8271A-41FE-A2E1-3F07-2ED79793C4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27171" y="599980"/>
                  <a:ext cx="720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E77E48-B9F6-9E8E-DE35-CAD7FFEF23F7}"/>
                    </a:ext>
                  </a:extLst>
                </p14:cNvPr>
                <p14:cNvContentPartPr/>
                <p14:nvPr/>
              </p14:nvContentPartPr>
              <p14:xfrm>
                <a:off x="5913931" y="567220"/>
                <a:ext cx="69480" cy="60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E77E48-B9F6-9E8E-DE35-CAD7FFEF23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96291" y="549220"/>
                  <a:ext cx="105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ECE884-77DC-9829-BBC1-95069C1C53BD}"/>
                    </a:ext>
                  </a:extLst>
                </p14:cNvPr>
                <p14:cNvContentPartPr/>
                <p14:nvPr/>
              </p14:nvContentPartPr>
              <p14:xfrm>
                <a:off x="9222691" y="644620"/>
                <a:ext cx="24840" cy="6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ECE884-77DC-9829-BBC1-95069C1C53B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05051" y="626980"/>
                  <a:ext cx="60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A42FEE-4290-464B-3750-979A8CDCF342}"/>
                    </a:ext>
                  </a:extLst>
                </p14:cNvPr>
                <p14:cNvContentPartPr/>
                <p14:nvPr/>
              </p14:nvContentPartPr>
              <p14:xfrm>
                <a:off x="5882611" y="562540"/>
                <a:ext cx="52560" cy="42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A42FEE-4290-464B-3750-979A8CDCF34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64611" y="544540"/>
                  <a:ext cx="88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E581AD3-4F8D-F4A0-C73D-425E65EBE5C2}"/>
                    </a:ext>
                  </a:extLst>
                </p14:cNvPr>
                <p14:cNvContentPartPr/>
                <p14:nvPr/>
              </p14:nvContentPartPr>
              <p14:xfrm>
                <a:off x="6454291" y="309820"/>
                <a:ext cx="51480" cy="151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E581AD3-4F8D-F4A0-C73D-425E65EBE5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36651" y="292180"/>
                  <a:ext cx="87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6751EDC-5E0E-18B2-E98C-F7687D8E8195}"/>
                    </a:ext>
                  </a:extLst>
                </p14:cNvPr>
                <p14:cNvContentPartPr/>
                <p14:nvPr/>
              </p14:nvContentPartPr>
              <p14:xfrm>
                <a:off x="6423691" y="261940"/>
                <a:ext cx="155880" cy="109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6751EDC-5E0E-18B2-E98C-F7687D8E81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06051" y="243940"/>
                  <a:ext cx="191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6E04BD-3323-DE99-2FF0-6CD4A078E6BC}"/>
                    </a:ext>
                  </a:extLst>
                </p14:cNvPr>
                <p14:cNvContentPartPr/>
                <p14:nvPr/>
              </p14:nvContentPartPr>
              <p14:xfrm>
                <a:off x="6671731" y="346900"/>
                <a:ext cx="24480" cy="74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6E04BD-3323-DE99-2FF0-6CD4A078E6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53731" y="328900"/>
                  <a:ext cx="60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A564A6-062E-E231-E5F8-6A33D0CB2C54}"/>
                    </a:ext>
                  </a:extLst>
                </p14:cNvPr>
                <p14:cNvContentPartPr/>
                <p14:nvPr/>
              </p14:nvContentPartPr>
              <p14:xfrm>
                <a:off x="7242331" y="313420"/>
                <a:ext cx="45720" cy="160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A564A6-062E-E231-E5F8-6A33D0CB2C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24331" y="295780"/>
                  <a:ext cx="81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384B7F-C19C-8871-B4A3-1DB2B2BE764F}"/>
                    </a:ext>
                  </a:extLst>
                </p14:cNvPr>
                <p14:cNvContentPartPr/>
                <p14:nvPr/>
              </p14:nvContentPartPr>
              <p14:xfrm>
                <a:off x="7232971" y="246460"/>
                <a:ext cx="169200" cy="112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384B7F-C19C-8871-B4A3-1DB2B2BE76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14971" y="228820"/>
                  <a:ext cx="204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88264F-0E1E-BE9C-51AB-CFACD0B72851}"/>
                    </a:ext>
                  </a:extLst>
                </p14:cNvPr>
                <p14:cNvContentPartPr/>
                <p14:nvPr/>
              </p14:nvContentPartPr>
              <p14:xfrm>
                <a:off x="7433851" y="333580"/>
                <a:ext cx="151560" cy="75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88264F-0E1E-BE9C-51AB-CFACD0B7285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16211" y="315940"/>
                  <a:ext cx="18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DE7E18-DBF5-96FE-1682-9AE7A3A64A13}"/>
                    </a:ext>
                  </a:extLst>
                </p14:cNvPr>
                <p14:cNvContentPartPr/>
                <p14:nvPr/>
              </p14:nvContentPartPr>
              <p14:xfrm>
                <a:off x="8244211" y="264100"/>
                <a:ext cx="37080" cy="172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DE7E18-DBF5-96FE-1682-9AE7A3A64A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6211" y="246460"/>
                  <a:ext cx="72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1A68E4-09F4-2211-1B58-7B29285BA6D8}"/>
                    </a:ext>
                  </a:extLst>
                </p14:cNvPr>
                <p14:cNvContentPartPr/>
                <p14:nvPr/>
              </p14:nvContentPartPr>
              <p14:xfrm>
                <a:off x="8248891" y="243580"/>
                <a:ext cx="149040" cy="112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1A68E4-09F4-2211-1B58-7B29285BA6D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30891" y="225580"/>
                  <a:ext cx="184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AB5531-DD20-4BB5-E096-4DA004EBE264}"/>
                    </a:ext>
                  </a:extLst>
                </p14:cNvPr>
                <p14:cNvContentPartPr/>
                <p14:nvPr/>
              </p14:nvContentPartPr>
              <p14:xfrm>
                <a:off x="8516011" y="334660"/>
                <a:ext cx="138960" cy="132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AB5531-DD20-4BB5-E096-4DA004EBE2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98011" y="316660"/>
                  <a:ext cx="174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AEFEF0-6055-C985-D3D0-2D906D88E179}"/>
                    </a:ext>
                  </a:extLst>
                </p14:cNvPr>
                <p14:cNvContentPartPr/>
                <p14:nvPr/>
              </p14:nvContentPartPr>
              <p14:xfrm>
                <a:off x="9202171" y="661180"/>
                <a:ext cx="46080" cy="3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AEFEF0-6055-C985-D3D0-2D906D88E17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84171" y="643180"/>
                  <a:ext cx="8172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F7589B0-83DB-AA4F-2D0E-8133A0FC2FB2}"/>
                  </a:ext>
                </a:extLst>
              </p14:cNvPr>
              <p14:cNvContentPartPr/>
              <p14:nvPr/>
            </p14:nvContentPartPr>
            <p14:xfrm>
              <a:off x="1575931" y="5585980"/>
              <a:ext cx="161280" cy="214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F7589B0-83DB-AA4F-2D0E-8133A0FC2FB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557931" y="5567980"/>
                <a:ext cx="1969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2BE4BBB-3064-1346-4A08-5F2148551005}"/>
                  </a:ext>
                </a:extLst>
              </p14:cNvPr>
              <p14:cNvContentPartPr/>
              <p14:nvPr/>
            </p14:nvContentPartPr>
            <p14:xfrm>
              <a:off x="1795891" y="5662300"/>
              <a:ext cx="55080" cy="1202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2BE4BBB-3064-1346-4A08-5F214855100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778251" y="5644300"/>
                <a:ext cx="907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A89EB82A-6347-C2A8-CAB7-7F2DC926D5A7}"/>
              </a:ext>
            </a:extLst>
          </p:cNvPr>
          <p:cNvGrpSpPr/>
          <p:nvPr/>
        </p:nvGrpSpPr>
        <p:grpSpPr>
          <a:xfrm>
            <a:off x="2263891" y="4369540"/>
            <a:ext cx="3319560" cy="2339280"/>
            <a:chOff x="2263891" y="4369540"/>
            <a:chExt cx="3319560" cy="23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809308-C2B4-D736-92E6-DED71BBE26AA}"/>
                    </a:ext>
                  </a:extLst>
                </p14:cNvPr>
                <p14:cNvContentPartPr/>
                <p14:nvPr/>
              </p14:nvContentPartPr>
              <p14:xfrm>
                <a:off x="2441371" y="4911340"/>
                <a:ext cx="1096200" cy="140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809308-C2B4-D736-92E6-DED71BBE26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3371" y="4893700"/>
                  <a:ext cx="1131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23C22E3-A15E-D373-A016-6A1A0460003D}"/>
                    </a:ext>
                  </a:extLst>
                </p14:cNvPr>
                <p14:cNvContentPartPr/>
                <p14:nvPr/>
              </p14:nvContentPartPr>
              <p14:xfrm>
                <a:off x="3432451" y="4878580"/>
                <a:ext cx="45360" cy="416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23C22E3-A15E-D373-A016-6A1A046000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14451" y="4860580"/>
                  <a:ext cx="810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8D33C3-A75C-F2A4-221D-C4DB94B3E601}"/>
                    </a:ext>
                  </a:extLst>
                </p14:cNvPr>
                <p14:cNvContentPartPr/>
                <p14:nvPr/>
              </p14:nvContentPartPr>
              <p14:xfrm>
                <a:off x="3245971" y="5289340"/>
                <a:ext cx="489240" cy="28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8D33C3-A75C-F2A4-221D-C4DB94B3E6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27971" y="5271340"/>
                  <a:ext cx="524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11F533-7B2F-015B-E3A2-E2E07D166252}"/>
                    </a:ext>
                  </a:extLst>
                </p14:cNvPr>
                <p14:cNvContentPartPr/>
                <p14:nvPr/>
              </p14:nvContentPartPr>
              <p14:xfrm>
                <a:off x="3268651" y="5459980"/>
                <a:ext cx="337320" cy="41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11F533-7B2F-015B-E3A2-E2E07D1662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50651" y="5441980"/>
                  <a:ext cx="372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C9FE138-47C6-C78B-66BC-851AAA55C94B}"/>
                    </a:ext>
                  </a:extLst>
                </p14:cNvPr>
                <p14:cNvContentPartPr/>
                <p14:nvPr/>
              </p14:nvContentPartPr>
              <p14:xfrm>
                <a:off x="3462691" y="5494540"/>
                <a:ext cx="61920" cy="389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C9FE138-47C6-C78B-66BC-851AAA55C9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44691" y="5476540"/>
                  <a:ext cx="97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D50AE0C-6FE0-4187-8D68-471FFA2AD735}"/>
                    </a:ext>
                  </a:extLst>
                </p14:cNvPr>
                <p14:cNvContentPartPr/>
                <p14:nvPr/>
              </p14:nvContentPartPr>
              <p14:xfrm>
                <a:off x="3442171" y="4849420"/>
                <a:ext cx="992160" cy="94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D50AE0C-6FE0-4187-8D68-471FFA2AD7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24171" y="4831780"/>
                  <a:ext cx="1027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B7DAE8A-C727-633E-EB26-E1056F0BE380}"/>
                    </a:ext>
                  </a:extLst>
                </p14:cNvPr>
                <p14:cNvContentPartPr/>
                <p14:nvPr/>
              </p14:nvContentPartPr>
              <p14:xfrm>
                <a:off x="4321651" y="4861660"/>
                <a:ext cx="43560" cy="446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B7DAE8A-C727-633E-EB26-E1056F0BE3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04011" y="4844020"/>
                  <a:ext cx="792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A87415-08E2-2E61-088B-7B8ACE16B79E}"/>
                    </a:ext>
                  </a:extLst>
                </p14:cNvPr>
                <p14:cNvContentPartPr/>
                <p14:nvPr/>
              </p14:nvContentPartPr>
              <p14:xfrm>
                <a:off x="4223731" y="5307340"/>
                <a:ext cx="470160" cy="36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A87415-08E2-2E61-088B-7B8ACE16B79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05731" y="5289700"/>
                  <a:ext cx="505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444469-AFA2-6E42-DF85-40EC49816917}"/>
                    </a:ext>
                  </a:extLst>
                </p14:cNvPr>
                <p14:cNvContentPartPr/>
                <p14:nvPr/>
              </p14:nvContentPartPr>
              <p14:xfrm>
                <a:off x="4212211" y="5520820"/>
                <a:ext cx="446040" cy="16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444469-AFA2-6E42-DF85-40EC4981691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94211" y="5503180"/>
                  <a:ext cx="481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212512-1FF2-E17B-487C-F17DDEDF9FFF}"/>
                    </a:ext>
                  </a:extLst>
                </p14:cNvPr>
                <p14:cNvContentPartPr/>
                <p14:nvPr/>
              </p14:nvContentPartPr>
              <p14:xfrm>
                <a:off x="4382131" y="5569780"/>
                <a:ext cx="75240" cy="535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212512-1FF2-E17B-487C-F17DDEDF9FF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64491" y="5551780"/>
                  <a:ext cx="11088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CBFE881-9E3F-42AF-1E01-9288E2AC92C3}"/>
                    </a:ext>
                  </a:extLst>
                </p14:cNvPr>
                <p14:cNvContentPartPr/>
                <p14:nvPr/>
              </p14:nvContentPartPr>
              <p14:xfrm>
                <a:off x="3510571" y="5836900"/>
                <a:ext cx="20520" cy="312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CBFE881-9E3F-42AF-1E01-9288E2AC92C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92931" y="5818900"/>
                  <a:ext cx="56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63EE849-8246-3CD6-5D0B-761F87404144}"/>
                    </a:ext>
                  </a:extLst>
                </p14:cNvPr>
                <p14:cNvContentPartPr/>
                <p14:nvPr/>
              </p14:nvContentPartPr>
              <p14:xfrm>
                <a:off x="2460091" y="5015020"/>
                <a:ext cx="26280" cy="37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63EE849-8246-3CD6-5D0B-761F874041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42451" y="4997020"/>
                  <a:ext cx="619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041918D-91A6-EB5D-A126-A1E932F847D0}"/>
                    </a:ext>
                  </a:extLst>
                </p14:cNvPr>
                <p14:cNvContentPartPr/>
                <p14:nvPr/>
              </p14:nvContentPartPr>
              <p14:xfrm>
                <a:off x="2263891" y="5385460"/>
                <a:ext cx="478440" cy="25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041918D-91A6-EB5D-A126-A1E932F847D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45891" y="5367460"/>
                  <a:ext cx="514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72035E-88E2-0534-021F-529FFE65CC85}"/>
                    </a:ext>
                  </a:extLst>
                </p14:cNvPr>
                <p14:cNvContentPartPr/>
                <p14:nvPr/>
              </p14:nvContentPartPr>
              <p14:xfrm>
                <a:off x="2338771" y="5545660"/>
                <a:ext cx="345600" cy="86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72035E-88E2-0534-021F-529FFE65CC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21131" y="5527660"/>
                  <a:ext cx="381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7B75C3-48ED-18EF-D509-1CF7D7A08D21}"/>
                    </a:ext>
                  </a:extLst>
                </p14:cNvPr>
                <p14:cNvContentPartPr/>
                <p14:nvPr/>
              </p14:nvContentPartPr>
              <p14:xfrm>
                <a:off x="2529931" y="5606140"/>
                <a:ext cx="99360" cy="666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7B75C3-48ED-18EF-D509-1CF7D7A08D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12291" y="5588140"/>
                  <a:ext cx="13500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CAF25EB-C14D-77A1-649D-8006158ACDEA}"/>
                    </a:ext>
                  </a:extLst>
                </p14:cNvPr>
                <p14:cNvContentPartPr/>
                <p14:nvPr/>
              </p14:nvContentPartPr>
              <p14:xfrm>
                <a:off x="2590051" y="6136780"/>
                <a:ext cx="1942200" cy="175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CAF25EB-C14D-77A1-649D-8006158ACD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72411" y="6119140"/>
                  <a:ext cx="1977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5798E9-D09B-3F17-5C0D-DD2E11942FE8}"/>
                    </a:ext>
                  </a:extLst>
                </p14:cNvPr>
                <p14:cNvContentPartPr/>
                <p14:nvPr/>
              </p14:nvContentPartPr>
              <p14:xfrm>
                <a:off x="3402931" y="4496980"/>
                <a:ext cx="51840" cy="393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5798E9-D09B-3F17-5C0D-DD2E11942F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84931" y="4478980"/>
                  <a:ext cx="874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E0C76A2-C2DC-F99F-DF73-2825F9290001}"/>
                    </a:ext>
                  </a:extLst>
                </p14:cNvPr>
                <p14:cNvContentPartPr/>
                <p14:nvPr/>
              </p14:nvContentPartPr>
              <p14:xfrm>
                <a:off x="3577171" y="6307780"/>
                <a:ext cx="59040" cy="296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E0C76A2-C2DC-F99F-DF73-2825F929000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59531" y="6289780"/>
                  <a:ext cx="946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DD2B6C5-738C-5A7A-0F30-E0568EE6FDC5}"/>
                    </a:ext>
                  </a:extLst>
                </p14:cNvPr>
                <p14:cNvContentPartPr/>
                <p14:nvPr/>
              </p14:nvContentPartPr>
              <p14:xfrm>
                <a:off x="3628291" y="6562300"/>
                <a:ext cx="33120" cy="74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DD2B6C5-738C-5A7A-0F30-E0568EE6FDC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10651" y="6544660"/>
                  <a:ext cx="68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A7E7667-A47D-6898-469C-B254F7427807}"/>
                    </a:ext>
                  </a:extLst>
                </p14:cNvPr>
                <p14:cNvContentPartPr/>
                <p14:nvPr/>
              </p14:nvContentPartPr>
              <p14:xfrm>
                <a:off x="3102331" y="5549980"/>
                <a:ext cx="99720" cy="241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A7E7667-A47D-6898-469C-B254F74278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84691" y="5531980"/>
                  <a:ext cx="135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94A105-E65C-A2B3-D634-0EF38A5471DA}"/>
                    </a:ext>
                  </a:extLst>
                </p14:cNvPr>
                <p14:cNvContentPartPr/>
                <p14:nvPr/>
              </p14:nvContentPartPr>
              <p14:xfrm>
                <a:off x="3271171" y="5683540"/>
                <a:ext cx="142200" cy="96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94A105-E65C-A2B3-D634-0EF38A5471D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253531" y="5665540"/>
                  <a:ext cx="177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BCB3D4-4D91-6C91-538C-6FA96AC4C0F2}"/>
                    </a:ext>
                  </a:extLst>
                </p14:cNvPr>
                <p14:cNvContentPartPr/>
                <p14:nvPr/>
              </p14:nvContentPartPr>
              <p14:xfrm>
                <a:off x="3945451" y="5529460"/>
                <a:ext cx="96120" cy="175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BCB3D4-4D91-6C91-538C-6FA96AC4C0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27811" y="5511460"/>
                  <a:ext cx="131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7B4A3A-CB19-A8A2-B547-6FFAD1624A20}"/>
                    </a:ext>
                  </a:extLst>
                </p14:cNvPr>
                <p14:cNvContentPartPr/>
                <p14:nvPr/>
              </p14:nvContentPartPr>
              <p14:xfrm>
                <a:off x="4132651" y="5697580"/>
                <a:ext cx="81000" cy="168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7B4A3A-CB19-A8A2-B547-6FFAD1624A2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14651" y="5679580"/>
                  <a:ext cx="116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9DAFE4-C261-E918-E0D4-7C555C78F248}"/>
                    </a:ext>
                  </a:extLst>
                </p14:cNvPr>
                <p14:cNvContentPartPr/>
                <p14:nvPr/>
              </p14:nvContentPartPr>
              <p14:xfrm>
                <a:off x="3625051" y="6491020"/>
                <a:ext cx="1355400" cy="217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9DAFE4-C261-E918-E0D4-7C555C78F24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07411" y="6473380"/>
                  <a:ext cx="1391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10B334A-329C-C8BF-F660-1614EC9F054E}"/>
                    </a:ext>
                  </a:extLst>
                </p14:cNvPr>
                <p14:cNvContentPartPr/>
                <p14:nvPr/>
              </p14:nvContentPartPr>
              <p14:xfrm>
                <a:off x="4920331" y="6471940"/>
                <a:ext cx="69120" cy="133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10B334A-329C-C8BF-F660-1614EC9F05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02691" y="6453940"/>
                  <a:ext cx="104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E0EFF7F-E2C4-F7B5-3C5F-4423A90DF3EF}"/>
                    </a:ext>
                  </a:extLst>
                </p14:cNvPr>
                <p14:cNvContentPartPr/>
                <p14:nvPr/>
              </p14:nvContentPartPr>
              <p14:xfrm>
                <a:off x="3383851" y="4464940"/>
                <a:ext cx="1404720" cy="106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E0EFF7F-E2C4-F7B5-3C5F-4423A90DF3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66211" y="4446940"/>
                  <a:ext cx="1440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6850E0E-92E8-348A-44B2-BD59B727BFCB}"/>
                    </a:ext>
                  </a:extLst>
                </p14:cNvPr>
                <p14:cNvContentPartPr/>
                <p14:nvPr/>
              </p14:nvContentPartPr>
              <p14:xfrm>
                <a:off x="4805131" y="4369540"/>
                <a:ext cx="76680" cy="113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6850E0E-92E8-348A-44B2-BD59B727BFC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87131" y="4351900"/>
                  <a:ext cx="112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03CF831-A8C6-00A9-D20C-3D16D15E9D42}"/>
                    </a:ext>
                  </a:extLst>
                </p14:cNvPr>
                <p14:cNvContentPartPr/>
                <p14:nvPr/>
              </p14:nvContentPartPr>
              <p14:xfrm>
                <a:off x="5034451" y="4499860"/>
                <a:ext cx="89640" cy="216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03CF831-A8C6-00A9-D20C-3D16D15E9D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16451" y="4481860"/>
                  <a:ext cx="125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A672B4C-51B0-97E0-F5BE-6DB3AB03555A}"/>
                    </a:ext>
                  </a:extLst>
                </p14:cNvPr>
                <p14:cNvContentPartPr/>
                <p14:nvPr/>
              </p14:nvContentPartPr>
              <p14:xfrm>
                <a:off x="5218771" y="4530820"/>
                <a:ext cx="68760" cy="153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A672B4C-51B0-97E0-F5BE-6DB3AB0355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01131" y="4512820"/>
                  <a:ext cx="104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6CB5D9-6CE4-C8C9-E8F4-E0E9444CF06E}"/>
                    </a:ext>
                  </a:extLst>
                </p14:cNvPr>
                <p14:cNvContentPartPr/>
                <p14:nvPr/>
              </p14:nvContentPartPr>
              <p14:xfrm>
                <a:off x="5223451" y="4535860"/>
                <a:ext cx="211320" cy="125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6CB5D9-6CE4-C8C9-E8F4-E0E9444CF0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05451" y="4518220"/>
                  <a:ext cx="246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8834E0C-FE03-0078-ADF2-522F2D4B8614}"/>
                    </a:ext>
                  </a:extLst>
                </p14:cNvPr>
                <p14:cNvContentPartPr/>
                <p14:nvPr/>
              </p14:nvContentPartPr>
              <p14:xfrm>
                <a:off x="5490931" y="4442260"/>
                <a:ext cx="31320" cy="145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8834E0C-FE03-0078-ADF2-522F2D4B861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72931" y="4424260"/>
                  <a:ext cx="66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7A27B03-C3BB-1265-3732-B597F2D007B1}"/>
                    </a:ext>
                  </a:extLst>
                </p14:cNvPr>
                <p14:cNvContentPartPr/>
                <p14:nvPr/>
              </p14:nvContentPartPr>
              <p14:xfrm>
                <a:off x="5501371" y="4483660"/>
                <a:ext cx="82080" cy="69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7A27B03-C3BB-1265-3732-B597F2D007B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83371" y="4465660"/>
                  <a:ext cx="1177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F3CBE52-A009-FD6F-8FE0-415E40ED851E}"/>
              </a:ext>
            </a:extLst>
          </p:cNvPr>
          <p:cNvGrpSpPr/>
          <p:nvPr/>
        </p:nvGrpSpPr>
        <p:grpSpPr>
          <a:xfrm>
            <a:off x="5329291" y="4876060"/>
            <a:ext cx="930240" cy="220680"/>
            <a:chOff x="5329291" y="4876060"/>
            <a:chExt cx="93024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B75F6A7-59F7-DC30-DE6B-1553DF2C0255}"/>
                    </a:ext>
                  </a:extLst>
                </p14:cNvPr>
                <p14:cNvContentPartPr/>
                <p14:nvPr/>
              </p14:nvContentPartPr>
              <p14:xfrm>
                <a:off x="5329291" y="4903420"/>
                <a:ext cx="68040" cy="66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B75F6A7-59F7-DC30-DE6B-1553DF2C025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11291" y="4885780"/>
                  <a:ext cx="103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56B2AFC-3BAC-E7FE-E3A6-8967BA4C591C}"/>
                    </a:ext>
                  </a:extLst>
                </p14:cNvPr>
                <p14:cNvContentPartPr/>
                <p14:nvPr/>
              </p14:nvContentPartPr>
              <p14:xfrm>
                <a:off x="5337571" y="5025100"/>
                <a:ext cx="38160" cy="27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56B2AFC-3BAC-E7FE-E3A6-8967BA4C591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19571" y="5007100"/>
                  <a:ext cx="738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6859512-218A-4AD3-DFF0-8F4B48F48434}"/>
                    </a:ext>
                  </a:extLst>
                </p14:cNvPr>
                <p14:cNvContentPartPr/>
                <p14:nvPr/>
              </p14:nvContentPartPr>
              <p14:xfrm>
                <a:off x="5516851" y="4876060"/>
                <a:ext cx="86400" cy="169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6859512-218A-4AD3-DFF0-8F4B48F484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98851" y="4858420"/>
                  <a:ext cx="122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CC8668-B23D-ECF3-DA81-D8864C1713F5}"/>
                    </a:ext>
                  </a:extLst>
                </p14:cNvPr>
                <p14:cNvContentPartPr/>
                <p14:nvPr/>
              </p14:nvContentPartPr>
              <p14:xfrm>
                <a:off x="5711251" y="4976500"/>
                <a:ext cx="19800" cy="120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CC8668-B23D-ECF3-DA81-D8864C1713F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93251" y="4958500"/>
                  <a:ext cx="55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AB67BC-4C65-0554-E3AF-A0F09F7AB101}"/>
                    </a:ext>
                  </a:extLst>
                </p14:cNvPr>
                <p14:cNvContentPartPr/>
                <p14:nvPr/>
              </p14:nvContentPartPr>
              <p14:xfrm>
                <a:off x="5818171" y="4910980"/>
                <a:ext cx="102240" cy="29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AB67BC-4C65-0554-E3AF-A0F09F7AB10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00171" y="4892980"/>
                  <a:ext cx="137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BCBA733-8253-B50F-8B04-AD1029CE29E7}"/>
                    </a:ext>
                  </a:extLst>
                </p14:cNvPr>
                <p14:cNvContentPartPr/>
                <p14:nvPr/>
              </p14:nvContentPartPr>
              <p14:xfrm>
                <a:off x="5869291" y="4876060"/>
                <a:ext cx="25560" cy="170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BCBA733-8253-B50F-8B04-AD1029CE29E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51291" y="4858060"/>
                  <a:ext cx="61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22B094-33BC-CABC-38A2-5C3C66CA92A2}"/>
                    </a:ext>
                  </a:extLst>
                </p14:cNvPr>
                <p14:cNvContentPartPr/>
                <p14:nvPr/>
              </p14:nvContentPartPr>
              <p14:xfrm>
                <a:off x="6006451" y="4895140"/>
                <a:ext cx="67680" cy="170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22B094-33BC-CABC-38A2-5C3C66CA92A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988811" y="4877500"/>
                  <a:ext cx="103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46327C5-BFD7-4C26-2D5D-1B5601CC2711}"/>
                    </a:ext>
                  </a:extLst>
                </p14:cNvPr>
                <p14:cNvContentPartPr/>
                <p14:nvPr/>
              </p14:nvContentPartPr>
              <p14:xfrm>
                <a:off x="6154411" y="4970380"/>
                <a:ext cx="105120" cy="90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46327C5-BFD7-4C26-2D5D-1B5601CC27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36411" y="4952740"/>
                  <a:ext cx="14076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AD6701D-2B12-8901-567B-9206CA5D28E7}"/>
              </a:ext>
            </a:extLst>
          </p:cNvPr>
          <p:cNvGrpSpPr/>
          <p:nvPr/>
        </p:nvGrpSpPr>
        <p:grpSpPr>
          <a:xfrm>
            <a:off x="5628091" y="5325700"/>
            <a:ext cx="619920" cy="256680"/>
            <a:chOff x="5628091" y="5325700"/>
            <a:chExt cx="61992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3943695-1CF3-6B0E-91E1-02E93EDB6441}"/>
                    </a:ext>
                  </a:extLst>
                </p14:cNvPr>
                <p14:cNvContentPartPr/>
                <p14:nvPr/>
              </p14:nvContentPartPr>
              <p14:xfrm>
                <a:off x="5628091" y="5389780"/>
                <a:ext cx="94320" cy="40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3943695-1CF3-6B0E-91E1-02E93EDB644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610451" y="5371780"/>
                  <a:ext cx="129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7AEB9F-040E-EFAE-BB49-EAD598027754}"/>
                    </a:ext>
                  </a:extLst>
                </p14:cNvPr>
                <p14:cNvContentPartPr/>
                <p14:nvPr/>
              </p14:nvContentPartPr>
              <p14:xfrm>
                <a:off x="5650051" y="5406700"/>
                <a:ext cx="125280" cy="31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7AEB9F-040E-EFAE-BB49-EAD59802775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32051" y="5389060"/>
                  <a:ext cx="160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0C00328-FACE-7BCB-AD6D-1C97DF644EE7}"/>
                    </a:ext>
                  </a:extLst>
                </p14:cNvPr>
                <p14:cNvContentPartPr/>
                <p14:nvPr/>
              </p14:nvContentPartPr>
              <p14:xfrm>
                <a:off x="5696851" y="5325700"/>
                <a:ext cx="46800" cy="176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0C00328-FACE-7BCB-AD6D-1C97DF644EE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79211" y="5307700"/>
                  <a:ext cx="82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69E4689-6CFC-6D62-9547-56D830756FEA}"/>
                    </a:ext>
                  </a:extLst>
                </p14:cNvPr>
                <p14:cNvContentPartPr/>
                <p14:nvPr/>
              </p14:nvContentPartPr>
              <p14:xfrm>
                <a:off x="5932291" y="5356300"/>
                <a:ext cx="91080" cy="110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69E4689-6CFC-6D62-9547-56D830756F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14651" y="5338300"/>
                  <a:ext cx="126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E2EBB1D-72F2-3388-55E4-80D7776ABEA2}"/>
                    </a:ext>
                  </a:extLst>
                </p14:cNvPr>
                <p14:cNvContentPartPr/>
                <p14:nvPr/>
              </p14:nvContentPartPr>
              <p14:xfrm>
                <a:off x="6100411" y="5400580"/>
                <a:ext cx="147600" cy="181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E2EBB1D-72F2-3388-55E4-80D7776ABEA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82411" y="5382940"/>
                  <a:ext cx="183240" cy="21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278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86C8-C731-3D40-F142-DC56C18F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Diagram of an air-core inductor&#10;&#10;Description automatically generated">
            <a:extLst>
              <a:ext uri="{FF2B5EF4-FFF2-40B4-BE49-F238E27FC236}">
                <a16:creationId xmlns:a16="http://schemas.microsoft.com/office/drawing/2014/main" id="{F4A15D06-5BF5-E85E-820E-A2C852033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58" y="1554511"/>
            <a:ext cx="10416484" cy="33752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6D20-072D-2D29-881B-49AC4180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0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773-9BD3-CCC7-875D-786ECB30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A black and white logo&#10;&#10;Description automatically generated">
            <a:extLst>
              <a:ext uri="{FF2B5EF4-FFF2-40B4-BE49-F238E27FC236}">
                <a16:creationId xmlns:a16="http://schemas.microsoft.com/office/drawing/2014/main" id="{06D0ED81-235E-7456-2BB3-9341E9535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48" y="2343055"/>
            <a:ext cx="4092295" cy="13793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5E82B-4E41-8529-AA29-A7EB6AA5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electrical component&#10;&#10;Description automatically generated">
            <a:extLst>
              <a:ext uri="{FF2B5EF4-FFF2-40B4-BE49-F238E27FC236}">
                <a16:creationId xmlns:a16="http://schemas.microsoft.com/office/drawing/2014/main" id="{CC0F3822-26D5-4367-320D-68A3C817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43" y="2010707"/>
            <a:ext cx="2304737" cy="212365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F7CC64-B97D-63B6-322A-31625F41E8B3}"/>
              </a:ext>
            </a:extLst>
          </p:cNvPr>
          <p:cNvGrpSpPr/>
          <p:nvPr/>
        </p:nvGrpSpPr>
        <p:grpSpPr>
          <a:xfrm>
            <a:off x="1604238" y="4334290"/>
            <a:ext cx="1020600" cy="356400"/>
            <a:chOff x="1604238" y="4334290"/>
            <a:chExt cx="10206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16BAA5-0AC2-644A-812C-43ED33813CC0}"/>
                    </a:ext>
                  </a:extLst>
                </p14:cNvPr>
                <p14:cNvContentPartPr/>
                <p14:nvPr/>
              </p14:nvContentPartPr>
              <p14:xfrm>
                <a:off x="1604238" y="4334290"/>
                <a:ext cx="205920" cy="356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16BAA5-0AC2-644A-812C-43ED33813C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6238" y="4316650"/>
                  <a:ext cx="2415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509939-7839-7994-42F2-3E0B0F353AC1}"/>
                    </a:ext>
                  </a:extLst>
                </p14:cNvPr>
                <p14:cNvContentPartPr/>
                <p14:nvPr/>
              </p14:nvContentPartPr>
              <p14:xfrm>
                <a:off x="1956318" y="4459930"/>
                <a:ext cx="163800" cy="20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509939-7839-7994-42F2-3E0B0F353A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8678" y="4442290"/>
                  <a:ext cx="199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94522F-1C7E-1C2B-200B-37357C182266}"/>
                    </a:ext>
                  </a:extLst>
                </p14:cNvPr>
                <p14:cNvContentPartPr/>
                <p14:nvPr/>
              </p14:nvContentPartPr>
              <p14:xfrm>
                <a:off x="2238918" y="4400890"/>
                <a:ext cx="192600" cy="228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94522F-1C7E-1C2B-200B-37357C1822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20918" y="4383250"/>
                  <a:ext cx="228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E00E3C-A221-8A73-FB34-0AB4024DBD27}"/>
                    </a:ext>
                  </a:extLst>
                </p14:cNvPr>
                <p14:cNvContentPartPr/>
                <p14:nvPr/>
              </p14:nvContentPartPr>
              <p14:xfrm>
                <a:off x="2503158" y="4481890"/>
                <a:ext cx="51120" cy="1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E00E3C-A221-8A73-FB34-0AB4024DBD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5518" y="4464250"/>
                  <a:ext cx="86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29F2D6-06B5-937B-E7D7-723D39FCBA27}"/>
                    </a:ext>
                  </a:extLst>
                </p14:cNvPr>
                <p14:cNvContentPartPr/>
                <p14:nvPr/>
              </p14:nvContentPartPr>
              <p14:xfrm>
                <a:off x="2550318" y="4521850"/>
                <a:ext cx="74520" cy="3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29F2D6-06B5-937B-E7D7-723D39FCBA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2678" y="4503850"/>
                  <a:ext cx="1101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925128-3B70-ED52-EE9A-A267BAA856DA}"/>
              </a:ext>
            </a:extLst>
          </p:cNvPr>
          <p:cNvGrpSpPr/>
          <p:nvPr/>
        </p:nvGrpSpPr>
        <p:grpSpPr>
          <a:xfrm>
            <a:off x="3027678" y="4265170"/>
            <a:ext cx="671400" cy="295560"/>
            <a:chOff x="3027678" y="4265170"/>
            <a:chExt cx="6714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CCBB13-793B-3ED1-DADB-8F4DB2D0F82A}"/>
                    </a:ext>
                  </a:extLst>
                </p14:cNvPr>
                <p14:cNvContentPartPr/>
                <p14:nvPr/>
              </p14:nvContentPartPr>
              <p14:xfrm>
                <a:off x="3027678" y="4267690"/>
                <a:ext cx="206640" cy="29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CCBB13-793B-3ED1-DADB-8F4DB2D0F8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0038" y="4249690"/>
                  <a:ext cx="2422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CD6872-E22F-8D58-FE22-ABFA54EE5FFB}"/>
                    </a:ext>
                  </a:extLst>
                </p14:cNvPr>
                <p14:cNvContentPartPr/>
                <p14:nvPr/>
              </p14:nvContentPartPr>
              <p14:xfrm>
                <a:off x="3382278" y="4462450"/>
                <a:ext cx="11520" cy="98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CD6872-E22F-8D58-FE22-ABFA54EE5F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64638" y="4444810"/>
                  <a:ext cx="47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3D0005-0A11-7773-1515-7A7B2DB125E1}"/>
                    </a:ext>
                  </a:extLst>
                </p14:cNvPr>
                <p14:cNvContentPartPr/>
                <p14:nvPr/>
              </p14:nvContentPartPr>
              <p14:xfrm>
                <a:off x="3556518" y="4375330"/>
                <a:ext cx="14256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3D0005-0A11-7773-1515-7A7B2DB125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8878" y="4357330"/>
                  <a:ext cx="178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AFA959-891B-8C44-9CF2-52C3D1057A2B}"/>
                    </a:ext>
                  </a:extLst>
                </p14:cNvPr>
                <p14:cNvContentPartPr/>
                <p14:nvPr/>
              </p14:nvContentPartPr>
              <p14:xfrm>
                <a:off x="3676038" y="4265170"/>
                <a:ext cx="12240" cy="237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AFA959-891B-8C44-9CF2-52C3D1057A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58398" y="4247170"/>
                  <a:ext cx="4788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1478D5-5612-B1E7-7154-32926057A7C4}"/>
              </a:ext>
            </a:extLst>
          </p:cNvPr>
          <p:cNvGrpSpPr/>
          <p:nvPr/>
        </p:nvGrpSpPr>
        <p:grpSpPr>
          <a:xfrm>
            <a:off x="3924078" y="4151410"/>
            <a:ext cx="668520" cy="323280"/>
            <a:chOff x="3924078" y="4151410"/>
            <a:chExt cx="66852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9A0DEF-A90D-6A4A-70DE-8576C1449D2B}"/>
                    </a:ext>
                  </a:extLst>
                </p14:cNvPr>
                <p14:cNvContentPartPr/>
                <p14:nvPr/>
              </p14:nvContentPartPr>
              <p14:xfrm>
                <a:off x="3924078" y="4253650"/>
                <a:ext cx="142200" cy="189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9A0DEF-A90D-6A4A-70DE-8576C1449D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06438" y="4236010"/>
                  <a:ext cx="177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0E5C85-4B94-22DF-56F2-280F92A8B616}"/>
                    </a:ext>
                  </a:extLst>
                </p14:cNvPr>
                <p14:cNvContentPartPr/>
                <p14:nvPr/>
              </p14:nvContentPartPr>
              <p14:xfrm>
                <a:off x="4178958" y="4370290"/>
                <a:ext cx="123120" cy="10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0E5C85-4B94-22DF-56F2-280F92A8B6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61318" y="4352290"/>
                  <a:ext cx="158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523EE3-1E3F-08C9-5AB1-5B370B3474F8}"/>
                    </a:ext>
                  </a:extLst>
                </p14:cNvPr>
                <p14:cNvContentPartPr/>
                <p14:nvPr/>
              </p14:nvContentPartPr>
              <p14:xfrm>
                <a:off x="4475958" y="4262650"/>
                <a:ext cx="116640" cy="21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523EE3-1E3F-08C9-5AB1-5B370B3474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57958" y="4244650"/>
                  <a:ext cx="152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3B6B82-030F-609B-E4EB-BC228EF4D026}"/>
                    </a:ext>
                  </a:extLst>
                </p14:cNvPr>
                <p14:cNvContentPartPr/>
                <p14:nvPr/>
              </p14:nvContentPartPr>
              <p14:xfrm>
                <a:off x="4560198" y="4151410"/>
                <a:ext cx="18000" cy="20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3B6B82-030F-609B-E4EB-BC228EF4D0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42198" y="4133410"/>
                  <a:ext cx="5364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526E30-15C3-DE82-4643-9702A73CC4C3}"/>
              </a:ext>
            </a:extLst>
          </p:cNvPr>
          <p:cNvGrpSpPr/>
          <p:nvPr/>
        </p:nvGrpSpPr>
        <p:grpSpPr>
          <a:xfrm>
            <a:off x="4870878" y="4106050"/>
            <a:ext cx="434520" cy="339120"/>
            <a:chOff x="4870878" y="4106050"/>
            <a:chExt cx="43452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001D73-F556-6707-A903-6FFA42A3FA61}"/>
                    </a:ext>
                  </a:extLst>
                </p14:cNvPr>
                <p14:cNvContentPartPr/>
                <p14:nvPr/>
              </p14:nvContentPartPr>
              <p14:xfrm>
                <a:off x="4870878" y="4106050"/>
                <a:ext cx="179640" cy="25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001D73-F556-6707-A903-6FFA42A3FA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52878" y="4088050"/>
                  <a:ext cx="215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541BBD-A84D-4679-76AD-A1AD263C6587}"/>
                    </a:ext>
                  </a:extLst>
                </p14:cNvPr>
                <p14:cNvContentPartPr/>
                <p14:nvPr/>
              </p14:nvContentPartPr>
              <p14:xfrm>
                <a:off x="5164278" y="4232770"/>
                <a:ext cx="141120" cy="21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541BBD-A84D-4679-76AD-A1AD263C65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6638" y="4215130"/>
                  <a:ext cx="1767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10BDA4-112D-02B3-60A5-2FDD9B37409B}"/>
              </a:ext>
            </a:extLst>
          </p:cNvPr>
          <p:cNvGrpSpPr/>
          <p:nvPr/>
        </p:nvGrpSpPr>
        <p:grpSpPr>
          <a:xfrm>
            <a:off x="6806238" y="4608610"/>
            <a:ext cx="630360" cy="543960"/>
            <a:chOff x="6806238" y="4608610"/>
            <a:chExt cx="63036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FE958A-5E0F-66A2-FD7D-C31511E77296}"/>
                    </a:ext>
                  </a:extLst>
                </p14:cNvPr>
                <p14:cNvContentPartPr/>
                <p14:nvPr/>
              </p14:nvContentPartPr>
              <p14:xfrm>
                <a:off x="7012518" y="4608610"/>
                <a:ext cx="79560" cy="54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FE958A-5E0F-66A2-FD7D-C31511E772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4518" y="4590610"/>
                  <a:ext cx="1152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AE72DC-B138-B5EE-2576-B2D1C3371E26}"/>
                    </a:ext>
                  </a:extLst>
                </p14:cNvPr>
                <p14:cNvContentPartPr/>
                <p14:nvPr/>
              </p14:nvContentPartPr>
              <p14:xfrm>
                <a:off x="6806238" y="5089210"/>
                <a:ext cx="63036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AE72DC-B138-B5EE-2576-B2D1C3371E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88238" y="5071210"/>
                  <a:ext cx="666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3EDF5D0-6F69-4D0A-9FAB-4EE03D266171}"/>
              </a:ext>
            </a:extLst>
          </p:cNvPr>
          <p:cNvGrpSpPr/>
          <p:nvPr/>
        </p:nvGrpSpPr>
        <p:grpSpPr>
          <a:xfrm>
            <a:off x="6988758" y="5292250"/>
            <a:ext cx="702720" cy="274320"/>
            <a:chOff x="6988758" y="5292250"/>
            <a:chExt cx="70272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C79C49-E0B1-D1EA-82C8-2B5E198CC746}"/>
                    </a:ext>
                  </a:extLst>
                </p14:cNvPr>
                <p14:cNvContentPartPr/>
                <p14:nvPr/>
              </p14:nvContentPartPr>
              <p14:xfrm>
                <a:off x="6988758" y="5292250"/>
                <a:ext cx="291960" cy="27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C79C49-E0B1-D1EA-82C8-2B5E198CC7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71118" y="5274610"/>
                  <a:ext cx="327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760397-41DC-ED3D-C7BF-C5EF5962C8DB}"/>
                    </a:ext>
                  </a:extLst>
                </p14:cNvPr>
                <p14:cNvContentPartPr/>
                <p14:nvPr/>
              </p14:nvContentPartPr>
              <p14:xfrm>
                <a:off x="7305918" y="5419690"/>
                <a:ext cx="87480" cy="131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760397-41DC-ED3D-C7BF-C5EF5962C8D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87918" y="5401690"/>
                  <a:ext cx="12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8969F0-B691-F999-9BAB-129539D718E5}"/>
                    </a:ext>
                  </a:extLst>
                </p14:cNvPr>
                <p14:cNvContentPartPr/>
                <p14:nvPr/>
              </p14:nvContentPartPr>
              <p14:xfrm>
                <a:off x="7498518" y="5404930"/>
                <a:ext cx="192960" cy="154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8969F0-B691-F999-9BAB-129539D718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0518" y="5386930"/>
                  <a:ext cx="2286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FB3C899-2BB3-DECE-D0CC-2A7324D47433}"/>
              </a:ext>
            </a:extLst>
          </p:cNvPr>
          <p:cNvGrpSpPr/>
          <p:nvPr/>
        </p:nvGrpSpPr>
        <p:grpSpPr>
          <a:xfrm>
            <a:off x="7924398" y="4985170"/>
            <a:ext cx="163080" cy="118440"/>
            <a:chOff x="7924398" y="4985170"/>
            <a:chExt cx="163080" cy="11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0C8DE7-B8A3-1F93-B9D3-91679D8DE1A1}"/>
                    </a:ext>
                  </a:extLst>
                </p14:cNvPr>
                <p14:cNvContentPartPr/>
                <p14:nvPr/>
              </p14:nvContentPartPr>
              <p14:xfrm>
                <a:off x="7948158" y="4985170"/>
                <a:ext cx="34920" cy="2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0C8DE7-B8A3-1F93-B9D3-91679D8DE1A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30518" y="4967170"/>
                  <a:ext cx="70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2C0630-D304-CCC4-AC64-E853C3E4ED9B}"/>
                    </a:ext>
                  </a:extLst>
                </p14:cNvPr>
                <p14:cNvContentPartPr/>
                <p14:nvPr/>
              </p14:nvContentPartPr>
              <p14:xfrm>
                <a:off x="7924398" y="5051050"/>
                <a:ext cx="163080" cy="52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2C0630-D304-CCC4-AC64-E853C3E4ED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06758" y="5033410"/>
                  <a:ext cx="19872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4BBF1D8-94B3-4064-9C70-CA9DCA133E35}"/>
                  </a:ext>
                </a:extLst>
              </p14:cNvPr>
              <p14:cNvContentPartPr/>
              <p14:nvPr/>
            </p14:nvContentPartPr>
            <p14:xfrm>
              <a:off x="8535678" y="4590610"/>
              <a:ext cx="103320" cy="455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4BBF1D8-94B3-4064-9C70-CA9DCA133E3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517678" y="4572610"/>
                <a:ext cx="13896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837B5D4-EA86-F33A-CFFD-5104ABDDEDAB}"/>
                  </a:ext>
                </a:extLst>
              </p14:cNvPr>
              <p14:cNvContentPartPr/>
              <p14:nvPr/>
            </p14:nvContentPartPr>
            <p14:xfrm>
              <a:off x="8421918" y="5029810"/>
              <a:ext cx="521280" cy="19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837B5D4-EA86-F33A-CFFD-5104ABDDEDA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04278" y="5011810"/>
                <a:ext cx="55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7AB36E2-2FD3-734F-48E9-C8B5C0D5E5C2}"/>
                  </a:ext>
                </a:extLst>
              </p14:cNvPr>
              <p14:cNvContentPartPr/>
              <p14:nvPr/>
            </p14:nvContentPartPr>
            <p14:xfrm>
              <a:off x="8511558" y="5190010"/>
              <a:ext cx="258120" cy="319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7AB36E2-2FD3-734F-48E9-C8B5C0D5E5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93918" y="5172010"/>
                <a:ext cx="293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0C31D01-F03D-9359-8AE0-8FC843CC9DEC}"/>
                  </a:ext>
                </a:extLst>
              </p14:cNvPr>
              <p14:cNvContentPartPr/>
              <p14:nvPr/>
            </p14:nvContentPartPr>
            <p14:xfrm>
              <a:off x="8824038" y="5336530"/>
              <a:ext cx="18360" cy="224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0C31D01-F03D-9359-8AE0-8FC843CC9DE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06398" y="5318890"/>
                <a:ext cx="540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499229-EE3A-4310-C59A-4BDD64C13499}"/>
                  </a:ext>
                </a:extLst>
              </p14:cNvPr>
              <p14:cNvContentPartPr/>
              <p14:nvPr/>
            </p14:nvContentPartPr>
            <p14:xfrm>
              <a:off x="9154158" y="4877530"/>
              <a:ext cx="131040" cy="28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499229-EE3A-4310-C59A-4BDD64C134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136518" y="4859530"/>
                <a:ext cx="1666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B270F14-6D77-47C3-A02A-0075773296FB}"/>
                  </a:ext>
                </a:extLst>
              </p14:cNvPr>
              <p14:cNvContentPartPr/>
              <p14:nvPr/>
            </p14:nvContentPartPr>
            <p14:xfrm>
              <a:off x="9260358" y="4779610"/>
              <a:ext cx="9000" cy="194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B270F14-6D77-47C3-A02A-0075773296F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242718" y="4761610"/>
                <a:ext cx="446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C888079-5AC2-1267-5B1F-FA7164CDCEF9}"/>
                  </a:ext>
                </a:extLst>
              </p14:cNvPr>
              <p14:cNvContentPartPr/>
              <p14:nvPr/>
            </p14:nvContentPartPr>
            <p14:xfrm>
              <a:off x="9517758" y="4445530"/>
              <a:ext cx="78840" cy="360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C888079-5AC2-1267-5B1F-FA7164CDCEF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99758" y="4427890"/>
                <a:ext cx="1144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67198A-271B-4954-E6AA-E139C2C909A8}"/>
                  </a:ext>
                </a:extLst>
              </p14:cNvPr>
              <p14:cNvContentPartPr/>
              <p14:nvPr/>
            </p14:nvContentPartPr>
            <p14:xfrm>
              <a:off x="9481398" y="4845130"/>
              <a:ext cx="297000" cy="52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67198A-271B-4954-E6AA-E139C2C909A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63398" y="4827130"/>
                <a:ext cx="3326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698CD8D-97B0-E5E1-5924-5CD900C9482B}"/>
                  </a:ext>
                </a:extLst>
              </p14:cNvPr>
              <p14:cNvContentPartPr/>
              <p14:nvPr/>
            </p14:nvContentPartPr>
            <p14:xfrm>
              <a:off x="9560958" y="5056810"/>
              <a:ext cx="202680" cy="221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698CD8D-97B0-E5E1-5924-5CD900C948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43318" y="5038810"/>
                <a:ext cx="2383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34C0E93-D8E0-B57C-B383-471BD2A7BFEC}"/>
                  </a:ext>
                </a:extLst>
              </p14:cNvPr>
              <p14:cNvContentPartPr/>
              <p14:nvPr/>
            </p14:nvContentPartPr>
            <p14:xfrm>
              <a:off x="9871638" y="5157610"/>
              <a:ext cx="170640" cy="87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34C0E93-D8E0-B57C-B383-471BD2A7BFE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53998" y="5139610"/>
                <a:ext cx="2062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36FB498-C7EB-5F87-E129-08972EF0979D}"/>
                  </a:ext>
                </a:extLst>
              </p14:cNvPr>
              <p14:cNvContentPartPr/>
              <p14:nvPr/>
            </p14:nvContentPartPr>
            <p14:xfrm>
              <a:off x="10121478" y="4773130"/>
              <a:ext cx="145440" cy="34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36FB498-C7EB-5F87-E129-08972EF0979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03478" y="4755490"/>
                <a:ext cx="181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5E3DA07-7724-15A0-4DC5-8A655226B6F5}"/>
                  </a:ext>
                </a:extLst>
              </p14:cNvPr>
              <p14:cNvContentPartPr/>
              <p14:nvPr/>
            </p14:nvContentPartPr>
            <p14:xfrm>
              <a:off x="10176558" y="4712290"/>
              <a:ext cx="15480" cy="136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5E3DA07-7724-15A0-4DC5-8A655226B6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58918" y="4694290"/>
                <a:ext cx="51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C6ECF9F-4086-D1AC-1515-560A8A500D33}"/>
                  </a:ext>
                </a:extLst>
              </p14:cNvPr>
              <p14:cNvContentPartPr/>
              <p14:nvPr/>
            </p14:nvContentPartPr>
            <p14:xfrm>
              <a:off x="10491558" y="4401610"/>
              <a:ext cx="88920" cy="452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C6ECF9F-4086-D1AC-1515-560A8A500D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473918" y="4383610"/>
                <a:ext cx="1245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A73246F-F24A-651F-F5DB-B27520D38349}"/>
                  </a:ext>
                </a:extLst>
              </p14:cNvPr>
              <p14:cNvContentPartPr/>
              <p14:nvPr/>
            </p14:nvContentPartPr>
            <p14:xfrm>
              <a:off x="10389678" y="4849450"/>
              <a:ext cx="340200" cy="27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A73246F-F24A-651F-F5DB-B27520D3834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71678" y="4831450"/>
                <a:ext cx="37584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72B0F02-AD5E-465E-ED10-C78EAE464BBA}"/>
              </a:ext>
            </a:extLst>
          </p:cNvPr>
          <p:cNvGrpSpPr/>
          <p:nvPr/>
        </p:nvGrpSpPr>
        <p:grpSpPr>
          <a:xfrm>
            <a:off x="10525038" y="5075530"/>
            <a:ext cx="520920" cy="332640"/>
            <a:chOff x="10525038" y="5075530"/>
            <a:chExt cx="5209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8E3D40-F594-A5F2-C7B1-859DDA7C0AA0}"/>
                    </a:ext>
                  </a:extLst>
                </p14:cNvPr>
                <p14:cNvContentPartPr/>
                <p14:nvPr/>
              </p14:nvContentPartPr>
              <p14:xfrm>
                <a:off x="10525038" y="5075530"/>
                <a:ext cx="216720" cy="33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8E3D40-F594-A5F2-C7B1-859DDA7C0A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07038" y="5057890"/>
                  <a:ext cx="2523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435CDE-DAEC-DDE7-F2B9-485EB97A9010}"/>
                    </a:ext>
                  </a:extLst>
                </p14:cNvPr>
                <p14:cNvContentPartPr/>
                <p14:nvPr/>
              </p14:nvContentPartPr>
              <p14:xfrm>
                <a:off x="10603518" y="5297290"/>
                <a:ext cx="161640" cy="7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435CDE-DAEC-DDE7-F2B9-485EB97A90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85878" y="5279650"/>
                  <a:ext cx="197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9E46E0-DFC9-7F07-C5E6-F940DD1CA7A6}"/>
                    </a:ext>
                  </a:extLst>
                </p14:cNvPr>
                <p14:cNvContentPartPr/>
                <p14:nvPr/>
              </p14:nvContentPartPr>
              <p14:xfrm>
                <a:off x="10890438" y="5203330"/>
                <a:ext cx="155520" cy="17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9E46E0-DFC9-7F07-C5E6-F940DD1CA7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872438" y="5185330"/>
                  <a:ext cx="191160" cy="21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4711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DC7-B36B-96DF-184E-37CDA474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D8EF7-3271-3992-09F0-9CD104FDE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DE7B12-8930-9311-191C-63F424FB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 B,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each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sources as shown. Determine the voltages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 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2049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B98F3ADE-36F6-15D3-DE34-FB1DD5796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259" y="1761215"/>
            <a:ext cx="1683992" cy="409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D03F660-4472-A396-025C-A7E7CD7273FC}"/>
              </a:ext>
            </a:extLst>
          </p:cNvPr>
          <p:cNvGrpSpPr/>
          <p:nvPr/>
        </p:nvGrpSpPr>
        <p:grpSpPr>
          <a:xfrm>
            <a:off x="3434971" y="1613380"/>
            <a:ext cx="507240" cy="2827800"/>
            <a:chOff x="3434971" y="1613380"/>
            <a:chExt cx="507240" cy="28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1227AB0-4929-F9C9-C67D-E22B00F6B8C8}"/>
                    </a:ext>
                  </a:extLst>
                </p14:cNvPr>
                <p14:cNvContentPartPr/>
                <p14:nvPr/>
              </p14:nvContentPartPr>
              <p14:xfrm>
                <a:off x="3434971" y="1613380"/>
                <a:ext cx="469440" cy="709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1227AB0-4929-F9C9-C67D-E22B00F6B8C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17331" y="1595740"/>
                  <a:ext cx="50508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0F5A86-519C-8BCA-2922-2ACA95125C7E}"/>
                    </a:ext>
                  </a:extLst>
                </p14:cNvPr>
                <p14:cNvContentPartPr/>
                <p14:nvPr/>
              </p14:nvContentPartPr>
              <p14:xfrm>
                <a:off x="3448291" y="2688340"/>
                <a:ext cx="456840" cy="714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0F5A86-519C-8BCA-2922-2ACA95125C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30651" y="2670700"/>
                  <a:ext cx="49248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1DDDA0-CBE6-7B37-90AA-D1EDF102B383}"/>
                    </a:ext>
                  </a:extLst>
                </p14:cNvPr>
                <p14:cNvContentPartPr/>
                <p14:nvPr/>
              </p14:nvContentPartPr>
              <p14:xfrm>
                <a:off x="3458371" y="3738820"/>
                <a:ext cx="483840" cy="70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1DDDA0-CBE6-7B37-90AA-D1EDF102B3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40371" y="3720820"/>
                  <a:ext cx="519480" cy="73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65DE04-E225-6BCE-70D5-60B56C28972A}"/>
              </a:ext>
            </a:extLst>
          </p:cNvPr>
          <p:cNvGrpSpPr/>
          <p:nvPr/>
        </p:nvGrpSpPr>
        <p:grpSpPr>
          <a:xfrm>
            <a:off x="4536571" y="2257060"/>
            <a:ext cx="789120" cy="2936520"/>
            <a:chOff x="4536571" y="2257060"/>
            <a:chExt cx="789120" cy="29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70B806-841F-6BFB-B7D4-AB074101EE08}"/>
                    </a:ext>
                  </a:extLst>
                </p14:cNvPr>
                <p14:cNvContentPartPr/>
                <p14:nvPr/>
              </p14:nvContentPartPr>
              <p14:xfrm>
                <a:off x="4536571" y="4381060"/>
                <a:ext cx="380880" cy="812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70B806-841F-6BFB-B7D4-AB074101EE0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18931" y="4363060"/>
                  <a:ext cx="416520" cy="84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2B822D-0565-B3C9-76D6-60C06A8B2040}"/>
                    </a:ext>
                  </a:extLst>
                </p14:cNvPr>
                <p14:cNvContentPartPr/>
                <p14:nvPr/>
              </p14:nvContentPartPr>
              <p14:xfrm>
                <a:off x="5015731" y="4274860"/>
                <a:ext cx="309960" cy="612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2B822D-0565-B3C9-76D6-60C06A8B20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98091" y="4257220"/>
                  <a:ext cx="34560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B6FE2A-F734-3AC5-B3DC-1F4FD3B9A518}"/>
                    </a:ext>
                  </a:extLst>
                </p14:cNvPr>
                <p14:cNvContentPartPr/>
                <p14:nvPr/>
              </p14:nvContentPartPr>
              <p14:xfrm>
                <a:off x="4610371" y="3298900"/>
                <a:ext cx="174240" cy="79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B6FE2A-F734-3AC5-B3DC-1F4FD3B9A51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92731" y="3281260"/>
                  <a:ext cx="2098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CE2E759-5707-9FD1-544E-2CAD30B42C8E}"/>
                    </a:ext>
                  </a:extLst>
                </p14:cNvPr>
                <p14:cNvContentPartPr/>
                <p14:nvPr/>
              </p14:nvContentPartPr>
              <p14:xfrm>
                <a:off x="4909891" y="3227260"/>
                <a:ext cx="286920" cy="975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CE2E759-5707-9FD1-544E-2CAD30B42C8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92251" y="3209620"/>
                  <a:ext cx="32256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F2FA92-0FB7-1E7A-3796-B151BCDB71E3}"/>
                    </a:ext>
                  </a:extLst>
                </p14:cNvPr>
                <p14:cNvContentPartPr/>
                <p14:nvPr/>
              </p14:nvContentPartPr>
              <p14:xfrm>
                <a:off x="4565731" y="2257060"/>
                <a:ext cx="585720" cy="65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F2FA92-0FB7-1E7A-3796-B151BCDB71E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48091" y="2239060"/>
                  <a:ext cx="621360" cy="69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7C177E-0442-573A-AE7A-6049235F2572}"/>
              </a:ext>
            </a:extLst>
          </p:cNvPr>
          <p:cNvGrpSpPr/>
          <p:nvPr/>
        </p:nvGrpSpPr>
        <p:grpSpPr>
          <a:xfrm>
            <a:off x="6099691" y="2076700"/>
            <a:ext cx="474480" cy="461520"/>
            <a:chOff x="6099691" y="2076700"/>
            <a:chExt cx="474480" cy="46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921129-FDAB-E885-1893-55F3697CEF43}"/>
                    </a:ext>
                  </a:extLst>
                </p14:cNvPr>
                <p14:cNvContentPartPr/>
                <p14:nvPr/>
              </p14:nvContentPartPr>
              <p14:xfrm>
                <a:off x="6099691" y="2076700"/>
                <a:ext cx="223920" cy="314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921129-FDAB-E885-1893-55F3697CEF4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82051" y="2059060"/>
                  <a:ext cx="2595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D83248-C0D9-4229-1DE8-B110AE343C52}"/>
                    </a:ext>
                  </a:extLst>
                </p14:cNvPr>
                <p14:cNvContentPartPr/>
                <p14:nvPr/>
              </p14:nvContentPartPr>
              <p14:xfrm>
                <a:off x="6446011" y="2328340"/>
                <a:ext cx="12960" cy="20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D83248-C0D9-4229-1DE8-B110AE343C5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28371" y="2310700"/>
                  <a:ext cx="48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11E76B-D42E-BB0C-2E0E-92596CC033BD}"/>
                    </a:ext>
                  </a:extLst>
                </p14:cNvPr>
                <p14:cNvContentPartPr/>
                <p14:nvPr/>
              </p14:nvContentPartPr>
              <p14:xfrm>
                <a:off x="6450331" y="2287300"/>
                <a:ext cx="106560" cy="11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11E76B-D42E-BB0C-2E0E-92596CC033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32691" y="2269300"/>
                  <a:ext cx="142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60E15F-666E-F709-9BAA-E33EC65C616D}"/>
                    </a:ext>
                  </a:extLst>
                </p14:cNvPr>
                <p14:cNvContentPartPr/>
                <p14:nvPr/>
              </p14:nvContentPartPr>
              <p14:xfrm>
                <a:off x="6418651" y="2367220"/>
                <a:ext cx="155520" cy="46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60E15F-666E-F709-9BAA-E33EC65C616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00651" y="2349580"/>
                  <a:ext cx="1911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922935-6CBC-CF48-F07A-E937102D83ED}"/>
              </a:ext>
            </a:extLst>
          </p:cNvPr>
          <p:cNvGrpSpPr/>
          <p:nvPr/>
        </p:nvGrpSpPr>
        <p:grpSpPr>
          <a:xfrm>
            <a:off x="6142531" y="2950420"/>
            <a:ext cx="491400" cy="423000"/>
            <a:chOff x="6142531" y="2950420"/>
            <a:chExt cx="491400" cy="42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47D94D-F677-09CE-7B1F-A971435B728A}"/>
                    </a:ext>
                  </a:extLst>
                </p14:cNvPr>
                <p14:cNvContentPartPr/>
                <p14:nvPr/>
              </p14:nvContentPartPr>
              <p14:xfrm>
                <a:off x="6142531" y="2950420"/>
                <a:ext cx="178560" cy="253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47D94D-F677-09CE-7B1F-A971435B72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24531" y="2932780"/>
                  <a:ext cx="214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99924C-D228-D3CB-D585-9F02CA8C8983}"/>
                    </a:ext>
                  </a:extLst>
                </p14:cNvPr>
                <p14:cNvContentPartPr/>
                <p14:nvPr/>
              </p14:nvContentPartPr>
              <p14:xfrm>
                <a:off x="6473731" y="3212500"/>
                <a:ext cx="37080" cy="16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99924C-D228-D3CB-D585-9F02CA8C898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55731" y="3194500"/>
                  <a:ext cx="72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9E84F7-B0AD-2281-2C9A-3B6620033EFE}"/>
                    </a:ext>
                  </a:extLst>
                </p14:cNvPr>
                <p14:cNvContentPartPr/>
                <p14:nvPr/>
              </p14:nvContentPartPr>
              <p14:xfrm>
                <a:off x="6440251" y="3158500"/>
                <a:ext cx="193680" cy="21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9E84F7-B0AD-2281-2C9A-3B6620033E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22611" y="3140860"/>
                  <a:ext cx="22932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B7B8FE-B791-9DB0-2AC2-78ADDC92AD1D}"/>
              </a:ext>
            </a:extLst>
          </p:cNvPr>
          <p:cNvGrpSpPr/>
          <p:nvPr/>
        </p:nvGrpSpPr>
        <p:grpSpPr>
          <a:xfrm>
            <a:off x="6301651" y="4036180"/>
            <a:ext cx="411120" cy="328320"/>
            <a:chOff x="6301651" y="4036180"/>
            <a:chExt cx="41112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D7E5DA-9C45-7C31-145E-3DD262B1D771}"/>
                    </a:ext>
                  </a:extLst>
                </p14:cNvPr>
                <p14:cNvContentPartPr/>
                <p14:nvPr/>
              </p14:nvContentPartPr>
              <p14:xfrm>
                <a:off x="6301651" y="4036180"/>
                <a:ext cx="189720" cy="260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D7E5DA-9C45-7C31-145E-3DD262B1D77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84011" y="4018180"/>
                  <a:ext cx="225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FD99524-B682-8118-2F02-10213EFB30FF}"/>
                    </a:ext>
                  </a:extLst>
                </p14:cNvPr>
                <p14:cNvContentPartPr/>
                <p14:nvPr/>
              </p14:nvContentPartPr>
              <p14:xfrm>
                <a:off x="6604771" y="4255420"/>
                <a:ext cx="108000" cy="109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FD99524-B682-8118-2F02-10213EFB30F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87131" y="4237780"/>
                  <a:ext cx="1436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8E9748B-7DC1-9877-BB92-7C43527E6A7B}"/>
              </a:ext>
            </a:extLst>
          </p:cNvPr>
          <p:cNvGrpSpPr/>
          <p:nvPr/>
        </p:nvGrpSpPr>
        <p:grpSpPr>
          <a:xfrm>
            <a:off x="6952531" y="4089820"/>
            <a:ext cx="542520" cy="327600"/>
            <a:chOff x="6952531" y="4089820"/>
            <a:chExt cx="54252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E3E1365-4452-B857-BF19-832AE1127C22}"/>
                    </a:ext>
                  </a:extLst>
                </p14:cNvPr>
                <p14:cNvContentPartPr/>
                <p14:nvPr/>
              </p14:nvContentPartPr>
              <p14:xfrm>
                <a:off x="6952531" y="4156420"/>
                <a:ext cx="102600" cy="4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E3E1365-4452-B857-BF19-832AE1127C2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34891" y="4138420"/>
                  <a:ext cx="138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752A4CB-3AAB-3845-237F-04AE3FFB33A4}"/>
                    </a:ext>
                  </a:extLst>
                </p14:cNvPr>
                <p14:cNvContentPartPr/>
                <p14:nvPr/>
              </p14:nvContentPartPr>
              <p14:xfrm>
                <a:off x="7006531" y="4267660"/>
                <a:ext cx="56520" cy="21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752A4CB-3AAB-3845-237F-04AE3FFB33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88891" y="4250020"/>
                  <a:ext cx="92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0C2409-15BA-DCB1-C9D9-06A24F2FFE8E}"/>
                    </a:ext>
                  </a:extLst>
                </p14:cNvPr>
                <p14:cNvContentPartPr/>
                <p14:nvPr/>
              </p14:nvContentPartPr>
              <p14:xfrm>
                <a:off x="7268251" y="4089820"/>
                <a:ext cx="226800" cy="32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0C2409-15BA-DCB1-C9D9-06A24F2FFE8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50611" y="4071820"/>
                  <a:ext cx="26244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47A3E34-175E-9766-478C-E802728E6227}"/>
              </a:ext>
            </a:extLst>
          </p:cNvPr>
          <p:cNvGrpSpPr/>
          <p:nvPr/>
        </p:nvGrpSpPr>
        <p:grpSpPr>
          <a:xfrm>
            <a:off x="6930571" y="3035020"/>
            <a:ext cx="1081800" cy="259560"/>
            <a:chOff x="6930571" y="3035020"/>
            <a:chExt cx="108180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D49979-1F88-2290-B7E7-0A2123DF6E9D}"/>
                    </a:ext>
                  </a:extLst>
                </p14:cNvPr>
                <p14:cNvContentPartPr/>
                <p14:nvPr/>
              </p14:nvContentPartPr>
              <p14:xfrm>
                <a:off x="6930571" y="3148420"/>
                <a:ext cx="61920" cy="3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D49979-1F88-2290-B7E7-0A2123DF6E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12571" y="3130780"/>
                  <a:ext cx="97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62FEDC-21F3-0EAD-EA55-6D3317859B65}"/>
                    </a:ext>
                  </a:extLst>
                </p14:cNvPr>
                <p14:cNvContentPartPr/>
                <p14:nvPr/>
              </p14:nvContentPartPr>
              <p14:xfrm>
                <a:off x="6945331" y="3267940"/>
                <a:ext cx="56880" cy="14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62FEDC-21F3-0EAD-EA55-6D3317859B6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27331" y="3249940"/>
                  <a:ext cx="92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59C0B0-9095-1465-B50D-2D3D7F966F7D}"/>
                    </a:ext>
                  </a:extLst>
                </p14:cNvPr>
                <p14:cNvContentPartPr/>
                <p14:nvPr/>
              </p14:nvContentPartPr>
              <p14:xfrm>
                <a:off x="7223251" y="3035020"/>
                <a:ext cx="183600" cy="25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59C0B0-9095-1465-B50D-2D3D7F966F7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205611" y="3017380"/>
                  <a:ext cx="219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623D06-D4BC-7E68-382D-8C78FD3DE1AE}"/>
                    </a:ext>
                  </a:extLst>
                </p14:cNvPr>
                <p14:cNvContentPartPr/>
                <p14:nvPr/>
              </p14:nvContentPartPr>
              <p14:xfrm>
                <a:off x="7485691" y="3150940"/>
                <a:ext cx="166320" cy="20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623D06-D4BC-7E68-382D-8C78FD3DE1A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68051" y="3132940"/>
                  <a:ext cx="201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E28BA2-16D8-B2C1-4E31-A6990AF707E4}"/>
                    </a:ext>
                  </a:extLst>
                </p14:cNvPr>
                <p14:cNvContentPartPr/>
                <p14:nvPr/>
              </p14:nvContentPartPr>
              <p14:xfrm>
                <a:off x="7628971" y="3056260"/>
                <a:ext cx="45000" cy="238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E28BA2-16D8-B2C1-4E31-A6990AF707E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10971" y="3038620"/>
                  <a:ext cx="80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0F6655-8ACF-F575-DA18-10037E6F65AD}"/>
                    </a:ext>
                  </a:extLst>
                </p14:cNvPr>
                <p14:cNvContentPartPr/>
                <p14:nvPr/>
              </p14:nvContentPartPr>
              <p14:xfrm>
                <a:off x="7889971" y="3067060"/>
                <a:ext cx="122400" cy="22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0F6655-8ACF-F575-DA18-10037E6F65A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71971" y="3049420"/>
                  <a:ext cx="158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3CCA7A0-28B8-E34E-B60A-8DA713547F8E}"/>
              </a:ext>
            </a:extLst>
          </p:cNvPr>
          <p:cNvGrpSpPr/>
          <p:nvPr/>
        </p:nvGrpSpPr>
        <p:grpSpPr>
          <a:xfrm>
            <a:off x="6884851" y="2227540"/>
            <a:ext cx="1539720" cy="329040"/>
            <a:chOff x="6884851" y="2227540"/>
            <a:chExt cx="153972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7D290E-00C1-8AB6-67F3-BA0B86408DED}"/>
                    </a:ext>
                  </a:extLst>
                </p14:cNvPr>
                <p14:cNvContentPartPr/>
                <p14:nvPr/>
              </p14:nvContentPartPr>
              <p14:xfrm>
                <a:off x="6901771" y="2303860"/>
                <a:ext cx="58320" cy="47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7D290E-00C1-8AB6-67F3-BA0B86408DE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84131" y="2285860"/>
                  <a:ext cx="939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8E02874-B597-420A-9C79-F02EA0D7C39B}"/>
                    </a:ext>
                  </a:extLst>
                </p14:cNvPr>
                <p14:cNvContentPartPr/>
                <p14:nvPr/>
              </p14:nvContentPartPr>
              <p14:xfrm>
                <a:off x="6884851" y="2385940"/>
                <a:ext cx="73080" cy="3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8E02874-B597-420A-9C79-F02EA0D7C39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866851" y="2367940"/>
                  <a:ext cx="108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325D93-8026-3140-E1BD-3DB92ED7AD75}"/>
                    </a:ext>
                  </a:extLst>
                </p14:cNvPr>
                <p14:cNvContentPartPr/>
                <p14:nvPr/>
              </p14:nvContentPartPr>
              <p14:xfrm>
                <a:off x="7175011" y="2227540"/>
                <a:ext cx="149760" cy="21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325D93-8026-3140-E1BD-3DB92ED7AD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57011" y="2209540"/>
                  <a:ext cx="185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1EACB3-B6E9-387B-FEAE-94D1DA4CBCCD}"/>
                    </a:ext>
                  </a:extLst>
                </p14:cNvPr>
                <p14:cNvContentPartPr/>
                <p14:nvPr/>
              </p14:nvContentPartPr>
              <p14:xfrm>
                <a:off x="7387771" y="2309980"/>
                <a:ext cx="169200" cy="23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1EACB3-B6E9-387B-FEAE-94D1DA4CBCC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70131" y="2292340"/>
                  <a:ext cx="204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575A5C-4208-20F6-01E8-544C8BD854DA}"/>
                    </a:ext>
                  </a:extLst>
                </p14:cNvPr>
                <p14:cNvContentPartPr/>
                <p14:nvPr/>
              </p14:nvContentPartPr>
              <p14:xfrm>
                <a:off x="7504411" y="2232940"/>
                <a:ext cx="44280" cy="209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575A5C-4208-20F6-01E8-544C8BD854D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486411" y="2214940"/>
                  <a:ext cx="79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96E7E4-8536-0044-7C33-5B043EA72687}"/>
                    </a:ext>
                  </a:extLst>
                </p14:cNvPr>
                <p14:cNvContentPartPr/>
                <p14:nvPr/>
              </p14:nvContentPartPr>
              <p14:xfrm>
                <a:off x="7683691" y="2269300"/>
                <a:ext cx="140400" cy="217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96E7E4-8536-0044-7C33-5B043EA7268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66051" y="2251660"/>
                  <a:ext cx="176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49CCF19-5B6B-23AB-B04F-962E75770B76}"/>
                    </a:ext>
                  </a:extLst>
                </p14:cNvPr>
                <p14:cNvContentPartPr/>
                <p14:nvPr/>
              </p14:nvContentPartPr>
              <p14:xfrm>
                <a:off x="7924531" y="2363260"/>
                <a:ext cx="166680" cy="28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49CCF19-5B6B-23AB-B04F-962E75770B7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06891" y="2345620"/>
                  <a:ext cx="202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50A540D-9FE3-EDBE-1685-F04BDF07389A}"/>
                    </a:ext>
                  </a:extLst>
                </p14:cNvPr>
                <p14:cNvContentPartPr/>
                <p14:nvPr/>
              </p14:nvContentPartPr>
              <p14:xfrm>
                <a:off x="8028931" y="2308180"/>
                <a:ext cx="43920" cy="200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50A540D-9FE3-EDBE-1685-F04BDF07389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10931" y="2290540"/>
                  <a:ext cx="79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623F44-B9E4-0C89-0644-35AD235CC202}"/>
                    </a:ext>
                  </a:extLst>
                </p14:cNvPr>
                <p14:cNvContentPartPr/>
                <p14:nvPr/>
              </p14:nvContentPartPr>
              <p14:xfrm>
                <a:off x="8256451" y="2312500"/>
                <a:ext cx="168120" cy="244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623F44-B9E4-0C89-0644-35AD235CC20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38811" y="2294860"/>
                  <a:ext cx="203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4BBD3AE5-DD24-4ECA-D7D1-C5C469C6D9FD}"/>
              </a:ext>
            </a:extLst>
          </p:cNvPr>
          <p:cNvGrpSpPr/>
          <p:nvPr/>
        </p:nvGrpSpPr>
        <p:grpSpPr>
          <a:xfrm>
            <a:off x="8949811" y="1713100"/>
            <a:ext cx="2844360" cy="2017080"/>
            <a:chOff x="8949811" y="1713100"/>
            <a:chExt cx="2844360" cy="20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F833B8-09D2-A704-D0D6-A7ECD7C7A110}"/>
                    </a:ext>
                  </a:extLst>
                </p14:cNvPr>
                <p14:cNvContentPartPr/>
                <p14:nvPr/>
              </p14:nvContentPartPr>
              <p14:xfrm>
                <a:off x="9088411" y="2028460"/>
                <a:ext cx="223560" cy="37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F833B8-09D2-A704-D0D6-A7ECD7C7A11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70771" y="2010820"/>
                  <a:ext cx="2592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F03EB3F-7D7D-7D41-BEF7-7FCDC8E1B7A6}"/>
                    </a:ext>
                  </a:extLst>
                </p14:cNvPr>
                <p14:cNvContentPartPr/>
                <p14:nvPr/>
              </p14:nvContentPartPr>
              <p14:xfrm>
                <a:off x="9434371" y="2337700"/>
                <a:ext cx="15840" cy="251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F03EB3F-7D7D-7D41-BEF7-7FCDC8E1B7A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16731" y="2320060"/>
                  <a:ext cx="51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CAB2D84-ED0B-1C0B-5A6C-CEEEFBC300C1}"/>
                    </a:ext>
                  </a:extLst>
                </p14:cNvPr>
                <p14:cNvContentPartPr/>
                <p14:nvPr/>
              </p14:nvContentPartPr>
              <p14:xfrm>
                <a:off x="9431491" y="2337340"/>
                <a:ext cx="158400" cy="135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CAB2D84-ED0B-1C0B-5A6C-CEEEFBC300C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13491" y="2319700"/>
                  <a:ext cx="194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CED3E9-C0EF-E83F-40CA-2FF5730AFD36}"/>
                    </a:ext>
                  </a:extLst>
                </p14:cNvPr>
                <p14:cNvContentPartPr/>
                <p14:nvPr/>
              </p14:nvContentPartPr>
              <p14:xfrm>
                <a:off x="9486571" y="2423380"/>
                <a:ext cx="97200" cy="48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CED3E9-C0EF-E83F-40CA-2FF5730AFD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68571" y="2405380"/>
                  <a:ext cx="132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8FF7C4-F24E-6591-6B84-57DE15F530BD}"/>
                    </a:ext>
                  </a:extLst>
                </p14:cNvPr>
                <p14:cNvContentPartPr/>
                <p14:nvPr/>
              </p14:nvContentPartPr>
              <p14:xfrm>
                <a:off x="9745411" y="2374780"/>
                <a:ext cx="131400" cy="136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8FF7C4-F24E-6591-6B84-57DE15F530B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27771" y="2357140"/>
                  <a:ext cx="167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13CC8E-2177-CA65-09D5-9E590F89A4D4}"/>
                    </a:ext>
                  </a:extLst>
                </p14:cNvPr>
                <p14:cNvContentPartPr/>
                <p14:nvPr/>
              </p14:nvContentPartPr>
              <p14:xfrm>
                <a:off x="9995971" y="2218540"/>
                <a:ext cx="75600" cy="24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13CC8E-2177-CA65-09D5-9E590F89A4D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78331" y="2200900"/>
                  <a:ext cx="111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0B0EAD1-2110-846A-3FAF-76A5D71B46B6}"/>
                    </a:ext>
                  </a:extLst>
                </p14:cNvPr>
                <p14:cNvContentPartPr/>
                <p14:nvPr/>
              </p14:nvContentPartPr>
              <p14:xfrm>
                <a:off x="10014331" y="2289100"/>
                <a:ext cx="127800" cy="41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0B0EAD1-2110-846A-3FAF-76A5D71B46B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96331" y="2271100"/>
                  <a:ext cx="163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9032DE-F6FF-96C4-AA87-9DDF59E64B16}"/>
                    </a:ext>
                  </a:extLst>
                </p14:cNvPr>
                <p14:cNvContentPartPr/>
                <p14:nvPr/>
              </p14:nvContentPartPr>
              <p14:xfrm>
                <a:off x="10484851" y="1985620"/>
                <a:ext cx="214200" cy="336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9032DE-F6FF-96C4-AA87-9DDF59E64B1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67211" y="1967980"/>
                  <a:ext cx="2498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CF6683-CEFD-F6C8-EADE-7D5E2867AC6B}"/>
                    </a:ext>
                  </a:extLst>
                </p14:cNvPr>
                <p14:cNvContentPartPr/>
                <p14:nvPr/>
              </p14:nvContentPartPr>
              <p14:xfrm>
                <a:off x="10826851" y="2145460"/>
                <a:ext cx="79920" cy="27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CF6683-CEFD-F6C8-EADE-7D5E2867AC6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09211" y="2127460"/>
                  <a:ext cx="115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696C4C-4436-91DC-C58F-D319DD999F79}"/>
                    </a:ext>
                  </a:extLst>
                </p14:cNvPr>
                <p14:cNvContentPartPr/>
                <p14:nvPr/>
              </p14:nvContentPartPr>
              <p14:xfrm>
                <a:off x="11159851" y="2052940"/>
                <a:ext cx="160200" cy="261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696C4C-4436-91DC-C58F-D319DD999F7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41851" y="2035300"/>
                  <a:ext cx="195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7B95D53-796E-263F-3D68-41B99D64F5A1}"/>
                    </a:ext>
                  </a:extLst>
                </p14:cNvPr>
                <p14:cNvContentPartPr/>
                <p14:nvPr/>
              </p14:nvContentPartPr>
              <p14:xfrm>
                <a:off x="10347691" y="2882020"/>
                <a:ext cx="59760" cy="26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7B95D53-796E-263F-3D68-41B99D64F5A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30051" y="2864020"/>
                  <a:ext cx="95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CDDE568-A715-1D8B-657B-F53693AB86B8}"/>
                    </a:ext>
                  </a:extLst>
                </p14:cNvPr>
                <p14:cNvContentPartPr/>
                <p14:nvPr/>
              </p14:nvContentPartPr>
              <p14:xfrm>
                <a:off x="10370011" y="2957620"/>
                <a:ext cx="108000" cy="54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CDDE568-A715-1D8B-657B-F53693AB86B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52011" y="2939620"/>
                  <a:ext cx="143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048" name="Ink 2047">
                  <a:extLst>
                    <a:ext uri="{FF2B5EF4-FFF2-40B4-BE49-F238E27FC236}">
                      <a16:creationId xmlns:a16="http://schemas.microsoft.com/office/drawing/2014/main" id="{1E51AC49-E681-8CB7-1DD9-AD07467FADC0}"/>
                    </a:ext>
                  </a:extLst>
                </p14:cNvPr>
                <p14:cNvContentPartPr/>
                <p14:nvPr/>
              </p14:nvContentPartPr>
              <p14:xfrm>
                <a:off x="10581691" y="2789140"/>
                <a:ext cx="167760" cy="270720"/>
              </p14:xfrm>
            </p:contentPart>
          </mc:Choice>
          <mc:Fallback>
            <p:pic>
              <p:nvPicPr>
                <p:cNvPr id="2048" name="Ink 2047">
                  <a:extLst>
                    <a:ext uri="{FF2B5EF4-FFF2-40B4-BE49-F238E27FC236}">
                      <a16:creationId xmlns:a16="http://schemas.microsoft.com/office/drawing/2014/main" id="{1E51AC49-E681-8CB7-1DD9-AD07467FAD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563691" y="2771500"/>
                  <a:ext cx="203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050" name="Ink 2049">
                  <a:extLst>
                    <a:ext uri="{FF2B5EF4-FFF2-40B4-BE49-F238E27FC236}">
                      <a16:creationId xmlns:a16="http://schemas.microsoft.com/office/drawing/2014/main" id="{3FB4D790-DD5E-9AC4-D295-3D3CDC51B882}"/>
                    </a:ext>
                  </a:extLst>
                </p14:cNvPr>
                <p14:cNvContentPartPr/>
                <p14:nvPr/>
              </p14:nvContentPartPr>
              <p14:xfrm>
                <a:off x="10775731" y="2757820"/>
                <a:ext cx="163800" cy="182880"/>
              </p14:xfrm>
            </p:contentPart>
          </mc:Choice>
          <mc:Fallback>
            <p:pic>
              <p:nvPicPr>
                <p:cNvPr id="2050" name="Ink 2049">
                  <a:extLst>
                    <a:ext uri="{FF2B5EF4-FFF2-40B4-BE49-F238E27FC236}">
                      <a16:creationId xmlns:a16="http://schemas.microsoft.com/office/drawing/2014/main" id="{3FB4D790-DD5E-9AC4-D295-3D3CDC51B88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758091" y="2739820"/>
                  <a:ext cx="199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052" name="Ink 2051">
                  <a:extLst>
                    <a:ext uri="{FF2B5EF4-FFF2-40B4-BE49-F238E27FC236}">
                      <a16:creationId xmlns:a16="http://schemas.microsoft.com/office/drawing/2014/main" id="{B5194111-9ADC-B188-0D49-10089DCEC8E7}"/>
                    </a:ext>
                  </a:extLst>
                </p14:cNvPr>
                <p14:cNvContentPartPr/>
                <p14:nvPr/>
              </p14:nvContentPartPr>
              <p14:xfrm>
                <a:off x="8949811" y="1820380"/>
                <a:ext cx="71280" cy="1690200"/>
              </p14:xfrm>
            </p:contentPart>
          </mc:Choice>
          <mc:Fallback>
            <p:pic>
              <p:nvPicPr>
                <p:cNvPr id="2052" name="Ink 2051">
                  <a:extLst>
                    <a:ext uri="{FF2B5EF4-FFF2-40B4-BE49-F238E27FC236}">
                      <a16:creationId xmlns:a16="http://schemas.microsoft.com/office/drawing/2014/main" id="{B5194111-9ADC-B188-0D49-10089DCEC8E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31811" y="1802380"/>
                  <a:ext cx="106920" cy="17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053" name="Ink 2052">
                  <a:extLst>
                    <a:ext uri="{FF2B5EF4-FFF2-40B4-BE49-F238E27FC236}">
                      <a16:creationId xmlns:a16="http://schemas.microsoft.com/office/drawing/2014/main" id="{05A56576-21B7-1CBF-F4DA-D172D0C3A086}"/>
                    </a:ext>
                  </a:extLst>
                </p14:cNvPr>
                <p14:cNvContentPartPr/>
                <p14:nvPr/>
              </p14:nvContentPartPr>
              <p14:xfrm>
                <a:off x="9039811" y="1715980"/>
                <a:ext cx="2331720" cy="142920"/>
              </p14:xfrm>
            </p:contentPart>
          </mc:Choice>
          <mc:Fallback>
            <p:pic>
              <p:nvPicPr>
                <p:cNvPr id="2053" name="Ink 2052">
                  <a:extLst>
                    <a:ext uri="{FF2B5EF4-FFF2-40B4-BE49-F238E27FC236}">
                      <a16:creationId xmlns:a16="http://schemas.microsoft.com/office/drawing/2014/main" id="{05A56576-21B7-1CBF-F4DA-D172D0C3A08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1811" y="1697980"/>
                  <a:ext cx="2367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054" name="Ink 2053">
                  <a:extLst>
                    <a:ext uri="{FF2B5EF4-FFF2-40B4-BE49-F238E27FC236}">
                      <a16:creationId xmlns:a16="http://schemas.microsoft.com/office/drawing/2014/main" id="{B64B7162-CE3E-C0E7-0525-EF785A1F1BC7}"/>
                    </a:ext>
                  </a:extLst>
                </p14:cNvPr>
                <p14:cNvContentPartPr/>
                <p14:nvPr/>
              </p14:nvContentPartPr>
              <p14:xfrm>
                <a:off x="9378211" y="1713100"/>
                <a:ext cx="2415960" cy="2017080"/>
              </p14:xfrm>
            </p:contentPart>
          </mc:Choice>
          <mc:Fallback>
            <p:pic>
              <p:nvPicPr>
                <p:cNvPr id="2054" name="Ink 2053">
                  <a:extLst>
                    <a:ext uri="{FF2B5EF4-FFF2-40B4-BE49-F238E27FC236}">
                      <a16:creationId xmlns:a16="http://schemas.microsoft.com/office/drawing/2014/main" id="{B64B7162-CE3E-C0E7-0525-EF785A1F1B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360571" y="1695100"/>
                  <a:ext cx="2451600" cy="20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0417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B70A-AA58-75CA-C302-A13951F0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AEFB-676E-5BB0-934D-C8F56FDEC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7B3A-B79F-0C05-5EA8-481A7565A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31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F7F5-E39D-CE97-89D5-94390F1B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4A2D-B750-4BAE-F395-52043CB6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7D29B-AB7F-6927-814B-1BCA5493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452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D5F5-4CA0-BDAE-FC84-0BBCC60CE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57BB-242B-6E86-DE4B-CCDC780E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8BF2-D123-6AD2-FCEB-B76062970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926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AC93-77DA-9E24-8E1E-AD0CDCF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743C-7495-6168-0B09-997247991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117C4-0C99-D73B-0A0F-D1D305965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74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94ED-FBB6-2E28-4F4B-A33B46B3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54B10-14E8-6085-6B44-318332EE7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DD6D28-411B-7921-C401-50B81EDB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F52220B1-C1B5-6B2D-19D9-F087E6DA9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723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A222F58-69F6-1345-1047-7E3081BF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EE6DAD-7440-7001-B053-CB37609D56D0}"/>
                  </a:ext>
                </a:extLst>
              </p14:cNvPr>
              <p14:cNvContentPartPr/>
              <p14:nvPr/>
            </p14:nvContentPartPr>
            <p14:xfrm>
              <a:off x="5504251" y="6190704"/>
              <a:ext cx="87120" cy="14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EE6DAD-7440-7001-B053-CB37609D56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6611" y="6173064"/>
                <a:ext cx="1227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570AC0-99B9-E69F-E2D7-EAFEF13A5744}"/>
                  </a:ext>
                </a:extLst>
              </p14:cNvPr>
              <p14:cNvContentPartPr/>
              <p14:nvPr/>
            </p14:nvContentPartPr>
            <p14:xfrm>
              <a:off x="6514411" y="6180264"/>
              <a:ext cx="131040" cy="177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570AC0-99B9-E69F-E2D7-EAFEF13A57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96411" y="6162264"/>
                <a:ext cx="1666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56719F-A9DA-08CD-A3A0-7E83F16CC479}"/>
                  </a:ext>
                </a:extLst>
              </p14:cNvPr>
              <p14:cNvContentPartPr/>
              <p14:nvPr/>
            </p14:nvContentPartPr>
            <p14:xfrm>
              <a:off x="7602691" y="6136704"/>
              <a:ext cx="102600" cy="168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56719F-A9DA-08CD-A3A0-7E83F16CC4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84691" y="6119064"/>
                <a:ext cx="13824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9B0B247-E349-F5C2-BCD5-91E39817DFE7}"/>
              </a:ext>
            </a:extLst>
          </p:cNvPr>
          <p:cNvGrpSpPr/>
          <p:nvPr/>
        </p:nvGrpSpPr>
        <p:grpSpPr>
          <a:xfrm>
            <a:off x="8324491" y="6155784"/>
            <a:ext cx="415080" cy="307080"/>
            <a:chOff x="8324491" y="6155784"/>
            <a:chExt cx="41508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C42EDA-0B3E-2809-446F-8D889A5AD565}"/>
                    </a:ext>
                  </a:extLst>
                </p14:cNvPr>
                <p14:cNvContentPartPr/>
                <p14:nvPr/>
              </p14:nvContentPartPr>
              <p14:xfrm>
                <a:off x="8324491" y="6261264"/>
                <a:ext cx="141120" cy="201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C42EDA-0B3E-2809-446F-8D889A5AD5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06491" y="6243624"/>
                  <a:ext cx="176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34F8F9-260E-C120-C807-710ED4CFF7DC}"/>
                    </a:ext>
                  </a:extLst>
                </p14:cNvPr>
                <p14:cNvContentPartPr/>
                <p14:nvPr/>
              </p14:nvContentPartPr>
              <p14:xfrm>
                <a:off x="8557051" y="6155784"/>
                <a:ext cx="18252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34F8F9-260E-C120-C807-710ED4CFF7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39411" y="6137784"/>
                  <a:ext cx="21816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160093A-824D-A2EA-AFB4-FDFFE510C6BC}"/>
                  </a:ext>
                </a:extLst>
              </p14:cNvPr>
              <p14:cNvContentPartPr/>
              <p14:nvPr/>
            </p14:nvContentPartPr>
            <p14:xfrm>
              <a:off x="5455291" y="2381544"/>
              <a:ext cx="129600" cy="163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160093A-824D-A2EA-AFB4-FDFFE510C6B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37651" y="2363544"/>
                <a:ext cx="1652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881F362-544A-0C0C-2E74-EA6AD82CAFC0}"/>
                  </a:ext>
                </a:extLst>
              </p14:cNvPr>
              <p14:cNvContentPartPr/>
              <p14:nvPr/>
            </p14:nvContentPartPr>
            <p14:xfrm>
              <a:off x="6481651" y="2391984"/>
              <a:ext cx="164160" cy="160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881F362-544A-0C0C-2E74-EA6AD82CAFC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4011" y="2374344"/>
                <a:ext cx="1998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56DB7CA-A652-458F-60B1-718A8D0268BB}"/>
                  </a:ext>
                </a:extLst>
              </p14:cNvPr>
              <p14:cNvContentPartPr/>
              <p14:nvPr/>
            </p14:nvContentPartPr>
            <p14:xfrm>
              <a:off x="7446451" y="2402064"/>
              <a:ext cx="204120" cy="120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56DB7CA-A652-458F-60B1-718A8D0268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28451" y="2384424"/>
                <a:ext cx="23976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0E754DA-159B-9B76-0E84-F53B5D9606B1}"/>
              </a:ext>
            </a:extLst>
          </p:cNvPr>
          <p:cNvGrpSpPr/>
          <p:nvPr/>
        </p:nvGrpSpPr>
        <p:grpSpPr>
          <a:xfrm>
            <a:off x="7960891" y="2238624"/>
            <a:ext cx="430920" cy="295560"/>
            <a:chOff x="7960891" y="2238624"/>
            <a:chExt cx="43092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B1ADA3-02C2-A827-5651-754A8BEF848E}"/>
                    </a:ext>
                  </a:extLst>
                </p14:cNvPr>
                <p14:cNvContentPartPr/>
                <p14:nvPr/>
              </p14:nvContentPartPr>
              <p14:xfrm>
                <a:off x="7960891" y="2278944"/>
                <a:ext cx="204480" cy="255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B1ADA3-02C2-A827-5651-754A8BEF84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43251" y="2261304"/>
                  <a:ext cx="2401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12CC91C-5CEC-5DC7-0F0E-046A64ED8DA7}"/>
                    </a:ext>
                  </a:extLst>
                </p14:cNvPr>
                <p14:cNvContentPartPr/>
                <p14:nvPr/>
              </p14:nvContentPartPr>
              <p14:xfrm>
                <a:off x="8242411" y="2238624"/>
                <a:ext cx="149400" cy="142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12CC91C-5CEC-5DC7-0F0E-046A64ED8DA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24411" y="2220624"/>
                  <a:ext cx="1850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8E3585-5A43-7E15-08B0-1FDE1866F7AB}"/>
              </a:ext>
            </a:extLst>
          </p:cNvPr>
          <p:cNvGrpSpPr/>
          <p:nvPr/>
        </p:nvGrpSpPr>
        <p:grpSpPr>
          <a:xfrm>
            <a:off x="6649411" y="2060784"/>
            <a:ext cx="500760" cy="301680"/>
            <a:chOff x="6649411" y="2060784"/>
            <a:chExt cx="50076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792895-E690-E121-111F-8C5EE4C80381}"/>
                    </a:ext>
                  </a:extLst>
                </p14:cNvPr>
                <p14:cNvContentPartPr/>
                <p14:nvPr/>
              </p14:nvContentPartPr>
              <p14:xfrm>
                <a:off x="6649411" y="2120544"/>
                <a:ext cx="303120" cy="135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792895-E690-E121-111F-8C5EE4C803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31411" y="2102904"/>
                  <a:ext cx="338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55BBF5-4C57-CF8B-4909-1E489DE8AC29}"/>
                    </a:ext>
                  </a:extLst>
                </p14:cNvPr>
                <p14:cNvContentPartPr/>
                <p14:nvPr/>
              </p14:nvContentPartPr>
              <p14:xfrm>
                <a:off x="6948571" y="2221704"/>
                <a:ext cx="76680" cy="140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55BBF5-4C57-CF8B-4909-1E489DE8AC2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30931" y="2203704"/>
                  <a:ext cx="112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7A875F-003D-28D9-5BA9-1717BF750B5A}"/>
                    </a:ext>
                  </a:extLst>
                </p14:cNvPr>
                <p14:cNvContentPartPr/>
                <p14:nvPr/>
              </p14:nvContentPartPr>
              <p14:xfrm>
                <a:off x="7027051" y="2060784"/>
                <a:ext cx="123120" cy="136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7A875F-003D-28D9-5BA9-1717BF750B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09411" y="2043144"/>
                  <a:ext cx="15876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A9B782-218D-2104-CF59-742811E07679}"/>
              </a:ext>
            </a:extLst>
          </p:cNvPr>
          <p:cNvGrpSpPr/>
          <p:nvPr/>
        </p:nvGrpSpPr>
        <p:grpSpPr>
          <a:xfrm>
            <a:off x="5725291" y="2163744"/>
            <a:ext cx="368280" cy="223200"/>
            <a:chOff x="5725291" y="2163744"/>
            <a:chExt cx="36828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9562D5-42AB-6F81-2B26-51C0663BCECF}"/>
                    </a:ext>
                  </a:extLst>
                </p14:cNvPr>
                <p14:cNvContentPartPr/>
                <p14:nvPr/>
              </p14:nvContentPartPr>
              <p14:xfrm>
                <a:off x="5725291" y="2208024"/>
                <a:ext cx="221760" cy="178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9562D5-42AB-6F81-2B26-51C0663BCE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707291" y="2190024"/>
                  <a:ext cx="257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570999-E02C-7722-E57D-722CE144A7B1}"/>
                    </a:ext>
                  </a:extLst>
                </p14:cNvPr>
                <p14:cNvContentPartPr/>
                <p14:nvPr/>
              </p14:nvContentPartPr>
              <p14:xfrm>
                <a:off x="5951011" y="2163744"/>
                <a:ext cx="142560" cy="109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570999-E02C-7722-E57D-722CE144A7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33371" y="2146104"/>
                  <a:ext cx="1782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EA7EFF2-C841-1A86-573A-4406695FB483}"/>
              </a:ext>
            </a:extLst>
          </p:cNvPr>
          <p:cNvGrpSpPr/>
          <p:nvPr/>
        </p:nvGrpSpPr>
        <p:grpSpPr>
          <a:xfrm>
            <a:off x="4956691" y="3057984"/>
            <a:ext cx="995040" cy="795600"/>
            <a:chOff x="4956691" y="3057984"/>
            <a:chExt cx="995040" cy="79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C56614-3672-9C32-BF8F-0F5DBFDFD2FB}"/>
                    </a:ext>
                  </a:extLst>
                </p14:cNvPr>
                <p14:cNvContentPartPr/>
                <p14:nvPr/>
              </p14:nvContentPartPr>
              <p14:xfrm>
                <a:off x="4956691" y="3306744"/>
                <a:ext cx="167040" cy="273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C56614-3672-9C32-BF8F-0F5DBFDFD2F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39051" y="3288744"/>
                  <a:ext cx="2026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B25402-CCAD-491C-DF3F-90155DF3AF23}"/>
                    </a:ext>
                  </a:extLst>
                </p14:cNvPr>
                <p14:cNvContentPartPr/>
                <p14:nvPr/>
              </p14:nvContentPartPr>
              <p14:xfrm>
                <a:off x="5191051" y="3339504"/>
                <a:ext cx="48960" cy="9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B25402-CCAD-491C-DF3F-90155DF3AF2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73411" y="3321504"/>
                  <a:ext cx="846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255295-ABF0-9C60-C430-57A7655F5E98}"/>
                    </a:ext>
                  </a:extLst>
                </p14:cNvPr>
                <p14:cNvContentPartPr/>
                <p14:nvPr/>
              </p14:nvContentPartPr>
              <p14:xfrm>
                <a:off x="5272771" y="3376224"/>
                <a:ext cx="37080" cy="49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255295-ABF0-9C60-C430-57A7655F5E9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254771" y="3358584"/>
                  <a:ext cx="72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E47FE5B-F19E-F503-71CE-B4DB8C5F03C7}"/>
                    </a:ext>
                  </a:extLst>
                </p14:cNvPr>
                <p14:cNvContentPartPr/>
                <p14:nvPr/>
              </p14:nvContentPartPr>
              <p14:xfrm>
                <a:off x="5310571" y="3155904"/>
                <a:ext cx="120600" cy="198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E47FE5B-F19E-F503-71CE-B4DB8C5F03C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92931" y="3138264"/>
                  <a:ext cx="156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95C70C9-E935-6BEE-F905-4B5FF41BBD40}"/>
                    </a:ext>
                  </a:extLst>
                </p14:cNvPr>
                <p14:cNvContentPartPr/>
                <p14:nvPr/>
              </p14:nvContentPartPr>
              <p14:xfrm>
                <a:off x="5294731" y="3193344"/>
                <a:ext cx="40320" cy="61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95C70C9-E935-6BEE-F905-4B5FF41BBD4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77091" y="3175704"/>
                  <a:ext cx="759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827174-0294-3AC1-7E1B-4D0407AE6141}"/>
                    </a:ext>
                  </a:extLst>
                </p14:cNvPr>
                <p14:cNvContentPartPr/>
                <p14:nvPr/>
              </p14:nvContentPartPr>
              <p14:xfrm>
                <a:off x="5421091" y="3330504"/>
                <a:ext cx="46080" cy="50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827174-0294-3AC1-7E1B-4D0407AE614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03451" y="3312864"/>
                  <a:ext cx="81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E53DDB-F481-32CA-5B73-705286B0DD4E}"/>
                    </a:ext>
                  </a:extLst>
                </p14:cNvPr>
                <p14:cNvContentPartPr/>
                <p14:nvPr/>
              </p14:nvContentPartPr>
              <p14:xfrm>
                <a:off x="5473651" y="3116304"/>
                <a:ext cx="84240" cy="161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E53DDB-F481-32CA-5B73-705286B0DD4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55651" y="3098664"/>
                  <a:ext cx="119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1D2FEB-E3E1-E6ED-E693-F54188281596}"/>
                    </a:ext>
                  </a:extLst>
                </p14:cNvPr>
                <p14:cNvContentPartPr/>
                <p14:nvPr/>
              </p14:nvContentPartPr>
              <p14:xfrm>
                <a:off x="5484811" y="3057984"/>
                <a:ext cx="147960" cy="9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1D2FEB-E3E1-E6ED-E693-F5418828159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66811" y="3040344"/>
                  <a:ext cx="183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5B6E46-BEAF-60D1-1B8A-D77EC86EC235}"/>
                    </a:ext>
                  </a:extLst>
                </p14:cNvPr>
                <p14:cNvContentPartPr/>
                <p14:nvPr/>
              </p14:nvContentPartPr>
              <p14:xfrm>
                <a:off x="5167651" y="3710664"/>
                <a:ext cx="169920" cy="14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5B6E46-BEAF-60D1-1B8A-D77EC86EC2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0011" y="3692664"/>
                  <a:ext cx="205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670BD2-EFE1-30CA-8A64-CE1202BA47E9}"/>
                    </a:ext>
                  </a:extLst>
                </p14:cNvPr>
                <p14:cNvContentPartPr/>
                <p14:nvPr/>
              </p14:nvContentPartPr>
              <p14:xfrm>
                <a:off x="5407771" y="3643344"/>
                <a:ext cx="27360" cy="4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670BD2-EFE1-30CA-8A64-CE1202BA47E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90131" y="3625704"/>
                  <a:ext cx="63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6C7014-597D-E8C9-E9A5-B76E9593B227}"/>
                    </a:ext>
                  </a:extLst>
                </p14:cNvPr>
                <p14:cNvContentPartPr/>
                <p14:nvPr/>
              </p14:nvContentPartPr>
              <p14:xfrm>
                <a:off x="5469691" y="3665664"/>
                <a:ext cx="47160" cy="52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6C7014-597D-E8C9-E9A5-B76E9593B22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52051" y="3647664"/>
                  <a:ext cx="82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988CC1-D30C-82FB-728E-0704DB04CF34}"/>
                    </a:ext>
                  </a:extLst>
                </p14:cNvPr>
                <p14:cNvContentPartPr/>
                <p14:nvPr/>
              </p14:nvContentPartPr>
              <p14:xfrm>
                <a:off x="5522971" y="3492504"/>
                <a:ext cx="124920" cy="220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988CC1-D30C-82FB-728E-0704DB04CF3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504971" y="3474504"/>
                  <a:ext cx="160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A4CAF73-FAC3-40AB-04F8-BD18F7D1E016}"/>
                    </a:ext>
                  </a:extLst>
                </p14:cNvPr>
                <p14:cNvContentPartPr/>
                <p14:nvPr/>
              </p14:nvContentPartPr>
              <p14:xfrm>
                <a:off x="5535931" y="3483144"/>
                <a:ext cx="63360" cy="69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A4CAF73-FAC3-40AB-04F8-BD18F7D1E01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17931" y="3465504"/>
                  <a:ext cx="99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5B0150-C266-3C63-4544-7A7FB45B1138}"/>
                    </a:ext>
                  </a:extLst>
                </p14:cNvPr>
                <p14:cNvContentPartPr/>
                <p14:nvPr/>
              </p14:nvContentPartPr>
              <p14:xfrm>
                <a:off x="5669131" y="3605544"/>
                <a:ext cx="28080" cy="52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5B0150-C266-3C63-4544-7A7FB45B113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51131" y="3587904"/>
                  <a:ext cx="63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3C493C8-33B0-D7AB-BD07-3F51BFE17326}"/>
                    </a:ext>
                  </a:extLst>
                </p14:cNvPr>
                <p14:cNvContentPartPr/>
                <p14:nvPr/>
              </p14:nvContentPartPr>
              <p14:xfrm>
                <a:off x="5679211" y="3388464"/>
                <a:ext cx="129240" cy="17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3C493C8-33B0-D7AB-BD07-3F51BFE173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61211" y="3370824"/>
                  <a:ext cx="164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4750BE1-B8A8-C0F8-BF71-F11A5A313C9F}"/>
                    </a:ext>
                  </a:extLst>
                </p14:cNvPr>
                <p14:cNvContentPartPr/>
                <p14:nvPr/>
              </p14:nvContentPartPr>
              <p14:xfrm>
                <a:off x="5777491" y="3327264"/>
                <a:ext cx="107280" cy="10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4750BE1-B8A8-C0F8-BF71-F11A5A313C9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59491" y="3309264"/>
                  <a:ext cx="142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BF63EE-E566-F184-A352-3068F72D948E}"/>
                    </a:ext>
                  </a:extLst>
                </p14:cNvPr>
                <p14:cNvContentPartPr/>
                <p14:nvPr/>
              </p14:nvContentPartPr>
              <p14:xfrm>
                <a:off x="5948851" y="3344544"/>
                <a:ext cx="2880" cy="3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BF63EE-E566-F184-A352-3068F72D948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31211" y="3326544"/>
                  <a:ext cx="385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9A4D21-F6BC-B1F3-E55F-BC29B7D76EE9}"/>
              </a:ext>
            </a:extLst>
          </p:cNvPr>
          <p:cNvGrpSpPr/>
          <p:nvPr/>
        </p:nvGrpSpPr>
        <p:grpSpPr>
          <a:xfrm>
            <a:off x="6227491" y="2722824"/>
            <a:ext cx="656280" cy="697680"/>
            <a:chOff x="6227491" y="2722824"/>
            <a:chExt cx="656280" cy="69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014A13-EBD7-78B8-2607-7477F61CA257}"/>
                    </a:ext>
                  </a:extLst>
                </p14:cNvPr>
                <p14:cNvContentPartPr/>
                <p14:nvPr/>
              </p14:nvContentPartPr>
              <p14:xfrm>
                <a:off x="6227491" y="2856024"/>
                <a:ext cx="142920" cy="162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014A13-EBD7-78B8-2607-7477F61CA25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09491" y="2838384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1A758E8-D1FA-CA99-4659-0C87D4C28CBC}"/>
                    </a:ext>
                  </a:extLst>
                </p14:cNvPr>
                <p14:cNvContentPartPr/>
                <p14:nvPr/>
              </p14:nvContentPartPr>
              <p14:xfrm>
                <a:off x="6373651" y="2722824"/>
                <a:ext cx="124920" cy="165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1A758E8-D1FA-CA99-4659-0C87D4C28CB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355651" y="2704824"/>
                  <a:ext cx="160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8B5EC6-030D-2A64-FB1D-F98D090FC077}"/>
                    </a:ext>
                  </a:extLst>
                </p14:cNvPr>
                <p14:cNvContentPartPr/>
                <p14:nvPr/>
              </p14:nvContentPartPr>
              <p14:xfrm>
                <a:off x="6286531" y="2808144"/>
                <a:ext cx="551520" cy="378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8B5EC6-030D-2A64-FB1D-F98D090FC0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68891" y="2790144"/>
                  <a:ext cx="5871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3C57D10-CBDB-7BCF-E7FF-099D2D57CDB5}"/>
                    </a:ext>
                  </a:extLst>
                </p14:cNvPr>
                <p14:cNvContentPartPr/>
                <p14:nvPr/>
              </p14:nvContentPartPr>
              <p14:xfrm>
                <a:off x="6501091" y="3132504"/>
                <a:ext cx="217080" cy="150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3C57D10-CBDB-7BCF-E7FF-099D2D57CD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83091" y="3114864"/>
                  <a:ext cx="252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8BF489A-54D3-E2C2-1579-07CCBC4D3BDB}"/>
                    </a:ext>
                  </a:extLst>
                </p14:cNvPr>
                <p14:cNvContentPartPr/>
                <p14:nvPr/>
              </p14:nvContentPartPr>
              <p14:xfrm>
                <a:off x="6681451" y="3032784"/>
                <a:ext cx="106920" cy="136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8BF489A-54D3-E2C2-1579-07CCBC4D3BD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663811" y="3015144"/>
                  <a:ext cx="142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4210203-BF2D-E1EF-C9EE-172D8D9E8824}"/>
                    </a:ext>
                  </a:extLst>
                </p14:cNvPr>
                <p14:cNvContentPartPr/>
                <p14:nvPr/>
              </p14:nvContentPartPr>
              <p14:xfrm>
                <a:off x="6763891" y="3015144"/>
                <a:ext cx="119880" cy="99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4210203-BF2D-E1EF-C9EE-172D8D9E882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45891" y="2997504"/>
                  <a:ext cx="155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DE799B4-5BE8-070D-31C3-7BF4C4856D1C}"/>
                    </a:ext>
                  </a:extLst>
                </p14:cNvPr>
                <p14:cNvContentPartPr/>
                <p14:nvPr/>
              </p14:nvContentPartPr>
              <p14:xfrm>
                <a:off x="6487411" y="3297024"/>
                <a:ext cx="187200" cy="123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DE799B4-5BE8-070D-31C3-7BF4C4856D1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69411" y="3279384"/>
                  <a:ext cx="22284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8059F6D-0B5D-CE5F-81AB-3AA5F8DCE408}"/>
                  </a:ext>
                </a:extLst>
              </p14:cNvPr>
              <p14:cNvContentPartPr/>
              <p14:nvPr/>
            </p14:nvContentPartPr>
            <p14:xfrm>
              <a:off x="6474811" y="4254984"/>
              <a:ext cx="210960" cy="1504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8059F6D-0B5D-CE5F-81AB-3AA5F8DCE40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456811" y="4236984"/>
                <a:ext cx="2466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AC686B6-902E-FA8B-1847-4A5B6C32C230}"/>
                  </a:ext>
                </a:extLst>
              </p14:cNvPr>
              <p14:cNvContentPartPr/>
              <p14:nvPr/>
            </p14:nvContentPartPr>
            <p14:xfrm>
              <a:off x="7531411" y="2579544"/>
              <a:ext cx="184320" cy="1540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AC686B6-902E-FA8B-1847-4A5B6C32C23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513771" y="2561904"/>
                <a:ext cx="219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64BB3D3-ADDF-8B86-B0BC-55B399757E04}"/>
                  </a:ext>
                </a:extLst>
              </p14:cNvPr>
              <p14:cNvContentPartPr/>
              <p14:nvPr/>
            </p14:nvContentPartPr>
            <p14:xfrm>
              <a:off x="7509451" y="3602664"/>
              <a:ext cx="215640" cy="1479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64BB3D3-ADDF-8B86-B0BC-55B399757E0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491811" y="3584664"/>
                <a:ext cx="2512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CCB5719-C949-DFEE-37EB-C8908E261516}"/>
                  </a:ext>
                </a:extLst>
              </p14:cNvPr>
              <p14:cNvContentPartPr/>
              <p14:nvPr/>
            </p14:nvContentPartPr>
            <p14:xfrm>
              <a:off x="7562011" y="4764744"/>
              <a:ext cx="205920" cy="2217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CCB5719-C949-DFEE-37EB-C8908E26151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544371" y="4746744"/>
                <a:ext cx="24156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86E2F44F-C700-3933-40B7-34937B47AAE3}"/>
              </a:ext>
            </a:extLst>
          </p:cNvPr>
          <p:cNvGrpSpPr/>
          <p:nvPr/>
        </p:nvGrpSpPr>
        <p:grpSpPr>
          <a:xfrm>
            <a:off x="8276971" y="3268224"/>
            <a:ext cx="710280" cy="770760"/>
            <a:chOff x="8276971" y="3268224"/>
            <a:chExt cx="710280" cy="77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4ED952-1DBE-AF4E-A5AA-0AA767AF6547}"/>
                    </a:ext>
                  </a:extLst>
                </p14:cNvPr>
                <p14:cNvContentPartPr/>
                <p14:nvPr/>
              </p14:nvContentPartPr>
              <p14:xfrm>
                <a:off x="8276971" y="3369024"/>
                <a:ext cx="149400" cy="221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4ED952-1DBE-AF4E-A5AA-0AA767AF654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58971" y="3351024"/>
                  <a:ext cx="185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7F962AC-CBFC-91BB-5A3B-71D431DDAE0F}"/>
                    </a:ext>
                  </a:extLst>
                </p14:cNvPr>
                <p14:cNvContentPartPr/>
                <p14:nvPr/>
              </p14:nvContentPartPr>
              <p14:xfrm>
                <a:off x="8505571" y="3268224"/>
                <a:ext cx="92880" cy="203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7F962AC-CBFC-91BB-5A3B-71D431DDAE0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487571" y="3250224"/>
                  <a:ext cx="128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049091E-6464-2E58-469A-AC763BD4975B}"/>
                    </a:ext>
                  </a:extLst>
                </p14:cNvPr>
                <p14:cNvContentPartPr/>
                <p14:nvPr/>
              </p14:nvContentPartPr>
              <p14:xfrm>
                <a:off x="8314411" y="3550104"/>
                <a:ext cx="431640" cy="240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049091E-6464-2E58-469A-AC763BD4975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96411" y="3532464"/>
                  <a:ext cx="4672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958509-725B-86F8-0B26-BFB93204DA1B}"/>
                    </a:ext>
                  </a:extLst>
                </p14:cNvPr>
                <p14:cNvContentPartPr/>
                <p14:nvPr/>
              </p14:nvContentPartPr>
              <p14:xfrm>
                <a:off x="8533291" y="3806784"/>
                <a:ext cx="181440" cy="23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958509-725B-86F8-0B26-BFB93204DA1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515291" y="3789144"/>
                  <a:ext cx="217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120C3B3-17C7-AF83-B80F-0B46CAF37BA8}"/>
                    </a:ext>
                  </a:extLst>
                </p14:cNvPr>
                <p14:cNvContentPartPr/>
                <p14:nvPr/>
              </p14:nvContentPartPr>
              <p14:xfrm>
                <a:off x="8785651" y="3751704"/>
                <a:ext cx="201600" cy="20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120C3B3-17C7-AF83-B80F-0B46CAF37BA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768011" y="3733704"/>
                  <a:ext cx="2372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6DE64DC5-5D4E-DDCF-3E57-F6785702FCEA}"/>
              </a:ext>
            </a:extLst>
          </p:cNvPr>
          <p:cNvGrpSpPr/>
          <p:nvPr/>
        </p:nvGrpSpPr>
        <p:grpSpPr>
          <a:xfrm>
            <a:off x="9073291" y="2928744"/>
            <a:ext cx="2874960" cy="1715040"/>
            <a:chOff x="9073291" y="2928744"/>
            <a:chExt cx="2874960" cy="171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CB1C7782-BE10-0493-0516-C2230FC5EB83}"/>
                    </a:ext>
                  </a:extLst>
                </p14:cNvPr>
                <p14:cNvContentPartPr/>
                <p14:nvPr/>
              </p14:nvContentPartPr>
              <p14:xfrm>
                <a:off x="9686371" y="3014424"/>
                <a:ext cx="105120" cy="473040"/>
              </p14:xfrm>
            </p:contentPart>
          </mc:Choice>
          <mc:Fallback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CB1C7782-BE10-0493-0516-C2230FC5EB8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68371" y="2996424"/>
                  <a:ext cx="14076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26" name="Ink 1025">
                  <a:extLst>
                    <a:ext uri="{FF2B5EF4-FFF2-40B4-BE49-F238E27FC236}">
                      <a16:creationId xmlns:a16="http://schemas.microsoft.com/office/drawing/2014/main" id="{4AAF925A-B8AA-CB71-F84F-DD1427467B38}"/>
                    </a:ext>
                  </a:extLst>
                </p14:cNvPr>
                <p14:cNvContentPartPr/>
                <p14:nvPr/>
              </p14:nvContentPartPr>
              <p14:xfrm>
                <a:off x="9736771" y="3444264"/>
                <a:ext cx="7200" cy="15120"/>
              </p14:xfrm>
            </p:contentPart>
          </mc:Choice>
          <mc:Fallback>
            <p:pic>
              <p:nvPicPr>
                <p:cNvPr id="1026" name="Ink 1025">
                  <a:extLst>
                    <a:ext uri="{FF2B5EF4-FFF2-40B4-BE49-F238E27FC236}">
                      <a16:creationId xmlns:a16="http://schemas.microsoft.com/office/drawing/2014/main" id="{4AAF925A-B8AA-CB71-F84F-DD1427467B3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19131" y="3426264"/>
                  <a:ext cx="42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68E66973-B917-73C4-B7E5-FE28D3FB7198}"/>
                    </a:ext>
                  </a:extLst>
                </p14:cNvPr>
                <p14:cNvContentPartPr/>
                <p14:nvPr/>
              </p14:nvContentPartPr>
              <p14:xfrm>
                <a:off x="9757651" y="3540744"/>
                <a:ext cx="100440" cy="255600"/>
              </p14:xfrm>
            </p:contentPart>
          </mc:Choice>
          <mc:Fallback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68E66973-B917-73C4-B7E5-FE28D3FB719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740011" y="3522744"/>
                  <a:ext cx="136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A893121A-D40B-89BB-1D0A-464C718BEF92}"/>
                    </a:ext>
                  </a:extLst>
                </p14:cNvPr>
                <p14:cNvContentPartPr/>
                <p14:nvPr/>
              </p14:nvContentPartPr>
              <p14:xfrm>
                <a:off x="9820291" y="3845304"/>
                <a:ext cx="88560" cy="436680"/>
              </p14:xfrm>
            </p:contentPart>
          </mc:Choice>
          <mc:Fallback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A893121A-D40B-89BB-1D0A-464C718BEF9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802651" y="3827304"/>
                  <a:ext cx="12420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DDCBCFFF-67F6-AD92-C185-3807FA537A56}"/>
                    </a:ext>
                  </a:extLst>
                </p14:cNvPr>
                <p14:cNvContentPartPr/>
                <p14:nvPr/>
              </p14:nvContentPartPr>
              <p14:xfrm>
                <a:off x="9596731" y="3002544"/>
                <a:ext cx="877320" cy="34200"/>
              </p14:xfrm>
            </p:contentPart>
          </mc:Choice>
          <mc:Fallback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DDCBCFFF-67F6-AD92-C185-3807FA537A5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78731" y="2984904"/>
                  <a:ext cx="912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A1A4F364-8BA1-6849-C24B-E374BF20A2B6}"/>
                    </a:ext>
                  </a:extLst>
                </p14:cNvPr>
                <p14:cNvContentPartPr/>
                <p14:nvPr/>
              </p14:nvContentPartPr>
              <p14:xfrm>
                <a:off x="10465051" y="3101544"/>
                <a:ext cx="103320" cy="352440"/>
              </p14:xfrm>
            </p:contentPart>
          </mc:Choice>
          <mc:Fallback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A1A4F364-8BA1-6849-C24B-E374BF20A2B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447051" y="3083544"/>
                  <a:ext cx="1389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3110AAF5-C334-A2B0-CCB4-218EBB9E7FE2}"/>
                    </a:ext>
                  </a:extLst>
                </p14:cNvPr>
                <p14:cNvContentPartPr/>
                <p14:nvPr/>
              </p14:nvContentPartPr>
              <p14:xfrm>
                <a:off x="10538131" y="3476304"/>
                <a:ext cx="72360" cy="274320"/>
              </p14:xfrm>
            </p:contentPart>
          </mc:Choice>
          <mc:Fallback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3110AAF5-C334-A2B0-CCB4-218EBB9E7FE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20131" y="3458304"/>
                  <a:ext cx="1080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30AB2CF4-651B-765E-AA48-EFF37F919987}"/>
                    </a:ext>
                  </a:extLst>
                </p14:cNvPr>
                <p14:cNvContentPartPr/>
                <p14:nvPr/>
              </p14:nvContentPartPr>
              <p14:xfrm>
                <a:off x="10640371" y="3768984"/>
                <a:ext cx="48960" cy="585720"/>
              </p14:xfrm>
            </p:contentPart>
          </mc:Choice>
          <mc:Fallback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30AB2CF4-651B-765E-AA48-EFF37F91998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22731" y="3750984"/>
                  <a:ext cx="8460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1BD5CFF0-CE19-8CE6-F670-F40325452F80}"/>
                    </a:ext>
                  </a:extLst>
                </p14:cNvPr>
                <p14:cNvContentPartPr/>
                <p14:nvPr/>
              </p14:nvContentPartPr>
              <p14:xfrm>
                <a:off x="10510771" y="2928744"/>
                <a:ext cx="717480" cy="73800"/>
              </p14:xfrm>
            </p:contentPart>
          </mc:Choice>
          <mc:Fallback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1BD5CFF0-CE19-8CE6-F670-F40325452F8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493131" y="2910744"/>
                  <a:ext cx="753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6B44824D-F8E3-2DDB-8581-62AEA6A10FCD}"/>
                    </a:ext>
                  </a:extLst>
                </p14:cNvPr>
                <p14:cNvContentPartPr/>
                <p14:nvPr/>
              </p14:nvContentPartPr>
              <p14:xfrm>
                <a:off x="11248411" y="3022344"/>
                <a:ext cx="119160" cy="451800"/>
              </p14:xfrm>
            </p:contentPart>
          </mc:Choice>
          <mc:Fallback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6B44824D-F8E3-2DDB-8581-62AEA6A10FC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230411" y="3004344"/>
                  <a:ext cx="1548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0CF2E7F2-DF24-04BE-80AF-D631ACC39ABE}"/>
                    </a:ext>
                  </a:extLst>
                </p14:cNvPr>
                <p14:cNvContentPartPr/>
                <p14:nvPr/>
              </p14:nvContentPartPr>
              <p14:xfrm>
                <a:off x="11306011" y="3520584"/>
                <a:ext cx="102600" cy="242280"/>
              </p14:xfrm>
            </p:contentPart>
          </mc:Choice>
          <mc:Fallback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0CF2E7F2-DF24-04BE-80AF-D631ACC39AB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288371" y="3502584"/>
                  <a:ext cx="138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33CE6B25-FA76-62B2-1F5B-A46634B2473E}"/>
                    </a:ext>
                  </a:extLst>
                </p14:cNvPr>
                <p14:cNvContentPartPr/>
                <p14:nvPr/>
              </p14:nvContentPartPr>
              <p14:xfrm>
                <a:off x="9546331" y="3810744"/>
                <a:ext cx="1927800" cy="599760"/>
              </p14:xfrm>
            </p:contentPart>
          </mc:Choice>
          <mc:Fallback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33CE6B25-FA76-62B2-1F5B-A46634B2473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28691" y="3793104"/>
                  <a:ext cx="196344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F1298BFA-BD18-FD8F-47EC-A6935B23975E}"/>
                    </a:ext>
                  </a:extLst>
                </p14:cNvPr>
                <p14:cNvContentPartPr/>
                <p14:nvPr/>
              </p14:nvContentPartPr>
              <p14:xfrm>
                <a:off x="10045651" y="3732984"/>
                <a:ext cx="28440" cy="210960"/>
              </p14:xfrm>
            </p:contentPart>
          </mc:Choice>
          <mc:Fallback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F1298BFA-BD18-FD8F-47EC-A6935B23975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28011" y="3715344"/>
                  <a:ext cx="64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68107D93-AA4F-EECB-8B36-3E97003D2674}"/>
                    </a:ext>
                  </a:extLst>
                </p14:cNvPr>
                <p14:cNvContentPartPr/>
                <p14:nvPr/>
              </p14:nvContentPartPr>
              <p14:xfrm>
                <a:off x="10209091" y="3769344"/>
                <a:ext cx="56880" cy="167400"/>
              </p14:xfrm>
            </p:contentPart>
          </mc:Choice>
          <mc:Fallback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68107D93-AA4F-EECB-8B36-3E97003D267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191091" y="3751344"/>
                  <a:ext cx="92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DC4C1BE6-3125-0BAD-092C-11C216FAA224}"/>
                    </a:ext>
                  </a:extLst>
                </p14:cNvPr>
                <p14:cNvContentPartPr/>
                <p14:nvPr/>
              </p14:nvContentPartPr>
              <p14:xfrm>
                <a:off x="10253011" y="3804264"/>
                <a:ext cx="115920" cy="140760"/>
              </p14:xfrm>
            </p:contentPart>
          </mc:Choice>
          <mc:Fallback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DC4C1BE6-3125-0BAD-092C-11C216FAA22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235011" y="3786624"/>
                  <a:ext cx="151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24FA2D62-2A66-9D08-F396-02A1CBE2B883}"/>
                    </a:ext>
                  </a:extLst>
                </p14:cNvPr>
                <p14:cNvContentPartPr/>
                <p14:nvPr/>
              </p14:nvContentPartPr>
              <p14:xfrm>
                <a:off x="10706971" y="3802104"/>
                <a:ext cx="110160" cy="101520"/>
              </p14:xfrm>
            </p:contentPart>
          </mc:Choice>
          <mc:Fallback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24FA2D62-2A66-9D08-F396-02A1CBE2B88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88971" y="3784464"/>
                  <a:ext cx="145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326D5DCE-FA4D-F255-198B-0CF7A6A5CC49}"/>
                    </a:ext>
                  </a:extLst>
                </p14:cNvPr>
                <p14:cNvContentPartPr/>
                <p14:nvPr/>
              </p14:nvContentPartPr>
              <p14:xfrm>
                <a:off x="10908211" y="3773664"/>
                <a:ext cx="78120" cy="150480"/>
              </p14:xfrm>
            </p:contentPart>
          </mc:Choice>
          <mc:Fallback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326D5DCE-FA4D-F255-198B-0CF7A6A5CC4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890211" y="3755664"/>
                  <a:ext cx="113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51E4E239-252C-909D-9ADB-8962F39D0933}"/>
                    </a:ext>
                  </a:extLst>
                </p14:cNvPr>
                <p14:cNvContentPartPr/>
                <p14:nvPr/>
              </p14:nvContentPartPr>
              <p14:xfrm>
                <a:off x="10983091" y="3778704"/>
                <a:ext cx="78480" cy="78480"/>
              </p14:xfrm>
            </p:contentPart>
          </mc:Choice>
          <mc:Fallback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51E4E239-252C-909D-9ADB-8962F39D093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965091" y="3760704"/>
                  <a:ext cx="114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911C65E7-44E4-B647-256C-96E1D6EB8A41}"/>
                    </a:ext>
                  </a:extLst>
                </p14:cNvPr>
                <p14:cNvContentPartPr/>
                <p14:nvPr/>
              </p14:nvContentPartPr>
              <p14:xfrm>
                <a:off x="11610931" y="3668544"/>
                <a:ext cx="100440" cy="201600"/>
              </p14:xfrm>
            </p:contentPart>
          </mc:Choice>
          <mc:Fallback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911C65E7-44E4-B647-256C-96E1D6EB8A4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593291" y="3650544"/>
                  <a:ext cx="136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F3F0C259-54B1-C000-A6FB-E8604EFA5EAB}"/>
                    </a:ext>
                  </a:extLst>
                </p14:cNvPr>
                <p14:cNvContentPartPr/>
                <p14:nvPr/>
              </p14:nvContentPartPr>
              <p14:xfrm>
                <a:off x="11829451" y="3723264"/>
                <a:ext cx="31320" cy="112680"/>
              </p14:xfrm>
            </p:contentPart>
          </mc:Choice>
          <mc:Fallback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F3F0C259-54B1-C000-A6FB-E8604EFA5EA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811811" y="3705264"/>
                  <a:ext cx="66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2D328A88-04F0-9EA7-EE44-32CA5D78BEC1}"/>
                    </a:ext>
                  </a:extLst>
                </p14:cNvPr>
                <p14:cNvContentPartPr/>
                <p14:nvPr/>
              </p14:nvContentPartPr>
              <p14:xfrm>
                <a:off x="11858611" y="3727944"/>
                <a:ext cx="89640" cy="88560"/>
              </p14:xfrm>
            </p:contentPart>
          </mc:Choice>
          <mc:Fallback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2D328A88-04F0-9EA7-EE44-32CA5D78BEC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840611" y="3710304"/>
                  <a:ext cx="125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ECFB4D49-D17A-D478-B1EE-CD9704AC816A}"/>
                    </a:ext>
                  </a:extLst>
                </p14:cNvPr>
                <p14:cNvContentPartPr/>
                <p14:nvPr/>
              </p14:nvContentPartPr>
              <p14:xfrm>
                <a:off x="9226291" y="3022344"/>
                <a:ext cx="371160" cy="35280"/>
              </p14:xfrm>
            </p:contentPart>
          </mc:Choice>
          <mc:Fallback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ECFB4D49-D17A-D478-B1EE-CD9704AC81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208291" y="3004344"/>
                  <a:ext cx="406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A8B440DC-6281-5F16-3E09-8CD9D118ED42}"/>
                    </a:ext>
                  </a:extLst>
                </p14:cNvPr>
                <p14:cNvContentPartPr/>
                <p14:nvPr/>
              </p14:nvContentPartPr>
              <p14:xfrm>
                <a:off x="9170851" y="3056184"/>
                <a:ext cx="117720" cy="497880"/>
              </p14:xfrm>
            </p:contentPart>
          </mc:Choice>
          <mc:Fallback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A8B440DC-6281-5F16-3E09-8CD9D118ED4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52851" y="3038184"/>
                  <a:ext cx="1533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5FE25415-98D4-B10E-F660-ADC620F3E008}"/>
                    </a:ext>
                  </a:extLst>
                </p14:cNvPr>
                <p14:cNvContentPartPr/>
                <p14:nvPr/>
              </p14:nvContentPartPr>
              <p14:xfrm>
                <a:off x="9073291" y="3590784"/>
                <a:ext cx="396360" cy="23040"/>
              </p14:xfrm>
            </p:contentPart>
          </mc:Choice>
          <mc:Fallback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5FE25415-98D4-B10E-F660-ADC620F3E00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055291" y="3573144"/>
                  <a:ext cx="432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FFFB1C69-F400-075B-57AC-3E7C4FCE1509}"/>
                    </a:ext>
                  </a:extLst>
                </p14:cNvPr>
                <p14:cNvContentPartPr/>
                <p14:nvPr/>
              </p14:nvContentPartPr>
              <p14:xfrm>
                <a:off x="9293971" y="3707424"/>
                <a:ext cx="92520" cy="16560"/>
              </p14:xfrm>
            </p:contentPart>
          </mc:Choice>
          <mc:Fallback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FFFB1C69-F400-075B-57AC-3E7C4FCE150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75971" y="3689784"/>
                  <a:ext cx="1281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62BEC20F-1BEA-D96A-97DB-226A164CEF57}"/>
                    </a:ext>
                  </a:extLst>
                </p14:cNvPr>
                <p14:cNvContentPartPr/>
                <p14:nvPr/>
              </p14:nvContentPartPr>
              <p14:xfrm>
                <a:off x="9349771" y="3735504"/>
                <a:ext cx="198720" cy="908280"/>
              </p14:xfrm>
            </p:contentPart>
          </mc:Choice>
          <mc:Fallback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62BEC20F-1BEA-D96A-97DB-226A164CEF5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331771" y="3717504"/>
                  <a:ext cx="23436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A190D5AD-9789-DFED-202F-E5D351161A39}"/>
                    </a:ext>
                  </a:extLst>
                </p14:cNvPr>
                <p14:cNvContentPartPr/>
                <p14:nvPr/>
              </p14:nvContentPartPr>
              <p14:xfrm>
                <a:off x="9506731" y="4483224"/>
                <a:ext cx="33840" cy="14760"/>
              </p14:xfrm>
            </p:contentPart>
          </mc:Choice>
          <mc:Fallback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190D5AD-9789-DFED-202F-E5D351161A3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88731" y="4465224"/>
                  <a:ext cx="694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0973808B-727A-1AD8-72B5-22E30ECCF1AD}"/>
              </a:ext>
            </a:extLst>
          </p:cNvPr>
          <p:cNvGrpSpPr/>
          <p:nvPr/>
        </p:nvGrpSpPr>
        <p:grpSpPr>
          <a:xfrm>
            <a:off x="9469291" y="4976064"/>
            <a:ext cx="2277720" cy="1223640"/>
            <a:chOff x="9469291" y="4976064"/>
            <a:chExt cx="2277720" cy="12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52A4679A-7503-B71D-5F95-A74260998EEB}"/>
                    </a:ext>
                  </a:extLst>
                </p14:cNvPr>
                <p14:cNvContentPartPr/>
                <p14:nvPr/>
              </p14:nvContentPartPr>
              <p14:xfrm>
                <a:off x="9743251" y="5032224"/>
                <a:ext cx="112320" cy="460800"/>
              </p14:xfrm>
            </p:contentPart>
          </mc:Choice>
          <mc:Fallback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52A4679A-7503-B71D-5F95-A74260998EE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25611" y="5014584"/>
                  <a:ext cx="1479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7D29DAF0-4429-8FDF-81BE-0FBFE893A717}"/>
                    </a:ext>
                  </a:extLst>
                </p14:cNvPr>
                <p14:cNvContentPartPr/>
                <p14:nvPr/>
              </p14:nvContentPartPr>
              <p14:xfrm>
                <a:off x="9469291" y="5488344"/>
                <a:ext cx="626040" cy="41400"/>
              </p14:xfrm>
            </p:contentPart>
          </mc:Choice>
          <mc:Fallback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7D29DAF0-4429-8FDF-81BE-0FBFE893A71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51651" y="5470344"/>
                  <a:ext cx="661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D61A7E58-8CF7-366D-7509-69571E44713E}"/>
                    </a:ext>
                  </a:extLst>
                </p14:cNvPr>
                <p14:cNvContentPartPr/>
                <p14:nvPr/>
              </p14:nvContentPartPr>
              <p14:xfrm>
                <a:off x="9756931" y="5641344"/>
                <a:ext cx="200520" cy="6840"/>
              </p14:xfrm>
            </p:contentPart>
          </mc:Choice>
          <mc:Fallback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D61A7E58-8CF7-366D-7509-69571E44713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739291" y="5623344"/>
                  <a:ext cx="236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74B5F9D-311E-4172-ABB9-5064A39E3AE7}"/>
                    </a:ext>
                  </a:extLst>
                </p14:cNvPr>
                <p14:cNvContentPartPr/>
                <p14:nvPr/>
              </p14:nvContentPartPr>
              <p14:xfrm>
                <a:off x="9907771" y="5656824"/>
                <a:ext cx="52920" cy="379080"/>
              </p14:xfrm>
            </p:contentPart>
          </mc:Choice>
          <mc:Fallback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74B5F9D-311E-4172-ABB9-5064A39E3AE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889771" y="5639184"/>
                  <a:ext cx="885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FBD123CA-FE8C-F9FB-2974-941418EAC8E9}"/>
                    </a:ext>
                  </a:extLst>
                </p14:cNvPr>
                <p14:cNvContentPartPr/>
                <p14:nvPr/>
              </p14:nvContentPartPr>
              <p14:xfrm>
                <a:off x="9733891" y="4976064"/>
                <a:ext cx="1089360" cy="81360"/>
              </p14:xfrm>
            </p:contentPart>
          </mc:Choice>
          <mc:Fallback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FBD123CA-FE8C-F9FB-2974-941418EAC8E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716251" y="4958424"/>
                  <a:ext cx="1125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B8EF85DB-2093-4BCD-83D6-8598168779FD}"/>
                    </a:ext>
                  </a:extLst>
                </p14:cNvPr>
                <p14:cNvContentPartPr/>
                <p14:nvPr/>
              </p14:nvContentPartPr>
              <p14:xfrm>
                <a:off x="10746571" y="4977504"/>
                <a:ext cx="53640" cy="401400"/>
              </p14:xfrm>
            </p:contentPart>
          </mc:Choice>
          <mc:Fallback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B8EF85DB-2093-4BCD-83D6-8598168779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728931" y="4959504"/>
                  <a:ext cx="892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BD2D2392-00F6-8FDD-61B6-2DB8F8015B54}"/>
                    </a:ext>
                  </a:extLst>
                </p14:cNvPr>
                <p14:cNvContentPartPr/>
                <p14:nvPr/>
              </p14:nvContentPartPr>
              <p14:xfrm>
                <a:off x="10753411" y="5381784"/>
                <a:ext cx="106200" cy="275760"/>
              </p14:xfrm>
            </p:contentPart>
          </mc:Choice>
          <mc:Fallback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BD2D2392-00F6-8FDD-61B6-2DB8F8015B5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735411" y="5364144"/>
                  <a:ext cx="141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562556B3-7AA0-0A61-98AE-AD618A2F4A0B}"/>
                    </a:ext>
                  </a:extLst>
                </p14:cNvPr>
                <p14:cNvContentPartPr/>
                <p14:nvPr/>
              </p14:nvContentPartPr>
              <p14:xfrm>
                <a:off x="9881131" y="5660424"/>
                <a:ext cx="1030320" cy="539280"/>
              </p14:xfrm>
            </p:contentPart>
          </mc:Choice>
          <mc:Fallback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562556B3-7AA0-0A61-98AE-AD618A2F4A0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63131" y="5642424"/>
                  <a:ext cx="106596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8BAF0BF7-CF01-480D-21D0-7E99B3A47B14}"/>
                    </a:ext>
                  </a:extLst>
                </p14:cNvPr>
                <p14:cNvContentPartPr/>
                <p14:nvPr/>
              </p14:nvContentPartPr>
              <p14:xfrm>
                <a:off x="11086771" y="5418504"/>
                <a:ext cx="30240" cy="243360"/>
              </p14:xfrm>
            </p:contentPart>
          </mc:Choice>
          <mc:Fallback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8BAF0BF7-CF01-480D-21D0-7E99B3A47B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068771" y="5400504"/>
                  <a:ext cx="658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756AD359-AC8B-77A3-0ECC-773F75A45748}"/>
                    </a:ext>
                  </a:extLst>
                </p14:cNvPr>
                <p14:cNvContentPartPr/>
                <p14:nvPr/>
              </p14:nvContentPartPr>
              <p14:xfrm>
                <a:off x="11104411" y="5382504"/>
                <a:ext cx="128160" cy="137520"/>
              </p14:xfrm>
            </p:contentPart>
          </mc:Choice>
          <mc:Fallback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756AD359-AC8B-77A3-0ECC-773F75A4574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086771" y="5364864"/>
                  <a:ext cx="163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90BF96A1-AAF9-57DD-CEB8-64F396129FFB}"/>
                    </a:ext>
                  </a:extLst>
                </p14:cNvPr>
                <p14:cNvContentPartPr/>
                <p14:nvPr/>
              </p14:nvContentPartPr>
              <p14:xfrm>
                <a:off x="11341291" y="5480424"/>
                <a:ext cx="36360" cy="207360"/>
              </p14:xfrm>
            </p:contentPart>
          </mc:Choice>
          <mc:Fallback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90BF96A1-AAF9-57DD-CEB8-64F396129FF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23651" y="5462424"/>
                  <a:ext cx="72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B8340E40-BC92-0B4E-7D47-CE5CF1061C37}"/>
                    </a:ext>
                  </a:extLst>
                </p14:cNvPr>
                <p14:cNvContentPartPr/>
                <p14:nvPr/>
              </p14:nvContentPartPr>
              <p14:xfrm>
                <a:off x="11274331" y="5567904"/>
                <a:ext cx="247680" cy="97560"/>
              </p14:xfrm>
            </p:contentPart>
          </mc:Choice>
          <mc:Fallback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B8340E40-BC92-0B4E-7D47-CE5CF1061C3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256331" y="5550264"/>
                  <a:ext cx="283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941ECAC4-0785-CF81-5943-70E5E73EDC6D}"/>
                    </a:ext>
                  </a:extLst>
                </p14:cNvPr>
                <p14:cNvContentPartPr/>
                <p14:nvPr/>
              </p14:nvContentPartPr>
              <p14:xfrm>
                <a:off x="11603731" y="5458464"/>
                <a:ext cx="55800" cy="231840"/>
              </p14:xfrm>
            </p:contentPart>
          </mc:Choice>
          <mc:Fallback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941ECAC4-0785-CF81-5943-70E5E73EDC6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585731" y="5440464"/>
                  <a:ext cx="91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F8AD55CC-8F2C-A81B-23E7-1C644561462D}"/>
                    </a:ext>
                  </a:extLst>
                </p14:cNvPr>
                <p14:cNvContentPartPr/>
                <p14:nvPr/>
              </p14:nvContentPartPr>
              <p14:xfrm>
                <a:off x="11620651" y="5554224"/>
                <a:ext cx="126360" cy="67320"/>
              </p14:xfrm>
            </p:contentPart>
          </mc:Choice>
          <mc:Fallback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F8AD55CC-8F2C-A81B-23E7-1C644561462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602651" y="5536224"/>
                  <a:ext cx="16200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070" name="Ink 1069">
                <a:extLst>
                  <a:ext uri="{FF2B5EF4-FFF2-40B4-BE49-F238E27FC236}">
                    <a16:creationId xmlns:a16="http://schemas.microsoft.com/office/drawing/2014/main" id="{0694A5DB-6BF5-390B-7765-DB6A66C78682}"/>
                  </a:ext>
                </a:extLst>
              </p14:cNvPr>
              <p14:cNvContentPartPr/>
              <p14:nvPr/>
            </p14:nvContentPartPr>
            <p14:xfrm>
              <a:off x="9152491" y="5139504"/>
              <a:ext cx="215640" cy="218160"/>
            </p14:xfrm>
          </p:contentPart>
        </mc:Choice>
        <mc:Fallback>
          <p:pic>
            <p:nvPicPr>
              <p:cNvPr id="1070" name="Ink 1069">
                <a:extLst>
                  <a:ext uri="{FF2B5EF4-FFF2-40B4-BE49-F238E27FC236}">
                    <a16:creationId xmlns:a16="http://schemas.microsoft.com/office/drawing/2014/main" id="{0694A5DB-6BF5-390B-7765-DB6A66C7868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134491" y="5121864"/>
                <a:ext cx="2512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071" name="Ink 1070">
                <a:extLst>
                  <a:ext uri="{FF2B5EF4-FFF2-40B4-BE49-F238E27FC236}">
                    <a16:creationId xmlns:a16="http://schemas.microsoft.com/office/drawing/2014/main" id="{A3C8EDE5-061C-E746-750B-0D327DBBE599}"/>
                  </a:ext>
                </a:extLst>
              </p14:cNvPr>
              <p14:cNvContentPartPr/>
              <p14:nvPr/>
            </p14:nvContentPartPr>
            <p14:xfrm>
              <a:off x="10246891" y="4954104"/>
              <a:ext cx="175680" cy="202680"/>
            </p14:xfrm>
          </p:contentPart>
        </mc:Choice>
        <mc:Fallback>
          <p:pic>
            <p:nvPicPr>
              <p:cNvPr id="1071" name="Ink 1070">
                <a:extLst>
                  <a:ext uri="{FF2B5EF4-FFF2-40B4-BE49-F238E27FC236}">
                    <a16:creationId xmlns:a16="http://schemas.microsoft.com/office/drawing/2014/main" id="{A3C8EDE5-061C-E746-750B-0D327DBBE59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0229251" y="4936104"/>
                <a:ext cx="2113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072" name="Ink 1071">
                <a:extLst>
                  <a:ext uri="{FF2B5EF4-FFF2-40B4-BE49-F238E27FC236}">
                    <a16:creationId xmlns:a16="http://schemas.microsoft.com/office/drawing/2014/main" id="{384DA465-2680-5D65-B28D-F31242227977}"/>
                  </a:ext>
                </a:extLst>
              </p14:cNvPr>
              <p14:cNvContentPartPr/>
              <p14:nvPr/>
            </p14:nvContentPartPr>
            <p14:xfrm>
              <a:off x="3979291" y="1985904"/>
              <a:ext cx="235080" cy="28440"/>
            </p14:xfrm>
          </p:contentPart>
        </mc:Choice>
        <mc:Fallback>
          <p:pic>
            <p:nvPicPr>
              <p:cNvPr id="1072" name="Ink 1071">
                <a:extLst>
                  <a:ext uri="{FF2B5EF4-FFF2-40B4-BE49-F238E27FC236}">
                    <a16:creationId xmlns:a16="http://schemas.microsoft.com/office/drawing/2014/main" id="{384DA465-2680-5D65-B28D-F31242227977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961651" y="1967904"/>
                <a:ext cx="27072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651A9CAB-87A6-BDB9-1357-99BB847C03F5}"/>
              </a:ext>
            </a:extLst>
          </p:cNvPr>
          <p:cNvGrpSpPr/>
          <p:nvPr/>
        </p:nvGrpSpPr>
        <p:grpSpPr>
          <a:xfrm>
            <a:off x="4518931" y="2019024"/>
            <a:ext cx="679680" cy="56160"/>
            <a:chOff x="4518931" y="2019024"/>
            <a:chExt cx="679680" cy="5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02194A31-DAC9-F33E-FC32-288110732C05}"/>
                    </a:ext>
                  </a:extLst>
                </p14:cNvPr>
                <p14:cNvContentPartPr/>
                <p14:nvPr/>
              </p14:nvContentPartPr>
              <p14:xfrm>
                <a:off x="4518931" y="2033424"/>
                <a:ext cx="113400" cy="41760"/>
              </p14:xfrm>
            </p:contentPart>
          </mc:Choice>
          <mc:Fallback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02194A31-DAC9-F33E-FC32-288110732C0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501291" y="2015424"/>
                  <a:ext cx="149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73CB85D1-7DED-DFC8-9AB8-42F30111142B}"/>
                    </a:ext>
                  </a:extLst>
                </p14:cNvPr>
                <p14:cNvContentPartPr/>
                <p14:nvPr/>
              </p14:nvContentPartPr>
              <p14:xfrm>
                <a:off x="4747171" y="2019024"/>
                <a:ext cx="186840" cy="36000"/>
              </p14:xfrm>
            </p:contentPart>
          </mc:Choice>
          <mc:Fallback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73CB85D1-7DED-DFC8-9AB8-42F30111142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29531" y="2001384"/>
                  <a:ext cx="222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F5911451-A358-16B5-BCDA-DE57E7CBAF85}"/>
                    </a:ext>
                  </a:extLst>
                </p14:cNvPr>
                <p14:cNvContentPartPr/>
                <p14:nvPr/>
              </p14:nvContentPartPr>
              <p14:xfrm>
                <a:off x="5093131" y="2056104"/>
                <a:ext cx="105480" cy="11520"/>
              </p14:xfrm>
            </p:contentPart>
          </mc:Choice>
          <mc:Fallback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F5911451-A358-16B5-BCDA-DE57E7CBAF8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75131" y="2038104"/>
                  <a:ext cx="1411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076" name="Ink 1075">
                <a:extLst>
                  <a:ext uri="{FF2B5EF4-FFF2-40B4-BE49-F238E27FC236}">
                    <a16:creationId xmlns:a16="http://schemas.microsoft.com/office/drawing/2014/main" id="{46B9D23E-40FB-7005-8313-33C7BCE721DA}"/>
                  </a:ext>
                </a:extLst>
              </p14:cNvPr>
              <p14:cNvContentPartPr/>
              <p14:nvPr/>
            </p14:nvContentPartPr>
            <p14:xfrm>
              <a:off x="5542771" y="2043864"/>
              <a:ext cx="105480" cy="6120"/>
            </p14:xfrm>
          </p:contentPart>
        </mc:Choice>
        <mc:Fallback>
          <p:pic>
            <p:nvPicPr>
              <p:cNvPr id="1076" name="Ink 1075">
                <a:extLst>
                  <a:ext uri="{FF2B5EF4-FFF2-40B4-BE49-F238E27FC236}">
                    <a16:creationId xmlns:a16="http://schemas.microsoft.com/office/drawing/2014/main" id="{46B9D23E-40FB-7005-8313-33C7BCE721DA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524771" y="2025864"/>
                <a:ext cx="141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077" name="Ink 1076">
                <a:extLst>
                  <a:ext uri="{FF2B5EF4-FFF2-40B4-BE49-F238E27FC236}">
                    <a16:creationId xmlns:a16="http://schemas.microsoft.com/office/drawing/2014/main" id="{56FAB53B-0128-F6C1-44D9-449064E57211}"/>
                  </a:ext>
                </a:extLst>
              </p14:cNvPr>
              <p14:cNvContentPartPr/>
              <p14:nvPr/>
            </p14:nvContentPartPr>
            <p14:xfrm>
              <a:off x="6274291" y="2022624"/>
              <a:ext cx="58320" cy="8640"/>
            </p14:xfrm>
          </p:contentPart>
        </mc:Choice>
        <mc:Fallback>
          <p:pic>
            <p:nvPicPr>
              <p:cNvPr id="1077" name="Ink 1076">
                <a:extLst>
                  <a:ext uri="{FF2B5EF4-FFF2-40B4-BE49-F238E27FC236}">
                    <a16:creationId xmlns:a16="http://schemas.microsoft.com/office/drawing/2014/main" id="{56FAB53B-0128-F6C1-44D9-449064E57211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256291" y="2004624"/>
                <a:ext cx="9396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6319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044F-93F9-2409-BE29-FFD7FEC0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BB34-A07A-8C88-4B4B-58464FC7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FE4A5-A7BF-07B1-11EA-4F28597E7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B01D5A-2D41-E6CA-DD50-189E0FEA6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5236666C-C2D0-40F5-5939-D6233D08E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69273EE-6721-D394-C73B-76649C2B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F0DFD3-1D91-EBDB-EFBB-B9D4CE5B7731}"/>
              </a:ext>
            </a:extLst>
          </p:cNvPr>
          <p:cNvGrpSpPr/>
          <p:nvPr/>
        </p:nvGrpSpPr>
        <p:grpSpPr>
          <a:xfrm>
            <a:off x="7274011" y="1978704"/>
            <a:ext cx="363600" cy="416520"/>
            <a:chOff x="7274011" y="1978704"/>
            <a:chExt cx="36360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712D0F3-76E5-BBAE-A0C1-F654BC764397}"/>
                    </a:ext>
                  </a:extLst>
                </p14:cNvPr>
                <p14:cNvContentPartPr/>
                <p14:nvPr/>
              </p14:nvContentPartPr>
              <p14:xfrm>
                <a:off x="7274011" y="1978704"/>
                <a:ext cx="165600" cy="257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712D0F3-76E5-BBAE-A0C1-F654BC7643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56011" y="1961064"/>
                  <a:ext cx="2012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B30E6D-B561-72B7-A6A2-B6FA46F70EEF}"/>
                    </a:ext>
                  </a:extLst>
                </p14:cNvPr>
                <p14:cNvContentPartPr/>
                <p14:nvPr/>
              </p14:nvContentPartPr>
              <p14:xfrm>
                <a:off x="7531051" y="2184984"/>
                <a:ext cx="15120" cy="210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B30E6D-B561-72B7-A6A2-B6FA46F70EE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13051" y="2166984"/>
                  <a:ext cx="50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F35D4F-C00F-F9B2-51E0-D65D233F93FB}"/>
                    </a:ext>
                  </a:extLst>
                </p14:cNvPr>
                <p14:cNvContentPartPr/>
                <p14:nvPr/>
              </p14:nvContentPartPr>
              <p14:xfrm>
                <a:off x="7527091" y="2188944"/>
                <a:ext cx="110520" cy="140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F35D4F-C00F-F9B2-51E0-D65D233F93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09451" y="2170944"/>
                  <a:ext cx="146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8911AB3-167B-CB1A-0F02-CCCC37EBCA18}"/>
                    </a:ext>
                  </a:extLst>
                </p14:cNvPr>
                <p14:cNvContentPartPr/>
                <p14:nvPr/>
              </p14:nvContentPartPr>
              <p14:xfrm>
                <a:off x="7501891" y="2296944"/>
                <a:ext cx="48600" cy="14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8911AB3-167B-CB1A-0F02-CCCC37EBCA1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84251" y="2279304"/>
                  <a:ext cx="842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EA4365-E446-8F40-3EE8-FFEBDDB264AA}"/>
              </a:ext>
            </a:extLst>
          </p:cNvPr>
          <p:cNvGrpSpPr/>
          <p:nvPr/>
        </p:nvGrpSpPr>
        <p:grpSpPr>
          <a:xfrm>
            <a:off x="7857211" y="2015784"/>
            <a:ext cx="525240" cy="198720"/>
            <a:chOff x="7857211" y="2015784"/>
            <a:chExt cx="52524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1023FD-8FBB-671C-F514-BCFC649C44D7}"/>
                    </a:ext>
                  </a:extLst>
                </p14:cNvPr>
                <p14:cNvContentPartPr/>
                <p14:nvPr/>
              </p14:nvContentPartPr>
              <p14:xfrm>
                <a:off x="7857211" y="2193984"/>
                <a:ext cx="238320" cy="2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1023FD-8FBB-671C-F514-BCFC649C44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39211" y="2175984"/>
                  <a:ext cx="273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CF5BC5A-B56D-9542-1D13-52170AA5D58D}"/>
                    </a:ext>
                  </a:extLst>
                </p14:cNvPr>
                <p14:cNvContentPartPr/>
                <p14:nvPr/>
              </p14:nvContentPartPr>
              <p14:xfrm>
                <a:off x="8213251" y="2015784"/>
                <a:ext cx="169200" cy="19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CF5BC5A-B56D-9542-1D13-52170AA5D58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95251" y="1997784"/>
                  <a:ext cx="20484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038834-E08E-7347-685A-E2A481D95C6C}"/>
              </a:ext>
            </a:extLst>
          </p:cNvPr>
          <p:cNvGrpSpPr/>
          <p:nvPr/>
        </p:nvGrpSpPr>
        <p:grpSpPr>
          <a:xfrm>
            <a:off x="8550931" y="2140344"/>
            <a:ext cx="97920" cy="250920"/>
            <a:chOff x="8550931" y="2140344"/>
            <a:chExt cx="9792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77ADBF-BF3B-7AFC-E28F-925FB37298B8}"/>
                    </a:ext>
                  </a:extLst>
                </p14:cNvPr>
                <p14:cNvContentPartPr/>
                <p14:nvPr/>
              </p14:nvContentPartPr>
              <p14:xfrm>
                <a:off x="8550931" y="2157264"/>
                <a:ext cx="34200" cy="234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77ADBF-BF3B-7AFC-E28F-925FB37298B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32931" y="2139624"/>
                  <a:ext cx="698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21B7F5-09DB-1B0F-D3C5-049695C3ED16}"/>
                    </a:ext>
                  </a:extLst>
                </p14:cNvPr>
                <p14:cNvContentPartPr/>
                <p14:nvPr/>
              </p14:nvContentPartPr>
              <p14:xfrm>
                <a:off x="8559571" y="2140344"/>
                <a:ext cx="87120" cy="3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21B7F5-09DB-1B0F-D3C5-049695C3ED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41931" y="2122704"/>
                  <a:ext cx="122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192A40-B83E-D6F1-30DF-A6FE9B7FDF6F}"/>
                    </a:ext>
                  </a:extLst>
                </p14:cNvPr>
                <p14:cNvContentPartPr/>
                <p14:nvPr/>
              </p14:nvContentPartPr>
              <p14:xfrm>
                <a:off x="8572891" y="2209464"/>
                <a:ext cx="75960" cy="36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192A40-B83E-D6F1-30DF-A6FE9B7FDF6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55251" y="2191824"/>
                  <a:ext cx="1116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52EB1E9-3C2C-B2FE-F12B-B5A99D8FD20F}"/>
                  </a:ext>
                </a:extLst>
              </p14:cNvPr>
              <p14:cNvContentPartPr/>
              <p14:nvPr/>
            </p14:nvContentPartPr>
            <p14:xfrm>
              <a:off x="8956651" y="2296944"/>
              <a:ext cx="69120" cy="129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52EB1E9-3C2C-B2FE-F12B-B5A99D8FD2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38651" y="2279304"/>
                <a:ext cx="10476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F97B0B24-22FF-E45E-104A-55D64B0A9EDB}"/>
              </a:ext>
            </a:extLst>
          </p:cNvPr>
          <p:cNvGrpSpPr/>
          <p:nvPr/>
        </p:nvGrpSpPr>
        <p:grpSpPr>
          <a:xfrm>
            <a:off x="9368491" y="1972944"/>
            <a:ext cx="165240" cy="343800"/>
            <a:chOff x="9368491" y="1972944"/>
            <a:chExt cx="1652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AF51A39-DD98-4AF5-6683-9E2278B48BE4}"/>
                    </a:ext>
                  </a:extLst>
                </p14:cNvPr>
                <p14:cNvContentPartPr/>
                <p14:nvPr/>
              </p14:nvContentPartPr>
              <p14:xfrm>
                <a:off x="9472171" y="1972944"/>
                <a:ext cx="49680" cy="302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AF51A39-DD98-4AF5-6683-9E2278B48BE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54531" y="1954944"/>
                  <a:ext cx="85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4BFC90-59ED-1363-ADD5-627639C1AE41}"/>
                    </a:ext>
                  </a:extLst>
                </p14:cNvPr>
                <p14:cNvContentPartPr/>
                <p14:nvPr/>
              </p14:nvContentPartPr>
              <p14:xfrm>
                <a:off x="9368491" y="2003544"/>
                <a:ext cx="114840" cy="27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4BFC90-59ED-1363-ADD5-627639C1AE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50491" y="1985544"/>
                  <a:ext cx="150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0C47E7-CCEB-B8CD-7228-E4BC82CD48F1}"/>
                    </a:ext>
                  </a:extLst>
                </p14:cNvPr>
                <p14:cNvContentPartPr/>
                <p14:nvPr/>
              </p14:nvContentPartPr>
              <p14:xfrm>
                <a:off x="9424291" y="2304504"/>
                <a:ext cx="109440" cy="1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0C47E7-CCEB-B8CD-7228-E4BC82CD48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406651" y="2286504"/>
                  <a:ext cx="1450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8D725A-8088-E43F-A82C-C9BF409E5CF4}"/>
              </a:ext>
            </a:extLst>
          </p:cNvPr>
          <p:cNvGrpSpPr/>
          <p:nvPr/>
        </p:nvGrpSpPr>
        <p:grpSpPr>
          <a:xfrm>
            <a:off x="9708331" y="2175624"/>
            <a:ext cx="399960" cy="200880"/>
            <a:chOff x="9708331" y="2175624"/>
            <a:chExt cx="39996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719C0D-E471-ED7D-446C-3127D7CAAA14}"/>
                    </a:ext>
                  </a:extLst>
                </p14:cNvPr>
                <p14:cNvContentPartPr/>
                <p14:nvPr/>
              </p14:nvContentPartPr>
              <p14:xfrm>
                <a:off x="9708331" y="2199024"/>
                <a:ext cx="65880" cy="177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719C0D-E471-ED7D-446C-3127D7CAAA1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90331" y="2181384"/>
                  <a:ext cx="101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03AC1B-AF16-72D8-BB57-2ECCDE1F1FF3}"/>
                    </a:ext>
                  </a:extLst>
                </p14:cNvPr>
                <p14:cNvContentPartPr/>
                <p14:nvPr/>
              </p14:nvContentPartPr>
              <p14:xfrm>
                <a:off x="9716611" y="2220984"/>
                <a:ext cx="127080" cy="123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03AC1B-AF16-72D8-BB57-2ECCDE1F1FF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98611" y="2203344"/>
                  <a:ext cx="162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C65F98-6CC1-D25A-3E73-D833C73450C6}"/>
                    </a:ext>
                  </a:extLst>
                </p14:cNvPr>
                <p14:cNvContentPartPr/>
                <p14:nvPr/>
              </p14:nvContentPartPr>
              <p14:xfrm>
                <a:off x="9733171" y="2295504"/>
                <a:ext cx="105840" cy="46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C65F98-6CC1-D25A-3E73-D833C73450C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15531" y="2277864"/>
                  <a:ext cx="141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5D5A6A-00F5-7406-B5EE-ABD4731A1EFD}"/>
                    </a:ext>
                  </a:extLst>
                </p14:cNvPr>
                <p14:cNvContentPartPr/>
                <p14:nvPr/>
              </p14:nvContentPartPr>
              <p14:xfrm>
                <a:off x="9989491" y="2175624"/>
                <a:ext cx="118800" cy="2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5D5A6A-00F5-7406-B5EE-ABD4731A1EF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71491" y="2157624"/>
                  <a:ext cx="1544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08823B-9375-2373-524F-F9AA3B9CBD35}"/>
              </a:ext>
            </a:extLst>
          </p:cNvPr>
          <p:cNvGrpSpPr/>
          <p:nvPr/>
        </p:nvGrpSpPr>
        <p:grpSpPr>
          <a:xfrm>
            <a:off x="10265971" y="1967544"/>
            <a:ext cx="203400" cy="347040"/>
            <a:chOff x="10265971" y="1967544"/>
            <a:chExt cx="20340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C2A072C-C812-2246-D413-D6BFCAE02253}"/>
                    </a:ext>
                  </a:extLst>
                </p14:cNvPr>
                <p14:cNvContentPartPr/>
                <p14:nvPr/>
              </p14:nvContentPartPr>
              <p14:xfrm>
                <a:off x="10321051" y="1985184"/>
                <a:ext cx="105480" cy="290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C2A072C-C812-2246-D413-D6BFCAE0225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03051" y="1967544"/>
                  <a:ext cx="141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6FA917-86A3-E649-B552-65D142242066}"/>
                    </a:ext>
                  </a:extLst>
                </p14:cNvPr>
                <p14:cNvContentPartPr/>
                <p14:nvPr/>
              </p14:nvContentPartPr>
              <p14:xfrm>
                <a:off x="10265971" y="1967544"/>
                <a:ext cx="143640" cy="65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6FA917-86A3-E649-B552-65D1422420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47971" y="1949544"/>
                  <a:ext cx="179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4AAEF1-46F6-069B-8D9A-026D026FB8D1}"/>
                    </a:ext>
                  </a:extLst>
                </p14:cNvPr>
                <p14:cNvContentPartPr/>
                <p14:nvPr/>
              </p14:nvContentPartPr>
              <p14:xfrm>
                <a:off x="10363171" y="2281824"/>
                <a:ext cx="106200" cy="32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4AAEF1-46F6-069B-8D9A-026D026FB8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45171" y="2264184"/>
                  <a:ext cx="1418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3D86B0-E294-6A3C-6220-0C6B48C2B747}"/>
              </a:ext>
            </a:extLst>
          </p:cNvPr>
          <p:cNvGrpSpPr/>
          <p:nvPr/>
        </p:nvGrpSpPr>
        <p:grpSpPr>
          <a:xfrm>
            <a:off x="10629211" y="2161944"/>
            <a:ext cx="145800" cy="203400"/>
            <a:chOff x="10629211" y="2161944"/>
            <a:chExt cx="14580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A64672-D3C0-3A86-0017-32F5EED8B7A8}"/>
                    </a:ext>
                  </a:extLst>
                </p14:cNvPr>
                <p14:cNvContentPartPr/>
                <p14:nvPr/>
              </p14:nvContentPartPr>
              <p14:xfrm>
                <a:off x="10629211" y="2227824"/>
                <a:ext cx="36360" cy="137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A64672-D3C0-3A86-0017-32F5EED8B7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611211" y="2209824"/>
                  <a:ext cx="72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69C3C2-CE06-063D-0C37-C1592C8B32EC}"/>
                    </a:ext>
                  </a:extLst>
                </p14:cNvPr>
                <p14:cNvContentPartPr/>
                <p14:nvPr/>
              </p14:nvContentPartPr>
              <p14:xfrm>
                <a:off x="10631371" y="2161944"/>
                <a:ext cx="113400" cy="76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69C3C2-CE06-063D-0C37-C1592C8B32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13731" y="2143944"/>
                  <a:ext cx="149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72C6367-285B-3B37-F9A8-F07F1A2B0818}"/>
                    </a:ext>
                  </a:extLst>
                </p14:cNvPr>
                <p14:cNvContentPartPr/>
                <p14:nvPr/>
              </p14:nvContentPartPr>
              <p14:xfrm>
                <a:off x="10702291" y="2262024"/>
                <a:ext cx="72720" cy="20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72C6367-285B-3B37-F9A8-F07F1A2B08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684651" y="2244384"/>
                  <a:ext cx="10836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2F0BFD9-6FA7-3603-FB64-D62CABA7DD9E}"/>
                  </a:ext>
                </a:extLst>
              </p14:cNvPr>
              <p14:cNvContentPartPr/>
              <p14:nvPr/>
            </p14:nvContentPartPr>
            <p14:xfrm>
              <a:off x="3299611" y="6207984"/>
              <a:ext cx="82080" cy="83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2F0BFD9-6FA7-3603-FB64-D62CABA7DD9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81611" y="6190344"/>
                <a:ext cx="1177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D46AB2B-CDF1-0FD4-05BF-9C781E972B78}"/>
                  </a:ext>
                </a:extLst>
              </p14:cNvPr>
              <p14:cNvContentPartPr/>
              <p14:nvPr/>
            </p14:nvContentPartPr>
            <p14:xfrm>
              <a:off x="4375291" y="6188544"/>
              <a:ext cx="73800" cy="1220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D46AB2B-CDF1-0FD4-05BF-9C781E972B7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357291" y="6170544"/>
                <a:ext cx="10944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E822114-6E71-893B-85E8-44CAEA323F47}"/>
              </a:ext>
            </a:extLst>
          </p:cNvPr>
          <p:cNvGrpSpPr/>
          <p:nvPr/>
        </p:nvGrpSpPr>
        <p:grpSpPr>
          <a:xfrm>
            <a:off x="2748091" y="6468624"/>
            <a:ext cx="711360" cy="250920"/>
            <a:chOff x="2748091" y="6468624"/>
            <a:chExt cx="71136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4508AD-30AA-B54D-B5D7-490D49B6EA6B}"/>
                    </a:ext>
                  </a:extLst>
                </p14:cNvPr>
                <p14:cNvContentPartPr/>
                <p14:nvPr/>
              </p14:nvContentPartPr>
              <p14:xfrm>
                <a:off x="2748091" y="6547104"/>
                <a:ext cx="249120" cy="172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4508AD-30AA-B54D-B5D7-490D49B6EA6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30091" y="6529104"/>
                  <a:ext cx="284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728981-0A34-181D-84F6-0EA3E27ADBB7}"/>
                    </a:ext>
                  </a:extLst>
                </p14:cNvPr>
                <p14:cNvContentPartPr/>
                <p14:nvPr/>
              </p14:nvContentPartPr>
              <p14:xfrm>
                <a:off x="3086491" y="6546384"/>
                <a:ext cx="38160" cy="137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728981-0A34-181D-84F6-0EA3E27ADB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68851" y="6528384"/>
                  <a:ext cx="73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555EFDB-9117-CF9B-5926-05F1767575C5}"/>
                    </a:ext>
                  </a:extLst>
                </p14:cNvPr>
                <p14:cNvContentPartPr/>
                <p14:nvPr/>
              </p14:nvContentPartPr>
              <p14:xfrm>
                <a:off x="3089371" y="6508584"/>
                <a:ext cx="108000" cy="100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555EFDB-9117-CF9B-5926-05F1767575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71371" y="6490584"/>
                  <a:ext cx="1436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AFE31D3-9512-BF14-AF49-21F01050EF7B}"/>
                    </a:ext>
                  </a:extLst>
                </p14:cNvPr>
                <p14:cNvContentPartPr/>
                <p14:nvPr/>
              </p14:nvContentPartPr>
              <p14:xfrm>
                <a:off x="3337051" y="6468624"/>
                <a:ext cx="46440" cy="15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AFE31D3-9512-BF14-AF49-21F01050EF7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19051" y="6450624"/>
                  <a:ext cx="82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8E4EF2-3A09-C0C3-8CEC-50800C76BFAC}"/>
                    </a:ext>
                  </a:extLst>
                </p14:cNvPr>
                <p14:cNvContentPartPr/>
                <p14:nvPr/>
              </p14:nvContentPartPr>
              <p14:xfrm>
                <a:off x="3325531" y="6472224"/>
                <a:ext cx="133920" cy="216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8E4EF2-3A09-C0C3-8CEC-50800C76BFA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07531" y="6454584"/>
                  <a:ext cx="16956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3ACD94-740C-F7E7-B03B-9DF1CCDC8D38}"/>
              </a:ext>
            </a:extLst>
          </p:cNvPr>
          <p:cNvGrpSpPr/>
          <p:nvPr/>
        </p:nvGrpSpPr>
        <p:grpSpPr>
          <a:xfrm>
            <a:off x="3690931" y="6479064"/>
            <a:ext cx="532800" cy="207000"/>
            <a:chOff x="3690931" y="6479064"/>
            <a:chExt cx="53280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BD5FF8-EB09-D9DC-6AB9-31E2424346E2}"/>
                    </a:ext>
                  </a:extLst>
                </p14:cNvPr>
                <p14:cNvContentPartPr/>
                <p14:nvPr/>
              </p14:nvContentPartPr>
              <p14:xfrm>
                <a:off x="3690931" y="6554664"/>
                <a:ext cx="36360" cy="2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BD5FF8-EB09-D9DC-6AB9-31E2424346E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72931" y="6536664"/>
                  <a:ext cx="72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BAE968-163A-AED9-D6EA-3E9557779A06}"/>
                    </a:ext>
                  </a:extLst>
                </p14:cNvPr>
                <p14:cNvContentPartPr/>
                <p14:nvPr/>
              </p14:nvContentPartPr>
              <p14:xfrm>
                <a:off x="3756451" y="6617304"/>
                <a:ext cx="50400" cy="45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BAE968-163A-AED9-D6EA-3E9557779A0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38811" y="6599304"/>
                  <a:ext cx="86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CD4941C-8A68-4B99-DE63-1F0F5C62786E}"/>
                    </a:ext>
                  </a:extLst>
                </p14:cNvPr>
                <p14:cNvContentPartPr/>
                <p14:nvPr/>
              </p14:nvContentPartPr>
              <p14:xfrm>
                <a:off x="3882451" y="6481224"/>
                <a:ext cx="156240" cy="204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CD4941C-8A68-4B99-DE63-1F0F5C62786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64811" y="6463584"/>
                  <a:ext cx="191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315371-9411-B36F-BFC5-D8730F2704CF}"/>
                    </a:ext>
                  </a:extLst>
                </p14:cNvPr>
                <p14:cNvContentPartPr/>
                <p14:nvPr/>
              </p14:nvContentPartPr>
              <p14:xfrm>
                <a:off x="4147771" y="6479064"/>
                <a:ext cx="75960" cy="10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315371-9411-B36F-BFC5-D8730F2704C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29771" y="6461064"/>
                  <a:ext cx="11160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C86243D-F7D8-A10C-51E9-E02F592C6A2F}"/>
                  </a:ext>
                </a:extLst>
              </p14:cNvPr>
              <p14:cNvContentPartPr/>
              <p14:nvPr/>
            </p14:nvContentPartPr>
            <p14:xfrm>
              <a:off x="2218171" y="2392344"/>
              <a:ext cx="94680" cy="109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C86243D-F7D8-A10C-51E9-E02F592C6A2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200171" y="2374344"/>
                <a:ext cx="130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EC88EE9-41CB-8588-7FD8-EF06F4AD2B42}"/>
                  </a:ext>
                </a:extLst>
              </p14:cNvPr>
              <p14:cNvContentPartPr/>
              <p14:nvPr/>
            </p14:nvContentPartPr>
            <p14:xfrm>
              <a:off x="3323371" y="2417184"/>
              <a:ext cx="63720" cy="1008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EC88EE9-41CB-8588-7FD8-EF06F4AD2B4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305371" y="2399184"/>
                <a:ext cx="993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D1F20C9-AD35-260D-F521-A7B568B40D5E}"/>
                  </a:ext>
                </a:extLst>
              </p14:cNvPr>
              <p14:cNvContentPartPr/>
              <p14:nvPr/>
            </p14:nvContentPartPr>
            <p14:xfrm>
              <a:off x="4380691" y="2383704"/>
              <a:ext cx="68400" cy="1324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D1F20C9-AD35-260D-F521-A7B568B40D5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63051" y="2366064"/>
                <a:ext cx="1040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574458D-2997-93DA-25AD-D3FDC7B24289}"/>
                  </a:ext>
                </a:extLst>
              </p14:cNvPr>
              <p14:cNvContentPartPr/>
              <p14:nvPr/>
            </p14:nvContentPartPr>
            <p14:xfrm>
              <a:off x="2164171" y="2054664"/>
              <a:ext cx="216360" cy="226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574458D-2997-93DA-25AD-D3FDC7B2428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146171" y="2036664"/>
                <a:ext cx="2520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3073D01-92FB-9C50-B1AC-22F6F12C6ECB}"/>
                  </a:ext>
                </a:extLst>
              </p14:cNvPr>
              <p14:cNvContentPartPr/>
              <p14:nvPr/>
            </p14:nvContentPartPr>
            <p14:xfrm>
              <a:off x="3334891" y="2056104"/>
              <a:ext cx="169920" cy="2062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3073D01-92FB-9C50-B1AC-22F6F12C6EC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317251" y="2038464"/>
                <a:ext cx="2055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B88046F-E9BD-53CD-CE73-08E7735B7F33}"/>
                  </a:ext>
                </a:extLst>
              </p14:cNvPr>
              <p14:cNvContentPartPr/>
              <p14:nvPr/>
            </p14:nvContentPartPr>
            <p14:xfrm>
              <a:off x="4405891" y="2090304"/>
              <a:ext cx="174240" cy="243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B88046F-E9BD-53CD-CE73-08E7735B7F3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88251" y="2072664"/>
                <a:ext cx="209880" cy="2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EDF41FA8-545C-FB1B-5CA3-1C0825D6FE0D}"/>
              </a:ext>
            </a:extLst>
          </p:cNvPr>
          <p:cNvGrpSpPr/>
          <p:nvPr/>
        </p:nvGrpSpPr>
        <p:grpSpPr>
          <a:xfrm>
            <a:off x="5665171" y="2644704"/>
            <a:ext cx="1041120" cy="425880"/>
            <a:chOff x="5665171" y="2644704"/>
            <a:chExt cx="104112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CD6492-8DA6-2390-D6AB-ED02B6B1EE7B}"/>
                    </a:ext>
                  </a:extLst>
                </p14:cNvPr>
                <p14:cNvContentPartPr/>
                <p14:nvPr/>
              </p14:nvContentPartPr>
              <p14:xfrm>
                <a:off x="5665171" y="2644704"/>
                <a:ext cx="225360" cy="267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CD6492-8DA6-2390-D6AB-ED02B6B1EE7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647171" y="2626704"/>
                  <a:ext cx="261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1CF8F52-1409-C3D1-519A-11446127F6E4}"/>
                    </a:ext>
                  </a:extLst>
                </p14:cNvPr>
                <p14:cNvContentPartPr/>
                <p14:nvPr/>
              </p14:nvContentPartPr>
              <p14:xfrm>
                <a:off x="6023371" y="2816064"/>
                <a:ext cx="21600" cy="254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1CF8F52-1409-C3D1-519A-11446127F6E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05371" y="2798424"/>
                  <a:ext cx="57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F7C1EE-EFB4-0BA3-78A5-E575D1076901}"/>
                    </a:ext>
                  </a:extLst>
                </p14:cNvPr>
                <p14:cNvContentPartPr/>
                <p14:nvPr/>
              </p14:nvContentPartPr>
              <p14:xfrm>
                <a:off x="6012571" y="2854944"/>
                <a:ext cx="110880" cy="11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F7C1EE-EFB4-0BA3-78A5-E575D10769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94571" y="2837304"/>
                  <a:ext cx="146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D9590EF-19FF-5C0D-0253-B828D8020DC3}"/>
                    </a:ext>
                  </a:extLst>
                </p14:cNvPr>
                <p14:cNvContentPartPr/>
                <p14:nvPr/>
              </p14:nvContentPartPr>
              <p14:xfrm>
                <a:off x="6017971" y="2919024"/>
                <a:ext cx="111600" cy="43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D9590EF-19FF-5C0D-0253-B828D8020DC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99971" y="2901384"/>
                  <a:ext cx="147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2169C1F-7A27-58E8-EF26-49FB3DAB53DE}"/>
                    </a:ext>
                  </a:extLst>
                </p14:cNvPr>
                <p14:cNvContentPartPr/>
                <p14:nvPr/>
              </p14:nvContentPartPr>
              <p14:xfrm>
                <a:off x="6244771" y="2864304"/>
                <a:ext cx="55080" cy="20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2169C1F-7A27-58E8-EF26-49FB3DAB53D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226771" y="2846304"/>
                  <a:ext cx="90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D6E8D2-3A0C-D7D3-88DC-E56883D388D7}"/>
                    </a:ext>
                  </a:extLst>
                </p14:cNvPr>
                <p14:cNvContentPartPr/>
                <p14:nvPr/>
              </p14:nvContentPartPr>
              <p14:xfrm>
                <a:off x="6290131" y="2912184"/>
                <a:ext cx="51840" cy="20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D6E8D2-3A0C-D7D3-88DC-E56883D388D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72131" y="2894544"/>
                  <a:ext cx="87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1F1585-F5D1-9E67-6370-EDF58F7F3014}"/>
                    </a:ext>
                  </a:extLst>
                </p14:cNvPr>
                <p14:cNvContentPartPr/>
                <p14:nvPr/>
              </p14:nvContentPartPr>
              <p14:xfrm>
                <a:off x="6481291" y="2748744"/>
                <a:ext cx="225000" cy="306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1F1585-F5D1-9E67-6370-EDF58F7F301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63291" y="2730744"/>
                  <a:ext cx="26064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F0107A8-5E18-E563-4AEC-D55E540FB1D4}"/>
              </a:ext>
            </a:extLst>
          </p:cNvPr>
          <p:cNvGrpSpPr/>
          <p:nvPr/>
        </p:nvGrpSpPr>
        <p:grpSpPr>
          <a:xfrm>
            <a:off x="5780731" y="3354264"/>
            <a:ext cx="516960" cy="436320"/>
            <a:chOff x="5780731" y="3354264"/>
            <a:chExt cx="5169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6509A388-D78F-C8C2-FF35-80C67114F0C1}"/>
                    </a:ext>
                  </a:extLst>
                </p14:cNvPr>
                <p14:cNvContentPartPr/>
                <p14:nvPr/>
              </p14:nvContentPartPr>
              <p14:xfrm>
                <a:off x="5780731" y="3354264"/>
                <a:ext cx="198720" cy="236160"/>
              </p14:xfrm>
            </p:contentPart>
          </mc:Choice>
          <mc:Fallback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6509A388-D78F-C8C2-FF35-80C67114F0C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63091" y="3336624"/>
                  <a:ext cx="234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1005075B-DD90-F27E-720F-14C64E2A2E09}"/>
                    </a:ext>
                  </a:extLst>
                </p14:cNvPr>
                <p14:cNvContentPartPr/>
                <p14:nvPr/>
              </p14:nvContentPartPr>
              <p14:xfrm>
                <a:off x="6103651" y="3580704"/>
                <a:ext cx="45000" cy="209880"/>
              </p14:xfrm>
            </p:contentPart>
          </mc:Choice>
          <mc:Fallback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1005075B-DD90-F27E-720F-14C64E2A2E0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85651" y="3562704"/>
                  <a:ext cx="80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775C34DE-47AE-5949-0EE6-BD670CD11BEB}"/>
                    </a:ext>
                  </a:extLst>
                </p14:cNvPr>
                <p14:cNvContentPartPr/>
                <p14:nvPr/>
              </p14:nvContentPartPr>
              <p14:xfrm>
                <a:off x="6126331" y="3568824"/>
                <a:ext cx="171360" cy="207000"/>
              </p14:xfrm>
            </p:contentPart>
          </mc:Choice>
          <mc:Fallback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775C34DE-47AE-5949-0EE6-BD670CD11BE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08331" y="3551184"/>
                  <a:ext cx="20700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035" name="Ink 1034">
                <a:extLst>
                  <a:ext uri="{FF2B5EF4-FFF2-40B4-BE49-F238E27FC236}">
                    <a16:creationId xmlns:a16="http://schemas.microsoft.com/office/drawing/2014/main" id="{6E8A9AB1-57F1-73B0-404B-3B8A69937D20}"/>
                  </a:ext>
                </a:extLst>
              </p14:cNvPr>
              <p14:cNvContentPartPr/>
              <p14:nvPr/>
            </p14:nvContentPartPr>
            <p14:xfrm>
              <a:off x="6496411" y="3655944"/>
              <a:ext cx="27360" cy="148680"/>
            </p14:xfrm>
          </p:contentPart>
        </mc:Choice>
        <mc:Fallback>
          <p:pic>
            <p:nvPicPr>
              <p:cNvPr id="1035" name="Ink 1034">
                <a:extLst>
                  <a:ext uri="{FF2B5EF4-FFF2-40B4-BE49-F238E27FC236}">
                    <a16:creationId xmlns:a16="http://schemas.microsoft.com/office/drawing/2014/main" id="{6E8A9AB1-57F1-73B0-404B-3B8A69937D2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478771" y="3638304"/>
                <a:ext cx="63000" cy="18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91D6CFC8-3185-14F2-CB25-D050B827C348}"/>
              </a:ext>
            </a:extLst>
          </p:cNvPr>
          <p:cNvGrpSpPr/>
          <p:nvPr/>
        </p:nvGrpSpPr>
        <p:grpSpPr>
          <a:xfrm>
            <a:off x="6738691" y="3380544"/>
            <a:ext cx="491400" cy="304920"/>
            <a:chOff x="6738691" y="3380544"/>
            <a:chExt cx="49140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4EC25618-2AFD-7790-E836-DC59961F7151}"/>
                    </a:ext>
                  </a:extLst>
                </p14:cNvPr>
                <p14:cNvContentPartPr/>
                <p14:nvPr/>
              </p14:nvContentPartPr>
              <p14:xfrm>
                <a:off x="6738691" y="3380544"/>
                <a:ext cx="267120" cy="232920"/>
              </p14:xfrm>
            </p:contentPart>
          </mc:Choice>
          <mc:Fallback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4EC25618-2AFD-7790-E836-DC59961F715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20691" y="3362544"/>
                  <a:ext cx="302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55C0F9EB-6D8B-A4B8-BC89-A500D02F16EC}"/>
                    </a:ext>
                  </a:extLst>
                </p14:cNvPr>
                <p14:cNvContentPartPr/>
                <p14:nvPr/>
              </p14:nvContentPartPr>
              <p14:xfrm>
                <a:off x="7120651" y="3543264"/>
                <a:ext cx="109440" cy="142200"/>
              </p14:xfrm>
            </p:contentPart>
          </mc:Choice>
          <mc:Fallback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55C0F9EB-6D8B-A4B8-BC89-A500D02F16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02651" y="3525264"/>
                  <a:ext cx="14508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BE2CC9DF-DC6B-88F1-845C-049E992B2B3C}"/>
              </a:ext>
            </a:extLst>
          </p:cNvPr>
          <p:cNvGrpSpPr/>
          <p:nvPr/>
        </p:nvGrpSpPr>
        <p:grpSpPr>
          <a:xfrm>
            <a:off x="7394611" y="3391344"/>
            <a:ext cx="303120" cy="253800"/>
            <a:chOff x="7394611" y="3391344"/>
            <a:chExt cx="3031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8CA3F16D-F849-6065-89CD-2C10B1C7F23A}"/>
                    </a:ext>
                  </a:extLst>
                </p14:cNvPr>
                <p14:cNvContentPartPr/>
                <p14:nvPr/>
              </p14:nvContentPartPr>
              <p14:xfrm>
                <a:off x="7394611" y="3480264"/>
                <a:ext cx="36000" cy="16920"/>
              </p14:xfrm>
            </p:contentPart>
          </mc:Choice>
          <mc:Fallback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8CA3F16D-F849-6065-89CD-2C10B1C7F23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376611" y="3462264"/>
                  <a:ext cx="71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3A2B314D-8686-728B-7F54-D85561F04C4F}"/>
                    </a:ext>
                  </a:extLst>
                </p14:cNvPr>
                <p14:cNvContentPartPr/>
                <p14:nvPr/>
              </p14:nvContentPartPr>
              <p14:xfrm>
                <a:off x="7408651" y="3543264"/>
                <a:ext cx="84600" cy="39600"/>
              </p14:xfrm>
            </p:contentPart>
          </mc:Choice>
          <mc:Fallback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3A2B314D-8686-728B-7F54-D85561F04C4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90651" y="3525264"/>
                  <a:ext cx="120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58080938-2A9C-E4E6-A7F5-0D32C6BF1D55}"/>
                    </a:ext>
                  </a:extLst>
                </p14:cNvPr>
                <p14:cNvContentPartPr/>
                <p14:nvPr/>
              </p14:nvContentPartPr>
              <p14:xfrm>
                <a:off x="7616731" y="3391344"/>
                <a:ext cx="81000" cy="253800"/>
              </p14:xfrm>
            </p:contentPart>
          </mc:Choice>
          <mc:Fallback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58080938-2A9C-E4E6-A7F5-0D32C6BF1D5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98731" y="3373344"/>
                  <a:ext cx="11664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042" name="Ink 1041">
                <a:extLst>
                  <a:ext uri="{FF2B5EF4-FFF2-40B4-BE49-F238E27FC236}">
                    <a16:creationId xmlns:a16="http://schemas.microsoft.com/office/drawing/2014/main" id="{D109EC7C-BB0A-DE9A-459B-816DD3D0C162}"/>
                  </a:ext>
                </a:extLst>
              </p14:cNvPr>
              <p14:cNvContentPartPr/>
              <p14:nvPr/>
            </p14:nvContentPartPr>
            <p14:xfrm>
              <a:off x="7686931" y="3831984"/>
              <a:ext cx="11160" cy="13320"/>
            </p14:xfrm>
          </p:contentPart>
        </mc:Choice>
        <mc:Fallback>
          <p:pic>
            <p:nvPicPr>
              <p:cNvPr id="1042" name="Ink 1041">
                <a:extLst>
                  <a:ext uri="{FF2B5EF4-FFF2-40B4-BE49-F238E27FC236}">
                    <a16:creationId xmlns:a16="http://schemas.microsoft.com/office/drawing/2014/main" id="{D109EC7C-BB0A-DE9A-459B-816DD3D0C16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669291" y="3813984"/>
                <a:ext cx="4680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3A4D88B2-8E00-3661-381A-5C32DCAE7A57}"/>
              </a:ext>
            </a:extLst>
          </p:cNvPr>
          <p:cNvGrpSpPr/>
          <p:nvPr/>
        </p:nvGrpSpPr>
        <p:grpSpPr>
          <a:xfrm>
            <a:off x="8310451" y="3332304"/>
            <a:ext cx="532800" cy="426960"/>
            <a:chOff x="8310451" y="3332304"/>
            <a:chExt cx="53280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81A6BA48-65D6-5DDC-FBC0-9749F76797F7}"/>
                    </a:ext>
                  </a:extLst>
                </p14:cNvPr>
                <p14:cNvContentPartPr/>
                <p14:nvPr/>
              </p14:nvContentPartPr>
              <p14:xfrm>
                <a:off x="8310451" y="3332304"/>
                <a:ext cx="163080" cy="278280"/>
              </p14:xfrm>
            </p:contentPart>
          </mc:Choice>
          <mc:Fallback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81A6BA48-65D6-5DDC-FBC0-9749F76797F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92811" y="3314304"/>
                  <a:ext cx="198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E069055F-A42E-94F6-966E-62AD6A249619}"/>
                    </a:ext>
                  </a:extLst>
                </p14:cNvPr>
                <p14:cNvContentPartPr/>
                <p14:nvPr/>
              </p14:nvContentPartPr>
              <p14:xfrm>
                <a:off x="8471371" y="3353184"/>
                <a:ext cx="149400" cy="406080"/>
              </p14:xfrm>
            </p:contentPart>
          </mc:Choice>
          <mc:Fallback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E069055F-A42E-94F6-966E-62AD6A24961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53731" y="3335544"/>
                  <a:ext cx="1850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8E171068-F05B-4801-EC71-4CC25C34767A}"/>
                    </a:ext>
                  </a:extLst>
                </p14:cNvPr>
                <p14:cNvContentPartPr/>
                <p14:nvPr/>
              </p14:nvContentPartPr>
              <p14:xfrm>
                <a:off x="8626891" y="3513024"/>
                <a:ext cx="216360" cy="123840"/>
              </p14:xfrm>
            </p:contentPart>
          </mc:Choice>
          <mc:Fallback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8E171068-F05B-4801-EC71-4CC25C34767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09251" y="3495384"/>
                  <a:ext cx="2520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C04B3D31-D902-C7BA-AEE4-DF4E8D7684A7}"/>
              </a:ext>
            </a:extLst>
          </p:cNvPr>
          <p:cNvGrpSpPr/>
          <p:nvPr/>
        </p:nvGrpSpPr>
        <p:grpSpPr>
          <a:xfrm>
            <a:off x="9052051" y="3412224"/>
            <a:ext cx="108720" cy="57960"/>
            <a:chOff x="9052051" y="3412224"/>
            <a:chExt cx="108720" cy="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3B1B529A-2276-5E04-3B42-1142BA4DC1CB}"/>
                    </a:ext>
                  </a:extLst>
                </p14:cNvPr>
                <p14:cNvContentPartPr/>
                <p14:nvPr/>
              </p14:nvContentPartPr>
              <p14:xfrm>
                <a:off x="9053131" y="3412224"/>
                <a:ext cx="4680" cy="6120"/>
              </p14:xfrm>
            </p:contentPart>
          </mc:Choice>
          <mc:Fallback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3B1B529A-2276-5E04-3B42-1142BA4DC1C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035131" y="3394584"/>
                  <a:ext cx="40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33DC04ED-6104-5323-02FD-CC23EFE43149}"/>
                    </a:ext>
                  </a:extLst>
                </p14:cNvPr>
                <p14:cNvContentPartPr/>
                <p14:nvPr/>
              </p14:nvContentPartPr>
              <p14:xfrm>
                <a:off x="9052051" y="3429504"/>
                <a:ext cx="108720" cy="40680"/>
              </p14:xfrm>
            </p:contentPart>
          </mc:Choice>
          <mc:Fallback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33DC04ED-6104-5323-02FD-CC23EFE4314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34411" y="3411504"/>
                  <a:ext cx="1443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6B4C3582-36EA-F7E7-BD8A-FE399CF784C2}"/>
              </a:ext>
            </a:extLst>
          </p:cNvPr>
          <p:cNvGrpSpPr/>
          <p:nvPr/>
        </p:nvGrpSpPr>
        <p:grpSpPr>
          <a:xfrm>
            <a:off x="9519691" y="3318264"/>
            <a:ext cx="162000" cy="371160"/>
            <a:chOff x="9519691" y="3318264"/>
            <a:chExt cx="1620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E735AEFD-8130-C4B3-7FDD-832049029643}"/>
                    </a:ext>
                  </a:extLst>
                </p14:cNvPr>
                <p14:cNvContentPartPr/>
                <p14:nvPr/>
              </p14:nvContentPartPr>
              <p14:xfrm>
                <a:off x="9519691" y="3318264"/>
                <a:ext cx="41760" cy="371160"/>
              </p14:xfrm>
            </p:contentPart>
          </mc:Choice>
          <mc:Fallback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E735AEFD-8130-C4B3-7FDD-83204902964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502051" y="3300624"/>
                  <a:ext cx="77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3732D2D0-DB9E-22AC-3760-5A010AAF2E76}"/>
                    </a:ext>
                  </a:extLst>
                </p14:cNvPr>
                <p14:cNvContentPartPr/>
                <p14:nvPr/>
              </p14:nvContentPartPr>
              <p14:xfrm>
                <a:off x="9668371" y="3445704"/>
                <a:ext cx="13320" cy="22320"/>
              </p14:xfrm>
            </p:contentPart>
          </mc:Choice>
          <mc:Fallback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3732D2D0-DB9E-22AC-3760-5A010AAF2E7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650731" y="3428064"/>
                  <a:ext cx="489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209D7917-E454-CAD5-6F90-DF0BAC5ED8F2}"/>
              </a:ext>
            </a:extLst>
          </p:cNvPr>
          <p:cNvGrpSpPr/>
          <p:nvPr/>
        </p:nvGrpSpPr>
        <p:grpSpPr>
          <a:xfrm>
            <a:off x="9843691" y="3378024"/>
            <a:ext cx="110880" cy="164880"/>
            <a:chOff x="9843691" y="3378024"/>
            <a:chExt cx="11088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59AAF2DF-5090-F2B5-2DF0-AC60BEFA4FFF}"/>
                    </a:ext>
                  </a:extLst>
                </p14:cNvPr>
                <p14:cNvContentPartPr/>
                <p14:nvPr/>
              </p14:nvContentPartPr>
              <p14:xfrm>
                <a:off x="9848011" y="3384864"/>
                <a:ext cx="106560" cy="25560"/>
              </p14:xfrm>
            </p:contentPart>
          </mc:Choice>
          <mc:Fallback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59AAF2DF-5090-F2B5-2DF0-AC60BEFA4FF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830011" y="3366864"/>
                  <a:ext cx="142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4EB753CB-7462-BE93-41F3-EB41CE7FCB97}"/>
                    </a:ext>
                  </a:extLst>
                </p14:cNvPr>
                <p14:cNvContentPartPr/>
                <p14:nvPr/>
              </p14:nvContentPartPr>
              <p14:xfrm>
                <a:off x="9843691" y="3378024"/>
                <a:ext cx="85320" cy="164880"/>
              </p14:xfrm>
            </p:contentPart>
          </mc:Choice>
          <mc:Fallback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4EB753CB-7462-BE93-41F3-EB41CE7FCB9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826051" y="3360024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54" name="Ink 1053">
                <a:extLst>
                  <a:ext uri="{FF2B5EF4-FFF2-40B4-BE49-F238E27FC236}">
                    <a16:creationId xmlns:a16="http://schemas.microsoft.com/office/drawing/2014/main" id="{CA28B13A-8AB7-E14E-7FD5-6F6CA9F93B0A}"/>
                  </a:ext>
                </a:extLst>
              </p14:cNvPr>
              <p14:cNvContentPartPr/>
              <p14:nvPr/>
            </p14:nvContentPartPr>
            <p14:xfrm>
              <a:off x="10183171" y="3294144"/>
              <a:ext cx="170640" cy="229680"/>
            </p14:xfrm>
          </p:contentPart>
        </mc:Choice>
        <mc:Fallback>
          <p:pic>
            <p:nvPicPr>
              <p:cNvPr id="1054" name="Ink 1053">
                <a:extLst>
                  <a:ext uri="{FF2B5EF4-FFF2-40B4-BE49-F238E27FC236}">
                    <a16:creationId xmlns:a16="http://schemas.microsoft.com/office/drawing/2014/main" id="{CA28B13A-8AB7-E14E-7FD5-6F6CA9F93B0A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165171" y="3276504"/>
                <a:ext cx="206280" cy="2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E54CC5CA-8756-D3C0-8DAA-094522B17297}"/>
              </a:ext>
            </a:extLst>
          </p:cNvPr>
          <p:cNvGrpSpPr/>
          <p:nvPr/>
        </p:nvGrpSpPr>
        <p:grpSpPr>
          <a:xfrm>
            <a:off x="5916811" y="4181904"/>
            <a:ext cx="1244520" cy="534960"/>
            <a:chOff x="5916811" y="4181904"/>
            <a:chExt cx="124452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6B04B51E-4991-9D7D-AFDC-BA3681772C9C}"/>
                    </a:ext>
                  </a:extLst>
                </p14:cNvPr>
                <p14:cNvContentPartPr/>
                <p14:nvPr/>
              </p14:nvContentPartPr>
              <p14:xfrm>
                <a:off x="5916811" y="4181904"/>
                <a:ext cx="169920" cy="289440"/>
              </p14:xfrm>
            </p:contentPart>
          </mc:Choice>
          <mc:Fallback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6B04B51E-4991-9D7D-AFDC-BA3681772C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99171" y="4163904"/>
                  <a:ext cx="205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4213D4C5-BCEC-BEA6-CB00-3B95A8151A36}"/>
                    </a:ext>
                  </a:extLst>
                </p14:cNvPr>
                <p14:cNvContentPartPr/>
                <p14:nvPr/>
              </p14:nvContentPartPr>
              <p14:xfrm>
                <a:off x="6229291" y="4393584"/>
                <a:ext cx="29880" cy="261360"/>
              </p14:xfrm>
            </p:contentPart>
          </mc:Choice>
          <mc:Fallback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4213D4C5-BCEC-BEA6-CB00-3B95A8151A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211291" y="4375944"/>
                  <a:ext cx="655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0D4C3297-9BF8-D9C8-4AD1-8AF64872BFFC}"/>
                    </a:ext>
                  </a:extLst>
                </p14:cNvPr>
                <p14:cNvContentPartPr/>
                <p14:nvPr/>
              </p14:nvContentPartPr>
              <p14:xfrm>
                <a:off x="6232891" y="4430664"/>
                <a:ext cx="99720" cy="185400"/>
              </p14:xfrm>
            </p:contentPart>
          </mc:Choice>
          <mc:Fallback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0D4C3297-9BF8-D9C8-4AD1-8AF64872BFF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214891" y="4412664"/>
                  <a:ext cx="135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42C1AA52-653A-62F1-2E0F-803CDBC3BEB3}"/>
                    </a:ext>
                  </a:extLst>
                </p14:cNvPr>
                <p14:cNvContentPartPr/>
                <p14:nvPr/>
              </p14:nvContentPartPr>
              <p14:xfrm>
                <a:off x="6488491" y="4531824"/>
                <a:ext cx="37080" cy="97200"/>
              </p14:xfrm>
            </p:contentPart>
          </mc:Choice>
          <mc:Fallback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42C1AA52-653A-62F1-2E0F-803CDBC3BEB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70851" y="4514184"/>
                  <a:ext cx="72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D2B8D8EB-DB65-3E17-C6FC-EA70ABB2B332}"/>
                    </a:ext>
                  </a:extLst>
                </p14:cNvPr>
                <p14:cNvContentPartPr/>
                <p14:nvPr/>
              </p14:nvContentPartPr>
              <p14:xfrm>
                <a:off x="6633211" y="4415184"/>
                <a:ext cx="45000" cy="218880"/>
              </p14:xfrm>
            </p:contentPart>
          </mc:Choice>
          <mc:Fallback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D2B8D8EB-DB65-3E17-C6FC-EA70ABB2B33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615211" y="4397544"/>
                  <a:ext cx="80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5A2247F5-69D8-40BF-261A-C4AA7C58AF25}"/>
                    </a:ext>
                  </a:extLst>
                </p14:cNvPr>
                <p14:cNvContentPartPr/>
                <p14:nvPr/>
              </p14:nvContentPartPr>
              <p14:xfrm>
                <a:off x="6620611" y="4387824"/>
                <a:ext cx="88560" cy="66240"/>
              </p14:xfrm>
            </p:contentPart>
          </mc:Choice>
          <mc:Fallback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5A2247F5-69D8-40BF-261A-C4AA7C58AF2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02611" y="4370184"/>
                  <a:ext cx="124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99C1AB5B-2A69-914A-F112-FD2B05BC8A47}"/>
                    </a:ext>
                  </a:extLst>
                </p14:cNvPr>
                <p14:cNvContentPartPr/>
                <p14:nvPr/>
              </p14:nvContentPartPr>
              <p14:xfrm>
                <a:off x="6677131" y="4449384"/>
                <a:ext cx="88920" cy="62640"/>
              </p14:xfrm>
            </p:contentPart>
          </mc:Choice>
          <mc:Fallback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99C1AB5B-2A69-914A-F112-FD2B05BC8A4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59131" y="4431744"/>
                  <a:ext cx="124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2D9E66B5-AFE7-47EA-F186-9709B5EF9845}"/>
                    </a:ext>
                  </a:extLst>
                </p14:cNvPr>
                <p14:cNvContentPartPr/>
                <p14:nvPr/>
              </p14:nvContentPartPr>
              <p14:xfrm>
                <a:off x="6724651" y="4559544"/>
                <a:ext cx="45000" cy="29520"/>
              </p14:xfrm>
            </p:contentPart>
          </mc:Choice>
          <mc:Fallback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2D9E66B5-AFE7-47EA-F186-9709B5EF984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706651" y="4541544"/>
                  <a:ext cx="80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A42A4D10-C317-05C7-0F14-949CC1C0D870}"/>
                    </a:ext>
                  </a:extLst>
                </p14:cNvPr>
                <p14:cNvContentPartPr/>
                <p14:nvPr/>
              </p14:nvContentPartPr>
              <p14:xfrm>
                <a:off x="6865051" y="4594824"/>
                <a:ext cx="33840" cy="114840"/>
              </p14:xfrm>
            </p:contentPart>
          </mc:Choice>
          <mc:Fallback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A42A4D10-C317-05C7-0F14-949CC1C0D87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47051" y="4577184"/>
                  <a:ext cx="69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F2111C37-B5B6-43DD-7AC7-85223F22E33C}"/>
                    </a:ext>
                  </a:extLst>
                </p14:cNvPr>
                <p14:cNvContentPartPr/>
                <p14:nvPr/>
              </p14:nvContentPartPr>
              <p14:xfrm>
                <a:off x="7032091" y="4473504"/>
                <a:ext cx="13680" cy="243360"/>
              </p14:xfrm>
            </p:contentPart>
          </mc:Choice>
          <mc:Fallback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F2111C37-B5B6-43DD-7AC7-85223F22E33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14091" y="4455504"/>
                  <a:ext cx="49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4FB6FF67-D6F2-1B15-877E-FD0F897F1ACF}"/>
                    </a:ext>
                  </a:extLst>
                </p14:cNvPr>
                <p14:cNvContentPartPr/>
                <p14:nvPr/>
              </p14:nvContentPartPr>
              <p14:xfrm>
                <a:off x="7011931" y="4447224"/>
                <a:ext cx="74160" cy="12960"/>
              </p14:xfrm>
            </p:contentPart>
          </mc:Choice>
          <mc:Fallback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4FB6FF67-D6F2-1B15-877E-FD0F897F1AC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994291" y="4429584"/>
                  <a:ext cx="109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5B0DF8B1-26D2-505F-8F14-4BD52F89035C}"/>
                    </a:ext>
                  </a:extLst>
                </p14:cNvPr>
                <p14:cNvContentPartPr/>
                <p14:nvPr/>
              </p14:nvContentPartPr>
              <p14:xfrm>
                <a:off x="7059811" y="4544064"/>
                <a:ext cx="101520" cy="57960"/>
              </p14:xfrm>
            </p:contentPart>
          </mc:Choice>
          <mc:Fallback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5B0DF8B1-26D2-505F-8F14-4BD52F89035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041811" y="4526424"/>
                  <a:ext cx="13716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AFCC0106-CF87-44A5-042C-B1C9E945348F}"/>
              </a:ext>
            </a:extLst>
          </p:cNvPr>
          <p:cNvGrpSpPr/>
          <p:nvPr/>
        </p:nvGrpSpPr>
        <p:grpSpPr>
          <a:xfrm>
            <a:off x="7381651" y="4447584"/>
            <a:ext cx="119880" cy="111960"/>
            <a:chOff x="7381651" y="4447584"/>
            <a:chExt cx="11988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0BA8E4F4-366D-0122-10D2-DCA726BA6A09}"/>
                    </a:ext>
                  </a:extLst>
                </p14:cNvPr>
                <p14:cNvContentPartPr/>
                <p14:nvPr/>
              </p14:nvContentPartPr>
              <p14:xfrm>
                <a:off x="7381651" y="4447584"/>
                <a:ext cx="79920" cy="27720"/>
              </p14:xfrm>
            </p:contentPart>
          </mc:Choice>
          <mc:Fallback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0BA8E4F4-366D-0122-10D2-DCA726BA6A0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63651" y="4429944"/>
                  <a:ext cx="115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87EFFB79-B8C7-3000-B122-FCBA7C6EAD71}"/>
                    </a:ext>
                  </a:extLst>
                </p14:cNvPr>
                <p14:cNvContentPartPr/>
                <p14:nvPr/>
              </p14:nvContentPartPr>
              <p14:xfrm>
                <a:off x="7437091" y="4534704"/>
                <a:ext cx="64440" cy="24840"/>
              </p14:xfrm>
            </p:contentPart>
          </mc:Choice>
          <mc:Fallback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87EFFB79-B8C7-3000-B122-FCBA7C6EAD7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419091" y="4517064"/>
                  <a:ext cx="1000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4" name="Group 1083">
            <a:extLst>
              <a:ext uri="{FF2B5EF4-FFF2-40B4-BE49-F238E27FC236}">
                <a16:creationId xmlns:a16="http://schemas.microsoft.com/office/drawing/2014/main" id="{21097E7A-3716-5B92-002E-345A65E84762}"/>
              </a:ext>
            </a:extLst>
          </p:cNvPr>
          <p:cNvGrpSpPr/>
          <p:nvPr/>
        </p:nvGrpSpPr>
        <p:grpSpPr>
          <a:xfrm>
            <a:off x="7972411" y="4232304"/>
            <a:ext cx="629280" cy="451800"/>
            <a:chOff x="7972411" y="4232304"/>
            <a:chExt cx="62928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2992A325-0B7E-7308-558C-D4AF455B615C}"/>
                    </a:ext>
                  </a:extLst>
                </p14:cNvPr>
                <p14:cNvContentPartPr/>
                <p14:nvPr/>
              </p14:nvContentPartPr>
              <p14:xfrm>
                <a:off x="7972411" y="4232304"/>
                <a:ext cx="187560" cy="246960"/>
              </p14:xfrm>
            </p:contentPart>
          </mc:Choice>
          <mc:Fallback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2992A325-0B7E-7308-558C-D4AF455B615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954411" y="4214664"/>
                  <a:ext cx="2232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0DB8D0A5-0758-6619-404A-F631E980A077}"/>
                    </a:ext>
                  </a:extLst>
                </p14:cNvPr>
                <p14:cNvContentPartPr/>
                <p14:nvPr/>
              </p14:nvContentPartPr>
              <p14:xfrm>
                <a:off x="8203171" y="4274784"/>
                <a:ext cx="187560" cy="397800"/>
              </p14:xfrm>
            </p:contentPart>
          </mc:Choice>
          <mc:Fallback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0DB8D0A5-0758-6619-404A-F631E980A07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85531" y="4256784"/>
                  <a:ext cx="2232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7660918C-C107-0B57-8D6F-730A47A13876}"/>
                    </a:ext>
                  </a:extLst>
                </p14:cNvPr>
                <p14:cNvContentPartPr/>
                <p14:nvPr/>
              </p14:nvContentPartPr>
              <p14:xfrm>
                <a:off x="8424931" y="4456224"/>
                <a:ext cx="176760" cy="227880"/>
              </p14:xfrm>
            </p:contentPart>
          </mc:Choice>
          <mc:Fallback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7660918C-C107-0B57-8D6F-730A47A1387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06931" y="4438584"/>
                  <a:ext cx="21240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6A13E54C-F1B0-FE0F-2D90-435BDBBD2F9E}"/>
              </a:ext>
            </a:extLst>
          </p:cNvPr>
          <p:cNvGrpSpPr/>
          <p:nvPr/>
        </p:nvGrpSpPr>
        <p:grpSpPr>
          <a:xfrm>
            <a:off x="8773051" y="4475304"/>
            <a:ext cx="104760" cy="87120"/>
            <a:chOff x="8773051" y="4475304"/>
            <a:chExt cx="104760" cy="8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CB96CAE5-8830-8EF9-AEA8-30E239F87239}"/>
                    </a:ext>
                  </a:extLst>
                </p14:cNvPr>
                <p14:cNvContentPartPr/>
                <p14:nvPr/>
              </p14:nvContentPartPr>
              <p14:xfrm>
                <a:off x="8773051" y="4475304"/>
                <a:ext cx="91800" cy="14760"/>
              </p14:xfrm>
            </p:contentPart>
          </mc:Choice>
          <mc:Fallback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CB96CAE5-8830-8EF9-AEA8-30E239F8723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55411" y="4457664"/>
                  <a:ext cx="127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0DE0C70E-666E-7D5D-56D7-91BC86C65682}"/>
                    </a:ext>
                  </a:extLst>
                </p14:cNvPr>
                <p14:cNvContentPartPr/>
                <p14:nvPr/>
              </p14:nvContentPartPr>
              <p14:xfrm>
                <a:off x="8826691" y="4536504"/>
                <a:ext cx="51120" cy="25920"/>
              </p14:xfrm>
            </p:contentPart>
          </mc:Choice>
          <mc:Fallback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0DE0C70E-666E-7D5D-56D7-91BC86C656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09051" y="4518504"/>
                  <a:ext cx="8676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081" name="Ink 1080">
                <a:extLst>
                  <a:ext uri="{FF2B5EF4-FFF2-40B4-BE49-F238E27FC236}">
                    <a16:creationId xmlns:a16="http://schemas.microsoft.com/office/drawing/2014/main" id="{30422AD3-CBC6-5504-FEAD-3028694ACFDB}"/>
                  </a:ext>
                </a:extLst>
              </p14:cNvPr>
              <p14:cNvContentPartPr/>
              <p14:nvPr/>
            </p14:nvContentPartPr>
            <p14:xfrm>
              <a:off x="9176611" y="4297104"/>
              <a:ext cx="56160" cy="299880"/>
            </p14:xfrm>
          </p:contentPart>
        </mc:Choice>
        <mc:Fallback>
          <p:pic>
            <p:nvPicPr>
              <p:cNvPr id="1081" name="Ink 1080">
                <a:extLst>
                  <a:ext uri="{FF2B5EF4-FFF2-40B4-BE49-F238E27FC236}">
                    <a16:creationId xmlns:a16="http://schemas.microsoft.com/office/drawing/2014/main" id="{30422AD3-CBC6-5504-FEAD-3028694ACFDB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9158611" y="4279464"/>
                <a:ext cx="918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082" name="Ink 1081">
                <a:extLst>
                  <a:ext uri="{FF2B5EF4-FFF2-40B4-BE49-F238E27FC236}">
                    <a16:creationId xmlns:a16="http://schemas.microsoft.com/office/drawing/2014/main" id="{4558AB1A-307A-5B2C-E864-259A8DCBA7D2}"/>
                  </a:ext>
                </a:extLst>
              </p14:cNvPr>
              <p14:cNvContentPartPr/>
              <p14:nvPr/>
            </p14:nvContentPartPr>
            <p14:xfrm>
              <a:off x="9441211" y="4343904"/>
              <a:ext cx="155520" cy="192960"/>
            </p14:xfrm>
          </p:contentPart>
        </mc:Choice>
        <mc:Fallback>
          <p:pic>
            <p:nvPicPr>
              <p:cNvPr id="1082" name="Ink 1081">
                <a:extLst>
                  <a:ext uri="{FF2B5EF4-FFF2-40B4-BE49-F238E27FC236}">
                    <a16:creationId xmlns:a16="http://schemas.microsoft.com/office/drawing/2014/main" id="{4558AB1A-307A-5B2C-E864-259A8DCBA7D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423571" y="4326264"/>
                <a:ext cx="19116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527E7254-815E-06F8-A17E-849D548C01C8}"/>
              </a:ext>
            </a:extLst>
          </p:cNvPr>
          <p:cNvGrpSpPr/>
          <p:nvPr/>
        </p:nvGrpSpPr>
        <p:grpSpPr>
          <a:xfrm>
            <a:off x="6023371" y="5167944"/>
            <a:ext cx="259560" cy="357840"/>
            <a:chOff x="6023371" y="5167944"/>
            <a:chExt cx="25956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8B5D315D-6612-FAA3-029C-5DA7F822AAF8}"/>
                    </a:ext>
                  </a:extLst>
                </p14:cNvPr>
                <p14:cNvContentPartPr/>
                <p14:nvPr/>
              </p14:nvContentPartPr>
              <p14:xfrm>
                <a:off x="6167731" y="5167944"/>
                <a:ext cx="68400" cy="308520"/>
              </p14:xfrm>
            </p:contentPart>
          </mc:Choice>
          <mc:Fallback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8B5D315D-6612-FAA3-029C-5DA7F822AAF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49731" y="5150304"/>
                  <a:ext cx="1040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E06349C3-E538-CF4C-7852-55F16C8C1095}"/>
                    </a:ext>
                  </a:extLst>
                </p14:cNvPr>
                <p14:cNvContentPartPr/>
                <p14:nvPr/>
              </p14:nvContentPartPr>
              <p14:xfrm>
                <a:off x="6023371" y="5214024"/>
                <a:ext cx="189360" cy="25920"/>
              </p14:xfrm>
            </p:contentPart>
          </mc:Choice>
          <mc:Fallback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E06349C3-E538-CF4C-7852-55F16C8C109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005371" y="5196024"/>
                  <a:ext cx="225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DE16EFEF-E2C1-CF95-726B-8F7D3437FEAE}"/>
                    </a:ext>
                  </a:extLst>
                </p14:cNvPr>
                <p14:cNvContentPartPr/>
                <p14:nvPr/>
              </p14:nvContentPartPr>
              <p14:xfrm>
                <a:off x="6194011" y="5480424"/>
                <a:ext cx="88920" cy="45360"/>
              </p14:xfrm>
            </p:contentPart>
          </mc:Choice>
          <mc:Fallback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DE16EFEF-E2C1-CF95-726B-8F7D3437FEA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76371" y="5462424"/>
                  <a:ext cx="1245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34EF4ED1-7FDE-411D-CC83-B9849BE6A899}"/>
              </a:ext>
            </a:extLst>
          </p:cNvPr>
          <p:cNvGrpSpPr/>
          <p:nvPr/>
        </p:nvGrpSpPr>
        <p:grpSpPr>
          <a:xfrm>
            <a:off x="6457171" y="5343984"/>
            <a:ext cx="162000" cy="254880"/>
            <a:chOff x="6457171" y="5343984"/>
            <a:chExt cx="16200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82F686C2-16CF-F36D-B6A6-495514122BD2}"/>
                    </a:ext>
                  </a:extLst>
                </p14:cNvPr>
                <p14:cNvContentPartPr/>
                <p14:nvPr/>
              </p14:nvContentPartPr>
              <p14:xfrm>
                <a:off x="6473371" y="5343984"/>
                <a:ext cx="14400" cy="254880"/>
              </p14:xfrm>
            </p:contentPart>
          </mc:Choice>
          <mc:Fallback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82F686C2-16CF-F36D-B6A6-495514122B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455731" y="5326344"/>
                  <a:ext cx="500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8EDD6E8D-CA4E-B39F-B642-5056BF6E26DB}"/>
                    </a:ext>
                  </a:extLst>
                </p14:cNvPr>
                <p14:cNvContentPartPr/>
                <p14:nvPr/>
              </p14:nvContentPartPr>
              <p14:xfrm>
                <a:off x="6457171" y="5359824"/>
                <a:ext cx="162000" cy="70200"/>
              </p14:xfrm>
            </p:contentPart>
          </mc:Choice>
          <mc:Fallback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8EDD6E8D-CA4E-B39F-B642-5056BF6E26D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439171" y="5341824"/>
                  <a:ext cx="197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BE7009B1-D277-CFC7-6F4F-50689854DB3C}"/>
                    </a:ext>
                  </a:extLst>
                </p14:cNvPr>
                <p14:cNvContentPartPr/>
                <p14:nvPr/>
              </p14:nvContentPartPr>
              <p14:xfrm>
                <a:off x="6505411" y="5428584"/>
                <a:ext cx="77760" cy="59760"/>
              </p14:xfrm>
            </p:contentPart>
          </mc:Choice>
          <mc:Fallback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BE7009B1-D277-CFC7-6F4F-50689854DB3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487411" y="5410944"/>
                  <a:ext cx="11340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C45109FF-4260-7C88-EF6F-4A7D3E34B046}"/>
              </a:ext>
            </a:extLst>
          </p:cNvPr>
          <p:cNvGrpSpPr/>
          <p:nvPr/>
        </p:nvGrpSpPr>
        <p:grpSpPr>
          <a:xfrm>
            <a:off x="6821851" y="5371344"/>
            <a:ext cx="68400" cy="88920"/>
            <a:chOff x="6821851" y="5371344"/>
            <a:chExt cx="6840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87A94D9E-24D3-5558-E446-C2BC44EE20E6}"/>
                    </a:ext>
                  </a:extLst>
                </p14:cNvPr>
                <p14:cNvContentPartPr/>
                <p14:nvPr/>
              </p14:nvContentPartPr>
              <p14:xfrm>
                <a:off x="6821851" y="5371344"/>
                <a:ext cx="33840" cy="7200"/>
              </p14:xfrm>
            </p:contentPart>
          </mc:Choice>
          <mc:Fallback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87A94D9E-24D3-5558-E446-C2BC44EE20E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03851" y="5353344"/>
                  <a:ext cx="69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37EF4EDA-AB8E-E2CD-2CD2-D165EFF53863}"/>
                    </a:ext>
                  </a:extLst>
                </p14:cNvPr>
                <p14:cNvContentPartPr/>
                <p14:nvPr/>
              </p14:nvContentPartPr>
              <p14:xfrm>
                <a:off x="6831211" y="5447304"/>
                <a:ext cx="59040" cy="12960"/>
              </p14:xfrm>
            </p:contentPart>
          </mc:Choice>
          <mc:Fallback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37EF4EDA-AB8E-E2CD-2CD2-D165EFF5386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813571" y="5429664"/>
                  <a:ext cx="946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CCB19A82-BE0D-D29B-0F6F-C8A4A8C160E2}"/>
              </a:ext>
            </a:extLst>
          </p:cNvPr>
          <p:cNvGrpSpPr/>
          <p:nvPr/>
        </p:nvGrpSpPr>
        <p:grpSpPr>
          <a:xfrm>
            <a:off x="7095091" y="5036184"/>
            <a:ext cx="361080" cy="699120"/>
            <a:chOff x="7095091" y="5036184"/>
            <a:chExt cx="361080" cy="69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C9872EAB-ADBF-DD10-A4A7-2653AE1AF1D6}"/>
                    </a:ext>
                  </a:extLst>
                </p14:cNvPr>
                <p14:cNvContentPartPr/>
                <p14:nvPr/>
              </p14:nvContentPartPr>
              <p14:xfrm>
                <a:off x="7095091" y="5036184"/>
                <a:ext cx="196200" cy="256320"/>
              </p14:xfrm>
            </p:contentPart>
          </mc:Choice>
          <mc:Fallback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C9872EAB-ADBF-DD10-A4A7-2653AE1AF1D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077451" y="5018184"/>
                  <a:ext cx="231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FEC31ADF-4E5C-CCF9-DF91-AD1A478634E8}"/>
                    </a:ext>
                  </a:extLst>
                </p14:cNvPr>
                <p14:cNvContentPartPr/>
                <p14:nvPr/>
              </p14:nvContentPartPr>
              <p14:xfrm>
                <a:off x="7115971" y="5361984"/>
                <a:ext cx="338040" cy="53280"/>
              </p14:xfrm>
            </p:contentPart>
          </mc:Choice>
          <mc:Fallback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FEC31ADF-4E5C-CCF9-DF91-AD1A478634E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098331" y="5344344"/>
                  <a:ext cx="373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C10034C3-167B-44FC-26BB-AA35F569EF87}"/>
                    </a:ext>
                  </a:extLst>
                </p14:cNvPr>
                <p14:cNvContentPartPr/>
                <p14:nvPr/>
              </p14:nvContentPartPr>
              <p14:xfrm>
                <a:off x="7277611" y="5543424"/>
                <a:ext cx="58680" cy="191880"/>
              </p14:xfrm>
            </p:contentPart>
          </mc:Choice>
          <mc:Fallback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C10034C3-167B-44FC-26BB-AA35F569EF8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259971" y="5525424"/>
                  <a:ext cx="94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E62D0738-02EE-0C00-FD7A-32E187CC0DCB}"/>
                    </a:ext>
                  </a:extLst>
                </p14:cNvPr>
                <p14:cNvContentPartPr/>
                <p14:nvPr/>
              </p14:nvContentPartPr>
              <p14:xfrm>
                <a:off x="7295971" y="5491944"/>
                <a:ext cx="160200" cy="128160"/>
              </p14:xfrm>
            </p:contentPart>
          </mc:Choice>
          <mc:Fallback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E62D0738-02EE-0C00-FD7A-32E187CC0DC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277971" y="5474304"/>
                  <a:ext cx="19584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2" name="Group 1101">
            <a:extLst>
              <a:ext uri="{FF2B5EF4-FFF2-40B4-BE49-F238E27FC236}">
                <a16:creationId xmlns:a16="http://schemas.microsoft.com/office/drawing/2014/main" id="{28C0B557-FB0E-3B52-126D-9A31A3F17F82}"/>
              </a:ext>
            </a:extLst>
          </p:cNvPr>
          <p:cNvGrpSpPr/>
          <p:nvPr/>
        </p:nvGrpSpPr>
        <p:grpSpPr>
          <a:xfrm>
            <a:off x="7652371" y="5349384"/>
            <a:ext cx="131400" cy="86040"/>
            <a:chOff x="7652371" y="5349384"/>
            <a:chExt cx="13140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051D71D4-E9EE-0958-0853-EC0176AC2145}"/>
                    </a:ext>
                  </a:extLst>
                </p14:cNvPr>
                <p14:cNvContentPartPr/>
                <p14:nvPr/>
              </p14:nvContentPartPr>
              <p14:xfrm>
                <a:off x="7652371" y="5349384"/>
                <a:ext cx="39240" cy="5760"/>
              </p14:xfrm>
            </p:contentPart>
          </mc:Choice>
          <mc:Fallback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051D71D4-E9EE-0958-0853-EC0176AC214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634731" y="5331744"/>
                  <a:ext cx="74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BA01814C-0F2C-DA04-F952-A094EEEA45A1}"/>
                    </a:ext>
                  </a:extLst>
                </p14:cNvPr>
                <p14:cNvContentPartPr/>
                <p14:nvPr/>
              </p14:nvContentPartPr>
              <p14:xfrm>
                <a:off x="7693051" y="5400504"/>
                <a:ext cx="90720" cy="34920"/>
              </p14:xfrm>
            </p:contentPart>
          </mc:Choice>
          <mc:Fallback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BA01814C-0F2C-DA04-F952-A094EEEA45A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675051" y="5382864"/>
                  <a:ext cx="1263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82C3ED58-A52F-1EF8-7F5A-F63AD38B9B94}"/>
              </a:ext>
            </a:extLst>
          </p:cNvPr>
          <p:cNvGrpSpPr/>
          <p:nvPr/>
        </p:nvGrpSpPr>
        <p:grpSpPr>
          <a:xfrm>
            <a:off x="8006611" y="5062464"/>
            <a:ext cx="555120" cy="628200"/>
            <a:chOff x="8006611" y="5062464"/>
            <a:chExt cx="55512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E63D52EA-084F-D4BA-EEC1-3BF4F56E667D}"/>
                    </a:ext>
                  </a:extLst>
                </p14:cNvPr>
                <p14:cNvContentPartPr/>
                <p14:nvPr/>
              </p14:nvContentPartPr>
              <p14:xfrm>
                <a:off x="8055211" y="5062464"/>
                <a:ext cx="178560" cy="215640"/>
              </p14:xfrm>
            </p:contentPart>
          </mc:Choice>
          <mc:Fallback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E63D52EA-084F-D4BA-EEC1-3BF4F56E667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037211" y="5044824"/>
                  <a:ext cx="214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707E155E-F82E-3F5A-9EDC-5D7EF549AE20}"/>
                    </a:ext>
                  </a:extLst>
                </p14:cNvPr>
                <p14:cNvContentPartPr/>
                <p14:nvPr/>
              </p14:nvContentPartPr>
              <p14:xfrm>
                <a:off x="8006611" y="5368104"/>
                <a:ext cx="458280" cy="97920"/>
              </p14:xfrm>
            </p:contentPart>
          </mc:Choice>
          <mc:Fallback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707E155E-F82E-3F5A-9EDC-5D7EF549AE2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988611" y="5350464"/>
                  <a:ext cx="493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944A6311-D0F4-8A06-EC42-A22D0E61C0A3}"/>
                    </a:ext>
                  </a:extLst>
                </p14:cNvPr>
                <p14:cNvContentPartPr/>
                <p14:nvPr/>
              </p14:nvContentPartPr>
              <p14:xfrm>
                <a:off x="8153851" y="5523264"/>
                <a:ext cx="63000" cy="167400"/>
              </p14:xfrm>
            </p:contentPart>
          </mc:Choice>
          <mc:Fallback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944A6311-D0F4-8A06-EC42-A22D0E61C0A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135851" y="5505624"/>
                  <a:ext cx="98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08" name="Ink 1107">
                  <a:extLst>
                    <a:ext uri="{FF2B5EF4-FFF2-40B4-BE49-F238E27FC236}">
                      <a16:creationId xmlns:a16="http://schemas.microsoft.com/office/drawing/2014/main" id="{F6BBA961-4E66-4546-C0A7-67B7B291073B}"/>
                    </a:ext>
                  </a:extLst>
                </p14:cNvPr>
                <p14:cNvContentPartPr/>
                <p14:nvPr/>
              </p14:nvContentPartPr>
              <p14:xfrm>
                <a:off x="8330971" y="5476464"/>
                <a:ext cx="82080" cy="196920"/>
              </p14:xfrm>
            </p:contentPart>
          </mc:Choice>
          <mc:Fallback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F6BBA961-4E66-4546-C0A7-67B7B291073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312971" y="5458464"/>
                  <a:ext cx="1177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88693A8F-63C3-B814-F6EC-070D149C9D15}"/>
                    </a:ext>
                  </a:extLst>
                </p14:cNvPr>
                <p14:cNvContentPartPr/>
                <p14:nvPr/>
              </p14:nvContentPartPr>
              <p14:xfrm>
                <a:off x="8435371" y="5475384"/>
                <a:ext cx="126360" cy="92880"/>
              </p14:xfrm>
            </p:contentPart>
          </mc:Choice>
          <mc:Fallback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88693A8F-63C3-B814-F6EC-070D149C9D1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417371" y="5457744"/>
                  <a:ext cx="1620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327838EA-201E-33F9-EA68-A14D1D09EC5E}"/>
              </a:ext>
            </a:extLst>
          </p:cNvPr>
          <p:cNvGrpSpPr/>
          <p:nvPr/>
        </p:nvGrpSpPr>
        <p:grpSpPr>
          <a:xfrm>
            <a:off x="6272131" y="6056424"/>
            <a:ext cx="156240" cy="291960"/>
            <a:chOff x="6272131" y="6056424"/>
            <a:chExt cx="15624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E6EE543C-10BE-100C-D5E1-CF7DCA0CDC9D}"/>
                    </a:ext>
                  </a:extLst>
                </p14:cNvPr>
                <p14:cNvContentPartPr/>
                <p14:nvPr/>
              </p14:nvContentPartPr>
              <p14:xfrm>
                <a:off x="6358531" y="6056424"/>
                <a:ext cx="37800" cy="281520"/>
              </p14:xfrm>
            </p:contentPart>
          </mc:Choice>
          <mc:Fallback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E6EE543C-10BE-100C-D5E1-CF7DCA0CDC9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40531" y="6038424"/>
                  <a:ext cx="73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123DEF3A-DA89-2433-0A05-31B3FC63DEF6}"/>
                    </a:ext>
                  </a:extLst>
                </p14:cNvPr>
                <p14:cNvContentPartPr/>
                <p14:nvPr/>
              </p14:nvContentPartPr>
              <p14:xfrm>
                <a:off x="6272131" y="6081984"/>
                <a:ext cx="106560" cy="20520"/>
              </p14:xfrm>
            </p:contentPart>
          </mc:Choice>
          <mc:Fallback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123DEF3A-DA89-2433-0A05-31B3FC63DEF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254491" y="6063984"/>
                  <a:ext cx="14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C56D95CC-2AAD-145D-1722-0B51FDF3E6FB}"/>
                    </a:ext>
                  </a:extLst>
                </p14:cNvPr>
                <p14:cNvContentPartPr/>
                <p14:nvPr/>
              </p14:nvContentPartPr>
              <p14:xfrm>
                <a:off x="6307771" y="6317424"/>
                <a:ext cx="120600" cy="30960"/>
              </p14:xfrm>
            </p:contentPart>
          </mc:Choice>
          <mc:Fallback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C56D95CC-2AAD-145D-1722-0B51FDF3E6F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290131" y="6299784"/>
                  <a:ext cx="15624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BA133C00-9307-7805-D460-F5A08D77FAD0}"/>
              </a:ext>
            </a:extLst>
          </p:cNvPr>
          <p:cNvGrpSpPr/>
          <p:nvPr/>
        </p:nvGrpSpPr>
        <p:grpSpPr>
          <a:xfrm>
            <a:off x="6662011" y="6187464"/>
            <a:ext cx="491400" cy="232920"/>
            <a:chOff x="6662011" y="6187464"/>
            <a:chExt cx="49140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6351C6E8-579D-6F06-0D0E-E581E2B175F9}"/>
                    </a:ext>
                  </a:extLst>
                </p14:cNvPr>
                <p14:cNvContentPartPr/>
                <p14:nvPr/>
              </p14:nvContentPartPr>
              <p14:xfrm>
                <a:off x="6663811" y="6232824"/>
                <a:ext cx="45000" cy="150120"/>
              </p14:xfrm>
            </p:contentPart>
          </mc:Choice>
          <mc:Fallback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6351C6E8-579D-6F06-0D0E-E581E2B175F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645811" y="6214824"/>
                  <a:ext cx="80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0953FACE-6373-52C3-5863-F1C5D92601FD}"/>
                    </a:ext>
                  </a:extLst>
                </p14:cNvPr>
                <p14:cNvContentPartPr/>
                <p14:nvPr/>
              </p14:nvContentPartPr>
              <p14:xfrm>
                <a:off x="6662011" y="6187464"/>
                <a:ext cx="163080" cy="210600"/>
              </p14:xfrm>
            </p:contentPart>
          </mc:Choice>
          <mc:Fallback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0953FACE-6373-52C3-5863-F1C5D92601F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44011" y="6169824"/>
                  <a:ext cx="198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7233F0BE-780A-5BE9-A2FB-9D4211AF447E}"/>
                    </a:ext>
                  </a:extLst>
                </p14:cNvPr>
                <p14:cNvContentPartPr/>
                <p14:nvPr/>
              </p14:nvContentPartPr>
              <p14:xfrm>
                <a:off x="6892051" y="6316704"/>
                <a:ext cx="34560" cy="103680"/>
              </p14:xfrm>
            </p:contentPart>
          </mc:Choice>
          <mc:Fallback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7233F0BE-780A-5BE9-A2FB-9D4211AF447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74411" y="6298704"/>
                  <a:ext cx="70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906C2033-ADBC-745A-A6D7-049C79827329}"/>
                    </a:ext>
                  </a:extLst>
                </p14:cNvPr>
                <p14:cNvContentPartPr/>
                <p14:nvPr/>
              </p14:nvContentPartPr>
              <p14:xfrm>
                <a:off x="7052251" y="6204024"/>
                <a:ext cx="101160" cy="155880"/>
              </p14:xfrm>
            </p:contentPart>
          </mc:Choice>
          <mc:Fallback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906C2033-ADBC-745A-A6D7-049C7982732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34611" y="6186024"/>
                  <a:ext cx="1368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552B0441-2859-5ECF-3AC4-0705F7AE9A02}"/>
              </a:ext>
            </a:extLst>
          </p:cNvPr>
          <p:cNvGrpSpPr/>
          <p:nvPr/>
        </p:nvGrpSpPr>
        <p:grpSpPr>
          <a:xfrm>
            <a:off x="7371211" y="6220584"/>
            <a:ext cx="109440" cy="95760"/>
            <a:chOff x="7371211" y="6220584"/>
            <a:chExt cx="109440" cy="9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F9790BF5-7F9A-E169-BF76-C7B83D1DD132}"/>
                    </a:ext>
                  </a:extLst>
                </p14:cNvPr>
                <p14:cNvContentPartPr/>
                <p14:nvPr/>
              </p14:nvContentPartPr>
              <p14:xfrm>
                <a:off x="7371211" y="6220584"/>
                <a:ext cx="33840" cy="10440"/>
              </p14:xfrm>
            </p:contentPart>
          </mc:Choice>
          <mc:Fallback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F9790BF5-7F9A-E169-BF76-C7B83D1DD13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353571" y="6202584"/>
                  <a:ext cx="69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0EA2AD90-4B0D-49D5-D108-B5EF31154DB3}"/>
                    </a:ext>
                  </a:extLst>
                </p14:cNvPr>
                <p14:cNvContentPartPr/>
                <p14:nvPr/>
              </p14:nvContentPartPr>
              <p14:xfrm>
                <a:off x="7384531" y="6282144"/>
                <a:ext cx="96120" cy="34200"/>
              </p14:xfrm>
            </p:contentPart>
          </mc:Choice>
          <mc:Fallback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0EA2AD90-4B0D-49D5-D108-B5EF31154DB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366531" y="6264504"/>
                  <a:ext cx="13176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CBD2F45D-B229-8BD6-3D62-FBBA4BC82F31}"/>
              </a:ext>
            </a:extLst>
          </p:cNvPr>
          <p:cNvGrpSpPr/>
          <p:nvPr/>
        </p:nvGrpSpPr>
        <p:grpSpPr>
          <a:xfrm>
            <a:off x="7731571" y="5878944"/>
            <a:ext cx="667080" cy="660960"/>
            <a:chOff x="7731571" y="5878944"/>
            <a:chExt cx="66708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5854AF65-A05F-2716-D76B-31A467B2060D}"/>
                    </a:ext>
                  </a:extLst>
                </p14:cNvPr>
                <p14:cNvContentPartPr/>
                <p14:nvPr/>
              </p14:nvContentPartPr>
              <p14:xfrm>
                <a:off x="7884931" y="5878944"/>
                <a:ext cx="169560" cy="214920"/>
              </p14:xfrm>
            </p:contentPart>
          </mc:Choice>
          <mc:Fallback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5854AF65-A05F-2716-D76B-31A467B2060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867291" y="5861304"/>
                  <a:ext cx="2052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A256B368-B6DD-CE75-8679-4692CA275970}"/>
                    </a:ext>
                  </a:extLst>
                </p14:cNvPr>
                <p14:cNvContentPartPr/>
                <p14:nvPr/>
              </p14:nvContentPartPr>
              <p14:xfrm>
                <a:off x="7731571" y="6156864"/>
                <a:ext cx="667080" cy="95040"/>
              </p14:xfrm>
            </p:contentPart>
          </mc:Choice>
          <mc:Fallback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A256B368-B6DD-CE75-8679-4692CA27597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713931" y="6139224"/>
                  <a:ext cx="702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8B372610-8868-6B65-78D5-84F5FC64EFE3}"/>
                    </a:ext>
                  </a:extLst>
                </p14:cNvPr>
                <p14:cNvContentPartPr/>
                <p14:nvPr/>
              </p14:nvContentPartPr>
              <p14:xfrm>
                <a:off x="7932811" y="6404184"/>
                <a:ext cx="160560" cy="135720"/>
              </p14:xfrm>
            </p:contentPart>
          </mc:Choice>
          <mc:Fallback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8B372610-8868-6B65-78D5-84F5FC64EFE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14811" y="6386184"/>
                  <a:ext cx="196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0998713C-1F01-85FA-9ADC-580E92F33712}"/>
                    </a:ext>
                  </a:extLst>
                </p14:cNvPr>
                <p14:cNvContentPartPr/>
                <p14:nvPr/>
              </p14:nvContentPartPr>
              <p14:xfrm>
                <a:off x="8218651" y="6346584"/>
                <a:ext cx="35280" cy="173160"/>
              </p14:xfrm>
            </p:contentPart>
          </mc:Choice>
          <mc:Fallback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0998713C-1F01-85FA-9ADC-580E92F3371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201011" y="6328584"/>
                  <a:ext cx="709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42964DF8-46B6-F329-8E22-E86723B63F13}"/>
                    </a:ext>
                  </a:extLst>
                </p14:cNvPr>
                <p14:cNvContentPartPr/>
                <p14:nvPr/>
              </p14:nvContentPartPr>
              <p14:xfrm>
                <a:off x="8250691" y="6352344"/>
                <a:ext cx="98280" cy="97200"/>
              </p14:xfrm>
            </p:contentPart>
          </mc:Choice>
          <mc:Fallback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42964DF8-46B6-F329-8E22-E86723B63F1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233051" y="6334704"/>
                  <a:ext cx="13392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129" name="Ink 1128">
                <a:extLst>
                  <a:ext uri="{FF2B5EF4-FFF2-40B4-BE49-F238E27FC236}">
                    <a16:creationId xmlns:a16="http://schemas.microsoft.com/office/drawing/2014/main" id="{7528AA09-8C3F-D468-8460-6A2B9607E6A7}"/>
                  </a:ext>
                </a:extLst>
              </p14:cNvPr>
              <p14:cNvContentPartPr/>
              <p14:nvPr/>
            </p14:nvContentPartPr>
            <p14:xfrm>
              <a:off x="8967091" y="4991544"/>
              <a:ext cx="104040" cy="1682640"/>
            </p14:xfrm>
          </p:contentPart>
        </mc:Choice>
        <mc:Fallback>
          <p:pic>
            <p:nvPicPr>
              <p:cNvPr id="1129" name="Ink 1128">
                <a:extLst>
                  <a:ext uri="{FF2B5EF4-FFF2-40B4-BE49-F238E27FC236}">
                    <a16:creationId xmlns:a16="http://schemas.microsoft.com/office/drawing/2014/main" id="{7528AA09-8C3F-D468-8460-6A2B9607E6A7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949451" y="4973544"/>
                <a:ext cx="139680" cy="171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8" name="Group 1147">
            <a:extLst>
              <a:ext uri="{FF2B5EF4-FFF2-40B4-BE49-F238E27FC236}">
                <a16:creationId xmlns:a16="http://schemas.microsoft.com/office/drawing/2014/main" id="{003CA86E-6924-2C9F-46DA-0BC8FE8021C8}"/>
              </a:ext>
            </a:extLst>
          </p:cNvPr>
          <p:cNvGrpSpPr/>
          <p:nvPr/>
        </p:nvGrpSpPr>
        <p:grpSpPr>
          <a:xfrm>
            <a:off x="9596371" y="5145264"/>
            <a:ext cx="959400" cy="636480"/>
            <a:chOff x="9596371" y="5145264"/>
            <a:chExt cx="959400" cy="6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ECC7F2B2-40AA-2BC7-9084-D925A3A70D6B}"/>
                    </a:ext>
                  </a:extLst>
                </p14:cNvPr>
                <p14:cNvContentPartPr/>
                <p14:nvPr/>
              </p14:nvContentPartPr>
              <p14:xfrm>
                <a:off x="9614731" y="5145264"/>
                <a:ext cx="86040" cy="468360"/>
              </p14:xfrm>
            </p:contentPart>
          </mc:Choice>
          <mc:Fallback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ECC7F2B2-40AA-2BC7-9084-D925A3A70D6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97091" y="5127624"/>
                  <a:ext cx="1216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DCAC524F-F31A-B918-5784-68C8ACC8BB84}"/>
                    </a:ext>
                  </a:extLst>
                </p14:cNvPr>
                <p14:cNvContentPartPr/>
                <p14:nvPr/>
              </p14:nvContentPartPr>
              <p14:xfrm>
                <a:off x="9596371" y="5218704"/>
                <a:ext cx="76680" cy="37080"/>
              </p14:xfrm>
            </p:contentPart>
          </mc:Choice>
          <mc:Fallback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DCAC524F-F31A-B918-5784-68C8ACC8BB8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578731" y="5201064"/>
                  <a:ext cx="112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1BF40C2A-011B-BCA5-BC06-8A7BE167A746}"/>
                    </a:ext>
                  </a:extLst>
                </p14:cNvPr>
                <p14:cNvContentPartPr/>
                <p14:nvPr/>
              </p14:nvContentPartPr>
              <p14:xfrm>
                <a:off x="9637771" y="5473944"/>
                <a:ext cx="119880" cy="42840"/>
              </p14:xfrm>
            </p:contentPart>
          </mc:Choice>
          <mc:Fallback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1BF40C2A-011B-BCA5-BC06-8A7BE167A74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20131" y="5456304"/>
                  <a:ext cx="155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1BE115DB-E778-3362-8DBD-253D3473013A}"/>
                    </a:ext>
                  </a:extLst>
                </p14:cNvPr>
                <p14:cNvContentPartPr/>
                <p14:nvPr/>
              </p14:nvContentPartPr>
              <p14:xfrm>
                <a:off x="9940891" y="5408424"/>
                <a:ext cx="20880" cy="227160"/>
              </p14:xfrm>
            </p:contentPart>
          </mc:Choice>
          <mc:Fallback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1BE115DB-E778-3362-8DBD-253D3473013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923251" y="5390784"/>
                  <a:ext cx="56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06FD63ED-E76D-7C08-FA07-69E02589E1E3}"/>
                    </a:ext>
                  </a:extLst>
                </p14:cNvPr>
                <p14:cNvContentPartPr/>
                <p14:nvPr/>
              </p14:nvContentPartPr>
              <p14:xfrm>
                <a:off x="9925771" y="5430744"/>
                <a:ext cx="153720" cy="188640"/>
              </p14:xfrm>
            </p:contentPart>
          </mc:Choice>
          <mc:Fallback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06FD63ED-E76D-7C08-FA07-69E02589E1E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907771" y="5412744"/>
                  <a:ext cx="189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136" name="Ink 1135">
                  <a:extLst>
                    <a:ext uri="{FF2B5EF4-FFF2-40B4-BE49-F238E27FC236}">
                      <a16:creationId xmlns:a16="http://schemas.microsoft.com/office/drawing/2014/main" id="{CDDA87C0-A973-DCD6-2A66-F91E2F1BAE95}"/>
                    </a:ext>
                  </a:extLst>
                </p14:cNvPr>
                <p14:cNvContentPartPr/>
                <p14:nvPr/>
              </p14:nvContentPartPr>
              <p14:xfrm>
                <a:off x="10184971" y="5585544"/>
                <a:ext cx="35640" cy="105120"/>
              </p14:xfrm>
            </p:contentPart>
          </mc:Choice>
          <mc:Fallback>
            <p:pic>
              <p:nvPicPr>
                <p:cNvPr id="1136" name="Ink 1135">
                  <a:extLst>
                    <a:ext uri="{FF2B5EF4-FFF2-40B4-BE49-F238E27FC236}">
                      <a16:creationId xmlns:a16="http://schemas.microsoft.com/office/drawing/2014/main" id="{CDDA87C0-A973-DCD6-2A66-F91E2F1BAE9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167331" y="5567904"/>
                  <a:ext cx="71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47B0E648-B825-497B-55C1-A6DCABE76A1D}"/>
                    </a:ext>
                  </a:extLst>
                </p14:cNvPr>
                <p14:cNvContentPartPr/>
                <p14:nvPr/>
              </p14:nvContentPartPr>
              <p14:xfrm>
                <a:off x="10272811" y="5496264"/>
                <a:ext cx="28800" cy="145800"/>
              </p14:xfrm>
            </p:contentPart>
          </mc:Choice>
          <mc:Fallback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47B0E648-B825-497B-55C1-A6DCABE76A1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255171" y="5478264"/>
                  <a:ext cx="644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138" name="Ink 1137">
                  <a:extLst>
                    <a:ext uri="{FF2B5EF4-FFF2-40B4-BE49-F238E27FC236}">
                      <a16:creationId xmlns:a16="http://schemas.microsoft.com/office/drawing/2014/main" id="{791C7110-069D-6D49-D4D5-1F64D3F5A76F}"/>
                    </a:ext>
                  </a:extLst>
                </p14:cNvPr>
                <p14:cNvContentPartPr/>
                <p14:nvPr/>
              </p14:nvContentPartPr>
              <p14:xfrm>
                <a:off x="10266691" y="5431464"/>
                <a:ext cx="77040" cy="40320"/>
              </p14:xfrm>
            </p:contentPart>
          </mc:Choice>
          <mc:Fallback>
            <p:pic>
              <p:nvPicPr>
                <p:cNvPr id="1138" name="Ink 1137">
                  <a:extLst>
                    <a:ext uri="{FF2B5EF4-FFF2-40B4-BE49-F238E27FC236}">
                      <a16:creationId xmlns:a16="http://schemas.microsoft.com/office/drawing/2014/main" id="{791C7110-069D-6D49-D4D5-1F64D3F5A76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248691" y="5413824"/>
                  <a:ext cx="112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139" name="Ink 1138">
                  <a:extLst>
                    <a:ext uri="{FF2B5EF4-FFF2-40B4-BE49-F238E27FC236}">
                      <a16:creationId xmlns:a16="http://schemas.microsoft.com/office/drawing/2014/main" id="{241D6D07-E2E8-A28C-DFAA-4FFF052B8CB2}"/>
                    </a:ext>
                  </a:extLst>
                </p14:cNvPr>
                <p14:cNvContentPartPr/>
                <p14:nvPr/>
              </p14:nvContentPartPr>
              <p14:xfrm>
                <a:off x="10292251" y="5512104"/>
                <a:ext cx="86040" cy="36000"/>
              </p14:xfrm>
            </p:contentPart>
          </mc:Choice>
          <mc:Fallback>
            <p:pic>
              <p:nvPicPr>
                <p:cNvPr id="1139" name="Ink 1138">
                  <a:extLst>
                    <a:ext uri="{FF2B5EF4-FFF2-40B4-BE49-F238E27FC236}">
                      <a16:creationId xmlns:a16="http://schemas.microsoft.com/office/drawing/2014/main" id="{241D6D07-E2E8-A28C-DFAA-4FFF052B8CB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274251" y="5494104"/>
                  <a:ext cx="121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140" name="Ink 1139">
                  <a:extLst>
                    <a:ext uri="{FF2B5EF4-FFF2-40B4-BE49-F238E27FC236}">
                      <a16:creationId xmlns:a16="http://schemas.microsoft.com/office/drawing/2014/main" id="{200ADCE7-9A82-8E95-F9C2-9ED0A1C5AF31}"/>
                    </a:ext>
                  </a:extLst>
                </p14:cNvPr>
                <p14:cNvContentPartPr/>
                <p14:nvPr/>
              </p14:nvContentPartPr>
              <p14:xfrm>
                <a:off x="10355971" y="5607144"/>
                <a:ext cx="46080" cy="30960"/>
              </p14:xfrm>
            </p:contentPart>
          </mc:Choice>
          <mc:Fallback>
            <p:pic>
              <p:nvPicPr>
                <p:cNvPr id="1140" name="Ink 1139">
                  <a:extLst>
                    <a:ext uri="{FF2B5EF4-FFF2-40B4-BE49-F238E27FC236}">
                      <a16:creationId xmlns:a16="http://schemas.microsoft.com/office/drawing/2014/main" id="{200ADCE7-9A82-8E95-F9C2-9ED0A1C5AF3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338331" y="5589504"/>
                  <a:ext cx="81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B2349F9B-08FE-C695-1F96-8C2E1A4EC379}"/>
                    </a:ext>
                  </a:extLst>
                </p14:cNvPr>
                <p14:cNvContentPartPr/>
                <p14:nvPr/>
              </p14:nvContentPartPr>
              <p14:xfrm>
                <a:off x="10463971" y="5465664"/>
                <a:ext cx="18720" cy="206640"/>
              </p14:xfrm>
            </p:contentPart>
          </mc:Choice>
          <mc:Fallback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B2349F9B-08FE-C695-1F96-8C2E1A4EC37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445971" y="5447664"/>
                  <a:ext cx="54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142" name="Ink 1141">
                  <a:extLst>
                    <a:ext uri="{FF2B5EF4-FFF2-40B4-BE49-F238E27FC236}">
                      <a16:creationId xmlns:a16="http://schemas.microsoft.com/office/drawing/2014/main" id="{785CCAD9-FDCE-55E1-5454-9BE49CDCBC13}"/>
                    </a:ext>
                  </a:extLst>
                </p14:cNvPr>
                <p14:cNvContentPartPr/>
                <p14:nvPr/>
              </p14:nvContentPartPr>
              <p14:xfrm>
                <a:off x="10467211" y="5444424"/>
                <a:ext cx="88560" cy="43560"/>
              </p14:xfrm>
            </p:contentPart>
          </mc:Choice>
          <mc:Fallback>
            <p:pic>
              <p:nvPicPr>
                <p:cNvPr id="1142" name="Ink 1141">
                  <a:extLst>
                    <a:ext uri="{FF2B5EF4-FFF2-40B4-BE49-F238E27FC236}">
                      <a16:creationId xmlns:a16="http://schemas.microsoft.com/office/drawing/2014/main" id="{785CCAD9-FDCE-55E1-5454-9BE49CDCBC1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449571" y="5426784"/>
                  <a:ext cx="12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143" name="Ink 1142">
                  <a:extLst>
                    <a:ext uri="{FF2B5EF4-FFF2-40B4-BE49-F238E27FC236}">
                      <a16:creationId xmlns:a16="http://schemas.microsoft.com/office/drawing/2014/main" id="{4E1ED1A7-4FD5-8B41-E549-B1AF41429A33}"/>
                    </a:ext>
                  </a:extLst>
                </p14:cNvPr>
                <p14:cNvContentPartPr/>
                <p14:nvPr/>
              </p14:nvContentPartPr>
              <p14:xfrm>
                <a:off x="10503211" y="5507784"/>
                <a:ext cx="43200" cy="24840"/>
              </p14:xfrm>
            </p:contentPart>
          </mc:Choice>
          <mc:Fallback>
            <p:pic>
              <p:nvPicPr>
                <p:cNvPr id="1143" name="Ink 1142">
                  <a:extLst>
                    <a:ext uri="{FF2B5EF4-FFF2-40B4-BE49-F238E27FC236}">
                      <a16:creationId xmlns:a16="http://schemas.microsoft.com/office/drawing/2014/main" id="{4E1ED1A7-4FD5-8B41-E549-B1AF41429A3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485571" y="5490144"/>
                  <a:ext cx="78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144" name="Ink 1143">
                  <a:extLst>
                    <a:ext uri="{FF2B5EF4-FFF2-40B4-BE49-F238E27FC236}">
                      <a16:creationId xmlns:a16="http://schemas.microsoft.com/office/drawing/2014/main" id="{9A99DDC3-AA0A-184F-3E58-372C3D931D24}"/>
                    </a:ext>
                  </a:extLst>
                </p14:cNvPr>
                <p14:cNvContentPartPr/>
                <p14:nvPr/>
              </p14:nvContentPartPr>
              <p14:xfrm>
                <a:off x="10390171" y="5692464"/>
                <a:ext cx="27360" cy="89280"/>
              </p14:xfrm>
            </p:contentPart>
          </mc:Choice>
          <mc:Fallback>
            <p:pic>
              <p:nvPicPr>
                <p:cNvPr id="1144" name="Ink 1143">
                  <a:extLst>
                    <a:ext uri="{FF2B5EF4-FFF2-40B4-BE49-F238E27FC236}">
                      <a16:creationId xmlns:a16="http://schemas.microsoft.com/office/drawing/2014/main" id="{9A99DDC3-AA0A-184F-3E58-372C3D931D2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372171" y="5674464"/>
                  <a:ext cx="630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B96F2DF1-87EB-3F87-FD31-3AE8803CD9DA}"/>
              </a:ext>
            </a:extLst>
          </p:cNvPr>
          <p:cNvGrpSpPr/>
          <p:nvPr/>
        </p:nvGrpSpPr>
        <p:grpSpPr>
          <a:xfrm>
            <a:off x="10757011" y="5344704"/>
            <a:ext cx="78120" cy="102240"/>
            <a:chOff x="10757011" y="5344704"/>
            <a:chExt cx="781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145" name="Ink 1144">
                  <a:extLst>
                    <a:ext uri="{FF2B5EF4-FFF2-40B4-BE49-F238E27FC236}">
                      <a16:creationId xmlns:a16="http://schemas.microsoft.com/office/drawing/2014/main" id="{CD4AAD10-9C45-EA95-D276-F34ACAF5D62A}"/>
                    </a:ext>
                  </a:extLst>
                </p14:cNvPr>
                <p14:cNvContentPartPr/>
                <p14:nvPr/>
              </p14:nvContentPartPr>
              <p14:xfrm>
                <a:off x="10757011" y="5344704"/>
                <a:ext cx="55440" cy="15120"/>
              </p14:xfrm>
            </p:contentPart>
          </mc:Choice>
          <mc:Fallback>
            <p:pic>
              <p:nvPicPr>
                <p:cNvPr id="1145" name="Ink 1144">
                  <a:extLst>
                    <a:ext uri="{FF2B5EF4-FFF2-40B4-BE49-F238E27FC236}">
                      <a16:creationId xmlns:a16="http://schemas.microsoft.com/office/drawing/2014/main" id="{CD4AAD10-9C45-EA95-D276-F34ACAF5D62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739371" y="5326704"/>
                  <a:ext cx="91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146" name="Ink 1145">
                  <a:extLst>
                    <a:ext uri="{FF2B5EF4-FFF2-40B4-BE49-F238E27FC236}">
                      <a16:creationId xmlns:a16="http://schemas.microsoft.com/office/drawing/2014/main" id="{4A36329C-9D31-722A-2BEB-0AA5BE3C8034}"/>
                    </a:ext>
                  </a:extLst>
                </p14:cNvPr>
                <p14:cNvContentPartPr/>
                <p14:nvPr/>
              </p14:nvContentPartPr>
              <p14:xfrm>
                <a:off x="10780051" y="5422824"/>
                <a:ext cx="55080" cy="24120"/>
              </p14:xfrm>
            </p:contentPart>
          </mc:Choice>
          <mc:Fallback>
            <p:pic>
              <p:nvPicPr>
                <p:cNvPr id="1146" name="Ink 1145">
                  <a:extLst>
                    <a:ext uri="{FF2B5EF4-FFF2-40B4-BE49-F238E27FC236}">
                      <a16:creationId xmlns:a16="http://schemas.microsoft.com/office/drawing/2014/main" id="{4A36329C-9D31-722A-2BEB-0AA5BE3C803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762411" y="5404824"/>
                  <a:ext cx="907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5" name="Group 1154">
            <a:extLst>
              <a:ext uri="{FF2B5EF4-FFF2-40B4-BE49-F238E27FC236}">
                <a16:creationId xmlns:a16="http://schemas.microsoft.com/office/drawing/2014/main" id="{CE311102-342E-0E52-9AD1-5E33272379FC}"/>
              </a:ext>
            </a:extLst>
          </p:cNvPr>
          <p:cNvGrpSpPr/>
          <p:nvPr/>
        </p:nvGrpSpPr>
        <p:grpSpPr>
          <a:xfrm>
            <a:off x="11001091" y="4911264"/>
            <a:ext cx="648360" cy="393120"/>
            <a:chOff x="11001091" y="4911264"/>
            <a:chExt cx="6483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909BA6FF-A358-A0EA-C7F5-7C6F1776510A}"/>
                    </a:ext>
                  </a:extLst>
                </p14:cNvPr>
                <p14:cNvContentPartPr/>
                <p14:nvPr/>
              </p14:nvContentPartPr>
              <p14:xfrm>
                <a:off x="11120971" y="4911264"/>
                <a:ext cx="177840" cy="265680"/>
              </p14:xfrm>
            </p:contentPart>
          </mc:Choice>
          <mc:Fallback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909BA6FF-A358-A0EA-C7F5-7C6F1776510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103331" y="4893264"/>
                  <a:ext cx="213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523B880E-B020-2102-AF9E-432B5A7C9D61}"/>
                    </a:ext>
                  </a:extLst>
                </p14:cNvPr>
                <p14:cNvContentPartPr/>
                <p14:nvPr/>
              </p14:nvContentPartPr>
              <p14:xfrm>
                <a:off x="11001091" y="5282784"/>
                <a:ext cx="648360" cy="21600"/>
              </p14:xfrm>
            </p:contentPart>
          </mc:Choice>
          <mc:Fallback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523B880E-B020-2102-AF9E-432B5A7C9D6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983091" y="5265144"/>
                  <a:ext cx="68400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8C90E37E-8F21-E566-1D65-6688B3E9AD60}"/>
              </a:ext>
            </a:extLst>
          </p:cNvPr>
          <p:cNvGrpSpPr/>
          <p:nvPr/>
        </p:nvGrpSpPr>
        <p:grpSpPr>
          <a:xfrm>
            <a:off x="11153731" y="5460264"/>
            <a:ext cx="367200" cy="247680"/>
            <a:chOff x="11153731" y="5460264"/>
            <a:chExt cx="3672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151" name="Ink 1150">
                  <a:extLst>
                    <a:ext uri="{FF2B5EF4-FFF2-40B4-BE49-F238E27FC236}">
                      <a16:creationId xmlns:a16="http://schemas.microsoft.com/office/drawing/2014/main" id="{BDB2CA85-DDE7-E900-D922-02276C0964DD}"/>
                    </a:ext>
                  </a:extLst>
                </p14:cNvPr>
                <p14:cNvContentPartPr/>
                <p14:nvPr/>
              </p14:nvContentPartPr>
              <p14:xfrm>
                <a:off x="11153731" y="5460264"/>
                <a:ext cx="130320" cy="173520"/>
              </p14:xfrm>
            </p:contentPart>
          </mc:Choice>
          <mc:Fallback>
            <p:pic>
              <p:nvPicPr>
                <p:cNvPr id="1151" name="Ink 1150">
                  <a:extLst>
                    <a:ext uri="{FF2B5EF4-FFF2-40B4-BE49-F238E27FC236}">
                      <a16:creationId xmlns:a16="http://schemas.microsoft.com/office/drawing/2014/main" id="{BDB2CA85-DDE7-E900-D922-02276C0964D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135731" y="5442264"/>
                  <a:ext cx="165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152" name="Ink 1151">
                  <a:extLst>
                    <a:ext uri="{FF2B5EF4-FFF2-40B4-BE49-F238E27FC236}">
                      <a16:creationId xmlns:a16="http://schemas.microsoft.com/office/drawing/2014/main" id="{15572EA8-0FE9-A534-601E-78A16DCAC99A}"/>
                    </a:ext>
                  </a:extLst>
                </p14:cNvPr>
                <p14:cNvContentPartPr/>
                <p14:nvPr/>
              </p14:nvContentPartPr>
              <p14:xfrm>
                <a:off x="11393491" y="5493744"/>
                <a:ext cx="25920" cy="214200"/>
              </p14:xfrm>
            </p:contentPart>
          </mc:Choice>
          <mc:Fallback>
            <p:pic>
              <p:nvPicPr>
                <p:cNvPr id="1152" name="Ink 1151">
                  <a:extLst>
                    <a:ext uri="{FF2B5EF4-FFF2-40B4-BE49-F238E27FC236}">
                      <a16:creationId xmlns:a16="http://schemas.microsoft.com/office/drawing/2014/main" id="{15572EA8-0FE9-A534-601E-78A16DCAC99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375851" y="5475744"/>
                  <a:ext cx="61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153" name="Ink 1152">
                  <a:extLst>
                    <a:ext uri="{FF2B5EF4-FFF2-40B4-BE49-F238E27FC236}">
                      <a16:creationId xmlns:a16="http://schemas.microsoft.com/office/drawing/2014/main" id="{217C7346-8A97-F824-510E-20CBAC2C3FBE}"/>
                    </a:ext>
                  </a:extLst>
                </p14:cNvPr>
                <p14:cNvContentPartPr/>
                <p14:nvPr/>
              </p14:nvContentPartPr>
              <p14:xfrm>
                <a:off x="11434171" y="5499504"/>
                <a:ext cx="86760" cy="124920"/>
              </p14:xfrm>
            </p:contentPart>
          </mc:Choice>
          <mc:Fallback>
            <p:pic>
              <p:nvPicPr>
                <p:cNvPr id="1153" name="Ink 1152">
                  <a:extLst>
                    <a:ext uri="{FF2B5EF4-FFF2-40B4-BE49-F238E27FC236}">
                      <a16:creationId xmlns:a16="http://schemas.microsoft.com/office/drawing/2014/main" id="{217C7346-8A97-F824-510E-20CBAC2C3FB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416171" y="5481864"/>
                  <a:ext cx="12240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6" name="Group 1185">
            <a:extLst>
              <a:ext uri="{FF2B5EF4-FFF2-40B4-BE49-F238E27FC236}">
                <a16:creationId xmlns:a16="http://schemas.microsoft.com/office/drawing/2014/main" id="{860A9513-E931-C7A5-8B29-911FFE0BCC04}"/>
              </a:ext>
            </a:extLst>
          </p:cNvPr>
          <p:cNvGrpSpPr/>
          <p:nvPr/>
        </p:nvGrpSpPr>
        <p:grpSpPr>
          <a:xfrm>
            <a:off x="158251" y="1378224"/>
            <a:ext cx="2647080" cy="5263560"/>
            <a:chOff x="158251" y="1378224"/>
            <a:chExt cx="2647080" cy="52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BB97FC5-74FA-0060-55EF-530E84E54418}"/>
                    </a:ext>
                  </a:extLst>
                </p14:cNvPr>
                <p14:cNvContentPartPr/>
                <p14:nvPr/>
              </p14:nvContentPartPr>
              <p14:xfrm>
                <a:off x="2219971" y="6206544"/>
                <a:ext cx="100800" cy="11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BB97FC5-74FA-0060-55EF-530E84E5441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201971" y="6188904"/>
                  <a:ext cx="1364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673506-FF7B-59E1-B553-17C684FA6F64}"/>
                    </a:ext>
                  </a:extLst>
                </p14:cNvPr>
                <p14:cNvContentPartPr/>
                <p14:nvPr/>
              </p14:nvContentPartPr>
              <p14:xfrm>
                <a:off x="1165171" y="6174144"/>
                <a:ext cx="105120" cy="12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673506-FF7B-59E1-B553-17C684FA6F6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47531" y="6156504"/>
                  <a:ext cx="1407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026" name="Ink 1025">
                  <a:extLst>
                    <a:ext uri="{FF2B5EF4-FFF2-40B4-BE49-F238E27FC236}">
                      <a16:creationId xmlns:a16="http://schemas.microsoft.com/office/drawing/2014/main" id="{7FC32F6C-4E95-F556-F11C-9E78B1C67D3D}"/>
                    </a:ext>
                  </a:extLst>
                </p14:cNvPr>
                <p14:cNvContentPartPr/>
                <p14:nvPr/>
              </p14:nvContentPartPr>
              <p14:xfrm>
                <a:off x="1813531" y="2013264"/>
                <a:ext cx="191520" cy="4496400"/>
              </p14:xfrm>
            </p:contentPart>
          </mc:Choice>
          <mc:Fallback>
            <p:pic>
              <p:nvPicPr>
                <p:cNvPr id="1026" name="Ink 1025">
                  <a:extLst>
                    <a:ext uri="{FF2B5EF4-FFF2-40B4-BE49-F238E27FC236}">
                      <a16:creationId xmlns:a16="http://schemas.microsoft.com/office/drawing/2014/main" id="{7FC32F6C-4E95-F556-F11C-9E78B1C67D3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795891" y="1995624"/>
                  <a:ext cx="227160" cy="45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56C17938-B1E8-CF1B-3B01-D7C94AAEA60A}"/>
                    </a:ext>
                  </a:extLst>
                </p14:cNvPr>
                <p14:cNvContentPartPr/>
                <p14:nvPr/>
              </p14:nvContentPartPr>
              <p14:xfrm>
                <a:off x="1870051" y="6480504"/>
                <a:ext cx="749160" cy="73440"/>
              </p14:xfrm>
            </p:contentPart>
          </mc:Choice>
          <mc:Fallback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56C17938-B1E8-CF1B-3B01-D7C94AAEA60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852051" y="6462504"/>
                  <a:ext cx="784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6CD5AA68-ECFD-FC05-C37D-E34B2F85BBF6}"/>
                    </a:ext>
                  </a:extLst>
                </p14:cNvPr>
                <p14:cNvContentPartPr/>
                <p14:nvPr/>
              </p14:nvContentPartPr>
              <p14:xfrm>
                <a:off x="2551171" y="1989504"/>
                <a:ext cx="254160" cy="4652280"/>
              </p14:xfrm>
            </p:contentPart>
          </mc:Choice>
          <mc:Fallback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6CD5AA68-ECFD-FC05-C37D-E34B2F85BBF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533531" y="1971504"/>
                  <a:ext cx="289800" cy="46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0852FFCD-52C3-56B6-23D8-754C2E5D30B8}"/>
                    </a:ext>
                  </a:extLst>
                </p14:cNvPr>
                <p14:cNvContentPartPr/>
                <p14:nvPr/>
              </p14:nvContentPartPr>
              <p14:xfrm>
                <a:off x="1938451" y="1877184"/>
                <a:ext cx="837720" cy="141840"/>
              </p14:xfrm>
            </p:contentPart>
          </mc:Choice>
          <mc:Fallback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0852FFCD-52C3-56B6-23D8-754C2E5D30B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920451" y="1859184"/>
                  <a:ext cx="873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156" name="Ink 1155">
                  <a:extLst>
                    <a:ext uri="{FF2B5EF4-FFF2-40B4-BE49-F238E27FC236}">
                      <a16:creationId xmlns:a16="http://schemas.microsoft.com/office/drawing/2014/main" id="{6EC13FA9-AE58-96D6-1D2B-2143CDBBD692}"/>
                    </a:ext>
                  </a:extLst>
                </p14:cNvPr>
                <p14:cNvContentPartPr/>
                <p14:nvPr/>
              </p14:nvContentPartPr>
              <p14:xfrm>
                <a:off x="1097491" y="2975904"/>
                <a:ext cx="267120" cy="226440"/>
              </p14:xfrm>
            </p:contentPart>
          </mc:Choice>
          <mc:Fallback>
            <p:pic>
              <p:nvPicPr>
                <p:cNvPr id="1156" name="Ink 1155">
                  <a:extLst>
                    <a:ext uri="{FF2B5EF4-FFF2-40B4-BE49-F238E27FC236}">
                      <a16:creationId xmlns:a16="http://schemas.microsoft.com/office/drawing/2014/main" id="{6EC13FA9-AE58-96D6-1D2B-2143CDBBD69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79491" y="2958264"/>
                  <a:ext cx="302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157" name="Ink 1156">
                  <a:extLst>
                    <a:ext uri="{FF2B5EF4-FFF2-40B4-BE49-F238E27FC236}">
                      <a16:creationId xmlns:a16="http://schemas.microsoft.com/office/drawing/2014/main" id="{A873C27F-CBE7-1565-F4A2-7A56CE072A12}"/>
                    </a:ext>
                  </a:extLst>
                </p14:cNvPr>
                <p14:cNvContentPartPr/>
                <p14:nvPr/>
              </p14:nvContentPartPr>
              <p14:xfrm>
                <a:off x="158251" y="3173184"/>
                <a:ext cx="230760" cy="282240"/>
              </p14:xfrm>
            </p:contentPart>
          </mc:Choice>
          <mc:Fallback>
            <p:pic>
              <p:nvPicPr>
                <p:cNvPr id="1157" name="Ink 1156">
                  <a:extLst>
                    <a:ext uri="{FF2B5EF4-FFF2-40B4-BE49-F238E27FC236}">
                      <a16:creationId xmlns:a16="http://schemas.microsoft.com/office/drawing/2014/main" id="{A873C27F-CBE7-1565-F4A2-7A56CE072A1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40611" y="3155544"/>
                  <a:ext cx="266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BFDBC4C4-E9FB-FA15-BD46-2B6C679A03E4}"/>
                    </a:ext>
                  </a:extLst>
                </p14:cNvPr>
                <p14:cNvContentPartPr/>
                <p14:nvPr/>
              </p14:nvContentPartPr>
              <p14:xfrm>
                <a:off x="306211" y="3411864"/>
                <a:ext cx="88920" cy="90720"/>
              </p14:xfrm>
            </p:contentPart>
          </mc:Choice>
          <mc:Fallback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BFDBC4C4-E9FB-FA15-BD46-2B6C679A03E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88211" y="3393864"/>
                  <a:ext cx="124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B22BAA21-AC1C-A7D5-B04A-44E1359A7D07}"/>
                    </a:ext>
                  </a:extLst>
                </p14:cNvPr>
                <p14:cNvContentPartPr/>
                <p14:nvPr/>
              </p14:nvContentPartPr>
              <p14:xfrm>
                <a:off x="476851" y="3200904"/>
                <a:ext cx="91800" cy="108000"/>
              </p14:xfrm>
            </p:contentPart>
          </mc:Choice>
          <mc:Fallback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B22BAA21-AC1C-A7D5-B04A-44E1359A7D0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58851" y="3182904"/>
                  <a:ext cx="127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935881D5-706F-7FF5-6FC3-0A6BC5581F0B}"/>
                    </a:ext>
                  </a:extLst>
                </p14:cNvPr>
                <p14:cNvContentPartPr/>
                <p14:nvPr/>
              </p14:nvContentPartPr>
              <p14:xfrm>
                <a:off x="503851" y="3167424"/>
                <a:ext cx="155880" cy="133920"/>
              </p14:xfrm>
            </p:contentPart>
          </mc:Choice>
          <mc:Fallback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935881D5-706F-7FF5-6FC3-0A6BC5581F0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86211" y="3149784"/>
                  <a:ext cx="191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56030B8F-9E57-F61E-156E-709D290A6EF6}"/>
                    </a:ext>
                  </a:extLst>
                </p14:cNvPr>
                <p14:cNvContentPartPr/>
                <p14:nvPr/>
              </p14:nvContentPartPr>
              <p14:xfrm>
                <a:off x="647851" y="3079584"/>
                <a:ext cx="127800" cy="89280"/>
              </p14:xfrm>
            </p:contentPart>
          </mc:Choice>
          <mc:Fallback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56030B8F-9E57-F61E-156E-709D290A6EF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30211" y="3061584"/>
                  <a:ext cx="163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1FA46918-B800-946B-83EB-147D8DE0E0EF}"/>
                    </a:ext>
                  </a:extLst>
                </p14:cNvPr>
                <p14:cNvContentPartPr/>
                <p14:nvPr/>
              </p14:nvContentPartPr>
              <p14:xfrm>
                <a:off x="704371" y="3057624"/>
                <a:ext cx="35280" cy="34560"/>
              </p14:xfrm>
            </p:contentPart>
          </mc:Choice>
          <mc:Fallback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1FA46918-B800-946B-83EB-147D8DE0E0E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86731" y="3039624"/>
                  <a:ext cx="70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C5BB6FFC-7E30-ED4A-46AE-E0C405670189}"/>
                    </a:ext>
                  </a:extLst>
                </p14:cNvPr>
                <p14:cNvContentPartPr/>
                <p14:nvPr/>
              </p14:nvContentPartPr>
              <p14:xfrm>
                <a:off x="842971" y="2901024"/>
                <a:ext cx="16920" cy="21960"/>
              </p14:xfrm>
            </p:contentPart>
          </mc:Choice>
          <mc:Fallback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C5BB6FFC-7E30-ED4A-46AE-E0C40567018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24971" y="2883384"/>
                  <a:ext cx="52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164" name="Ink 1163">
                  <a:extLst>
                    <a:ext uri="{FF2B5EF4-FFF2-40B4-BE49-F238E27FC236}">
                      <a16:creationId xmlns:a16="http://schemas.microsoft.com/office/drawing/2014/main" id="{5675BD9F-838B-3228-B569-15CED990D5DA}"/>
                    </a:ext>
                  </a:extLst>
                </p14:cNvPr>
                <p14:cNvContentPartPr/>
                <p14:nvPr/>
              </p14:nvContentPartPr>
              <p14:xfrm>
                <a:off x="859891" y="2900304"/>
                <a:ext cx="51840" cy="57960"/>
              </p14:xfrm>
            </p:contentPart>
          </mc:Choice>
          <mc:Fallback>
            <p:pic>
              <p:nvPicPr>
                <p:cNvPr id="1164" name="Ink 1163">
                  <a:extLst>
                    <a:ext uri="{FF2B5EF4-FFF2-40B4-BE49-F238E27FC236}">
                      <a16:creationId xmlns:a16="http://schemas.microsoft.com/office/drawing/2014/main" id="{5675BD9F-838B-3228-B569-15CED990D5D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42251" y="2882304"/>
                  <a:ext cx="87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166" name="Ink 1165">
                  <a:extLst>
                    <a:ext uri="{FF2B5EF4-FFF2-40B4-BE49-F238E27FC236}">
                      <a16:creationId xmlns:a16="http://schemas.microsoft.com/office/drawing/2014/main" id="{E1688E46-8E3E-8438-3302-3F22BCFCBB66}"/>
                    </a:ext>
                  </a:extLst>
                </p14:cNvPr>
                <p14:cNvContentPartPr/>
                <p14:nvPr/>
              </p14:nvContentPartPr>
              <p14:xfrm>
                <a:off x="475771" y="2293704"/>
                <a:ext cx="165960" cy="216360"/>
              </p14:xfrm>
            </p:contentPart>
          </mc:Choice>
          <mc:Fallback>
            <p:pic>
              <p:nvPicPr>
                <p:cNvPr id="1166" name="Ink 1165">
                  <a:extLst>
                    <a:ext uri="{FF2B5EF4-FFF2-40B4-BE49-F238E27FC236}">
                      <a16:creationId xmlns:a16="http://schemas.microsoft.com/office/drawing/2014/main" id="{E1688E46-8E3E-8438-3302-3F22BCFCBB6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58131" y="2276064"/>
                  <a:ext cx="201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167" name="Ink 1166">
                  <a:extLst>
                    <a:ext uri="{FF2B5EF4-FFF2-40B4-BE49-F238E27FC236}">
                      <a16:creationId xmlns:a16="http://schemas.microsoft.com/office/drawing/2014/main" id="{29690907-4BCC-C12A-6CF4-46E2ABE0A766}"/>
                    </a:ext>
                  </a:extLst>
                </p14:cNvPr>
                <p14:cNvContentPartPr/>
                <p14:nvPr/>
              </p14:nvContentPartPr>
              <p14:xfrm>
                <a:off x="723811" y="2206584"/>
                <a:ext cx="48600" cy="349560"/>
              </p14:xfrm>
            </p:contentPart>
          </mc:Choice>
          <mc:Fallback>
            <p:pic>
              <p:nvPicPr>
                <p:cNvPr id="1167" name="Ink 1166">
                  <a:extLst>
                    <a:ext uri="{FF2B5EF4-FFF2-40B4-BE49-F238E27FC236}">
                      <a16:creationId xmlns:a16="http://schemas.microsoft.com/office/drawing/2014/main" id="{29690907-4BCC-C12A-6CF4-46E2ABE0A76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05811" y="2188584"/>
                  <a:ext cx="842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ACACC306-9559-1FA9-4349-27F494E4B083}"/>
                    </a:ext>
                  </a:extLst>
                </p14:cNvPr>
                <p14:cNvContentPartPr/>
                <p14:nvPr/>
              </p14:nvContentPartPr>
              <p14:xfrm>
                <a:off x="835771" y="2414304"/>
                <a:ext cx="108360" cy="134640"/>
              </p14:xfrm>
            </p:contentPart>
          </mc:Choice>
          <mc:Fallback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ACACC306-9559-1FA9-4349-27F494E4B08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17771" y="2396664"/>
                  <a:ext cx="144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169" name="Ink 1168">
                  <a:extLst>
                    <a:ext uri="{FF2B5EF4-FFF2-40B4-BE49-F238E27FC236}">
                      <a16:creationId xmlns:a16="http://schemas.microsoft.com/office/drawing/2014/main" id="{DC5EDE7D-0855-DF1D-66CF-B33407B90580}"/>
                    </a:ext>
                  </a:extLst>
                </p14:cNvPr>
                <p14:cNvContentPartPr/>
                <p14:nvPr/>
              </p14:nvContentPartPr>
              <p14:xfrm>
                <a:off x="930091" y="2346624"/>
                <a:ext cx="120240" cy="71640"/>
              </p14:xfrm>
            </p:contentPart>
          </mc:Choice>
          <mc:Fallback>
            <p:pic>
              <p:nvPicPr>
                <p:cNvPr id="1169" name="Ink 1168">
                  <a:extLst>
                    <a:ext uri="{FF2B5EF4-FFF2-40B4-BE49-F238E27FC236}">
                      <a16:creationId xmlns:a16="http://schemas.microsoft.com/office/drawing/2014/main" id="{DC5EDE7D-0855-DF1D-66CF-B33407B9058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12091" y="2328984"/>
                  <a:ext cx="155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170" name="Ink 1169">
                  <a:extLst>
                    <a:ext uri="{FF2B5EF4-FFF2-40B4-BE49-F238E27FC236}">
                      <a16:creationId xmlns:a16="http://schemas.microsoft.com/office/drawing/2014/main" id="{CC155BB7-9DDB-71FC-4B60-A0C9C2CE9D36}"/>
                    </a:ext>
                  </a:extLst>
                </p14:cNvPr>
                <p14:cNvContentPartPr/>
                <p14:nvPr/>
              </p14:nvContentPartPr>
              <p14:xfrm>
                <a:off x="1025851" y="2325744"/>
                <a:ext cx="80640" cy="84960"/>
              </p14:xfrm>
            </p:contentPart>
          </mc:Choice>
          <mc:Fallback>
            <p:pic>
              <p:nvPicPr>
                <p:cNvPr id="1170" name="Ink 1169">
                  <a:extLst>
                    <a:ext uri="{FF2B5EF4-FFF2-40B4-BE49-F238E27FC236}">
                      <a16:creationId xmlns:a16="http://schemas.microsoft.com/office/drawing/2014/main" id="{CC155BB7-9DDB-71FC-4B60-A0C9C2CE9D3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08211" y="2307744"/>
                  <a:ext cx="11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171" name="Ink 1170">
                  <a:extLst>
                    <a:ext uri="{FF2B5EF4-FFF2-40B4-BE49-F238E27FC236}">
                      <a16:creationId xmlns:a16="http://schemas.microsoft.com/office/drawing/2014/main" id="{8FE12116-F601-2EA8-E763-32A5649AF94B}"/>
                    </a:ext>
                  </a:extLst>
                </p14:cNvPr>
                <p14:cNvContentPartPr/>
                <p14:nvPr/>
              </p14:nvContentPartPr>
              <p14:xfrm>
                <a:off x="1074091" y="2158704"/>
                <a:ext cx="63360" cy="75960"/>
              </p14:xfrm>
            </p:contentPart>
          </mc:Choice>
          <mc:Fallback>
            <p:pic>
              <p:nvPicPr>
                <p:cNvPr id="1171" name="Ink 1170">
                  <a:extLst>
                    <a:ext uri="{FF2B5EF4-FFF2-40B4-BE49-F238E27FC236}">
                      <a16:creationId xmlns:a16="http://schemas.microsoft.com/office/drawing/2014/main" id="{8FE12116-F601-2EA8-E763-32A5649AF94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56091" y="2140704"/>
                  <a:ext cx="99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172" name="Ink 1171">
                  <a:extLst>
                    <a:ext uri="{FF2B5EF4-FFF2-40B4-BE49-F238E27FC236}">
                      <a16:creationId xmlns:a16="http://schemas.microsoft.com/office/drawing/2014/main" id="{883F1787-F33A-CB7B-B5BD-58B54E846996}"/>
                    </a:ext>
                  </a:extLst>
                </p14:cNvPr>
                <p14:cNvContentPartPr/>
                <p14:nvPr/>
              </p14:nvContentPartPr>
              <p14:xfrm>
                <a:off x="1095691" y="2102184"/>
                <a:ext cx="102240" cy="91800"/>
              </p14:xfrm>
            </p:contentPart>
          </mc:Choice>
          <mc:Fallback>
            <p:pic>
              <p:nvPicPr>
                <p:cNvPr id="1172" name="Ink 1171">
                  <a:extLst>
                    <a:ext uri="{FF2B5EF4-FFF2-40B4-BE49-F238E27FC236}">
                      <a16:creationId xmlns:a16="http://schemas.microsoft.com/office/drawing/2014/main" id="{883F1787-F33A-CB7B-B5BD-58B54E84699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77691" y="2084544"/>
                  <a:ext cx="137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173" name="Ink 1172">
                  <a:extLst>
                    <a:ext uri="{FF2B5EF4-FFF2-40B4-BE49-F238E27FC236}">
                      <a16:creationId xmlns:a16="http://schemas.microsoft.com/office/drawing/2014/main" id="{C6892400-C28D-D1B8-F1D5-44FE6CF7A5A5}"/>
                    </a:ext>
                  </a:extLst>
                </p14:cNvPr>
                <p14:cNvContentPartPr/>
                <p14:nvPr/>
              </p14:nvContentPartPr>
              <p14:xfrm>
                <a:off x="1231771" y="1921464"/>
                <a:ext cx="106560" cy="183240"/>
              </p14:xfrm>
            </p:contentPart>
          </mc:Choice>
          <mc:Fallback>
            <p:pic>
              <p:nvPicPr>
                <p:cNvPr id="1173" name="Ink 1172">
                  <a:extLst>
                    <a:ext uri="{FF2B5EF4-FFF2-40B4-BE49-F238E27FC236}">
                      <a16:creationId xmlns:a16="http://schemas.microsoft.com/office/drawing/2014/main" id="{C6892400-C28D-D1B8-F1D5-44FE6CF7A5A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214131" y="1903464"/>
                  <a:ext cx="142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09C70C96-C35D-5C28-0C1D-F9E19F8D167C}"/>
                    </a:ext>
                  </a:extLst>
                </p14:cNvPr>
                <p14:cNvContentPartPr/>
                <p14:nvPr/>
              </p14:nvContentPartPr>
              <p14:xfrm>
                <a:off x="1425811" y="1935864"/>
                <a:ext cx="13320" cy="243720"/>
              </p14:xfrm>
            </p:contentPart>
          </mc:Choice>
          <mc:Fallback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09C70C96-C35D-5C28-0C1D-F9E19F8D167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407811" y="1917864"/>
                  <a:ext cx="489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658EC2FC-07B0-9D68-66AB-7EB366476F1D}"/>
                    </a:ext>
                  </a:extLst>
                </p14:cNvPr>
                <p14:cNvContentPartPr/>
                <p14:nvPr/>
              </p14:nvContentPartPr>
              <p14:xfrm>
                <a:off x="1470091" y="2102544"/>
                <a:ext cx="154800" cy="105120"/>
              </p14:xfrm>
            </p:contentPart>
          </mc:Choice>
          <mc:Fallback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658EC2FC-07B0-9D68-66AB-7EB366476F1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452091" y="2084904"/>
                  <a:ext cx="190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7FF4990A-4A65-C989-5C51-8D96B8837922}"/>
                    </a:ext>
                  </a:extLst>
                </p14:cNvPr>
                <p14:cNvContentPartPr/>
                <p14:nvPr/>
              </p14:nvContentPartPr>
              <p14:xfrm>
                <a:off x="1623811" y="2015424"/>
                <a:ext cx="52200" cy="37080"/>
              </p14:xfrm>
            </p:contentPart>
          </mc:Choice>
          <mc:Fallback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7FF4990A-4A65-C989-5C51-8D96B883792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605811" y="1997784"/>
                  <a:ext cx="87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B1E98D85-1D2A-D073-CF92-D336BCA5D59C}"/>
                    </a:ext>
                  </a:extLst>
                </p14:cNvPr>
                <p14:cNvContentPartPr/>
                <p14:nvPr/>
              </p14:nvContentPartPr>
              <p14:xfrm>
                <a:off x="1656571" y="1949904"/>
                <a:ext cx="53640" cy="127440"/>
              </p14:xfrm>
            </p:contentPart>
          </mc:Choice>
          <mc:Fallback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B1E98D85-1D2A-D073-CF92-D336BCA5D59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638931" y="1931904"/>
                  <a:ext cx="89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178" name="Ink 1177">
                  <a:extLst>
                    <a:ext uri="{FF2B5EF4-FFF2-40B4-BE49-F238E27FC236}">
                      <a16:creationId xmlns:a16="http://schemas.microsoft.com/office/drawing/2014/main" id="{0FFF3CEC-9B99-CF27-14AB-7E1DA2CAC17D}"/>
                    </a:ext>
                  </a:extLst>
                </p14:cNvPr>
                <p14:cNvContentPartPr/>
                <p14:nvPr/>
              </p14:nvContentPartPr>
              <p14:xfrm>
                <a:off x="1671331" y="1782504"/>
                <a:ext cx="58320" cy="79200"/>
              </p14:xfrm>
            </p:contentPart>
          </mc:Choice>
          <mc:Fallback>
            <p:pic>
              <p:nvPicPr>
                <p:cNvPr id="1178" name="Ink 1177">
                  <a:extLst>
                    <a:ext uri="{FF2B5EF4-FFF2-40B4-BE49-F238E27FC236}">
                      <a16:creationId xmlns:a16="http://schemas.microsoft.com/office/drawing/2014/main" id="{0FFF3CEC-9B99-CF27-14AB-7E1DA2CAC17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653331" y="1764864"/>
                  <a:ext cx="93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179" name="Ink 1178">
                  <a:extLst>
                    <a:ext uri="{FF2B5EF4-FFF2-40B4-BE49-F238E27FC236}">
                      <a16:creationId xmlns:a16="http://schemas.microsoft.com/office/drawing/2014/main" id="{0BEA9138-0843-9C43-CB65-099DA041E5D0}"/>
                    </a:ext>
                  </a:extLst>
                </p14:cNvPr>
                <p14:cNvContentPartPr/>
                <p14:nvPr/>
              </p14:nvContentPartPr>
              <p14:xfrm>
                <a:off x="1671331" y="1727424"/>
                <a:ext cx="130680" cy="104760"/>
              </p14:xfrm>
            </p:contentPart>
          </mc:Choice>
          <mc:Fallback>
            <p:pic>
              <p:nvPicPr>
                <p:cNvPr id="1179" name="Ink 1178">
                  <a:extLst>
                    <a:ext uri="{FF2B5EF4-FFF2-40B4-BE49-F238E27FC236}">
                      <a16:creationId xmlns:a16="http://schemas.microsoft.com/office/drawing/2014/main" id="{0BEA9138-0843-9C43-CB65-099DA041E5D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653331" y="1709784"/>
                  <a:ext cx="166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4EE0F1FB-7E33-AAB4-60BA-B4AE7D19A2FB}"/>
                    </a:ext>
                  </a:extLst>
                </p14:cNvPr>
                <p14:cNvContentPartPr/>
                <p14:nvPr/>
              </p14:nvContentPartPr>
              <p14:xfrm>
                <a:off x="1812091" y="1457784"/>
                <a:ext cx="144000" cy="168840"/>
              </p14:xfrm>
            </p:contentPart>
          </mc:Choice>
          <mc:Fallback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4EE0F1FB-7E33-AAB4-60BA-B4AE7D19A2F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794091" y="1439784"/>
                  <a:ext cx="179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181" name="Ink 1180">
                  <a:extLst>
                    <a:ext uri="{FF2B5EF4-FFF2-40B4-BE49-F238E27FC236}">
                      <a16:creationId xmlns:a16="http://schemas.microsoft.com/office/drawing/2014/main" id="{750AA862-0CA6-B782-6BC6-DDBC37D402E3}"/>
                    </a:ext>
                  </a:extLst>
                </p14:cNvPr>
                <p14:cNvContentPartPr/>
                <p14:nvPr/>
              </p14:nvContentPartPr>
              <p14:xfrm>
                <a:off x="2026291" y="1378224"/>
                <a:ext cx="7560" cy="280800"/>
              </p14:xfrm>
            </p:contentPart>
          </mc:Choice>
          <mc:Fallback>
            <p:pic>
              <p:nvPicPr>
                <p:cNvPr id="1181" name="Ink 1180">
                  <a:extLst>
                    <a:ext uri="{FF2B5EF4-FFF2-40B4-BE49-F238E27FC236}">
                      <a16:creationId xmlns:a16="http://schemas.microsoft.com/office/drawing/2014/main" id="{750AA862-0CA6-B782-6BC6-DDBC37D402E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008291" y="1360224"/>
                  <a:ext cx="43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182" name="Ink 1181">
                  <a:extLst>
                    <a:ext uri="{FF2B5EF4-FFF2-40B4-BE49-F238E27FC236}">
                      <a16:creationId xmlns:a16="http://schemas.microsoft.com/office/drawing/2014/main" id="{CA5E9B46-0177-CCE7-DE72-50BA650FA09E}"/>
                    </a:ext>
                  </a:extLst>
                </p14:cNvPr>
                <p14:cNvContentPartPr/>
                <p14:nvPr/>
              </p14:nvContentPartPr>
              <p14:xfrm>
                <a:off x="2094691" y="1538064"/>
                <a:ext cx="180360" cy="177840"/>
              </p14:xfrm>
            </p:contentPart>
          </mc:Choice>
          <mc:Fallback>
            <p:pic>
              <p:nvPicPr>
                <p:cNvPr id="1182" name="Ink 1181">
                  <a:extLst>
                    <a:ext uri="{FF2B5EF4-FFF2-40B4-BE49-F238E27FC236}">
                      <a16:creationId xmlns:a16="http://schemas.microsoft.com/office/drawing/2014/main" id="{CA5E9B46-0177-CCE7-DE72-50BA650FA09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077051" y="1520424"/>
                  <a:ext cx="216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05FA467F-05BA-67F0-89D5-03F8EE61D02C}"/>
                    </a:ext>
                  </a:extLst>
                </p14:cNvPr>
                <p14:cNvContentPartPr/>
                <p14:nvPr/>
              </p14:nvContentPartPr>
              <p14:xfrm>
                <a:off x="2302771" y="1511784"/>
                <a:ext cx="96480" cy="62280"/>
              </p14:xfrm>
            </p:contentPart>
          </mc:Choice>
          <mc:Fallback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05FA467F-05BA-67F0-89D5-03F8EE61D02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284771" y="1494144"/>
                  <a:ext cx="132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27FDB0CB-0B7B-579E-5070-8684DFCE6FD0}"/>
                    </a:ext>
                  </a:extLst>
                </p14:cNvPr>
                <p14:cNvContentPartPr/>
                <p14:nvPr/>
              </p14:nvContentPartPr>
              <p14:xfrm>
                <a:off x="2341291" y="1427904"/>
                <a:ext cx="113760" cy="87480"/>
              </p14:xfrm>
            </p:contentPart>
          </mc:Choice>
          <mc:Fallback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27FDB0CB-0B7B-579E-5070-8684DFCE6FD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323651" y="1410264"/>
                  <a:ext cx="149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185" name="Ink 1184">
                  <a:extLst>
                    <a:ext uri="{FF2B5EF4-FFF2-40B4-BE49-F238E27FC236}">
                      <a16:creationId xmlns:a16="http://schemas.microsoft.com/office/drawing/2014/main" id="{C2A5D50F-F442-F1AC-1E43-8F628D8FC660}"/>
                    </a:ext>
                  </a:extLst>
                </p14:cNvPr>
                <p14:cNvContentPartPr/>
                <p14:nvPr/>
              </p14:nvContentPartPr>
              <p14:xfrm>
                <a:off x="2595451" y="1420344"/>
                <a:ext cx="8280" cy="13680"/>
              </p14:xfrm>
            </p:contentPart>
          </mc:Choice>
          <mc:Fallback>
            <p:pic>
              <p:nvPicPr>
                <p:cNvPr id="1185" name="Ink 1184">
                  <a:extLst>
                    <a:ext uri="{FF2B5EF4-FFF2-40B4-BE49-F238E27FC236}">
                      <a16:creationId xmlns:a16="http://schemas.microsoft.com/office/drawing/2014/main" id="{C2A5D50F-F442-F1AC-1E43-8F628D8FC66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577811" y="1402704"/>
                  <a:ext cx="43920" cy="4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315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B956-4177-6A02-0439-051C697A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C873F-3F7A-0A41-D694-A007778E4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1AA4E9FA-3EA4-CC14-CDEF-C8A1CDE06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593" y="2266589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A526678-192C-AB3C-8FD2-D79D1E5EB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AC749E-B3FA-7BEF-0D5A-CECC338621BE}"/>
              </a:ext>
            </a:extLst>
          </p:cNvPr>
          <p:cNvGrpSpPr/>
          <p:nvPr/>
        </p:nvGrpSpPr>
        <p:grpSpPr>
          <a:xfrm>
            <a:off x="4120771" y="1481260"/>
            <a:ext cx="2722680" cy="2325240"/>
            <a:chOff x="4120771" y="1481260"/>
            <a:chExt cx="2722680" cy="23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CCAF1A-9F3C-CF41-ECA7-B549D2FA2E67}"/>
                    </a:ext>
                  </a:extLst>
                </p14:cNvPr>
                <p14:cNvContentPartPr/>
                <p14:nvPr/>
              </p14:nvContentPartPr>
              <p14:xfrm>
                <a:off x="4120771" y="2336620"/>
                <a:ext cx="1640520" cy="1469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CCAF1A-9F3C-CF41-ECA7-B549D2FA2E6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02771" y="2318980"/>
                  <a:ext cx="1676160" cy="15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A3B2981-4F07-4C33-866D-A8D8FBD4492B}"/>
                    </a:ext>
                  </a:extLst>
                </p14:cNvPr>
                <p14:cNvContentPartPr/>
                <p14:nvPr/>
              </p14:nvContentPartPr>
              <p14:xfrm>
                <a:off x="5790451" y="1995700"/>
                <a:ext cx="153360" cy="209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A3B2981-4F07-4C33-866D-A8D8FBD449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72451" y="1978060"/>
                  <a:ext cx="189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97C54D2-3A2B-CC14-1743-734F7DB4D3FC}"/>
                    </a:ext>
                  </a:extLst>
                </p14:cNvPr>
                <p14:cNvContentPartPr/>
                <p14:nvPr/>
              </p14:nvContentPartPr>
              <p14:xfrm>
                <a:off x="6047131" y="2057260"/>
                <a:ext cx="85680" cy="116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97C54D2-3A2B-CC14-1743-734F7DB4D3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9491" y="2039620"/>
                  <a:ext cx="12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718978-BB5C-2E5F-D3DF-6526A905E2F0}"/>
                    </a:ext>
                  </a:extLst>
                </p14:cNvPr>
                <p14:cNvContentPartPr/>
                <p14:nvPr/>
              </p14:nvContentPartPr>
              <p14:xfrm>
                <a:off x="6184291" y="1823980"/>
                <a:ext cx="67680" cy="7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718978-BB5C-2E5F-D3DF-6526A905E2F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66291" y="1806340"/>
                  <a:ext cx="103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3F6559-BF50-72D1-FBCF-881E99689BDA}"/>
                    </a:ext>
                  </a:extLst>
                </p14:cNvPr>
                <p14:cNvContentPartPr/>
                <p14:nvPr/>
              </p14:nvContentPartPr>
              <p14:xfrm>
                <a:off x="6237931" y="1880140"/>
                <a:ext cx="56520" cy="54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3F6559-BF50-72D1-FBCF-881E99689B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19931" y="1862500"/>
                  <a:ext cx="92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C6F4BC-9E39-0172-52EC-30DBF1483B17}"/>
                    </a:ext>
                  </a:extLst>
                </p14:cNvPr>
                <p14:cNvContentPartPr/>
                <p14:nvPr/>
              </p14:nvContentPartPr>
              <p14:xfrm>
                <a:off x="6400651" y="1622380"/>
                <a:ext cx="144720" cy="151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C6F4BC-9E39-0172-52EC-30DBF1483B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2651" y="1604380"/>
                  <a:ext cx="180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F7DFB7-E6E0-83DF-A304-5F534F12A7E1}"/>
                    </a:ext>
                  </a:extLst>
                </p14:cNvPr>
                <p14:cNvContentPartPr/>
                <p14:nvPr/>
              </p14:nvContentPartPr>
              <p14:xfrm>
                <a:off x="6628891" y="1591420"/>
                <a:ext cx="15120" cy="30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F7DFB7-E6E0-83DF-A304-5F534F12A7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10891" y="1573780"/>
                  <a:ext cx="50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448FC2-21C2-AEEB-C0C4-D896444E02FE}"/>
                    </a:ext>
                  </a:extLst>
                </p14:cNvPr>
                <p14:cNvContentPartPr/>
                <p14:nvPr/>
              </p14:nvContentPartPr>
              <p14:xfrm>
                <a:off x="6680731" y="1481260"/>
                <a:ext cx="162720" cy="19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448FC2-21C2-AEEB-C0C4-D896444E02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63091" y="1463260"/>
                  <a:ext cx="19836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C819DE-F275-424B-BCA0-943E2071C6E8}"/>
                  </a:ext>
                </a:extLst>
              </p14:cNvPr>
              <p14:cNvContentPartPr/>
              <p14:nvPr/>
            </p14:nvContentPartPr>
            <p14:xfrm>
              <a:off x="6397051" y="4193500"/>
              <a:ext cx="1793880" cy="1704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C819DE-F275-424B-BCA0-943E2071C6E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79411" y="4175500"/>
                <a:ext cx="1829520" cy="174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5D85AEE-9143-48F8-F1BB-F72ABE4675BD}"/>
              </a:ext>
            </a:extLst>
          </p:cNvPr>
          <p:cNvGrpSpPr/>
          <p:nvPr/>
        </p:nvGrpSpPr>
        <p:grpSpPr>
          <a:xfrm>
            <a:off x="8378131" y="2586100"/>
            <a:ext cx="1675800" cy="1455840"/>
            <a:chOff x="8378131" y="2586100"/>
            <a:chExt cx="1675800" cy="14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4CE0E9-0E6B-5FD2-F064-9A76EBF76D3B}"/>
                    </a:ext>
                  </a:extLst>
                </p14:cNvPr>
                <p14:cNvContentPartPr/>
                <p14:nvPr/>
              </p14:nvContentPartPr>
              <p14:xfrm>
                <a:off x="8378131" y="3844660"/>
                <a:ext cx="136440" cy="197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4CE0E9-0E6B-5FD2-F064-9A76EBF76D3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60491" y="3827020"/>
                  <a:ext cx="172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54E1A3-4401-DE3F-CD18-783137D27CDF}"/>
                    </a:ext>
                  </a:extLst>
                </p14:cNvPr>
                <p14:cNvContentPartPr/>
                <p14:nvPr/>
              </p14:nvContentPartPr>
              <p14:xfrm>
                <a:off x="8639131" y="3766180"/>
                <a:ext cx="127080" cy="182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54E1A3-4401-DE3F-CD18-783137D27CD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21131" y="3748180"/>
                  <a:ext cx="162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256BF4-07AB-DF00-AF16-F0D9BC0D77C4}"/>
                    </a:ext>
                  </a:extLst>
                </p14:cNvPr>
                <p14:cNvContentPartPr/>
                <p14:nvPr/>
              </p14:nvContentPartPr>
              <p14:xfrm>
                <a:off x="8823091" y="3614620"/>
                <a:ext cx="29880" cy="3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256BF4-07AB-DF00-AF16-F0D9BC0D77C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05451" y="3596620"/>
                  <a:ext cx="65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35A794-A547-C4A7-E87F-36C075978146}"/>
                    </a:ext>
                  </a:extLst>
                </p14:cNvPr>
                <p14:cNvContentPartPr/>
                <p14:nvPr/>
              </p14:nvContentPartPr>
              <p14:xfrm>
                <a:off x="8843611" y="3662500"/>
                <a:ext cx="34200" cy="41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35A794-A547-C4A7-E87F-36C0759781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25611" y="3644500"/>
                  <a:ext cx="69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B37776-E122-60DE-FED6-594212A72E18}"/>
                    </a:ext>
                  </a:extLst>
                </p14:cNvPr>
                <p14:cNvContentPartPr/>
                <p14:nvPr/>
              </p14:nvContentPartPr>
              <p14:xfrm>
                <a:off x="8984371" y="3400060"/>
                <a:ext cx="208800" cy="141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B37776-E122-60DE-FED6-594212A72E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66371" y="3382060"/>
                  <a:ext cx="244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FB9310-4391-8325-AC90-9094EC9AE4FA}"/>
                    </a:ext>
                  </a:extLst>
                </p14:cNvPr>
                <p14:cNvContentPartPr/>
                <p14:nvPr/>
              </p14:nvContentPartPr>
              <p14:xfrm>
                <a:off x="9200011" y="3281620"/>
                <a:ext cx="35640" cy="88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FB9310-4391-8325-AC90-9094EC9AE4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82371" y="3263980"/>
                  <a:ext cx="71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A6A772-FEF1-06B8-DF5C-E9EF89CE3F71}"/>
                    </a:ext>
                  </a:extLst>
                </p14:cNvPr>
                <p14:cNvContentPartPr/>
                <p14:nvPr/>
              </p14:nvContentPartPr>
              <p14:xfrm>
                <a:off x="9196771" y="3171460"/>
                <a:ext cx="178200" cy="108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A6A772-FEF1-06B8-DF5C-E9EF89CE3F7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8771" y="3153820"/>
                  <a:ext cx="213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E82CDC-8D09-14F6-74A6-6956AB5BB921}"/>
                    </a:ext>
                  </a:extLst>
                </p14:cNvPr>
                <p14:cNvContentPartPr/>
                <p14:nvPr/>
              </p14:nvContentPartPr>
              <p14:xfrm>
                <a:off x="9370291" y="3099100"/>
                <a:ext cx="108000" cy="90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E82CDC-8D09-14F6-74A6-6956AB5BB9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52651" y="3081460"/>
                  <a:ext cx="143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41292C-3AB3-B357-398D-A52A70A40AEC}"/>
                    </a:ext>
                  </a:extLst>
                </p14:cNvPr>
                <p14:cNvContentPartPr/>
                <p14:nvPr/>
              </p14:nvContentPartPr>
              <p14:xfrm>
                <a:off x="9431491" y="3049780"/>
                <a:ext cx="91440" cy="85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41292C-3AB3-B357-398D-A52A70A40A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13851" y="3032140"/>
                  <a:ext cx="127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94AEAD-C329-FE84-2A76-E1F2D1A8E5BB}"/>
                    </a:ext>
                  </a:extLst>
                </p14:cNvPr>
                <p14:cNvContentPartPr/>
                <p14:nvPr/>
              </p14:nvContentPartPr>
              <p14:xfrm>
                <a:off x="9598531" y="2954740"/>
                <a:ext cx="32040" cy="37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94AEAD-C329-FE84-2A76-E1F2D1A8E5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80531" y="2936740"/>
                  <a:ext cx="676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B9BB55-58BE-0BB9-BED9-51950450ACD7}"/>
                    </a:ext>
                  </a:extLst>
                </p14:cNvPr>
                <p14:cNvContentPartPr/>
                <p14:nvPr/>
              </p14:nvContentPartPr>
              <p14:xfrm>
                <a:off x="9637051" y="2970940"/>
                <a:ext cx="28440" cy="25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B9BB55-58BE-0BB9-BED9-51950450ACD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19051" y="2952940"/>
                  <a:ext cx="64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BF67BB9-1C71-7532-DE49-0B6BBFF8CADC}"/>
                    </a:ext>
                  </a:extLst>
                </p14:cNvPr>
                <p14:cNvContentPartPr/>
                <p14:nvPr/>
              </p14:nvContentPartPr>
              <p14:xfrm>
                <a:off x="9738211" y="2808580"/>
                <a:ext cx="126000" cy="141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BF67BB9-1C71-7532-DE49-0B6BBFF8CAD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20571" y="2790580"/>
                  <a:ext cx="161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60625F7-8440-9C67-E8F2-F1E2FA5749C6}"/>
                    </a:ext>
                  </a:extLst>
                </p14:cNvPr>
                <p14:cNvContentPartPr/>
                <p14:nvPr/>
              </p14:nvContentPartPr>
              <p14:xfrm>
                <a:off x="9853411" y="2586100"/>
                <a:ext cx="200520" cy="146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60625F7-8440-9C67-E8F2-F1E2FA5749C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35411" y="2568460"/>
                  <a:ext cx="2361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BC7203E-D557-7C49-7BBC-B75E0E5D6C5D}"/>
                  </a:ext>
                </a:extLst>
              </p14:cNvPr>
              <p14:cNvContentPartPr/>
              <p14:nvPr/>
            </p14:nvContentPartPr>
            <p14:xfrm>
              <a:off x="3803971" y="2166700"/>
              <a:ext cx="3305880" cy="2829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BC7203E-D557-7C49-7BBC-B75E0E5D6C5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85971" y="2148700"/>
                <a:ext cx="3341520" cy="28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DD2E530-7BAD-BF9A-413B-40DB922C9894}"/>
              </a:ext>
            </a:extLst>
          </p:cNvPr>
          <p:cNvGrpSpPr/>
          <p:nvPr/>
        </p:nvGrpSpPr>
        <p:grpSpPr>
          <a:xfrm>
            <a:off x="2307451" y="5277460"/>
            <a:ext cx="1027440" cy="720720"/>
            <a:chOff x="2307451" y="5277460"/>
            <a:chExt cx="1027440" cy="72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CD1AD6-AFE0-E884-98D1-88AD59358E33}"/>
                    </a:ext>
                  </a:extLst>
                </p14:cNvPr>
                <p14:cNvContentPartPr/>
                <p14:nvPr/>
              </p14:nvContentPartPr>
              <p14:xfrm>
                <a:off x="2307451" y="5786140"/>
                <a:ext cx="180720" cy="212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CD1AD6-AFE0-E884-98D1-88AD59358E3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9811" y="5768500"/>
                  <a:ext cx="216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A23F36-A9D1-466C-957A-78AC59ED5B96}"/>
                    </a:ext>
                  </a:extLst>
                </p14:cNvPr>
                <p14:cNvContentPartPr/>
                <p14:nvPr/>
              </p14:nvContentPartPr>
              <p14:xfrm>
                <a:off x="2579611" y="5768500"/>
                <a:ext cx="122040" cy="95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A23F36-A9D1-466C-957A-78AC59ED5B9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61971" y="5750500"/>
                  <a:ext cx="157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BEA74B-05DA-BDC3-B9F8-2CB86201D9B7}"/>
                    </a:ext>
                  </a:extLst>
                </p14:cNvPr>
                <p14:cNvContentPartPr/>
                <p14:nvPr/>
              </p14:nvContentPartPr>
              <p14:xfrm>
                <a:off x="2765371" y="5658700"/>
                <a:ext cx="64800" cy="142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BEA74B-05DA-BDC3-B9F8-2CB86201D9B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47371" y="5640700"/>
                  <a:ext cx="100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07E515-D817-33EF-14FB-F797A8EFA360}"/>
                    </a:ext>
                  </a:extLst>
                </p14:cNvPr>
                <p14:cNvContentPartPr/>
                <p14:nvPr/>
              </p14:nvContentPartPr>
              <p14:xfrm>
                <a:off x="2845291" y="5475460"/>
                <a:ext cx="123840" cy="206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07E515-D817-33EF-14FB-F797A8EFA36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27651" y="5457820"/>
                  <a:ext cx="15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0A4D913-A33A-3575-8365-893C8D4ADFBE}"/>
                    </a:ext>
                  </a:extLst>
                </p14:cNvPr>
                <p14:cNvContentPartPr/>
                <p14:nvPr/>
              </p14:nvContentPartPr>
              <p14:xfrm>
                <a:off x="3040771" y="5459620"/>
                <a:ext cx="133560" cy="8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0A4D913-A33A-3575-8365-893C8D4ADFB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23131" y="5441980"/>
                  <a:ext cx="169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86D9F0D-5418-EF0C-0E12-96D923618848}"/>
                    </a:ext>
                  </a:extLst>
                </p14:cNvPr>
                <p14:cNvContentPartPr/>
                <p14:nvPr/>
              </p14:nvContentPartPr>
              <p14:xfrm>
                <a:off x="3131491" y="5434780"/>
                <a:ext cx="54720" cy="88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86D9F0D-5418-EF0C-0E12-96D92361884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13491" y="5417140"/>
                  <a:ext cx="90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88C256-4AEE-0BAE-1A7E-02693FABFA61}"/>
                    </a:ext>
                  </a:extLst>
                </p14:cNvPr>
                <p14:cNvContentPartPr/>
                <p14:nvPr/>
              </p14:nvContentPartPr>
              <p14:xfrm>
                <a:off x="3278731" y="5277460"/>
                <a:ext cx="56160" cy="55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88C256-4AEE-0BAE-1A7E-02693FABFA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61091" y="5259820"/>
                  <a:ext cx="9180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913DD1A-E763-15EF-5E0F-6A6042CDA893}"/>
                  </a:ext>
                </a:extLst>
              </p14:cNvPr>
              <p14:cNvContentPartPr/>
              <p14:nvPr/>
            </p14:nvContentPartPr>
            <p14:xfrm>
              <a:off x="3364411" y="5078740"/>
              <a:ext cx="158760" cy="153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913DD1A-E763-15EF-5E0F-6A6042CDA89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346771" y="5060740"/>
                <a:ext cx="19440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60E0DACC-DB09-443C-E924-C9B24768FAB8}"/>
              </a:ext>
            </a:extLst>
          </p:cNvPr>
          <p:cNvGrpSpPr/>
          <p:nvPr/>
        </p:nvGrpSpPr>
        <p:grpSpPr>
          <a:xfrm>
            <a:off x="3361891" y="4482940"/>
            <a:ext cx="581400" cy="676440"/>
            <a:chOff x="3361891" y="4482940"/>
            <a:chExt cx="581400" cy="67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637829-7766-4AB3-B3A8-737777A32937}"/>
                    </a:ext>
                  </a:extLst>
                </p14:cNvPr>
                <p14:cNvContentPartPr/>
                <p14:nvPr/>
              </p14:nvContentPartPr>
              <p14:xfrm>
                <a:off x="3396451" y="5066860"/>
                <a:ext cx="5400" cy="1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637829-7766-4AB3-B3A8-737777A3293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78451" y="5049220"/>
                  <a:ext cx="41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4D7D0A-DF83-3E9F-9D41-5C8F8E9B000E}"/>
                    </a:ext>
                  </a:extLst>
                </p14:cNvPr>
                <p14:cNvContentPartPr/>
                <p14:nvPr/>
              </p14:nvContentPartPr>
              <p14:xfrm>
                <a:off x="3361891" y="5027620"/>
                <a:ext cx="198720" cy="131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4D7D0A-DF83-3E9F-9D41-5C8F8E9B000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44251" y="5009620"/>
                  <a:ext cx="234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097DD7-12DB-BD3D-D8DF-5CFA4A425197}"/>
                    </a:ext>
                  </a:extLst>
                </p14:cNvPr>
                <p14:cNvContentPartPr/>
                <p14:nvPr/>
              </p14:nvContentPartPr>
              <p14:xfrm>
                <a:off x="3557011" y="4820980"/>
                <a:ext cx="136080" cy="168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097DD7-12DB-BD3D-D8DF-5CFA4A4251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39011" y="4802980"/>
                  <a:ext cx="171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8EB2E5-2EC5-7761-BF60-43BA674BD66B}"/>
                    </a:ext>
                  </a:extLst>
                </p14:cNvPr>
                <p14:cNvContentPartPr/>
                <p14:nvPr/>
              </p14:nvContentPartPr>
              <p14:xfrm>
                <a:off x="3710371" y="4727020"/>
                <a:ext cx="65520" cy="94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8EB2E5-2EC5-7761-BF60-43BA674BD66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92371" y="4709020"/>
                  <a:ext cx="101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8EA3D1-6F38-6ECB-48A1-CF48E58317C8}"/>
                    </a:ext>
                  </a:extLst>
                </p14:cNvPr>
                <p14:cNvContentPartPr/>
                <p14:nvPr/>
              </p14:nvContentPartPr>
              <p14:xfrm>
                <a:off x="3803251" y="4612540"/>
                <a:ext cx="58320" cy="101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8EA3D1-6F38-6ECB-48A1-CF48E58317C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85611" y="4594540"/>
                  <a:ext cx="939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C71D8B-83FC-6A13-18AC-77F369379714}"/>
                    </a:ext>
                  </a:extLst>
                </p14:cNvPr>
                <p14:cNvContentPartPr/>
                <p14:nvPr/>
              </p14:nvContentPartPr>
              <p14:xfrm>
                <a:off x="3883891" y="4549180"/>
                <a:ext cx="59400" cy="46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C71D8B-83FC-6A13-18AC-77F36937971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866251" y="4531540"/>
                  <a:ext cx="95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DF40F92-37AC-9640-8514-629B1A4A1CF4}"/>
                    </a:ext>
                  </a:extLst>
                </p14:cNvPr>
                <p14:cNvContentPartPr/>
                <p14:nvPr/>
              </p14:nvContentPartPr>
              <p14:xfrm>
                <a:off x="3848251" y="4482940"/>
                <a:ext cx="72360" cy="62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DF40F92-37AC-9640-8514-629B1A4A1CF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30611" y="4464940"/>
                  <a:ext cx="10800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E37966C-AA64-3409-9BED-98922489A14F}"/>
              </a:ext>
            </a:extLst>
          </p:cNvPr>
          <p:cNvGrpSpPr/>
          <p:nvPr/>
        </p:nvGrpSpPr>
        <p:grpSpPr>
          <a:xfrm>
            <a:off x="3923131" y="2631100"/>
            <a:ext cx="3909960" cy="3290040"/>
            <a:chOff x="3923131" y="2631100"/>
            <a:chExt cx="3909960" cy="32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26D4B9-2095-6DE4-4508-FF77F46675EC}"/>
                    </a:ext>
                  </a:extLst>
                </p14:cNvPr>
                <p14:cNvContentPartPr/>
                <p14:nvPr/>
              </p14:nvContentPartPr>
              <p14:xfrm>
                <a:off x="4007011" y="5400940"/>
                <a:ext cx="428400" cy="41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26D4B9-2095-6DE4-4508-FF77F46675E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89011" y="5382940"/>
                  <a:ext cx="464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030C061-0830-2EAF-FD0A-B2FF7E89CDE6}"/>
                    </a:ext>
                  </a:extLst>
                </p14:cNvPr>
                <p14:cNvContentPartPr/>
                <p14:nvPr/>
              </p14:nvContentPartPr>
              <p14:xfrm>
                <a:off x="3923131" y="2631100"/>
                <a:ext cx="3909960" cy="3290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030C061-0830-2EAF-FD0A-B2FF7E89CDE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05491" y="2613460"/>
                  <a:ext cx="3945600" cy="332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A9C6897-042E-C60A-2F80-57A49177D7AC}"/>
                  </a:ext>
                </a:extLst>
              </p14:cNvPr>
              <p14:cNvContentPartPr/>
              <p14:nvPr/>
            </p14:nvContentPartPr>
            <p14:xfrm>
              <a:off x="3919891" y="2568100"/>
              <a:ext cx="3979080" cy="34084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A9C6897-042E-C60A-2F80-57A49177D7A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902251" y="2550100"/>
                <a:ext cx="4014720" cy="344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364AA492-2334-F952-4D35-26163031A340}"/>
              </a:ext>
            </a:extLst>
          </p:cNvPr>
          <p:cNvGrpSpPr/>
          <p:nvPr/>
        </p:nvGrpSpPr>
        <p:grpSpPr>
          <a:xfrm>
            <a:off x="2720371" y="5662660"/>
            <a:ext cx="2020680" cy="988920"/>
            <a:chOff x="2720371" y="5662660"/>
            <a:chExt cx="2020680" cy="9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A61DD09-FF72-905C-6B60-A86F7C0C5039}"/>
                    </a:ext>
                  </a:extLst>
                </p14:cNvPr>
                <p14:cNvContentPartPr/>
                <p14:nvPr/>
              </p14:nvContentPartPr>
              <p14:xfrm>
                <a:off x="2720371" y="6410380"/>
                <a:ext cx="106560" cy="241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A61DD09-FF72-905C-6B60-A86F7C0C50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02731" y="6392740"/>
                  <a:ext cx="142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79BEB5-6484-8D66-8C48-ABD0B5ACC210}"/>
                    </a:ext>
                  </a:extLst>
                </p14:cNvPr>
                <p14:cNvContentPartPr/>
                <p14:nvPr/>
              </p14:nvContentPartPr>
              <p14:xfrm>
                <a:off x="2896051" y="6419740"/>
                <a:ext cx="143280" cy="116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79BEB5-6484-8D66-8C48-ABD0B5ACC21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78411" y="6402100"/>
                  <a:ext cx="178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EDB6D6B-F4CE-0311-F87B-DCAF8690C8A5}"/>
                    </a:ext>
                  </a:extLst>
                </p14:cNvPr>
                <p14:cNvContentPartPr/>
                <p14:nvPr/>
              </p14:nvContentPartPr>
              <p14:xfrm>
                <a:off x="3082891" y="6351340"/>
                <a:ext cx="47880" cy="132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EDB6D6B-F4CE-0311-F87B-DCAF8690C8A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064891" y="6333340"/>
                  <a:ext cx="83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1810D0-2E94-1821-2FA4-7ED8B2F270E9}"/>
                    </a:ext>
                  </a:extLst>
                </p14:cNvPr>
                <p14:cNvContentPartPr/>
                <p14:nvPr/>
              </p14:nvContentPartPr>
              <p14:xfrm>
                <a:off x="3184771" y="6063700"/>
                <a:ext cx="82800" cy="169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1810D0-2E94-1821-2FA4-7ED8B2F270E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166771" y="6045700"/>
                  <a:ext cx="118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25B74B-A777-66E0-C653-9FBFA67F0D96}"/>
                    </a:ext>
                  </a:extLst>
                </p14:cNvPr>
                <p14:cNvContentPartPr/>
                <p14:nvPr/>
              </p14:nvContentPartPr>
              <p14:xfrm>
                <a:off x="3344611" y="5969740"/>
                <a:ext cx="32760" cy="31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25B74B-A777-66E0-C653-9FBFA67F0D9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326971" y="5951740"/>
                  <a:ext cx="68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0F4075F-F7DB-714F-17E0-A8D65997DA75}"/>
                    </a:ext>
                  </a:extLst>
                </p14:cNvPr>
                <p14:cNvContentPartPr/>
                <p14:nvPr/>
              </p14:nvContentPartPr>
              <p14:xfrm>
                <a:off x="3364051" y="5941660"/>
                <a:ext cx="28800" cy="55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0F4075F-F7DB-714F-17E0-A8D65997DA7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46051" y="5923660"/>
                  <a:ext cx="64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8D80DF-D8BB-81AE-ED77-1932E4AAAC25}"/>
                    </a:ext>
                  </a:extLst>
                </p14:cNvPr>
                <p14:cNvContentPartPr/>
                <p14:nvPr/>
              </p14:nvContentPartPr>
              <p14:xfrm>
                <a:off x="3362611" y="5979460"/>
                <a:ext cx="45720" cy="180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8D80DF-D8BB-81AE-ED77-1932E4AAAC2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44611" y="5961460"/>
                  <a:ext cx="81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BBCCD67-FEFE-A985-A73C-65A716F5D9B2}"/>
                    </a:ext>
                  </a:extLst>
                </p14:cNvPr>
                <p14:cNvContentPartPr/>
                <p14:nvPr/>
              </p14:nvContentPartPr>
              <p14:xfrm>
                <a:off x="3479971" y="5977300"/>
                <a:ext cx="23040" cy="92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BBCCD67-FEFE-A985-A73C-65A716F5D9B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462331" y="5959660"/>
                  <a:ext cx="58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5259B0-2C23-A179-003B-2B796B6002C4}"/>
                    </a:ext>
                  </a:extLst>
                </p14:cNvPr>
                <p14:cNvContentPartPr/>
                <p14:nvPr/>
              </p14:nvContentPartPr>
              <p14:xfrm>
                <a:off x="3526051" y="5691820"/>
                <a:ext cx="91800" cy="239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5259B0-2C23-A179-003B-2B796B6002C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08411" y="5673820"/>
                  <a:ext cx="127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B8B533-39A7-55E9-8832-60035F5A9201}"/>
                    </a:ext>
                  </a:extLst>
                </p14:cNvPr>
                <p14:cNvContentPartPr/>
                <p14:nvPr/>
              </p14:nvContentPartPr>
              <p14:xfrm>
                <a:off x="3633691" y="5684620"/>
                <a:ext cx="139680" cy="107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B8B533-39A7-55E9-8832-60035F5A92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616051" y="5666620"/>
                  <a:ext cx="175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C77040-5B85-AF96-B079-A8C20CD6D8E6}"/>
                    </a:ext>
                  </a:extLst>
                </p14:cNvPr>
                <p14:cNvContentPartPr/>
                <p14:nvPr/>
              </p14:nvContentPartPr>
              <p14:xfrm>
                <a:off x="3703171" y="5696500"/>
                <a:ext cx="41760" cy="73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C77040-5B85-AF96-B079-A8C20CD6D8E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85531" y="5678860"/>
                  <a:ext cx="77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96CE282-1118-C7E6-ABEB-9FC85858152B}"/>
                    </a:ext>
                  </a:extLst>
                </p14:cNvPr>
                <p14:cNvContentPartPr/>
                <p14:nvPr/>
              </p14:nvContentPartPr>
              <p14:xfrm>
                <a:off x="3694171" y="6451780"/>
                <a:ext cx="82080" cy="79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96CE282-1118-C7E6-ABEB-9FC85858152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676171" y="6433780"/>
                  <a:ext cx="117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878CEA-0B2C-EB6F-5C22-B248CD18667A}"/>
                    </a:ext>
                  </a:extLst>
                </p14:cNvPr>
                <p14:cNvContentPartPr/>
                <p14:nvPr/>
              </p14:nvContentPartPr>
              <p14:xfrm>
                <a:off x="3802891" y="6306340"/>
                <a:ext cx="168840" cy="131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878CEA-0B2C-EB6F-5C22-B248CD18667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85251" y="6288700"/>
                  <a:ext cx="204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282E6A4-956D-A85C-D008-78C2C8D73AE6}"/>
                    </a:ext>
                  </a:extLst>
                </p14:cNvPr>
                <p14:cNvContentPartPr/>
                <p14:nvPr/>
              </p14:nvContentPartPr>
              <p14:xfrm>
                <a:off x="3977131" y="6210220"/>
                <a:ext cx="117000" cy="156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282E6A4-956D-A85C-D008-78C2C8D73AE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59491" y="6192220"/>
                  <a:ext cx="152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469C8C-F50E-7AAB-6715-EAABD2628B89}"/>
                    </a:ext>
                  </a:extLst>
                </p14:cNvPr>
                <p14:cNvContentPartPr/>
                <p14:nvPr/>
              </p14:nvContentPartPr>
              <p14:xfrm>
                <a:off x="3988651" y="6158740"/>
                <a:ext cx="141120" cy="100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469C8C-F50E-7AAB-6715-EAABD2628B8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70651" y="6140740"/>
                  <a:ext cx="176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6FE4FD3-D30E-2477-988D-923DC1DD92CA}"/>
                    </a:ext>
                  </a:extLst>
                </p14:cNvPr>
                <p14:cNvContentPartPr/>
                <p14:nvPr/>
              </p14:nvContentPartPr>
              <p14:xfrm>
                <a:off x="4206811" y="5910340"/>
                <a:ext cx="180720" cy="216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6FE4FD3-D30E-2477-988D-923DC1DD92C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189171" y="5892340"/>
                  <a:ext cx="216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2AC479-75D3-77DD-95FB-4949A5EDB361}"/>
                    </a:ext>
                  </a:extLst>
                </p14:cNvPr>
                <p14:cNvContentPartPr/>
                <p14:nvPr/>
              </p14:nvContentPartPr>
              <p14:xfrm>
                <a:off x="4390771" y="5898100"/>
                <a:ext cx="78480" cy="78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2AC479-75D3-77DD-95FB-4949A5EDB36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372771" y="5880100"/>
                  <a:ext cx="114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6AE7997-46FE-B6E5-4D9D-73FD52E94145}"/>
                    </a:ext>
                  </a:extLst>
                </p14:cNvPr>
                <p14:cNvContentPartPr/>
                <p14:nvPr/>
              </p14:nvContentPartPr>
              <p14:xfrm>
                <a:off x="4439011" y="5906740"/>
                <a:ext cx="9000" cy="15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6AE7997-46FE-B6E5-4D9D-73FD52E9414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421011" y="5888740"/>
                  <a:ext cx="446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CD1A77D-9827-DA1C-84FC-83B5FF00F5A7}"/>
                    </a:ext>
                  </a:extLst>
                </p14:cNvPr>
                <p14:cNvContentPartPr/>
                <p14:nvPr/>
              </p14:nvContentPartPr>
              <p14:xfrm>
                <a:off x="4406971" y="5849500"/>
                <a:ext cx="109800" cy="126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CD1A77D-9827-DA1C-84FC-83B5FF00F5A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389331" y="5831860"/>
                  <a:ext cx="145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86D69D-9F58-7E9E-1C02-EB12F59BB553}"/>
                    </a:ext>
                  </a:extLst>
                </p14:cNvPr>
                <p14:cNvContentPartPr/>
                <p14:nvPr/>
              </p14:nvContentPartPr>
              <p14:xfrm>
                <a:off x="4543771" y="5804860"/>
                <a:ext cx="58680" cy="74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386D69D-9F58-7E9E-1C02-EB12F59BB55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25771" y="5786860"/>
                  <a:ext cx="94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89D9BD-38E9-D813-4525-B2A900EDECEA}"/>
                    </a:ext>
                  </a:extLst>
                </p14:cNvPr>
                <p14:cNvContentPartPr/>
                <p14:nvPr/>
              </p14:nvContentPartPr>
              <p14:xfrm>
                <a:off x="4608931" y="5732140"/>
                <a:ext cx="90360" cy="83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89D9BD-38E9-D813-4525-B2A900EDECE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591291" y="5714140"/>
                  <a:ext cx="126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4B3944-BA29-39C9-5E8F-5EAFCEAC59AA}"/>
                    </a:ext>
                  </a:extLst>
                </p14:cNvPr>
                <p14:cNvContentPartPr/>
                <p14:nvPr/>
              </p14:nvContentPartPr>
              <p14:xfrm>
                <a:off x="4589131" y="5662660"/>
                <a:ext cx="89280" cy="81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4B3944-BA29-39C9-5E8F-5EAFCEAC59A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71491" y="5644660"/>
                  <a:ext cx="124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171CC3C-2F95-C410-8CC0-B61C3B902DB5}"/>
                    </a:ext>
                  </a:extLst>
                </p14:cNvPr>
                <p14:cNvContentPartPr/>
                <p14:nvPr/>
              </p14:nvContentPartPr>
              <p14:xfrm>
                <a:off x="4700011" y="5797300"/>
                <a:ext cx="41040" cy="87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171CC3C-2F95-C410-8CC0-B61C3B902DB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82371" y="5779660"/>
                  <a:ext cx="7668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7DE6DA6-9344-7B19-1DD5-ABAD7C37B7F9}"/>
                  </a:ext>
                </a:extLst>
              </p14:cNvPr>
              <p14:cNvContentPartPr/>
              <p14:nvPr/>
            </p14:nvContentPartPr>
            <p14:xfrm>
              <a:off x="4917451" y="6178540"/>
              <a:ext cx="120600" cy="2314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7DE6DA6-9344-7B19-1DD5-ABAD7C37B7F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899451" y="6160900"/>
                <a:ext cx="15624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9940784E-25C2-DF72-CDAA-88CDAC4A76CC}"/>
              </a:ext>
            </a:extLst>
          </p:cNvPr>
          <p:cNvGrpSpPr/>
          <p:nvPr/>
        </p:nvGrpSpPr>
        <p:grpSpPr>
          <a:xfrm>
            <a:off x="5153611" y="5887300"/>
            <a:ext cx="339480" cy="449640"/>
            <a:chOff x="5153611" y="5887300"/>
            <a:chExt cx="33948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3D4F2BC-4B2E-34E8-0727-0AD63A513D11}"/>
                    </a:ext>
                  </a:extLst>
                </p14:cNvPr>
                <p14:cNvContentPartPr/>
                <p14:nvPr/>
              </p14:nvContentPartPr>
              <p14:xfrm>
                <a:off x="5153611" y="6209860"/>
                <a:ext cx="113040" cy="127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3D4F2BC-4B2E-34E8-0727-0AD63A513D1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35611" y="6191860"/>
                  <a:ext cx="148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7748BB0-330F-1A7A-2C3F-549DD42CC1D6}"/>
                    </a:ext>
                  </a:extLst>
                </p14:cNvPr>
                <p14:cNvContentPartPr/>
                <p14:nvPr/>
              </p14:nvContentPartPr>
              <p14:xfrm>
                <a:off x="5344411" y="6149740"/>
                <a:ext cx="22320" cy="97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7748BB0-330F-1A7A-2C3F-549DD42CC1D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326771" y="6131740"/>
                  <a:ext cx="57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53077A4-F7B3-09E2-B954-92B8ABB617A5}"/>
                    </a:ext>
                  </a:extLst>
                </p14:cNvPr>
                <p14:cNvContentPartPr/>
                <p14:nvPr/>
              </p14:nvContentPartPr>
              <p14:xfrm>
                <a:off x="5346931" y="5887300"/>
                <a:ext cx="146160" cy="163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53077A4-F7B3-09E2-B954-92B8ABB617A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329291" y="5869660"/>
                  <a:ext cx="1818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E41DA2A-D9BB-92A6-3BD5-99845C91438B}"/>
              </a:ext>
            </a:extLst>
          </p:cNvPr>
          <p:cNvGrpSpPr/>
          <p:nvPr/>
        </p:nvGrpSpPr>
        <p:grpSpPr>
          <a:xfrm>
            <a:off x="5589211" y="3336700"/>
            <a:ext cx="2412000" cy="2585880"/>
            <a:chOff x="5589211" y="3336700"/>
            <a:chExt cx="2412000" cy="258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71C0595-3308-FB0B-D6BC-E41C47C0024E}"/>
                    </a:ext>
                  </a:extLst>
                </p14:cNvPr>
                <p14:cNvContentPartPr/>
                <p14:nvPr/>
              </p14:nvContentPartPr>
              <p14:xfrm>
                <a:off x="5786491" y="5223460"/>
                <a:ext cx="63360" cy="66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71C0595-3308-FB0B-D6BC-E41C47C0024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68851" y="5205460"/>
                  <a:ext cx="99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006435-0DA2-7373-AF86-48D00873D1F5}"/>
                    </a:ext>
                  </a:extLst>
                </p14:cNvPr>
                <p14:cNvContentPartPr/>
                <p14:nvPr/>
              </p14:nvContentPartPr>
              <p14:xfrm>
                <a:off x="5611531" y="3336700"/>
                <a:ext cx="2389680" cy="211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006435-0DA2-7373-AF86-48D00873D1F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593891" y="3319060"/>
                  <a:ext cx="2425320" cy="21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2C0F66F-B479-3285-1348-37D4B7BFCD94}"/>
                    </a:ext>
                  </a:extLst>
                </p14:cNvPr>
                <p14:cNvContentPartPr/>
                <p14:nvPr/>
              </p14:nvContentPartPr>
              <p14:xfrm>
                <a:off x="5589211" y="5809540"/>
                <a:ext cx="121680" cy="113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2C0F66F-B479-3285-1348-37D4B7BFCD9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71571" y="5791900"/>
                  <a:ext cx="157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5A9AD7-8089-2A33-8A6A-83EBFD816F8B}"/>
                    </a:ext>
                  </a:extLst>
                </p14:cNvPr>
                <p14:cNvContentPartPr/>
                <p14:nvPr/>
              </p14:nvContentPartPr>
              <p14:xfrm>
                <a:off x="5808451" y="5615860"/>
                <a:ext cx="46080" cy="5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5A9AD7-8089-2A33-8A6A-83EBFD816F8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90451" y="5598220"/>
                  <a:ext cx="81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5886532-0005-295A-F3F9-B17686CEADD6}"/>
                    </a:ext>
                  </a:extLst>
                </p14:cNvPr>
                <p14:cNvContentPartPr/>
                <p14:nvPr/>
              </p14:nvContentPartPr>
              <p14:xfrm>
                <a:off x="5942731" y="5428660"/>
                <a:ext cx="124560" cy="126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5886532-0005-295A-F3F9-B17686CEADD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25091" y="5410660"/>
                  <a:ext cx="160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A5EF2E6-A434-D2D3-8602-28E2FE482AD8}"/>
                    </a:ext>
                  </a:extLst>
                </p14:cNvPr>
                <p14:cNvContentPartPr/>
                <p14:nvPr/>
              </p14:nvContentPartPr>
              <p14:xfrm>
                <a:off x="6128491" y="5370340"/>
                <a:ext cx="93240" cy="101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A5EF2E6-A434-D2D3-8602-28E2FE482AD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10851" y="5352700"/>
                  <a:ext cx="128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F0F7379-F09E-0F18-4109-A65AE43F9110}"/>
                    </a:ext>
                  </a:extLst>
                </p14:cNvPr>
                <p14:cNvContentPartPr/>
                <p14:nvPr/>
              </p14:nvContentPartPr>
              <p14:xfrm>
                <a:off x="6129931" y="5300140"/>
                <a:ext cx="131760" cy="84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F0F7379-F09E-0F18-4109-A65AE43F911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12291" y="5282140"/>
                  <a:ext cx="1674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BF3CEC0-F691-FB04-B0DF-250B38BEA600}"/>
                    </a:ext>
                  </a:extLst>
                </p14:cNvPr>
                <p14:cNvContentPartPr/>
                <p14:nvPr/>
              </p14:nvContentPartPr>
              <p14:xfrm>
                <a:off x="6017251" y="5695420"/>
                <a:ext cx="135000" cy="221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BF3CEC0-F691-FB04-B0DF-250B38BEA60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999611" y="5677420"/>
                  <a:ext cx="170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6A69A89-A7AD-87C3-A4F4-3E7DCC2A66F0}"/>
                    </a:ext>
                  </a:extLst>
                </p14:cNvPr>
                <p14:cNvContentPartPr/>
                <p14:nvPr/>
              </p14:nvContentPartPr>
              <p14:xfrm>
                <a:off x="6218491" y="5717380"/>
                <a:ext cx="53280" cy="66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6A69A89-A7AD-87C3-A4F4-3E7DCC2A66F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200851" y="5699380"/>
                  <a:ext cx="88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059F1B3-11C9-5444-BDE4-2C9B5AE09140}"/>
                    </a:ext>
                  </a:extLst>
                </p14:cNvPr>
                <p14:cNvContentPartPr/>
                <p14:nvPr/>
              </p14:nvContentPartPr>
              <p14:xfrm>
                <a:off x="6183571" y="5633140"/>
                <a:ext cx="70560" cy="100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059F1B3-11C9-5444-BDE4-2C9B5AE0914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65571" y="5615140"/>
                  <a:ext cx="106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005A15-55D8-5925-D188-BA97171016BD}"/>
                    </a:ext>
                  </a:extLst>
                </p14:cNvPr>
                <p14:cNvContentPartPr/>
                <p14:nvPr/>
              </p14:nvContentPartPr>
              <p14:xfrm>
                <a:off x="6320011" y="5590300"/>
                <a:ext cx="14760" cy="12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005A15-55D8-5925-D188-BA97171016B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302011" y="5572660"/>
                  <a:ext cx="50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0B35D24-EA3C-49C2-5CA2-56D32D31A896}"/>
                    </a:ext>
                  </a:extLst>
                </p14:cNvPr>
                <p14:cNvContentPartPr/>
                <p14:nvPr/>
              </p14:nvContentPartPr>
              <p14:xfrm>
                <a:off x="6178891" y="5611900"/>
                <a:ext cx="94680" cy="153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0B35D24-EA3C-49C2-5CA2-56D32D31A89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160891" y="5594260"/>
                  <a:ext cx="130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F4EF51B-D82D-AA00-6A15-BEE8056C44A4}"/>
                    </a:ext>
                  </a:extLst>
                </p14:cNvPr>
                <p14:cNvContentPartPr/>
                <p14:nvPr/>
              </p14:nvContentPartPr>
              <p14:xfrm>
                <a:off x="6324331" y="5549980"/>
                <a:ext cx="60840" cy="92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4EF51B-D82D-AA00-6A15-BEE8056C44A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06331" y="5532340"/>
                  <a:ext cx="96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7738650-F234-370B-A094-B566658B5739}"/>
                    </a:ext>
                  </a:extLst>
                </p14:cNvPr>
                <p14:cNvContentPartPr/>
                <p14:nvPr/>
              </p14:nvContentPartPr>
              <p14:xfrm>
                <a:off x="6396331" y="5481940"/>
                <a:ext cx="83880" cy="12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7738650-F234-370B-A094-B566658B573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378331" y="5464300"/>
                  <a:ext cx="119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97BD0DC-EA11-8FF4-EF5C-6CB843558AA9}"/>
                    </a:ext>
                  </a:extLst>
                </p14:cNvPr>
                <p14:cNvContentPartPr/>
                <p14:nvPr/>
              </p14:nvContentPartPr>
              <p14:xfrm>
                <a:off x="6401731" y="5419300"/>
                <a:ext cx="75600" cy="84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97BD0DC-EA11-8FF4-EF5C-6CB843558AA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383731" y="5401660"/>
                  <a:ext cx="111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1E552D4-C219-2F4A-504B-8109897F1F30}"/>
                    </a:ext>
                  </a:extLst>
                </p14:cNvPr>
                <p14:cNvContentPartPr/>
                <p14:nvPr/>
              </p14:nvContentPartPr>
              <p14:xfrm>
                <a:off x="6154411" y="5564740"/>
                <a:ext cx="152640" cy="186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1E552D4-C219-2F4A-504B-8109897F1F3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136771" y="5547100"/>
                  <a:ext cx="18828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D31D4BF-26FD-9C41-AF30-42BB1840C5CC}"/>
              </a:ext>
            </a:extLst>
          </p:cNvPr>
          <p:cNvGrpSpPr/>
          <p:nvPr/>
        </p:nvGrpSpPr>
        <p:grpSpPr>
          <a:xfrm>
            <a:off x="10654771" y="2248780"/>
            <a:ext cx="635400" cy="3705480"/>
            <a:chOff x="10654771" y="2248780"/>
            <a:chExt cx="635400" cy="37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E36B6C3-8857-1596-4AC2-6E208A3EEEA4}"/>
                    </a:ext>
                  </a:extLst>
                </p14:cNvPr>
                <p14:cNvContentPartPr/>
                <p14:nvPr/>
              </p14:nvContentPartPr>
              <p14:xfrm>
                <a:off x="10654771" y="2248780"/>
                <a:ext cx="99720" cy="424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E36B6C3-8857-1596-4AC2-6E208A3EEEA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636771" y="2231140"/>
                  <a:ext cx="1353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63951FD-36CD-7CDC-ADAB-AF251E78B2DD}"/>
                    </a:ext>
                  </a:extLst>
                </p14:cNvPr>
                <p14:cNvContentPartPr/>
                <p14:nvPr/>
              </p14:nvContentPartPr>
              <p14:xfrm>
                <a:off x="10691851" y="2702380"/>
                <a:ext cx="183240" cy="295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63951FD-36CD-7CDC-ADAB-AF251E78B2D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73851" y="2684740"/>
                  <a:ext cx="218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DA3B92B-BE69-6A1A-AF5E-CDCC620EB567}"/>
                    </a:ext>
                  </a:extLst>
                </p14:cNvPr>
                <p14:cNvContentPartPr/>
                <p14:nvPr/>
              </p14:nvContentPartPr>
              <p14:xfrm>
                <a:off x="10799491" y="3032140"/>
                <a:ext cx="23040" cy="496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DA3B92B-BE69-6A1A-AF5E-CDCC620EB56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781491" y="3014500"/>
                  <a:ext cx="5868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A9A4FD1-B8B4-67D9-EE43-75577C81C9C5}"/>
                    </a:ext>
                  </a:extLst>
                </p14:cNvPr>
                <p14:cNvContentPartPr/>
                <p14:nvPr/>
              </p14:nvContentPartPr>
              <p14:xfrm>
                <a:off x="10779331" y="3544420"/>
                <a:ext cx="100080" cy="212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A9A4FD1-B8B4-67D9-EE43-75577C81C9C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761691" y="3526420"/>
                  <a:ext cx="135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7BF48D9-197A-59AC-8DE4-32B7D1BF9214}"/>
                    </a:ext>
                  </a:extLst>
                </p14:cNvPr>
                <p14:cNvContentPartPr/>
                <p14:nvPr/>
              </p14:nvContentPartPr>
              <p14:xfrm>
                <a:off x="10867171" y="3788500"/>
                <a:ext cx="23400" cy="571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7BF48D9-197A-59AC-8DE4-32B7D1BF921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849531" y="3770500"/>
                  <a:ext cx="590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183BBF-7FB0-B7B7-ED0A-B83D6CFEC981}"/>
                    </a:ext>
                  </a:extLst>
                </p14:cNvPr>
                <p14:cNvContentPartPr/>
                <p14:nvPr/>
              </p14:nvContentPartPr>
              <p14:xfrm>
                <a:off x="10870411" y="4443700"/>
                <a:ext cx="85680" cy="2329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183BBF-7FB0-B7B7-ED0A-B83D6CFEC98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852411" y="4426060"/>
                  <a:ext cx="121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B91F4C2-B0C8-3E0D-2BFC-AC0B82A51E50}"/>
                    </a:ext>
                  </a:extLst>
                </p14:cNvPr>
                <p14:cNvContentPartPr/>
                <p14:nvPr/>
              </p14:nvContentPartPr>
              <p14:xfrm>
                <a:off x="10928731" y="4727380"/>
                <a:ext cx="21960" cy="312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B91F4C2-B0C8-3E0D-2BFC-AC0B82A51E5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910731" y="4709740"/>
                  <a:ext cx="576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8F1695A-C2B4-CB74-2E43-E643061EA291}"/>
                    </a:ext>
                  </a:extLst>
                </p14:cNvPr>
                <p14:cNvContentPartPr/>
                <p14:nvPr/>
              </p14:nvContentPartPr>
              <p14:xfrm>
                <a:off x="10934491" y="5116540"/>
                <a:ext cx="74160" cy="218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8F1695A-C2B4-CB74-2E43-E643061EA29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916491" y="5098540"/>
                  <a:ext cx="1098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46061CD-CB20-50EB-7C25-7D216DF8D549}"/>
                    </a:ext>
                  </a:extLst>
                </p14:cNvPr>
                <p14:cNvContentPartPr/>
                <p14:nvPr/>
              </p14:nvContentPartPr>
              <p14:xfrm>
                <a:off x="11000011" y="5335060"/>
                <a:ext cx="32400" cy="372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46061CD-CB20-50EB-7C25-7D216DF8D54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982371" y="5317060"/>
                  <a:ext cx="680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1743839-E574-FDBB-AB3D-FEAB1300954A}"/>
                    </a:ext>
                  </a:extLst>
                </p14:cNvPr>
                <p14:cNvContentPartPr/>
                <p14:nvPr/>
              </p14:nvContentPartPr>
              <p14:xfrm>
                <a:off x="10898131" y="5772820"/>
                <a:ext cx="12240" cy="8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1743839-E574-FDBB-AB3D-FEAB1300954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880131" y="5754820"/>
                  <a:ext cx="47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CBE45AC-79D0-604E-0B76-A779F9355B93}"/>
                    </a:ext>
                  </a:extLst>
                </p14:cNvPr>
                <p14:cNvContentPartPr/>
                <p14:nvPr/>
              </p14:nvContentPartPr>
              <p14:xfrm>
                <a:off x="10858891" y="5742220"/>
                <a:ext cx="431280" cy="46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CBE45AC-79D0-604E-0B76-A779F9355B9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841251" y="5724580"/>
                  <a:ext cx="466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D3F0D0F-CFB9-538B-83EE-C0A76932036E}"/>
                    </a:ext>
                  </a:extLst>
                </p14:cNvPr>
                <p14:cNvContentPartPr/>
                <p14:nvPr/>
              </p14:nvContentPartPr>
              <p14:xfrm>
                <a:off x="10890211" y="5802700"/>
                <a:ext cx="165240" cy="151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D3F0D0F-CFB9-538B-83EE-C0A7693203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872571" y="5785060"/>
                  <a:ext cx="200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D1741CB-D2F5-6F12-C0D5-2438244C39FE}"/>
                    </a:ext>
                  </a:extLst>
                </p14:cNvPr>
                <p14:cNvContentPartPr/>
                <p14:nvPr/>
              </p14:nvContentPartPr>
              <p14:xfrm>
                <a:off x="11024131" y="5756620"/>
                <a:ext cx="86400" cy="183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D1741CB-D2F5-6F12-C0D5-2438244C39F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006491" y="5738620"/>
                  <a:ext cx="12204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72A4BD9-0207-6F89-3186-B5D72E540050}"/>
              </a:ext>
            </a:extLst>
          </p:cNvPr>
          <p:cNvGrpSpPr/>
          <p:nvPr/>
        </p:nvGrpSpPr>
        <p:grpSpPr>
          <a:xfrm>
            <a:off x="10602211" y="2204500"/>
            <a:ext cx="109440" cy="57960"/>
            <a:chOff x="10602211" y="2204500"/>
            <a:chExt cx="109440" cy="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A4FECE5-6A90-7106-B1C2-93E0E52D8DF1}"/>
                    </a:ext>
                  </a:extLst>
                </p14:cNvPr>
                <p14:cNvContentPartPr/>
                <p14:nvPr/>
              </p14:nvContentPartPr>
              <p14:xfrm>
                <a:off x="10602211" y="2204500"/>
                <a:ext cx="83520" cy="56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A4FECE5-6A90-7106-B1C2-93E0E52D8DF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584211" y="2186500"/>
                  <a:ext cx="119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FBC7C3-7EDB-5DB6-57BE-6DC3833960A4}"/>
                    </a:ext>
                  </a:extLst>
                </p14:cNvPr>
                <p14:cNvContentPartPr/>
                <p14:nvPr/>
              </p14:nvContentPartPr>
              <p14:xfrm>
                <a:off x="10654411" y="2219260"/>
                <a:ext cx="57240" cy="43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4FBC7C3-7EDB-5DB6-57BE-6DC3833960A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636771" y="2201260"/>
                  <a:ext cx="928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A94747A-8D29-06C1-C86B-E3DCB761805D}"/>
              </a:ext>
            </a:extLst>
          </p:cNvPr>
          <p:cNvGrpSpPr/>
          <p:nvPr/>
        </p:nvGrpSpPr>
        <p:grpSpPr>
          <a:xfrm>
            <a:off x="11036731" y="1991380"/>
            <a:ext cx="263160" cy="264600"/>
            <a:chOff x="11036731" y="1991380"/>
            <a:chExt cx="26316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2164098-12BB-E393-3B3C-00E7D8CDA122}"/>
                    </a:ext>
                  </a:extLst>
                </p14:cNvPr>
                <p14:cNvContentPartPr/>
                <p14:nvPr/>
              </p14:nvContentPartPr>
              <p14:xfrm>
                <a:off x="11036731" y="1991380"/>
                <a:ext cx="116640" cy="245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2164098-12BB-E393-3B3C-00E7D8CDA12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18731" y="1973380"/>
                  <a:ext cx="1522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5BBF98-3EC0-8F97-2A1D-7EBFA5E06FFA}"/>
                    </a:ext>
                  </a:extLst>
                </p14:cNvPr>
                <p14:cNvContentPartPr/>
                <p14:nvPr/>
              </p14:nvContentPartPr>
              <p14:xfrm>
                <a:off x="11271451" y="2120980"/>
                <a:ext cx="28440" cy="135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5BBF98-3EC0-8F97-2A1D-7EBFA5E06FF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53811" y="2103340"/>
                  <a:ext cx="640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97770EB-1C85-023F-1A4C-F7E4360EF070}"/>
                  </a:ext>
                </a:extLst>
              </p14:cNvPr>
              <p14:cNvContentPartPr/>
              <p14:nvPr/>
            </p14:nvContentPartPr>
            <p14:xfrm>
              <a:off x="10792291" y="3216820"/>
              <a:ext cx="65880" cy="781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97770EB-1C85-023F-1A4C-F7E4360EF070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0774651" y="3198820"/>
                <a:ext cx="10152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4FDE31E-811D-5035-B2C0-0C7142567DFD}"/>
              </a:ext>
            </a:extLst>
          </p:cNvPr>
          <p:cNvGrpSpPr/>
          <p:nvPr/>
        </p:nvGrpSpPr>
        <p:grpSpPr>
          <a:xfrm>
            <a:off x="11048971" y="3055540"/>
            <a:ext cx="281880" cy="258840"/>
            <a:chOff x="11048971" y="3055540"/>
            <a:chExt cx="28188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0FB14D5-2479-709E-3A74-A54AAD708A81}"/>
                    </a:ext>
                  </a:extLst>
                </p14:cNvPr>
                <p14:cNvContentPartPr/>
                <p14:nvPr/>
              </p14:nvContentPartPr>
              <p14:xfrm>
                <a:off x="11048971" y="3055540"/>
                <a:ext cx="74880" cy="188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0FB14D5-2479-709E-3A74-A54AAD708A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031331" y="3037540"/>
                  <a:ext cx="110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82824BE-3106-89F7-08E1-45895223735B}"/>
                    </a:ext>
                  </a:extLst>
                </p14:cNvPr>
                <p14:cNvContentPartPr/>
                <p14:nvPr/>
              </p14:nvContentPartPr>
              <p14:xfrm>
                <a:off x="11240131" y="3169660"/>
                <a:ext cx="2880" cy="1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82824BE-3106-89F7-08E1-45895223735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222491" y="3151660"/>
                  <a:ext cx="38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B70593-45F5-595D-A4FE-9B0D8CD6667F}"/>
                    </a:ext>
                  </a:extLst>
                </p14:cNvPr>
                <p14:cNvContentPartPr/>
                <p14:nvPr/>
              </p14:nvContentPartPr>
              <p14:xfrm>
                <a:off x="11237251" y="3166060"/>
                <a:ext cx="93600" cy="148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B70593-45F5-595D-A4FE-9B0D8CD666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219251" y="3148060"/>
                  <a:ext cx="12924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90F1AF3-81DA-DBB9-3A2A-9CB3EA725DF4}"/>
              </a:ext>
            </a:extLst>
          </p:cNvPr>
          <p:cNvGrpSpPr/>
          <p:nvPr/>
        </p:nvGrpSpPr>
        <p:grpSpPr>
          <a:xfrm>
            <a:off x="11509411" y="3032500"/>
            <a:ext cx="410040" cy="325800"/>
            <a:chOff x="11509411" y="3032500"/>
            <a:chExt cx="41004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EB9399-6FFA-0FF0-2E9D-8776D37109AE}"/>
                    </a:ext>
                  </a:extLst>
                </p14:cNvPr>
                <p14:cNvContentPartPr/>
                <p14:nvPr/>
              </p14:nvContentPartPr>
              <p14:xfrm>
                <a:off x="11509411" y="3247420"/>
                <a:ext cx="12960" cy="110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EB9399-6FFA-0FF0-2E9D-8776D37109A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91411" y="3229420"/>
                  <a:ext cx="48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644C1A-7651-2B00-DC81-B4CFBE76D79C}"/>
                    </a:ext>
                  </a:extLst>
                </p14:cNvPr>
                <p14:cNvContentPartPr/>
                <p14:nvPr/>
              </p14:nvContentPartPr>
              <p14:xfrm>
                <a:off x="11610931" y="3032500"/>
                <a:ext cx="73440" cy="162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644C1A-7651-2B00-DC81-B4CFBE76D79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593291" y="3014860"/>
                  <a:ext cx="109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A889B33-9B0B-92BD-993D-C472662F3766}"/>
                    </a:ext>
                  </a:extLst>
                </p14:cNvPr>
                <p14:cNvContentPartPr/>
                <p14:nvPr/>
              </p14:nvContentPartPr>
              <p14:xfrm>
                <a:off x="11825131" y="3144100"/>
                <a:ext cx="81000" cy="10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A889B33-9B0B-92BD-993D-C472662F376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807131" y="3126100"/>
                  <a:ext cx="116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FCED70-FE19-8106-104F-B9110398CCA8}"/>
                    </a:ext>
                  </a:extLst>
                </p14:cNvPr>
                <p14:cNvContentPartPr/>
                <p14:nvPr/>
              </p14:nvContentPartPr>
              <p14:xfrm>
                <a:off x="11887771" y="3182620"/>
                <a:ext cx="31680" cy="140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FCED70-FE19-8106-104F-B9110398CCA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870131" y="3164620"/>
                  <a:ext cx="6732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9129008-1C23-26D0-1D99-25506F75938C}"/>
                  </a:ext>
                </a:extLst>
              </p14:cNvPr>
              <p14:cNvContentPartPr/>
              <p14:nvPr/>
            </p14:nvContentPartPr>
            <p14:xfrm>
              <a:off x="10846651" y="4079380"/>
              <a:ext cx="43920" cy="35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9129008-1C23-26D0-1D99-25506F75938C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0829011" y="4061380"/>
                <a:ext cx="7956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E3977A-E1C3-7841-C63A-7CB21A72933B}"/>
              </a:ext>
            </a:extLst>
          </p:cNvPr>
          <p:cNvGrpSpPr/>
          <p:nvPr/>
        </p:nvGrpSpPr>
        <p:grpSpPr>
          <a:xfrm>
            <a:off x="11127091" y="3881020"/>
            <a:ext cx="967320" cy="313920"/>
            <a:chOff x="11127091" y="3881020"/>
            <a:chExt cx="96732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5ADF614-AC7D-8D36-C377-EA06A18E1C6A}"/>
                    </a:ext>
                  </a:extLst>
                </p14:cNvPr>
                <p14:cNvContentPartPr/>
                <p14:nvPr/>
              </p14:nvContentPartPr>
              <p14:xfrm>
                <a:off x="11127091" y="3923500"/>
                <a:ext cx="65880" cy="182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5ADF614-AC7D-8D36-C377-EA06A18E1C6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109451" y="3905860"/>
                  <a:ext cx="101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E3A7E88-412D-36B8-B121-E1E3B12C8A41}"/>
                    </a:ext>
                  </a:extLst>
                </p14:cNvPr>
                <p14:cNvContentPartPr/>
                <p14:nvPr/>
              </p14:nvContentPartPr>
              <p14:xfrm>
                <a:off x="11303491" y="4041940"/>
                <a:ext cx="77040" cy="126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E3A7E88-412D-36B8-B121-E1E3B12C8A4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285851" y="4024300"/>
                  <a:ext cx="112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165F200-53C0-8648-5589-F8F95EF5E4F2}"/>
                    </a:ext>
                  </a:extLst>
                </p14:cNvPr>
                <p14:cNvContentPartPr/>
                <p14:nvPr/>
              </p14:nvContentPartPr>
              <p14:xfrm>
                <a:off x="11457211" y="4104580"/>
                <a:ext cx="17640" cy="83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165F200-53C0-8648-5589-F8F95EF5E4F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439211" y="4086940"/>
                  <a:ext cx="53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888CC12-6784-77F2-B5E2-C7538E0E5F23}"/>
                    </a:ext>
                  </a:extLst>
                </p14:cNvPr>
                <p14:cNvContentPartPr/>
                <p14:nvPr/>
              </p14:nvContentPartPr>
              <p14:xfrm>
                <a:off x="11522011" y="3881020"/>
                <a:ext cx="59760" cy="188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888CC12-6784-77F2-B5E2-C7538E0E5F2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504011" y="3863020"/>
                  <a:ext cx="95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6366BA1-F5EA-59A0-07A1-FAFD9E3F3F26}"/>
                    </a:ext>
                  </a:extLst>
                </p14:cNvPr>
                <p14:cNvContentPartPr/>
                <p14:nvPr/>
              </p14:nvContentPartPr>
              <p14:xfrm>
                <a:off x="11672131" y="4015300"/>
                <a:ext cx="84240" cy="29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6366BA1-F5EA-59A0-07A1-FAFD9E3F3F2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654131" y="3997300"/>
                  <a:ext cx="119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32178AE-97E8-567A-DC43-AEDE66B11B67}"/>
                    </a:ext>
                  </a:extLst>
                </p14:cNvPr>
                <p14:cNvContentPartPr/>
                <p14:nvPr/>
              </p14:nvContentPartPr>
              <p14:xfrm>
                <a:off x="11697691" y="4017460"/>
                <a:ext cx="13680" cy="137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32178AE-97E8-567A-DC43-AEDE66B11B6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680051" y="3999820"/>
                  <a:ext cx="49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39470C2-F075-3423-3CFC-055700D666DA}"/>
                    </a:ext>
                  </a:extLst>
                </p14:cNvPr>
                <p14:cNvContentPartPr/>
                <p14:nvPr/>
              </p14:nvContentPartPr>
              <p14:xfrm>
                <a:off x="11779411" y="4089820"/>
                <a:ext cx="36360" cy="84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39470C2-F075-3423-3CFC-055700D666D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761411" y="4072180"/>
                  <a:ext cx="72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AA77A7A-70B1-E5E5-032B-3B2F031FB14C}"/>
                    </a:ext>
                  </a:extLst>
                </p14:cNvPr>
                <p14:cNvContentPartPr/>
                <p14:nvPr/>
              </p14:nvContentPartPr>
              <p14:xfrm>
                <a:off x="11936371" y="3921700"/>
                <a:ext cx="30600" cy="177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AA77A7A-70B1-E5E5-032B-3B2F031FB14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918731" y="3903700"/>
                  <a:ext cx="66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E0D7EE-BA7E-4B36-1C69-4A6E13F4F5AC}"/>
                    </a:ext>
                  </a:extLst>
                </p14:cNvPr>
                <p14:cNvContentPartPr/>
                <p14:nvPr/>
              </p14:nvContentPartPr>
              <p14:xfrm>
                <a:off x="12028531" y="4046980"/>
                <a:ext cx="41400" cy="147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E0D7EE-BA7E-4B36-1C69-4A6E13F4F5A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2010891" y="4029340"/>
                  <a:ext cx="77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15D7782-D45C-42C5-6454-0FCFFCFCC30A}"/>
                    </a:ext>
                  </a:extLst>
                </p14:cNvPr>
                <p14:cNvContentPartPr/>
                <p14:nvPr/>
              </p14:nvContentPartPr>
              <p14:xfrm>
                <a:off x="12028171" y="4113580"/>
                <a:ext cx="66240" cy="40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15D7782-D45C-42C5-6454-0FCFFCFCC30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2010531" y="4095580"/>
                  <a:ext cx="10188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8CE4C46-0724-653F-8420-C8CB06AF1B43}"/>
                  </a:ext>
                </a:extLst>
              </p14:cNvPr>
              <p14:cNvContentPartPr/>
              <p14:nvPr/>
            </p14:nvContentPartPr>
            <p14:xfrm>
              <a:off x="10921171" y="4865260"/>
              <a:ext cx="34920" cy="356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8CE4C46-0724-653F-8420-C8CB06AF1B43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0903171" y="4847620"/>
                <a:ext cx="7056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58B980B-3EE1-E7DB-82C7-DD3CE72662D7}"/>
              </a:ext>
            </a:extLst>
          </p:cNvPr>
          <p:cNvGrpSpPr/>
          <p:nvPr/>
        </p:nvGrpSpPr>
        <p:grpSpPr>
          <a:xfrm>
            <a:off x="11270371" y="4768420"/>
            <a:ext cx="350280" cy="308160"/>
            <a:chOff x="11270371" y="4768420"/>
            <a:chExt cx="35028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150D9EF-E2FA-8F65-374A-249364509FB8}"/>
                    </a:ext>
                  </a:extLst>
                </p14:cNvPr>
                <p14:cNvContentPartPr/>
                <p14:nvPr/>
              </p14:nvContentPartPr>
              <p14:xfrm>
                <a:off x="11270371" y="4768420"/>
                <a:ext cx="66960" cy="164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150D9EF-E2FA-8F65-374A-249364509FB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252371" y="4750420"/>
                  <a:ext cx="102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89B86F0-BB34-4944-8E45-A44F2173626B}"/>
                    </a:ext>
                  </a:extLst>
                </p14:cNvPr>
                <p14:cNvContentPartPr/>
                <p14:nvPr/>
              </p14:nvContentPartPr>
              <p14:xfrm>
                <a:off x="11425531" y="4915300"/>
                <a:ext cx="70560" cy="161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89B86F0-BB34-4944-8E45-A44F2173626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407531" y="4897660"/>
                  <a:ext cx="106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B2CB21E-E6C8-7B33-E370-FCBDE4919B17}"/>
                    </a:ext>
                  </a:extLst>
                </p14:cNvPr>
                <p14:cNvContentPartPr/>
                <p14:nvPr/>
              </p14:nvContentPartPr>
              <p14:xfrm>
                <a:off x="11611651" y="4895500"/>
                <a:ext cx="9000" cy="7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B2CB21E-E6C8-7B33-E370-FCBDE4919B1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593651" y="4877860"/>
                  <a:ext cx="4464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8F218E8-9B5B-5024-8FE5-63A971C2B6C3}"/>
              </a:ext>
            </a:extLst>
          </p:cNvPr>
          <p:cNvGrpSpPr/>
          <p:nvPr/>
        </p:nvGrpSpPr>
        <p:grpSpPr>
          <a:xfrm>
            <a:off x="11774371" y="4756900"/>
            <a:ext cx="246240" cy="325080"/>
            <a:chOff x="11774371" y="4756900"/>
            <a:chExt cx="24624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6F28E55-99F7-CC6E-7447-DA6469029890}"/>
                    </a:ext>
                  </a:extLst>
                </p14:cNvPr>
                <p14:cNvContentPartPr/>
                <p14:nvPr/>
              </p14:nvContentPartPr>
              <p14:xfrm>
                <a:off x="11774371" y="4756900"/>
                <a:ext cx="91440" cy="188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6F28E55-99F7-CC6E-7447-DA646902989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756731" y="4738900"/>
                  <a:ext cx="127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A5B67C8-A806-8F8A-916C-7E7FDCEC24A6}"/>
                    </a:ext>
                  </a:extLst>
                </p14:cNvPr>
                <p14:cNvContentPartPr/>
                <p14:nvPr/>
              </p14:nvContentPartPr>
              <p14:xfrm>
                <a:off x="11930971" y="4909180"/>
                <a:ext cx="89640" cy="172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A5B67C8-A806-8F8A-916C-7E7FDCEC24A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913331" y="4891540"/>
                  <a:ext cx="12528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B7F6385-924D-D365-7EF6-B30C0CC8AA1F}"/>
                  </a:ext>
                </a:extLst>
              </p14:cNvPr>
              <p14:cNvContentPartPr/>
              <p14:nvPr/>
            </p14:nvContentPartPr>
            <p14:xfrm>
              <a:off x="10438771" y="5795860"/>
              <a:ext cx="104400" cy="2192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B7F6385-924D-D365-7EF6-B30C0CC8AA1F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10421131" y="5778220"/>
                <a:ext cx="14004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19AF41F-DC18-E656-7475-26ADF9063DF4}"/>
              </a:ext>
            </a:extLst>
          </p:cNvPr>
          <p:cNvGrpSpPr/>
          <p:nvPr/>
        </p:nvGrpSpPr>
        <p:grpSpPr>
          <a:xfrm>
            <a:off x="9918931" y="1911820"/>
            <a:ext cx="456120" cy="294120"/>
            <a:chOff x="9918931" y="1911820"/>
            <a:chExt cx="45612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29EA6C-8C5B-D081-A4F8-64D97D1644B7}"/>
                    </a:ext>
                  </a:extLst>
                </p14:cNvPr>
                <p14:cNvContentPartPr/>
                <p14:nvPr/>
              </p14:nvContentPartPr>
              <p14:xfrm>
                <a:off x="9918931" y="2037460"/>
                <a:ext cx="135720" cy="168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29EA6C-8C5B-D081-A4F8-64D97D1644B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900931" y="2019820"/>
                  <a:ext cx="171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410253-A738-0ED2-F1BE-2A6C71A99924}"/>
                    </a:ext>
                  </a:extLst>
                </p14:cNvPr>
                <p14:cNvContentPartPr/>
                <p14:nvPr/>
              </p14:nvContentPartPr>
              <p14:xfrm>
                <a:off x="10119091" y="2079940"/>
                <a:ext cx="22320" cy="6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410253-A738-0ED2-F1BE-2A6C71A9992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101091" y="2061940"/>
                  <a:ext cx="57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1108C36-5389-271C-2FE1-E276B4474020}"/>
                    </a:ext>
                  </a:extLst>
                </p14:cNvPr>
                <p14:cNvContentPartPr/>
                <p14:nvPr/>
              </p14:nvContentPartPr>
              <p14:xfrm>
                <a:off x="10188931" y="1911820"/>
                <a:ext cx="186120" cy="115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1108C36-5389-271C-2FE1-E276B447402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170931" y="1894180"/>
                  <a:ext cx="2217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A2A348E-2781-81C3-279E-52B4943D763A}"/>
              </a:ext>
            </a:extLst>
          </p:cNvPr>
          <p:cNvGrpSpPr/>
          <p:nvPr/>
        </p:nvGrpSpPr>
        <p:grpSpPr>
          <a:xfrm>
            <a:off x="9926131" y="3967780"/>
            <a:ext cx="496800" cy="313200"/>
            <a:chOff x="9926131" y="3967780"/>
            <a:chExt cx="49680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5EDC87-A714-3C65-ED30-43C5D992FE89}"/>
                    </a:ext>
                  </a:extLst>
                </p14:cNvPr>
                <p14:cNvContentPartPr/>
                <p14:nvPr/>
              </p14:nvContentPartPr>
              <p14:xfrm>
                <a:off x="9926131" y="4054180"/>
                <a:ext cx="117360" cy="226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5EDC87-A714-3C65-ED30-43C5D992FE8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908491" y="4036540"/>
                  <a:ext cx="153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766F5F6-EF8F-0831-60F1-FE6FCC4C4EEF}"/>
                    </a:ext>
                  </a:extLst>
                </p14:cNvPr>
                <p14:cNvContentPartPr/>
                <p14:nvPr/>
              </p14:nvContentPartPr>
              <p14:xfrm>
                <a:off x="10116931" y="4074340"/>
                <a:ext cx="20520" cy="10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766F5F6-EF8F-0831-60F1-FE6FCC4C4EE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099291" y="4056340"/>
                  <a:ext cx="56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D69702C-03EF-9014-98BF-573E91C62A08}"/>
                    </a:ext>
                  </a:extLst>
                </p14:cNvPr>
                <p14:cNvContentPartPr/>
                <p14:nvPr/>
              </p14:nvContentPartPr>
              <p14:xfrm>
                <a:off x="10212691" y="3967780"/>
                <a:ext cx="100800" cy="214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D69702C-03EF-9014-98BF-573E91C62A0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194691" y="3949780"/>
                  <a:ext cx="1364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2F5CC9B-8A0C-3D47-25CF-AD7CE193BEBD}"/>
                    </a:ext>
                  </a:extLst>
                </p14:cNvPr>
                <p14:cNvContentPartPr/>
                <p14:nvPr/>
              </p14:nvContentPartPr>
              <p14:xfrm>
                <a:off x="10388371" y="3968140"/>
                <a:ext cx="34560" cy="286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2F5CC9B-8A0C-3D47-25CF-AD7CE193BEB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370371" y="3950140"/>
                  <a:ext cx="70200" cy="32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273A28EF-AA94-4C75-5655-846CA1885BC7}"/>
                  </a:ext>
                </a:extLst>
              </p14:cNvPr>
              <p14:cNvContentPartPr/>
              <p14:nvPr/>
            </p14:nvContentPartPr>
            <p14:xfrm>
              <a:off x="10537051" y="4131940"/>
              <a:ext cx="111600" cy="1526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273A28EF-AA94-4C75-5655-846CA1885BC7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0519051" y="4114300"/>
                <a:ext cx="1472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81C4533-B8D7-0DD0-6075-EEC2DC2E278B}"/>
                  </a:ext>
                </a:extLst>
              </p14:cNvPr>
              <p14:cNvContentPartPr/>
              <p14:nvPr/>
            </p14:nvContentPartPr>
            <p14:xfrm>
              <a:off x="9818131" y="3145540"/>
              <a:ext cx="720" cy="28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81C4533-B8D7-0DD0-6075-EEC2DC2E278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9800131" y="3127540"/>
                <a:ext cx="363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A53F777-4E61-0EB1-4229-CDB65B75E91C}"/>
              </a:ext>
            </a:extLst>
          </p:cNvPr>
          <p:cNvGrpSpPr/>
          <p:nvPr/>
        </p:nvGrpSpPr>
        <p:grpSpPr>
          <a:xfrm>
            <a:off x="9749011" y="4913860"/>
            <a:ext cx="405000" cy="543240"/>
            <a:chOff x="9749011" y="4913860"/>
            <a:chExt cx="40500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6AF603C-AEAE-E458-565B-983B0E2C79C7}"/>
                    </a:ext>
                  </a:extLst>
                </p14:cNvPr>
                <p14:cNvContentPartPr/>
                <p14:nvPr/>
              </p14:nvContentPartPr>
              <p14:xfrm>
                <a:off x="9790051" y="4913860"/>
                <a:ext cx="48600" cy="219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6AF603C-AEAE-E458-565B-983B0E2C79C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772051" y="4896220"/>
                  <a:ext cx="84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1D68136-E4A8-2E20-E69F-A8D63262181A}"/>
                    </a:ext>
                  </a:extLst>
                </p14:cNvPr>
                <p14:cNvContentPartPr/>
                <p14:nvPr/>
              </p14:nvContentPartPr>
              <p14:xfrm>
                <a:off x="9749011" y="5084140"/>
                <a:ext cx="162720" cy="40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1D68136-E4A8-2E20-E69F-A8D63262181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731371" y="5066140"/>
                  <a:ext cx="1983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16AD9CA-FFA4-BB88-BA90-638CFB1AA98C}"/>
                    </a:ext>
                  </a:extLst>
                </p14:cNvPr>
                <p14:cNvContentPartPr/>
                <p14:nvPr/>
              </p14:nvContentPartPr>
              <p14:xfrm>
                <a:off x="9853771" y="5205460"/>
                <a:ext cx="96840" cy="185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16AD9CA-FFA4-BB88-BA90-638CFB1AA98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836131" y="5187460"/>
                  <a:ext cx="132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E1B70CF-B202-BD63-6830-ACD4BC93B871}"/>
                    </a:ext>
                  </a:extLst>
                </p14:cNvPr>
                <p14:cNvContentPartPr/>
                <p14:nvPr/>
              </p14:nvContentPartPr>
              <p14:xfrm>
                <a:off x="9953851" y="5270620"/>
                <a:ext cx="29160" cy="186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E1B70CF-B202-BD63-6830-ACD4BC93B87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936211" y="5252620"/>
                  <a:ext cx="64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71481D9-8D34-30C9-66F8-93D8400A5B33}"/>
                    </a:ext>
                  </a:extLst>
                </p14:cNvPr>
                <p14:cNvContentPartPr/>
                <p14:nvPr/>
              </p14:nvContentPartPr>
              <p14:xfrm>
                <a:off x="10087411" y="5078380"/>
                <a:ext cx="5040" cy="15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71481D9-8D34-30C9-66F8-93D8400A5B3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069411" y="5060380"/>
                  <a:ext cx="40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DFF2B1D-7D01-54E5-C6A4-C9791AABDD50}"/>
                    </a:ext>
                  </a:extLst>
                </p14:cNvPr>
                <p14:cNvContentPartPr/>
                <p14:nvPr/>
              </p14:nvContentPartPr>
              <p14:xfrm>
                <a:off x="10047811" y="5054260"/>
                <a:ext cx="106200" cy="138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DFF2B1D-7D01-54E5-C6A4-C9791AABDD5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030171" y="5036260"/>
                  <a:ext cx="141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47C6BD9-FB96-EC89-795B-2C8701925F16}"/>
                    </a:ext>
                  </a:extLst>
                </p14:cNvPr>
                <p14:cNvContentPartPr/>
                <p14:nvPr/>
              </p14:nvContentPartPr>
              <p14:xfrm>
                <a:off x="10103251" y="5114740"/>
                <a:ext cx="29880" cy="107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47C6BD9-FB96-EC89-795B-2C8701925F1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085611" y="5096740"/>
                  <a:ext cx="6552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D0B7C22-DE03-6108-F54F-8638855DADDC}"/>
              </a:ext>
            </a:extLst>
          </p:cNvPr>
          <p:cNvGrpSpPr/>
          <p:nvPr/>
        </p:nvGrpSpPr>
        <p:grpSpPr>
          <a:xfrm>
            <a:off x="10366051" y="4957780"/>
            <a:ext cx="335520" cy="198000"/>
            <a:chOff x="10366051" y="4957780"/>
            <a:chExt cx="33552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D1941A0-2034-0B9B-164A-402599BBAB4F}"/>
                    </a:ext>
                  </a:extLst>
                </p14:cNvPr>
                <p14:cNvContentPartPr/>
                <p14:nvPr/>
              </p14:nvContentPartPr>
              <p14:xfrm>
                <a:off x="10366051" y="4986940"/>
                <a:ext cx="77760" cy="168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D1941A0-2034-0B9B-164A-402599BBAB4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348051" y="4969300"/>
                  <a:ext cx="113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8F41E78-04B9-4459-77FC-D2E1A70F1937}"/>
                    </a:ext>
                  </a:extLst>
                </p14:cNvPr>
                <p14:cNvContentPartPr/>
                <p14:nvPr/>
              </p14:nvContentPartPr>
              <p14:xfrm>
                <a:off x="10544611" y="5037340"/>
                <a:ext cx="3240" cy="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8F41E78-04B9-4459-77FC-D2E1A70F193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526971" y="5019700"/>
                  <a:ext cx="3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DE739D-E095-BEB9-9B4B-766AE94630FC}"/>
                    </a:ext>
                  </a:extLst>
                </p14:cNvPr>
                <p14:cNvContentPartPr/>
                <p14:nvPr/>
              </p14:nvContentPartPr>
              <p14:xfrm>
                <a:off x="10619851" y="4957780"/>
                <a:ext cx="81720" cy="117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DE739D-E095-BEB9-9B4B-766AE94630F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601851" y="4939780"/>
                  <a:ext cx="1173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A3560AB-9907-148C-9A69-17303300C847}"/>
              </a:ext>
            </a:extLst>
          </p:cNvPr>
          <p:cNvGrpSpPr/>
          <p:nvPr/>
        </p:nvGrpSpPr>
        <p:grpSpPr>
          <a:xfrm>
            <a:off x="9727411" y="3059500"/>
            <a:ext cx="826200" cy="344880"/>
            <a:chOff x="9727411" y="3059500"/>
            <a:chExt cx="82620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6894801-E527-F2DD-37F6-DB158941D88C}"/>
                    </a:ext>
                  </a:extLst>
                </p14:cNvPr>
                <p14:cNvContentPartPr/>
                <p14:nvPr/>
              </p14:nvContentPartPr>
              <p14:xfrm>
                <a:off x="9727411" y="3086860"/>
                <a:ext cx="106920" cy="166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6894801-E527-F2DD-37F6-DB158941D88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09411" y="3068860"/>
                  <a:ext cx="142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8AC3902-A5C6-FE59-516C-76611C7A0E40}"/>
                    </a:ext>
                  </a:extLst>
                </p14:cNvPr>
                <p14:cNvContentPartPr/>
                <p14:nvPr/>
              </p14:nvContentPartPr>
              <p14:xfrm>
                <a:off x="9865291" y="3152380"/>
                <a:ext cx="91800" cy="165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8AC3902-A5C6-FE59-516C-76611C7A0E4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847291" y="3134380"/>
                  <a:ext cx="127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CC5D97B-98E5-C596-98D2-C0263A9DD45A}"/>
                    </a:ext>
                  </a:extLst>
                </p14:cNvPr>
                <p14:cNvContentPartPr/>
                <p14:nvPr/>
              </p14:nvContentPartPr>
              <p14:xfrm>
                <a:off x="9947731" y="3266860"/>
                <a:ext cx="93600" cy="137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CC5D97B-98E5-C596-98D2-C0263A9DD45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30091" y="3248860"/>
                  <a:ext cx="129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1E315F8-AF28-ABCF-8A87-4505FBFAC1E2}"/>
                    </a:ext>
                  </a:extLst>
                </p14:cNvPr>
                <p14:cNvContentPartPr/>
                <p14:nvPr/>
              </p14:nvContentPartPr>
              <p14:xfrm>
                <a:off x="10154011" y="3172540"/>
                <a:ext cx="8280" cy="15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1E315F8-AF28-ABCF-8A87-4505FBFAC1E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136011" y="3154540"/>
                  <a:ext cx="43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83E6D9D-5877-70F4-E21D-C8FDAF6AA3DF}"/>
                    </a:ext>
                  </a:extLst>
                </p14:cNvPr>
                <p14:cNvContentPartPr/>
                <p14:nvPr/>
              </p14:nvContentPartPr>
              <p14:xfrm>
                <a:off x="10251211" y="3059500"/>
                <a:ext cx="59400" cy="166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83E6D9D-5877-70F4-E21D-C8FDAF6AA3D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233571" y="3041860"/>
                  <a:ext cx="95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53314CC-A174-0F85-19EE-AE37D0871F45}"/>
                    </a:ext>
                  </a:extLst>
                </p14:cNvPr>
                <p14:cNvContentPartPr/>
                <p14:nvPr/>
              </p14:nvContentPartPr>
              <p14:xfrm>
                <a:off x="10397371" y="3119980"/>
                <a:ext cx="16200" cy="11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53314CC-A174-0F85-19EE-AE37D0871F4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79731" y="3101980"/>
                  <a:ext cx="51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D38F665-7A9E-8388-7877-0A48C62952D8}"/>
                    </a:ext>
                  </a:extLst>
                </p14:cNvPr>
                <p14:cNvContentPartPr/>
                <p14:nvPr/>
              </p14:nvContentPartPr>
              <p14:xfrm>
                <a:off x="10484131" y="3072100"/>
                <a:ext cx="69480" cy="150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D38F665-7A9E-8388-7877-0A48C62952D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466131" y="3054460"/>
                  <a:ext cx="105120" cy="18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778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CE0D-5CB6-1EDA-C78E-F1CBACD3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95FF-B1C3-0816-8325-F7A86D20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0B68-D1B8-1672-D9B5-46CE99263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98F4B701-403D-1D4C-0FA7-B1E4C04B5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" y="2536934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8C9ECF9-3FBC-4702-649C-2D36EC84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90A40-789A-5529-6761-024AC4992FC3}"/>
              </a:ext>
            </a:extLst>
          </p:cNvPr>
          <p:cNvGrpSpPr/>
          <p:nvPr/>
        </p:nvGrpSpPr>
        <p:grpSpPr>
          <a:xfrm>
            <a:off x="699691" y="3549820"/>
            <a:ext cx="254160" cy="816840"/>
            <a:chOff x="699691" y="3549820"/>
            <a:chExt cx="254160" cy="81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02660C6-C38B-0458-D912-30B05A98C569}"/>
                    </a:ext>
                  </a:extLst>
                </p14:cNvPr>
                <p14:cNvContentPartPr/>
                <p14:nvPr/>
              </p14:nvContentPartPr>
              <p14:xfrm>
                <a:off x="806251" y="3549820"/>
                <a:ext cx="51840" cy="816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02660C6-C38B-0458-D912-30B05A98C5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8611" y="3532180"/>
                  <a:ext cx="87480" cy="8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FBF8E0-8A5E-1DBE-30BB-91BB017CC0FA}"/>
                    </a:ext>
                  </a:extLst>
                </p14:cNvPr>
                <p14:cNvContentPartPr/>
                <p14:nvPr/>
              </p14:nvContentPartPr>
              <p14:xfrm>
                <a:off x="699691" y="4142380"/>
                <a:ext cx="254160" cy="208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FBF8E0-8A5E-1DBE-30BB-91BB017CC0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1691" y="4124380"/>
                  <a:ext cx="28980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AB7B7D-81AC-7A08-E0B6-BCA446A9BB10}"/>
              </a:ext>
            </a:extLst>
          </p:cNvPr>
          <p:cNvGrpSpPr/>
          <p:nvPr/>
        </p:nvGrpSpPr>
        <p:grpSpPr>
          <a:xfrm>
            <a:off x="1263091" y="3070300"/>
            <a:ext cx="1010520" cy="214200"/>
            <a:chOff x="1263091" y="3070300"/>
            <a:chExt cx="101052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B3971B8-0485-A174-91FA-93871CC618EC}"/>
                    </a:ext>
                  </a:extLst>
                </p14:cNvPr>
                <p14:cNvContentPartPr/>
                <p14:nvPr/>
              </p14:nvContentPartPr>
              <p14:xfrm>
                <a:off x="1263091" y="3190180"/>
                <a:ext cx="968040" cy="94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B3971B8-0485-A174-91FA-93871CC618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45451" y="3172540"/>
                  <a:ext cx="1003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BFF870-3A31-99E3-7391-552F26261BF0}"/>
                    </a:ext>
                  </a:extLst>
                </p14:cNvPr>
                <p14:cNvContentPartPr/>
                <p14:nvPr/>
              </p14:nvContentPartPr>
              <p14:xfrm>
                <a:off x="2077411" y="3070300"/>
                <a:ext cx="196200" cy="208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BFF870-3A31-99E3-7391-552F26261BF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59411" y="3052300"/>
                  <a:ext cx="23184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A7ED12-A664-BE85-4F8C-5E72B207C5EF}"/>
              </a:ext>
            </a:extLst>
          </p:cNvPr>
          <p:cNvGrpSpPr/>
          <p:nvPr/>
        </p:nvGrpSpPr>
        <p:grpSpPr>
          <a:xfrm>
            <a:off x="833611" y="4528300"/>
            <a:ext cx="193680" cy="761400"/>
            <a:chOff x="833611" y="4528300"/>
            <a:chExt cx="193680" cy="76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37B5FD-87D0-2014-090F-8A899EA25946}"/>
                    </a:ext>
                  </a:extLst>
                </p14:cNvPr>
                <p14:cNvContentPartPr/>
                <p14:nvPr/>
              </p14:nvContentPartPr>
              <p14:xfrm>
                <a:off x="927931" y="4528300"/>
                <a:ext cx="19080" cy="76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37B5FD-87D0-2014-090F-8A899EA2594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9931" y="4510300"/>
                  <a:ext cx="5472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41306C-F429-7C10-A085-AB9E46804776}"/>
                    </a:ext>
                  </a:extLst>
                </p14:cNvPr>
                <p14:cNvContentPartPr/>
                <p14:nvPr/>
              </p14:nvContentPartPr>
              <p14:xfrm>
                <a:off x="833611" y="5065060"/>
                <a:ext cx="193680" cy="20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41306C-F429-7C10-A085-AB9E4680477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5971" y="5047060"/>
                  <a:ext cx="22932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8FD369-ED26-2D52-EBAE-FC19519F516F}"/>
              </a:ext>
            </a:extLst>
          </p:cNvPr>
          <p:cNvGrpSpPr/>
          <p:nvPr/>
        </p:nvGrpSpPr>
        <p:grpSpPr>
          <a:xfrm>
            <a:off x="1379011" y="3557380"/>
            <a:ext cx="1211400" cy="663840"/>
            <a:chOff x="1379011" y="3557380"/>
            <a:chExt cx="1211400" cy="66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06DD862-67E7-233F-9DDA-F5C7108F06E2}"/>
                    </a:ext>
                  </a:extLst>
                </p14:cNvPr>
                <p14:cNvContentPartPr/>
                <p14:nvPr/>
              </p14:nvContentPartPr>
              <p14:xfrm>
                <a:off x="1379011" y="4156420"/>
                <a:ext cx="742320" cy="34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06DD862-67E7-233F-9DDA-F5C7108F06E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61371" y="4138420"/>
                  <a:ext cx="777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197587-330C-1AD5-CD71-36025E14F037}"/>
                    </a:ext>
                  </a:extLst>
                </p14:cNvPr>
                <p14:cNvContentPartPr/>
                <p14:nvPr/>
              </p14:nvContentPartPr>
              <p14:xfrm>
                <a:off x="2037451" y="4048060"/>
                <a:ext cx="121320" cy="154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197587-330C-1AD5-CD71-36025E14F03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19451" y="4030060"/>
                  <a:ext cx="156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A41859-3C0D-C4EF-600F-0DC14D8CE1D3}"/>
                    </a:ext>
                  </a:extLst>
                </p14:cNvPr>
                <p14:cNvContentPartPr/>
                <p14:nvPr/>
              </p14:nvContentPartPr>
              <p14:xfrm>
                <a:off x="2494651" y="3557380"/>
                <a:ext cx="19800" cy="41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A41859-3C0D-C4EF-600F-0DC14D8CE1D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77011" y="3539380"/>
                  <a:ext cx="55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4A3650-23A6-2A75-B66D-AAFAB3969361}"/>
                    </a:ext>
                  </a:extLst>
                </p14:cNvPr>
                <p14:cNvContentPartPr/>
                <p14:nvPr/>
              </p14:nvContentPartPr>
              <p14:xfrm>
                <a:off x="2522371" y="3571060"/>
                <a:ext cx="33480" cy="650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A3650-23A6-2A75-B66D-AAFAB39693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04371" y="3553060"/>
                  <a:ext cx="691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45621F-681E-15A6-1B99-F083090DD493}"/>
                    </a:ext>
                  </a:extLst>
                </p14:cNvPr>
                <p14:cNvContentPartPr/>
                <p14:nvPr/>
              </p14:nvContentPartPr>
              <p14:xfrm>
                <a:off x="2447131" y="4126180"/>
                <a:ext cx="143280" cy="76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45621F-681E-15A6-1B99-F083090DD49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29131" y="4108540"/>
                  <a:ext cx="17892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55E8F8-67B7-33C7-B6C5-20DB8DAC4FFD}"/>
              </a:ext>
            </a:extLst>
          </p:cNvPr>
          <p:cNvGrpSpPr/>
          <p:nvPr/>
        </p:nvGrpSpPr>
        <p:grpSpPr>
          <a:xfrm>
            <a:off x="2528851" y="3058420"/>
            <a:ext cx="898200" cy="252720"/>
            <a:chOff x="2528851" y="3058420"/>
            <a:chExt cx="89820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3E5281-D441-95E8-0978-EC691274466B}"/>
                    </a:ext>
                  </a:extLst>
                </p14:cNvPr>
                <p14:cNvContentPartPr/>
                <p14:nvPr/>
              </p14:nvContentPartPr>
              <p14:xfrm>
                <a:off x="2528851" y="3145180"/>
                <a:ext cx="871560" cy="165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3E5281-D441-95E8-0978-EC691274466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11211" y="3127180"/>
                  <a:ext cx="907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08DAE8-553C-B2E3-2E1E-6AEDC3AA449A}"/>
                    </a:ext>
                  </a:extLst>
                </p14:cNvPr>
                <p14:cNvContentPartPr/>
                <p14:nvPr/>
              </p14:nvContentPartPr>
              <p14:xfrm>
                <a:off x="3244531" y="3058420"/>
                <a:ext cx="182520" cy="163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08DAE8-553C-B2E3-2E1E-6AEDC3AA449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26531" y="3040420"/>
                  <a:ext cx="21816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6E3F07-6B16-E7F0-AE61-F1BF7A2528A6}"/>
              </a:ext>
            </a:extLst>
          </p:cNvPr>
          <p:cNvGrpSpPr/>
          <p:nvPr/>
        </p:nvGrpSpPr>
        <p:grpSpPr>
          <a:xfrm>
            <a:off x="1271011" y="5434780"/>
            <a:ext cx="1017360" cy="230400"/>
            <a:chOff x="1271011" y="5434780"/>
            <a:chExt cx="101736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418CE4-C506-5D21-93AC-65E48413E03D}"/>
                    </a:ext>
                  </a:extLst>
                </p14:cNvPr>
                <p14:cNvContentPartPr/>
                <p14:nvPr/>
              </p14:nvContentPartPr>
              <p14:xfrm>
                <a:off x="1271011" y="5516860"/>
                <a:ext cx="1008000" cy="45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418CE4-C506-5D21-93AC-65E48413E03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53011" y="5498860"/>
                  <a:ext cx="1043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A1E564-81F6-6F41-B7BC-4FD385B3EB37}"/>
                    </a:ext>
                  </a:extLst>
                </p14:cNvPr>
                <p14:cNvContentPartPr/>
                <p14:nvPr/>
              </p14:nvContentPartPr>
              <p14:xfrm>
                <a:off x="2149771" y="5434780"/>
                <a:ext cx="138600" cy="230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A1E564-81F6-6F41-B7BC-4FD385B3EB3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32131" y="5417140"/>
                  <a:ext cx="1742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ADCDE7-FE95-1450-5501-75402984FD64}"/>
              </a:ext>
            </a:extLst>
          </p:cNvPr>
          <p:cNvGrpSpPr/>
          <p:nvPr/>
        </p:nvGrpSpPr>
        <p:grpSpPr>
          <a:xfrm>
            <a:off x="2117371" y="4452700"/>
            <a:ext cx="103320" cy="671760"/>
            <a:chOff x="2117371" y="4452700"/>
            <a:chExt cx="103320" cy="6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681B6B3-7F42-4CAC-0277-9648B11E5848}"/>
                    </a:ext>
                  </a:extLst>
                </p14:cNvPr>
                <p14:cNvContentPartPr/>
                <p14:nvPr/>
              </p14:nvContentPartPr>
              <p14:xfrm>
                <a:off x="2135011" y="4452700"/>
                <a:ext cx="59040" cy="57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681B6B3-7F42-4CAC-0277-9648B11E584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17011" y="4434700"/>
                  <a:ext cx="9468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80E1EB-7BC4-0E1F-95B4-7941BF30B799}"/>
                    </a:ext>
                  </a:extLst>
                </p14:cNvPr>
                <p14:cNvContentPartPr/>
                <p14:nvPr/>
              </p14:nvContentPartPr>
              <p14:xfrm>
                <a:off x="2117371" y="5038780"/>
                <a:ext cx="103320" cy="85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80E1EB-7BC4-0E1F-95B4-7941BF30B7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99371" y="5021140"/>
                  <a:ext cx="1389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7004F3-6A50-B48F-03CA-2910DA6BC643}"/>
              </a:ext>
            </a:extLst>
          </p:cNvPr>
          <p:cNvGrpSpPr/>
          <p:nvPr/>
        </p:nvGrpSpPr>
        <p:grpSpPr>
          <a:xfrm>
            <a:off x="2624611" y="3617860"/>
            <a:ext cx="879840" cy="637200"/>
            <a:chOff x="2624611" y="3617860"/>
            <a:chExt cx="87984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7524BFF-CB8F-4A7F-6414-D7204134ABC4}"/>
                    </a:ext>
                  </a:extLst>
                </p14:cNvPr>
                <p14:cNvContentPartPr/>
                <p14:nvPr/>
              </p14:nvContentPartPr>
              <p14:xfrm>
                <a:off x="2624611" y="4180540"/>
                <a:ext cx="810360" cy="71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7524BFF-CB8F-4A7F-6414-D7204134AB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06971" y="4162540"/>
                  <a:ext cx="846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D6CB2B-A27A-0C17-414C-0941D14BD45F}"/>
                    </a:ext>
                  </a:extLst>
                </p14:cNvPr>
                <p14:cNvContentPartPr/>
                <p14:nvPr/>
              </p14:nvContentPartPr>
              <p14:xfrm>
                <a:off x="3333811" y="4067500"/>
                <a:ext cx="148680" cy="187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D6CB2B-A27A-0C17-414C-0941D14BD4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16171" y="4049500"/>
                  <a:ext cx="184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11DA29-5773-B328-FF3B-88D51AB99445}"/>
                    </a:ext>
                  </a:extLst>
                </p14:cNvPr>
                <p14:cNvContentPartPr/>
                <p14:nvPr/>
              </p14:nvContentPartPr>
              <p14:xfrm>
                <a:off x="3333811" y="3617860"/>
                <a:ext cx="83520" cy="307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11DA29-5773-B328-FF3B-88D51AB9944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16171" y="3599860"/>
                  <a:ext cx="119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4EF04A-23F3-8BF9-EC7F-905FC4F4D313}"/>
                    </a:ext>
                  </a:extLst>
                </p14:cNvPr>
                <p14:cNvContentPartPr/>
                <p14:nvPr/>
              </p14:nvContentPartPr>
              <p14:xfrm>
                <a:off x="3287731" y="3807220"/>
                <a:ext cx="216720" cy="149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4EF04A-23F3-8BF9-EC7F-905FC4F4D31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70091" y="3789220"/>
                  <a:ext cx="25236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E0B0C8-3054-5CA0-7303-AFC7E98DB7A1}"/>
              </a:ext>
            </a:extLst>
          </p:cNvPr>
          <p:cNvGrpSpPr/>
          <p:nvPr/>
        </p:nvGrpSpPr>
        <p:grpSpPr>
          <a:xfrm>
            <a:off x="2653411" y="5446300"/>
            <a:ext cx="765720" cy="214560"/>
            <a:chOff x="2653411" y="5446300"/>
            <a:chExt cx="76572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08D0631-484A-91A6-61C4-897B4C1B162A}"/>
                    </a:ext>
                  </a:extLst>
                </p14:cNvPr>
                <p14:cNvContentPartPr/>
                <p14:nvPr/>
              </p14:nvContentPartPr>
              <p14:xfrm>
                <a:off x="2653411" y="5542420"/>
                <a:ext cx="765720" cy="54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08D0631-484A-91A6-61C4-897B4C1B162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35771" y="5524420"/>
                  <a:ext cx="801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1EAB69-97CC-2450-551B-F5BEF8767BF0}"/>
                    </a:ext>
                  </a:extLst>
                </p14:cNvPr>
                <p14:cNvContentPartPr/>
                <p14:nvPr/>
              </p14:nvContentPartPr>
              <p14:xfrm>
                <a:off x="3218251" y="5446300"/>
                <a:ext cx="198720" cy="214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1EAB69-97CC-2450-551B-F5BEF8767B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00611" y="5428300"/>
                  <a:ext cx="23436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BBA45C-8509-9121-2A78-1F806BAB401A}"/>
              </a:ext>
            </a:extLst>
          </p:cNvPr>
          <p:cNvGrpSpPr/>
          <p:nvPr/>
        </p:nvGrpSpPr>
        <p:grpSpPr>
          <a:xfrm>
            <a:off x="3788851" y="4551700"/>
            <a:ext cx="219240" cy="655920"/>
            <a:chOff x="3788851" y="4551700"/>
            <a:chExt cx="219240" cy="65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23C6A51-0B2A-A693-01BC-0AB6553DC468}"/>
                    </a:ext>
                  </a:extLst>
                </p14:cNvPr>
                <p14:cNvContentPartPr/>
                <p14:nvPr/>
              </p14:nvContentPartPr>
              <p14:xfrm>
                <a:off x="3819451" y="4551700"/>
                <a:ext cx="86760" cy="592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23C6A51-0B2A-A693-01BC-0AB6553DC46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01451" y="4533700"/>
                  <a:ext cx="12240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0116AD-6792-5B27-9B7A-F8C1D525517E}"/>
                    </a:ext>
                  </a:extLst>
                </p14:cNvPr>
                <p14:cNvContentPartPr/>
                <p14:nvPr/>
              </p14:nvContentPartPr>
              <p14:xfrm>
                <a:off x="3788851" y="5030500"/>
                <a:ext cx="219240" cy="177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0116AD-6792-5B27-9B7A-F8C1D52551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71211" y="5012860"/>
                  <a:ext cx="25488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5571CD3-55DA-2A14-1CE8-2FB01CF8B5B2}"/>
                  </a:ext>
                </a:extLst>
              </p14:cNvPr>
              <p14:cNvContentPartPr/>
              <p14:nvPr/>
            </p14:nvContentPartPr>
            <p14:xfrm>
              <a:off x="6314611" y="2158060"/>
              <a:ext cx="86040" cy="4946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5571CD3-55DA-2A14-1CE8-2FB01CF8B5B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296611" y="2140420"/>
                <a:ext cx="12168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CEBD53D-1C08-3ACF-DB27-0D3B74F50D11}"/>
                  </a:ext>
                </a:extLst>
              </p14:cNvPr>
              <p14:cNvContentPartPr/>
              <p14:nvPr/>
            </p14:nvContentPartPr>
            <p14:xfrm>
              <a:off x="6329011" y="2641540"/>
              <a:ext cx="182160" cy="664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CEBD53D-1C08-3ACF-DB27-0D3B74F50D1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311371" y="2623900"/>
                <a:ext cx="217800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3EF2510-1E65-CADD-EBCD-17844D75C288}"/>
                  </a:ext>
                </a:extLst>
              </p14:cNvPr>
              <p14:cNvContentPartPr/>
              <p14:nvPr/>
            </p14:nvContentPartPr>
            <p14:xfrm>
              <a:off x="6500011" y="3309340"/>
              <a:ext cx="18360" cy="529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3EF2510-1E65-CADD-EBCD-17844D75C28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82011" y="3291700"/>
                <a:ext cx="540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E7A982C-4710-E1A4-E07E-CE3189C5CB40}"/>
                  </a:ext>
                </a:extLst>
              </p14:cNvPr>
              <p14:cNvContentPartPr/>
              <p14:nvPr/>
            </p14:nvContentPartPr>
            <p14:xfrm>
              <a:off x="6489211" y="3328780"/>
              <a:ext cx="56160" cy="4388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E7A982C-4710-E1A4-E07E-CE3189C5CB4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471571" y="3310780"/>
                <a:ext cx="9180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A87EC7A-E755-F4F0-AD74-E4DEAA12E2B2}"/>
                  </a:ext>
                </a:extLst>
              </p14:cNvPr>
              <p14:cNvContentPartPr/>
              <p14:nvPr/>
            </p14:nvContentPartPr>
            <p14:xfrm>
              <a:off x="6516571" y="3707500"/>
              <a:ext cx="153000" cy="698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A87EC7A-E755-F4F0-AD74-E4DEAA12E2B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98571" y="3689860"/>
                <a:ext cx="188640" cy="7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F52EA27-F52E-23DC-059C-5A711C97D948}"/>
                  </a:ext>
                </a:extLst>
              </p14:cNvPr>
              <p14:cNvContentPartPr/>
              <p14:nvPr/>
            </p14:nvContentPartPr>
            <p14:xfrm>
              <a:off x="6645091" y="4441180"/>
              <a:ext cx="61560" cy="53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F52EA27-F52E-23DC-059C-5A711C97D94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627451" y="4423540"/>
                <a:ext cx="972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1F9F249-F54C-1D48-56E8-A79BDF2C2D32}"/>
                  </a:ext>
                </a:extLst>
              </p14:cNvPr>
              <p14:cNvContentPartPr/>
              <p14:nvPr/>
            </p14:nvContentPartPr>
            <p14:xfrm>
              <a:off x="6672091" y="4467100"/>
              <a:ext cx="52200" cy="371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1F9F249-F54C-1D48-56E8-A79BDF2C2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54451" y="4449460"/>
                <a:ext cx="878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C92956A-A2B5-2A51-F8AF-C24CE071E0D8}"/>
                  </a:ext>
                </a:extLst>
              </p14:cNvPr>
              <p14:cNvContentPartPr/>
              <p14:nvPr/>
            </p14:nvContentPartPr>
            <p14:xfrm>
              <a:off x="6714211" y="4809820"/>
              <a:ext cx="130320" cy="343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C92956A-A2B5-2A51-F8AF-C24CE071E0D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96211" y="4792180"/>
                <a:ext cx="16596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C2174DC-043E-9651-3DF4-F181CA981A0F}"/>
                  </a:ext>
                </a:extLst>
              </p14:cNvPr>
              <p14:cNvContentPartPr/>
              <p14:nvPr/>
            </p14:nvContentPartPr>
            <p14:xfrm>
              <a:off x="6790171" y="5179180"/>
              <a:ext cx="33480" cy="2671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C2174DC-043E-9651-3DF4-F181CA981A0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772171" y="5161180"/>
                <a:ext cx="691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D82D70E-F28D-D421-12D6-915571145E97}"/>
                  </a:ext>
                </a:extLst>
              </p14:cNvPr>
              <p14:cNvContentPartPr/>
              <p14:nvPr/>
            </p14:nvContentPartPr>
            <p14:xfrm>
              <a:off x="6844171" y="5567620"/>
              <a:ext cx="15480" cy="36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D82D70E-F28D-D421-12D6-915571145E9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26531" y="5549980"/>
                <a:ext cx="51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3B2C1B0-C694-5A0B-23E7-68CB7FB02EF7}"/>
                  </a:ext>
                </a:extLst>
              </p14:cNvPr>
              <p14:cNvContentPartPr/>
              <p14:nvPr/>
            </p14:nvContentPartPr>
            <p14:xfrm>
              <a:off x="6848851" y="5402740"/>
              <a:ext cx="28440" cy="245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3B2C1B0-C694-5A0B-23E7-68CB7FB02EF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31211" y="5384740"/>
                <a:ext cx="640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28FCDF0-9CAD-7B85-A682-40B6D0D2400C}"/>
                  </a:ext>
                </a:extLst>
              </p14:cNvPr>
              <p14:cNvContentPartPr/>
              <p14:nvPr/>
            </p14:nvContentPartPr>
            <p14:xfrm>
              <a:off x="6850291" y="5642500"/>
              <a:ext cx="113760" cy="560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28FCDF0-9CAD-7B85-A682-40B6D0D2400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32291" y="5624500"/>
                <a:ext cx="14940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4147F9A-6910-A006-91F0-D404E9068F9F}"/>
                  </a:ext>
                </a:extLst>
              </p14:cNvPr>
              <p14:cNvContentPartPr/>
              <p14:nvPr/>
            </p14:nvContentPartPr>
            <p14:xfrm>
              <a:off x="6787651" y="6238660"/>
              <a:ext cx="356040" cy="504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4147F9A-6910-A006-91F0-D404E9068F9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770011" y="6221020"/>
                <a:ext cx="3916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38E6E71-9D1E-1181-503A-2CB97D6DFE04}"/>
                  </a:ext>
                </a:extLst>
              </p14:cNvPr>
              <p14:cNvContentPartPr/>
              <p14:nvPr/>
            </p14:nvContentPartPr>
            <p14:xfrm>
              <a:off x="6867211" y="6270700"/>
              <a:ext cx="157320" cy="1209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38E6E71-9D1E-1181-503A-2CB97D6DFE0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849571" y="6252700"/>
                <a:ext cx="1929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3109636-3108-B9F7-2121-423803662219}"/>
                  </a:ext>
                </a:extLst>
              </p14:cNvPr>
              <p14:cNvContentPartPr/>
              <p14:nvPr/>
            </p14:nvContentPartPr>
            <p14:xfrm>
              <a:off x="7047571" y="6257380"/>
              <a:ext cx="59400" cy="155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3109636-3108-B9F7-2121-42380366221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029571" y="6239380"/>
                <a:ext cx="950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413A760-067C-50EA-C1E7-1D438FA7C325}"/>
                  </a:ext>
                </a:extLst>
              </p14:cNvPr>
              <p14:cNvContentPartPr/>
              <p14:nvPr/>
            </p14:nvContentPartPr>
            <p14:xfrm>
              <a:off x="6227491" y="2157340"/>
              <a:ext cx="255960" cy="460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413A760-067C-50EA-C1E7-1D438FA7C32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209851" y="2139340"/>
                <a:ext cx="2916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2556212-D0A7-5C2D-8CBA-67241C0ED08F}"/>
                  </a:ext>
                </a:extLst>
              </p14:cNvPr>
              <p14:cNvContentPartPr/>
              <p14:nvPr/>
            </p14:nvContentPartPr>
            <p14:xfrm>
              <a:off x="6763531" y="2015500"/>
              <a:ext cx="227160" cy="252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2556212-D0A7-5C2D-8CBA-67241C0ED08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745891" y="1997500"/>
                <a:ext cx="26280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03272D5-6BDF-60D4-39C8-64F02BBC6F72}"/>
                  </a:ext>
                </a:extLst>
              </p14:cNvPr>
              <p14:cNvContentPartPr/>
              <p14:nvPr/>
            </p14:nvContentPartPr>
            <p14:xfrm>
              <a:off x="7054411" y="2014780"/>
              <a:ext cx="2160" cy="10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03272D5-6BDF-60D4-39C8-64F02BBC6F7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36411" y="1997140"/>
                <a:ext cx="378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17FD7B9-0FF7-09DF-B355-FF9E28270AFB}"/>
                  </a:ext>
                </a:extLst>
              </p14:cNvPr>
              <p14:cNvContentPartPr/>
              <p14:nvPr/>
            </p14:nvContentPartPr>
            <p14:xfrm>
              <a:off x="7104451" y="1983460"/>
              <a:ext cx="13320" cy="41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17FD7B9-0FF7-09DF-B355-FF9E28270AF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086811" y="1965820"/>
                <a:ext cx="48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E69F161-DFAA-BDBB-D2F6-AAD79FAFFF39}"/>
                  </a:ext>
                </a:extLst>
              </p14:cNvPr>
              <p14:cNvContentPartPr/>
              <p14:nvPr/>
            </p14:nvContentPartPr>
            <p14:xfrm>
              <a:off x="7059811" y="1998940"/>
              <a:ext cx="25200" cy="17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E69F161-DFAA-BDBB-D2F6-AAD79FAFFF3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041811" y="1980940"/>
                <a:ext cx="608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7BDAA95-3CB9-1E51-5D6C-83DC5054EF52}"/>
                  </a:ext>
                </a:extLst>
              </p14:cNvPr>
              <p14:cNvContentPartPr/>
              <p14:nvPr/>
            </p14:nvContentPartPr>
            <p14:xfrm>
              <a:off x="7202731" y="1938100"/>
              <a:ext cx="185400" cy="1994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7BDAA95-3CB9-1E51-5D6C-83DC5054EF5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185091" y="1920100"/>
                <a:ext cx="2210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38889DF-CF19-AA3B-ABE9-14BE7886B333}"/>
                  </a:ext>
                </a:extLst>
              </p14:cNvPr>
              <p14:cNvContentPartPr/>
              <p14:nvPr/>
            </p14:nvContentPartPr>
            <p14:xfrm>
              <a:off x="6455011" y="3212140"/>
              <a:ext cx="90720" cy="109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38889DF-CF19-AA3B-ABE9-14BE7886B33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437371" y="3194500"/>
                <a:ext cx="1263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30C3AAC-C962-05B8-F5E0-0228EF9C59CE}"/>
                  </a:ext>
                </a:extLst>
              </p14:cNvPr>
              <p14:cNvContentPartPr/>
              <p14:nvPr/>
            </p14:nvContentPartPr>
            <p14:xfrm>
              <a:off x="7534651" y="3017380"/>
              <a:ext cx="12600" cy="234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30C3AAC-C962-05B8-F5E0-0228EF9C59C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16651" y="2999740"/>
                <a:ext cx="482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77D289E-D1D4-7463-A2DB-BD1C87D1413B}"/>
                  </a:ext>
                </a:extLst>
              </p14:cNvPr>
              <p14:cNvContentPartPr/>
              <p14:nvPr/>
            </p14:nvContentPartPr>
            <p14:xfrm>
              <a:off x="7688011" y="2892820"/>
              <a:ext cx="146880" cy="1954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77D289E-D1D4-7463-A2DB-BD1C87D1413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670011" y="2874820"/>
                <a:ext cx="1825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16A4EA4-0DAF-7138-550A-6C815C14CB04}"/>
                  </a:ext>
                </a:extLst>
              </p14:cNvPr>
              <p14:cNvContentPartPr/>
              <p14:nvPr/>
            </p14:nvContentPartPr>
            <p14:xfrm>
              <a:off x="7909411" y="2940700"/>
              <a:ext cx="10440" cy="396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16A4EA4-0DAF-7138-550A-6C815C14CB0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891411" y="2923060"/>
                <a:ext cx="460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7529623-EBFA-0FD5-544B-CDE565FAB258}"/>
                  </a:ext>
                </a:extLst>
              </p14:cNvPr>
              <p14:cNvContentPartPr/>
              <p14:nvPr/>
            </p14:nvContentPartPr>
            <p14:xfrm>
              <a:off x="8014531" y="2850340"/>
              <a:ext cx="97200" cy="1591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7529623-EBFA-0FD5-544B-CDE565FAB25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996891" y="2832700"/>
                <a:ext cx="1328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BA54E15-9934-3800-BEB6-21518E1371D4}"/>
                  </a:ext>
                </a:extLst>
              </p14:cNvPr>
              <p14:cNvContentPartPr/>
              <p14:nvPr/>
            </p14:nvContentPartPr>
            <p14:xfrm>
              <a:off x="6691891" y="4416700"/>
              <a:ext cx="10440" cy="3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BA54E15-9934-3800-BEB6-21518E1371D4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673891" y="4398700"/>
                <a:ext cx="460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401EE0B-8490-A3FF-74E3-DE75E3B553BB}"/>
                  </a:ext>
                </a:extLst>
              </p14:cNvPr>
              <p14:cNvContentPartPr/>
              <p14:nvPr/>
            </p14:nvContentPartPr>
            <p14:xfrm>
              <a:off x="7842091" y="4124020"/>
              <a:ext cx="107640" cy="1522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401EE0B-8490-A3FF-74E3-DE75E3B553B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824451" y="4106020"/>
                <a:ext cx="1432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4FBB794-47ED-30CE-594A-48DBBF247A91}"/>
                  </a:ext>
                </a:extLst>
              </p14:cNvPr>
              <p14:cNvContentPartPr/>
              <p14:nvPr/>
            </p14:nvContentPartPr>
            <p14:xfrm>
              <a:off x="8067811" y="4097740"/>
              <a:ext cx="68400" cy="76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4FBB794-47ED-30CE-594A-48DBBF247A9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049811" y="4080100"/>
                <a:ext cx="1040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E4085E1-70A0-68D8-911C-6E0BBB0A28C3}"/>
                  </a:ext>
                </a:extLst>
              </p14:cNvPr>
              <p14:cNvContentPartPr/>
              <p14:nvPr/>
            </p14:nvContentPartPr>
            <p14:xfrm>
              <a:off x="7985011" y="4142020"/>
              <a:ext cx="4320" cy="133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E4085E1-70A0-68D8-911C-6E0BBB0A28C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967371" y="4124380"/>
                <a:ext cx="39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A1297BF-B791-3A36-CDDA-981188D5F29F}"/>
                  </a:ext>
                </a:extLst>
              </p14:cNvPr>
              <p14:cNvContentPartPr/>
              <p14:nvPr/>
            </p14:nvContentPartPr>
            <p14:xfrm>
              <a:off x="6834451" y="5420380"/>
              <a:ext cx="25560" cy="194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A1297BF-B791-3A36-CDDA-981188D5F29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816451" y="5402380"/>
                <a:ext cx="612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FB52CE7-67CF-2ABB-2DA9-E94463A7C38D}"/>
                  </a:ext>
                </a:extLst>
              </p14:cNvPr>
              <p14:cNvContentPartPr/>
              <p14:nvPr/>
            </p14:nvContentPartPr>
            <p14:xfrm>
              <a:off x="7223611" y="5269180"/>
              <a:ext cx="95760" cy="1900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FB52CE7-67CF-2ABB-2DA9-E94463A7C38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205611" y="5251540"/>
                <a:ext cx="1314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8BFD943-F48F-8ACC-6E1A-5C42DBB31AF0}"/>
                  </a:ext>
                </a:extLst>
              </p14:cNvPr>
              <p14:cNvContentPartPr/>
              <p14:nvPr/>
            </p14:nvContentPartPr>
            <p14:xfrm>
              <a:off x="7323331" y="5272780"/>
              <a:ext cx="144360" cy="3502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8BFD943-F48F-8ACC-6E1A-5C42DBB31AF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305691" y="5255140"/>
                <a:ext cx="180000" cy="38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D2A32808-2538-CF4A-7665-1A1FA9750D5A}"/>
              </a:ext>
            </a:extLst>
          </p:cNvPr>
          <p:cNvGrpSpPr/>
          <p:nvPr/>
        </p:nvGrpSpPr>
        <p:grpSpPr>
          <a:xfrm>
            <a:off x="6843451" y="2961940"/>
            <a:ext cx="613440" cy="414720"/>
            <a:chOff x="6843451" y="2961940"/>
            <a:chExt cx="61344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FBBB0D0-F11A-4E65-A87E-D5AD89BA64D4}"/>
                    </a:ext>
                  </a:extLst>
                </p14:cNvPr>
                <p14:cNvContentPartPr/>
                <p14:nvPr/>
              </p14:nvContentPartPr>
              <p14:xfrm>
                <a:off x="6843451" y="2961940"/>
                <a:ext cx="156960" cy="266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FBBB0D0-F11A-4E65-A87E-D5AD89BA64D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25811" y="2944300"/>
                  <a:ext cx="192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3905506-0FA2-6FC4-1CB0-FF87B798FCCF}"/>
                    </a:ext>
                  </a:extLst>
                </p14:cNvPr>
                <p14:cNvContentPartPr/>
                <p14:nvPr/>
              </p14:nvContentPartPr>
              <p14:xfrm>
                <a:off x="7078891" y="3017020"/>
                <a:ext cx="14400" cy="259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3905506-0FA2-6FC4-1CB0-FF87B798FCC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61251" y="2999020"/>
                  <a:ext cx="50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F6A87AC-8B22-CFD9-3895-F62E93A00573}"/>
                    </a:ext>
                  </a:extLst>
                </p14:cNvPr>
                <p14:cNvContentPartPr/>
                <p14:nvPr/>
              </p14:nvContentPartPr>
              <p14:xfrm>
                <a:off x="7151611" y="3132220"/>
                <a:ext cx="207720" cy="57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F6A87AC-8B22-CFD9-3895-F62E93A0057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33611" y="3114580"/>
                  <a:ext cx="243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228B7BF-ACA2-B085-4975-C28FD13D5684}"/>
                    </a:ext>
                  </a:extLst>
                </p14:cNvPr>
                <p14:cNvContentPartPr/>
                <p14:nvPr/>
              </p14:nvContentPartPr>
              <p14:xfrm>
                <a:off x="7319371" y="3060940"/>
                <a:ext cx="137520" cy="315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28B7BF-ACA2-B085-4975-C28FD13D568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01731" y="3042940"/>
                  <a:ext cx="173160" cy="35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F62D6CB-5F91-420F-408D-4A00946E9B56}"/>
                  </a:ext>
                </a:extLst>
              </p14:cNvPr>
              <p14:cNvContentPartPr/>
              <p14:nvPr/>
            </p14:nvContentPartPr>
            <p14:xfrm>
              <a:off x="7658491" y="4187740"/>
              <a:ext cx="5400" cy="165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F62D6CB-5F91-420F-408D-4A00946E9B5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640491" y="4170100"/>
                <a:ext cx="4104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5022ADE-4089-8AE4-DEC3-D7C43D47C6B8}"/>
              </a:ext>
            </a:extLst>
          </p:cNvPr>
          <p:cNvGrpSpPr/>
          <p:nvPr/>
        </p:nvGrpSpPr>
        <p:grpSpPr>
          <a:xfrm>
            <a:off x="7529251" y="5459620"/>
            <a:ext cx="181440" cy="271080"/>
            <a:chOff x="7529251" y="5459620"/>
            <a:chExt cx="1814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EB93871-A2CC-BC76-EEB6-F1E5975E0E04}"/>
                    </a:ext>
                  </a:extLst>
                </p14:cNvPr>
                <p14:cNvContentPartPr/>
                <p14:nvPr/>
              </p14:nvContentPartPr>
              <p14:xfrm>
                <a:off x="7529251" y="5463580"/>
                <a:ext cx="171720" cy="121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EB93871-A2CC-BC76-EEB6-F1E5975E0E0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11611" y="5445580"/>
                  <a:ext cx="207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98EB88-4228-590A-35B4-84F2E3B1CB1C}"/>
                    </a:ext>
                  </a:extLst>
                </p14:cNvPr>
                <p14:cNvContentPartPr/>
                <p14:nvPr/>
              </p14:nvContentPartPr>
              <p14:xfrm>
                <a:off x="7645891" y="5459620"/>
                <a:ext cx="64800" cy="271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98EB88-4228-590A-35B4-84F2E3B1CB1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28251" y="5441620"/>
                  <a:ext cx="10044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0FAB1D1-7593-46B1-85ED-A795F76CAF08}"/>
                  </a:ext>
                </a:extLst>
              </p14:cNvPr>
              <p14:cNvContentPartPr/>
              <p14:nvPr/>
            </p14:nvContentPartPr>
            <p14:xfrm>
              <a:off x="7846051" y="5280340"/>
              <a:ext cx="7200" cy="31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0FAB1D1-7593-46B1-85ED-A795F76CAF0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828051" y="5262700"/>
                <a:ext cx="4284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FC75047-8165-344C-AD80-2D1AA4ED5F59}"/>
              </a:ext>
            </a:extLst>
          </p:cNvPr>
          <p:cNvGrpSpPr/>
          <p:nvPr/>
        </p:nvGrpSpPr>
        <p:grpSpPr>
          <a:xfrm>
            <a:off x="8077171" y="5041300"/>
            <a:ext cx="507240" cy="265680"/>
            <a:chOff x="8077171" y="5041300"/>
            <a:chExt cx="50724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2F67E40-16BF-4B8B-2F36-9B38FDA6DC37}"/>
                    </a:ext>
                  </a:extLst>
                </p14:cNvPr>
                <p14:cNvContentPartPr/>
                <p14:nvPr/>
              </p14:nvContentPartPr>
              <p14:xfrm>
                <a:off x="8077171" y="5072260"/>
                <a:ext cx="192960" cy="234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2F67E40-16BF-4B8B-2F36-9B38FDA6DC3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59171" y="5054260"/>
                  <a:ext cx="228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424A14-B7F8-1887-D4AE-3CB737392A79}"/>
                    </a:ext>
                  </a:extLst>
                </p14:cNvPr>
                <p14:cNvContentPartPr/>
                <p14:nvPr/>
              </p14:nvContentPartPr>
              <p14:xfrm>
                <a:off x="8364451" y="5144620"/>
                <a:ext cx="13320" cy="11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424A14-B7F8-1887-D4AE-3CB737392A7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46451" y="5126980"/>
                  <a:ext cx="48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3A1467E-F9A8-0E59-ACF3-B0EA045B7569}"/>
                    </a:ext>
                  </a:extLst>
                </p14:cNvPr>
                <p14:cNvContentPartPr/>
                <p14:nvPr/>
              </p14:nvContentPartPr>
              <p14:xfrm>
                <a:off x="8462011" y="5041300"/>
                <a:ext cx="122400" cy="191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3A1467E-F9A8-0E59-ACF3-B0EA045B756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44011" y="5023300"/>
                  <a:ext cx="15804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36354E8-66A8-55FE-6A89-48EC63F7FE75}"/>
              </a:ext>
            </a:extLst>
          </p:cNvPr>
          <p:cNvGrpSpPr/>
          <p:nvPr/>
        </p:nvGrpSpPr>
        <p:grpSpPr>
          <a:xfrm>
            <a:off x="6961531" y="4052740"/>
            <a:ext cx="512640" cy="484920"/>
            <a:chOff x="6961531" y="4052740"/>
            <a:chExt cx="51264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9893272-37DC-5C37-BCC6-4A4DDF7C1870}"/>
                    </a:ext>
                  </a:extLst>
                </p14:cNvPr>
                <p14:cNvContentPartPr/>
                <p14:nvPr/>
              </p14:nvContentPartPr>
              <p14:xfrm>
                <a:off x="6961531" y="4052740"/>
                <a:ext cx="176040" cy="185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9893272-37DC-5C37-BCC6-4A4DDF7C187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43891" y="4034740"/>
                  <a:ext cx="211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8ED1922-B6A0-5636-A332-CD10061B9AFD}"/>
                    </a:ext>
                  </a:extLst>
                </p14:cNvPr>
                <p14:cNvContentPartPr/>
                <p14:nvPr/>
              </p14:nvContentPartPr>
              <p14:xfrm>
                <a:off x="7137931" y="4107820"/>
                <a:ext cx="90360" cy="308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8ED1922-B6A0-5636-A332-CD10061B9AF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120291" y="4089820"/>
                  <a:ext cx="1260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A4FDDC-6FC6-F683-1F02-79EEA172B9E8}"/>
                    </a:ext>
                  </a:extLst>
                </p14:cNvPr>
                <p14:cNvContentPartPr/>
                <p14:nvPr/>
              </p14:nvContentPartPr>
              <p14:xfrm>
                <a:off x="7293091" y="4275940"/>
                <a:ext cx="140040" cy="129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A4FDDC-6FC6-F683-1F02-79EEA172B9E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275451" y="4257940"/>
                  <a:ext cx="175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CDE30BB-5FFA-7E6C-AEE1-32703E7D2665}"/>
                    </a:ext>
                  </a:extLst>
                </p14:cNvPr>
                <p14:cNvContentPartPr/>
                <p14:nvPr/>
              </p14:nvContentPartPr>
              <p14:xfrm>
                <a:off x="7391011" y="4283860"/>
                <a:ext cx="83160" cy="253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CDE30BB-5FFA-7E6C-AEE1-32703E7D266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73371" y="4265860"/>
                  <a:ext cx="118800" cy="28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3920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22895</TotalTime>
  <Words>312</Words>
  <Application>Microsoft Office PowerPoint</Application>
  <PresentationFormat>Widescreen</PresentationFormat>
  <Paragraphs>54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Equivalent circuits</vt:lpstr>
      <vt:lpstr>Thevenin’s equivalent circuit</vt:lpstr>
      <vt:lpstr>PowerPoint Presentation</vt:lpstr>
      <vt:lpstr>PowerPoint Presentation</vt:lpstr>
      <vt:lpstr>Thevenin’s equivalent circuit</vt:lpstr>
      <vt:lpstr>Thevenin’s equivalent circuit</vt:lpstr>
      <vt:lpstr>Norton’s equivalent circuit</vt:lpstr>
      <vt:lpstr>Norton’s equivalent circuit</vt:lpstr>
      <vt:lpstr>PowerPoint Presentation</vt:lpstr>
      <vt:lpstr>Norton’s equivalent circuit</vt:lpstr>
      <vt:lpstr>Capacitors </vt:lpstr>
      <vt:lpstr>Capacitors </vt:lpstr>
      <vt:lpstr>Inductors </vt:lpstr>
      <vt:lpstr>Inductors </vt:lpstr>
      <vt:lpstr>Problem 1 </vt:lpstr>
      <vt:lpstr>KCL</vt:lpstr>
      <vt:lpstr>KVL</vt:lpstr>
      <vt:lpstr>Voltage divider</vt:lpstr>
      <vt:lpstr>Current divider</vt:lpstr>
      <vt:lpstr>Problem 2 </vt:lpstr>
      <vt:lpstr>Problem 2 </vt:lpstr>
      <vt:lpstr>Problem 3</vt:lpstr>
      <vt:lpstr>Problem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929</cp:revision>
  <cp:lastPrinted>2017-03-30T23:40:26Z</cp:lastPrinted>
  <dcterms:created xsi:type="dcterms:W3CDTF">2014-02-24T21:19:39Z</dcterms:created>
  <dcterms:modified xsi:type="dcterms:W3CDTF">2025-09-18T22:06:02Z</dcterms:modified>
</cp:coreProperties>
</file>